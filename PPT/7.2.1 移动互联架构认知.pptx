
<file path=[Content_Types].xml><?xml version="1.0" encoding="utf-8"?>
<Types xmlns="http://schemas.openxmlformats.org/package/2006/content-types">
  <Default Extension="vml" ContentType="application/vnd.openxmlformats-officedocument.vmlDrawing"/>
  <Default Extension="docx" ContentType="application/vnd.openxmlformats-officedocument.wordprocessingml.documen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1.svg" ContentType="image/svg+xml"/>
  <Override PartName="/ppt/media/image103.svg" ContentType="image/svg+xml"/>
  <Override PartName="/ppt/media/image121.svg" ContentType="image/svg+xml"/>
  <Override PartName="/ppt/media/image126.svg" ContentType="image/svg+xml"/>
  <Override PartName="/ppt/media/image131.svg" ContentType="image/svg+xml"/>
  <Override PartName="/ppt/media/image136.svg" ContentType="image/svg+xml"/>
  <Override PartName="/ppt/media/image139.svg" ContentType="image/svg+xml"/>
  <Override PartName="/ppt/media/image14.svg" ContentType="image/svg+xml"/>
  <Override PartName="/ppt/media/image143.svg" ContentType="image/svg+xml"/>
  <Override PartName="/ppt/media/image145.svg" ContentType="image/svg+xml"/>
  <Override PartName="/ppt/media/image147.svg" ContentType="image/svg+xml"/>
  <Override PartName="/ppt/media/image149.svg" ContentType="image/svg+xml"/>
  <Override PartName="/ppt/media/image153.svg" ContentType="image/svg+xml"/>
  <Override PartName="/ppt/media/image155.svg" ContentType="image/svg+xml"/>
  <Override PartName="/ppt/media/image157.svg" ContentType="image/svg+xml"/>
  <Override PartName="/ppt/media/image163.svg" ContentType="image/svg+xml"/>
  <Override PartName="/ppt/media/image166.svg" ContentType="image/svg+xml"/>
  <Override PartName="/ppt/media/image171.svg" ContentType="image/svg+xml"/>
  <Override PartName="/ppt/media/image173.svg" ContentType="image/svg+xml"/>
  <Override PartName="/ppt/media/image175.svg" ContentType="image/svg+xml"/>
  <Override PartName="/ppt/media/image177.svg" ContentType="image/svg+xml"/>
  <Override PartName="/ppt/media/image181.svg" ContentType="image/svg+xml"/>
  <Override PartName="/ppt/media/image185.svg" ContentType="image/svg+xml"/>
  <Override PartName="/ppt/media/image188.svg" ContentType="image/svg+xml"/>
  <Override PartName="/ppt/media/image191.svg" ContentType="image/svg+xml"/>
  <Override PartName="/ppt/media/image200.svg" ContentType="image/svg+xml"/>
  <Override PartName="/ppt/media/image21.svg" ContentType="image/svg+xml"/>
  <Override PartName="/ppt/media/image25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9.svg" ContentType="image/svg+xml"/>
  <Override PartName="/ppt/media/image43.svg" ContentType="image/svg+xml"/>
  <Override PartName="/ppt/media/image47.svg" ContentType="image/svg+xml"/>
  <Override PartName="/ppt/media/image52.svg" ContentType="image/svg+xml"/>
  <Override PartName="/ppt/media/image58.svg" ContentType="image/svg+xml"/>
  <Override PartName="/ppt/media/image64.svg" ContentType="image/svg+xml"/>
  <Override PartName="/ppt/media/image70.svg" ContentType="image/svg+xml"/>
  <Override PartName="/ppt/media/image72.svg" ContentType="image/svg+xml"/>
  <Override PartName="/ppt/media/image74.svg" ContentType="image/svg+xml"/>
  <Override PartName="/ppt/media/image76.svg" ContentType="image/svg+xml"/>
  <Override PartName="/ppt/media/image93.svg" ContentType="image/svg+xml"/>
  <Override PartName="/ppt/media/image96.svg" ContentType="image/svg+xml"/>
  <Override PartName="/ppt/media/image9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0" Type="http://schemas.openxmlformats.org/officeDocument/2006/relationships/notesSlide" Target="../notesSlides/notesSlide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png"/><Relationship Id="rId8" Type="http://schemas.openxmlformats.org/officeDocument/2006/relationships/image" Target="../media/image17.png"/><Relationship Id="rId7" Type="http://schemas.openxmlformats.org/officeDocument/2006/relationships/image" Target="../media/image16.png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6" Type="http://schemas.openxmlformats.org/officeDocument/2006/relationships/notesSlide" Target="../notesSlides/notesSlide3.xml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23.png"/><Relationship Id="rId13" Type="http://schemas.openxmlformats.org/officeDocument/2006/relationships/image" Target="../media/image22.png"/><Relationship Id="rId12" Type="http://schemas.openxmlformats.org/officeDocument/2006/relationships/image" Target="../media/image21.svg"/><Relationship Id="rId11" Type="http://schemas.openxmlformats.org/officeDocument/2006/relationships/image" Target="../media/image20.png"/><Relationship Id="rId10" Type="http://schemas.openxmlformats.org/officeDocument/2006/relationships/image" Target="../media/image19.png"/><Relationship Id="rId1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4.xml"/><Relationship Id="rId8" Type="http://schemas.openxmlformats.org/officeDocument/2006/relationships/tags" Target="../tags/tag3.xml"/><Relationship Id="rId7" Type="http://schemas.openxmlformats.org/officeDocument/2006/relationships/tags" Target="../tags/tag2.xm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tags" Target="../tags/tag1.xml"/><Relationship Id="rId3" Type="http://schemas.openxmlformats.org/officeDocument/2006/relationships/image" Target="../media/image12.png"/><Relationship Id="rId22" Type="http://schemas.openxmlformats.org/officeDocument/2006/relationships/notesSlide" Target="../notesSlides/notesSlide4.xml"/><Relationship Id="rId21" Type="http://schemas.openxmlformats.org/officeDocument/2006/relationships/slideLayout" Target="../slideLayouts/slideLayout1.xml"/><Relationship Id="rId20" Type="http://schemas.openxmlformats.org/officeDocument/2006/relationships/tags" Target="../tags/tag12.xml"/><Relationship Id="rId2" Type="http://schemas.openxmlformats.org/officeDocument/2006/relationships/image" Target="../media/image11.png"/><Relationship Id="rId19" Type="http://schemas.openxmlformats.org/officeDocument/2006/relationships/tags" Target="../tags/tag11.xml"/><Relationship Id="rId18" Type="http://schemas.openxmlformats.org/officeDocument/2006/relationships/image" Target="../media/image28.png"/><Relationship Id="rId17" Type="http://schemas.openxmlformats.org/officeDocument/2006/relationships/tags" Target="../tags/tag10.xml"/><Relationship Id="rId16" Type="http://schemas.openxmlformats.org/officeDocument/2006/relationships/tags" Target="../tags/tag9.xml"/><Relationship Id="rId15" Type="http://schemas.openxmlformats.org/officeDocument/2006/relationships/tags" Target="../tags/tag8.xml"/><Relationship Id="rId14" Type="http://schemas.openxmlformats.org/officeDocument/2006/relationships/image" Target="../media/image27.png"/><Relationship Id="rId13" Type="http://schemas.openxmlformats.org/officeDocument/2006/relationships/tags" Target="../tags/tag7.xml"/><Relationship Id="rId12" Type="http://schemas.openxmlformats.org/officeDocument/2006/relationships/tags" Target="../tags/tag6.xml"/><Relationship Id="rId11" Type="http://schemas.openxmlformats.org/officeDocument/2006/relationships/tags" Target="../tags/tag5.xml"/><Relationship Id="rId10" Type="http://schemas.openxmlformats.org/officeDocument/2006/relationships/image" Target="../media/image26.png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34.svg"/><Relationship Id="rId8" Type="http://schemas.openxmlformats.org/officeDocument/2006/relationships/image" Target="../media/image33.png"/><Relationship Id="rId7" Type="http://schemas.openxmlformats.org/officeDocument/2006/relationships/tags" Target="../tags/tag14.xml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7" Type="http://schemas.openxmlformats.org/officeDocument/2006/relationships/notesSlide" Target="../notesSlides/notesSlide6.xml"/><Relationship Id="rId46" Type="http://schemas.openxmlformats.org/officeDocument/2006/relationships/slideLayout" Target="../slideLayouts/slideLayout1.xml"/><Relationship Id="rId45" Type="http://schemas.openxmlformats.org/officeDocument/2006/relationships/image" Target="../media/image48.png"/><Relationship Id="rId44" Type="http://schemas.openxmlformats.org/officeDocument/2006/relationships/tags" Target="../tags/tag36.xml"/><Relationship Id="rId43" Type="http://schemas.openxmlformats.org/officeDocument/2006/relationships/tags" Target="../tags/tag35.xml"/><Relationship Id="rId42" Type="http://schemas.openxmlformats.org/officeDocument/2006/relationships/tags" Target="../tags/tag34.xml"/><Relationship Id="rId41" Type="http://schemas.openxmlformats.org/officeDocument/2006/relationships/tags" Target="../tags/tag33.xml"/><Relationship Id="rId40" Type="http://schemas.openxmlformats.org/officeDocument/2006/relationships/image" Target="../media/image47.svg"/><Relationship Id="rId4" Type="http://schemas.openxmlformats.org/officeDocument/2006/relationships/tags" Target="../tags/tag13.xml"/><Relationship Id="rId39" Type="http://schemas.openxmlformats.org/officeDocument/2006/relationships/image" Target="../media/image46.png"/><Relationship Id="rId38" Type="http://schemas.openxmlformats.org/officeDocument/2006/relationships/tags" Target="../tags/tag32.xml"/><Relationship Id="rId37" Type="http://schemas.openxmlformats.org/officeDocument/2006/relationships/image" Target="../media/image45.png"/><Relationship Id="rId36" Type="http://schemas.openxmlformats.org/officeDocument/2006/relationships/tags" Target="../tags/tag31.xml"/><Relationship Id="rId35" Type="http://schemas.openxmlformats.org/officeDocument/2006/relationships/image" Target="../media/image44.png"/><Relationship Id="rId34" Type="http://schemas.openxmlformats.org/officeDocument/2006/relationships/tags" Target="../tags/tag30.xml"/><Relationship Id="rId33" Type="http://schemas.openxmlformats.org/officeDocument/2006/relationships/tags" Target="../tags/tag29.xml"/><Relationship Id="rId32" Type="http://schemas.openxmlformats.org/officeDocument/2006/relationships/tags" Target="../tags/tag28.xml"/><Relationship Id="rId31" Type="http://schemas.openxmlformats.org/officeDocument/2006/relationships/tags" Target="../tags/tag27.xml"/><Relationship Id="rId30" Type="http://schemas.openxmlformats.org/officeDocument/2006/relationships/image" Target="../media/image43.svg"/><Relationship Id="rId3" Type="http://schemas.openxmlformats.org/officeDocument/2006/relationships/image" Target="../media/image12.png"/><Relationship Id="rId29" Type="http://schemas.openxmlformats.org/officeDocument/2006/relationships/image" Target="../media/image42.png"/><Relationship Id="rId28" Type="http://schemas.openxmlformats.org/officeDocument/2006/relationships/tags" Target="../tags/tag26.xml"/><Relationship Id="rId27" Type="http://schemas.openxmlformats.org/officeDocument/2006/relationships/image" Target="../media/image41.png"/><Relationship Id="rId26" Type="http://schemas.openxmlformats.org/officeDocument/2006/relationships/tags" Target="../tags/tag25.xml"/><Relationship Id="rId25" Type="http://schemas.openxmlformats.org/officeDocument/2006/relationships/image" Target="../media/image40.png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image" Target="../media/image39.svg"/><Relationship Id="rId2" Type="http://schemas.openxmlformats.org/officeDocument/2006/relationships/image" Target="../media/image11.png"/><Relationship Id="rId19" Type="http://schemas.openxmlformats.org/officeDocument/2006/relationships/image" Target="../media/image38.png"/><Relationship Id="rId18" Type="http://schemas.openxmlformats.org/officeDocument/2006/relationships/tags" Target="../tags/tag20.xml"/><Relationship Id="rId17" Type="http://schemas.openxmlformats.org/officeDocument/2006/relationships/image" Target="../media/image37.png"/><Relationship Id="rId16" Type="http://schemas.openxmlformats.org/officeDocument/2006/relationships/tags" Target="../tags/tag19.xml"/><Relationship Id="rId15" Type="http://schemas.openxmlformats.org/officeDocument/2006/relationships/image" Target="../media/image36.svg"/><Relationship Id="rId14" Type="http://schemas.openxmlformats.org/officeDocument/2006/relationships/image" Target="../media/image35.png"/><Relationship Id="rId13" Type="http://schemas.openxmlformats.org/officeDocument/2006/relationships/tags" Target="../tags/tag18.xml"/><Relationship Id="rId12" Type="http://schemas.openxmlformats.org/officeDocument/2006/relationships/tags" Target="../tags/tag17.xml"/><Relationship Id="rId11" Type="http://schemas.openxmlformats.org/officeDocument/2006/relationships/tags" Target="../tags/tag16.xml"/><Relationship Id="rId10" Type="http://schemas.openxmlformats.org/officeDocument/2006/relationships/tags" Target="../tags/tag15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52.svg"/><Relationship Id="rId8" Type="http://schemas.openxmlformats.org/officeDocument/2006/relationships/image" Target="../media/image51.png"/><Relationship Id="rId7" Type="http://schemas.openxmlformats.org/officeDocument/2006/relationships/tags" Target="../tags/tag38.xml"/><Relationship Id="rId6" Type="http://schemas.openxmlformats.org/officeDocument/2006/relationships/image" Target="../media/image50.png"/><Relationship Id="rId5" Type="http://schemas.openxmlformats.org/officeDocument/2006/relationships/tags" Target="../tags/tag37.xml"/><Relationship Id="rId4" Type="http://schemas.openxmlformats.org/officeDocument/2006/relationships/image" Target="../media/image49.png"/><Relationship Id="rId32" Type="http://schemas.openxmlformats.org/officeDocument/2006/relationships/notesSlide" Target="../notesSlides/notesSlide7.xml"/><Relationship Id="rId31" Type="http://schemas.openxmlformats.org/officeDocument/2006/relationships/slideLayout" Target="../slideLayouts/slideLayout1.xml"/><Relationship Id="rId30" Type="http://schemas.openxmlformats.org/officeDocument/2006/relationships/tags" Target="../tags/tag56.xml"/><Relationship Id="rId3" Type="http://schemas.openxmlformats.org/officeDocument/2006/relationships/image" Target="../media/image12.png"/><Relationship Id="rId29" Type="http://schemas.openxmlformats.org/officeDocument/2006/relationships/tags" Target="../tags/tag55.xml"/><Relationship Id="rId28" Type="http://schemas.openxmlformats.org/officeDocument/2006/relationships/tags" Target="../tags/tag54.xml"/><Relationship Id="rId27" Type="http://schemas.openxmlformats.org/officeDocument/2006/relationships/image" Target="../media/image55.png"/><Relationship Id="rId26" Type="http://schemas.openxmlformats.org/officeDocument/2006/relationships/tags" Target="../tags/tag53.xml"/><Relationship Id="rId25" Type="http://schemas.openxmlformats.org/officeDocument/2006/relationships/tags" Target="../tags/tag52.xml"/><Relationship Id="rId24" Type="http://schemas.openxmlformats.org/officeDocument/2006/relationships/tags" Target="../tags/tag51.xml"/><Relationship Id="rId23" Type="http://schemas.openxmlformats.org/officeDocument/2006/relationships/tags" Target="../tags/tag50.xml"/><Relationship Id="rId22" Type="http://schemas.openxmlformats.org/officeDocument/2006/relationships/tags" Target="../tags/tag49.xml"/><Relationship Id="rId21" Type="http://schemas.openxmlformats.org/officeDocument/2006/relationships/image" Target="../media/image54.png"/><Relationship Id="rId20" Type="http://schemas.openxmlformats.org/officeDocument/2006/relationships/tags" Target="../tags/tag48.xml"/><Relationship Id="rId2" Type="http://schemas.openxmlformats.org/officeDocument/2006/relationships/image" Target="../media/image11.png"/><Relationship Id="rId19" Type="http://schemas.openxmlformats.org/officeDocument/2006/relationships/tags" Target="../tags/tag47.xml"/><Relationship Id="rId18" Type="http://schemas.openxmlformats.org/officeDocument/2006/relationships/tags" Target="../tags/tag46.xml"/><Relationship Id="rId17" Type="http://schemas.openxmlformats.org/officeDocument/2006/relationships/tags" Target="../tags/tag45.xml"/><Relationship Id="rId16" Type="http://schemas.openxmlformats.org/officeDocument/2006/relationships/tags" Target="../tags/tag44.xml"/><Relationship Id="rId15" Type="http://schemas.openxmlformats.org/officeDocument/2006/relationships/image" Target="../media/image53.png"/><Relationship Id="rId14" Type="http://schemas.openxmlformats.org/officeDocument/2006/relationships/tags" Target="../tags/tag43.xml"/><Relationship Id="rId13" Type="http://schemas.openxmlformats.org/officeDocument/2006/relationships/tags" Target="../tags/tag42.xml"/><Relationship Id="rId12" Type="http://schemas.openxmlformats.org/officeDocument/2006/relationships/tags" Target="../tags/tag41.xml"/><Relationship Id="rId11" Type="http://schemas.openxmlformats.org/officeDocument/2006/relationships/tags" Target="../tags/tag40.xml"/><Relationship Id="rId10" Type="http://schemas.openxmlformats.org/officeDocument/2006/relationships/tags" Target="../tags/tag39.xml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59.png"/><Relationship Id="rId8" Type="http://schemas.openxmlformats.org/officeDocument/2006/relationships/tags" Target="../tags/tag58.xml"/><Relationship Id="rId7" Type="http://schemas.openxmlformats.org/officeDocument/2006/relationships/image" Target="../media/image58.svg"/><Relationship Id="rId6" Type="http://schemas.openxmlformats.org/officeDocument/2006/relationships/image" Target="../media/image57.png"/><Relationship Id="rId5" Type="http://schemas.openxmlformats.org/officeDocument/2006/relationships/tags" Target="../tags/tag57.xml"/><Relationship Id="rId4" Type="http://schemas.openxmlformats.org/officeDocument/2006/relationships/image" Target="../media/image56.png"/><Relationship Id="rId32" Type="http://schemas.openxmlformats.org/officeDocument/2006/relationships/notesSlide" Target="../notesSlides/notesSlide8.xml"/><Relationship Id="rId31" Type="http://schemas.openxmlformats.org/officeDocument/2006/relationships/slideLayout" Target="../slideLayouts/slideLayout1.xml"/><Relationship Id="rId30" Type="http://schemas.openxmlformats.org/officeDocument/2006/relationships/tags" Target="../tags/tag76.xml"/><Relationship Id="rId3" Type="http://schemas.openxmlformats.org/officeDocument/2006/relationships/image" Target="../media/image12.png"/><Relationship Id="rId29" Type="http://schemas.openxmlformats.org/officeDocument/2006/relationships/tags" Target="../tags/tag75.xml"/><Relationship Id="rId28" Type="http://schemas.openxmlformats.org/officeDocument/2006/relationships/tags" Target="../tags/tag74.xml"/><Relationship Id="rId27" Type="http://schemas.openxmlformats.org/officeDocument/2006/relationships/tags" Target="../tags/tag73.xml"/><Relationship Id="rId26" Type="http://schemas.openxmlformats.org/officeDocument/2006/relationships/image" Target="../media/image62.png"/><Relationship Id="rId25" Type="http://schemas.openxmlformats.org/officeDocument/2006/relationships/tags" Target="../tags/tag72.xml"/><Relationship Id="rId24" Type="http://schemas.openxmlformats.org/officeDocument/2006/relationships/tags" Target="../tags/tag71.xml"/><Relationship Id="rId23" Type="http://schemas.openxmlformats.org/officeDocument/2006/relationships/tags" Target="../tags/tag70.xml"/><Relationship Id="rId22" Type="http://schemas.openxmlformats.org/officeDocument/2006/relationships/tags" Target="../tags/tag69.xml"/><Relationship Id="rId21" Type="http://schemas.openxmlformats.org/officeDocument/2006/relationships/tags" Target="../tags/tag68.xml"/><Relationship Id="rId20" Type="http://schemas.openxmlformats.org/officeDocument/2006/relationships/image" Target="../media/image61.png"/><Relationship Id="rId2" Type="http://schemas.openxmlformats.org/officeDocument/2006/relationships/image" Target="../media/image11.png"/><Relationship Id="rId19" Type="http://schemas.openxmlformats.org/officeDocument/2006/relationships/tags" Target="../tags/tag67.xml"/><Relationship Id="rId18" Type="http://schemas.openxmlformats.org/officeDocument/2006/relationships/tags" Target="../tags/tag66.xml"/><Relationship Id="rId17" Type="http://schemas.openxmlformats.org/officeDocument/2006/relationships/tags" Target="../tags/tag65.xml"/><Relationship Id="rId16" Type="http://schemas.openxmlformats.org/officeDocument/2006/relationships/tags" Target="../tags/tag64.xml"/><Relationship Id="rId15" Type="http://schemas.openxmlformats.org/officeDocument/2006/relationships/tags" Target="../tags/tag63.xml"/><Relationship Id="rId14" Type="http://schemas.openxmlformats.org/officeDocument/2006/relationships/image" Target="../media/image60.png"/><Relationship Id="rId13" Type="http://schemas.openxmlformats.org/officeDocument/2006/relationships/tags" Target="../tags/tag62.xml"/><Relationship Id="rId12" Type="http://schemas.openxmlformats.org/officeDocument/2006/relationships/tags" Target="../tags/tag61.xml"/><Relationship Id="rId11" Type="http://schemas.openxmlformats.org/officeDocument/2006/relationships/tags" Target="../tags/tag60.xml"/><Relationship Id="rId10" Type="http://schemas.openxmlformats.org/officeDocument/2006/relationships/tags" Target="../tags/tag59.xml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68.png"/><Relationship Id="rId8" Type="http://schemas.openxmlformats.org/officeDocument/2006/relationships/image" Target="../media/image67.png"/><Relationship Id="rId7" Type="http://schemas.openxmlformats.org/officeDocument/2006/relationships/image" Target="../media/image66.png"/><Relationship Id="rId6" Type="http://schemas.openxmlformats.org/officeDocument/2006/relationships/image" Target="../media/image65.png"/><Relationship Id="rId5" Type="http://schemas.openxmlformats.org/officeDocument/2006/relationships/image" Target="../media/image64.svg"/><Relationship Id="rId4" Type="http://schemas.openxmlformats.org/officeDocument/2006/relationships/image" Target="../media/image6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1" Type="http://schemas.openxmlformats.org/officeDocument/2006/relationships/notesSlide" Target="../notesSlides/notesSlide9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80.xml"/><Relationship Id="rId8" Type="http://schemas.openxmlformats.org/officeDocument/2006/relationships/tags" Target="../tags/tag79.xml"/><Relationship Id="rId7" Type="http://schemas.openxmlformats.org/officeDocument/2006/relationships/tags" Target="../tags/tag78.xml"/><Relationship Id="rId63" Type="http://schemas.openxmlformats.org/officeDocument/2006/relationships/notesSlide" Target="../notesSlides/notesSlide10.xml"/><Relationship Id="rId62" Type="http://schemas.openxmlformats.org/officeDocument/2006/relationships/vmlDrawing" Target="../drawings/vmlDrawing1.vml"/><Relationship Id="rId61" Type="http://schemas.openxmlformats.org/officeDocument/2006/relationships/slideLayout" Target="../slideLayouts/slideLayout1.xml"/><Relationship Id="rId60" Type="http://schemas.openxmlformats.org/officeDocument/2006/relationships/image" Target="../media/image91.wmf"/><Relationship Id="rId6" Type="http://schemas.openxmlformats.org/officeDocument/2006/relationships/image" Target="../media/image70.svg"/><Relationship Id="rId59" Type="http://schemas.openxmlformats.org/officeDocument/2006/relationships/package" Target="../embeddings/Document1.docx"/><Relationship Id="rId58" Type="http://schemas.openxmlformats.org/officeDocument/2006/relationships/tags" Target="../tags/tag109.xml"/><Relationship Id="rId57" Type="http://schemas.openxmlformats.org/officeDocument/2006/relationships/image" Target="../media/image90.png"/><Relationship Id="rId56" Type="http://schemas.openxmlformats.org/officeDocument/2006/relationships/tags" Target="../tags/tag108.xml"/><Relationship Id="rId55" Type="http://schemas.openxmlformats.org/officeDocument/2006/relationships/tags" Target="../tags/tag107.xml"/><Relationship Id="rId54" Type="http://schemas.openxmlformats.org/officeDocument/2006/relationships/tags" Target="../tags/tag106.xml"/><Relationship Id="rId53" Type="http://schemas.openxmlformats.org/officeDocument/2006/relationships/image" Target="../media/image89.png"/><Relationship Id="rId52" Type="http://schemas.openxmlformats.org/officeDocument/2006/relationships/tags" Target="../tags/tag105.xml"/><Relationship Id="rId51" Type="http://schemas.openxmlformats.org/officeDocument/2006/relationships/tags" Target="../tags/tag104.xml"/><Relationship Id="rId50" Type="http://schemas.openxmlformats.org/officeDocument/2006/relationships/image" Target="../media/image88.png"/><Relationship Id="rId5" Type="http://schemas.openxmlformats.org/officeDocument/2006/relationships/image" Target="../media/image69.png"/><Relationship Id="rId49" Type="http://schemas.openxmlformats.org/officeDocument/2006/relationships/tags" Target="../tags/tag103.xml"/><Relationship Id="rId48" Type="http://schemas.openxmlformats.org/officeDocument/2006/relationships/image" Target="../media/image87.png"/><Relationship Id="rId47" Type="http://schemas.openxmlformats.org/officeDocument/2006/relationships/tags" Target="../tags/tag102.xml"/><Relationship Id="rId46" Type="http://schemas.openxmlformats.org/officeDocument/2006/relationships/image" Target="../media/image86.png"/><Relationship Id="rId45" Type="http://schemas.openxmlformats.org/officeDocument/2006/relationships/tags" Target="../tags/tag101.xml"/><Relationship Id="rId44" Type="http://schemas.openxmlformats.org/officeDocument/2006/relationships/tags" Target="../tags/tag100.xml"/><Relationship Id="rId43" Type="http://schemas.openxmlformats.org/officeDocument/2006/relationships/tags" Target="../tags/tag99.xml"/><Relationship Id="rId42" Type="http://schemas.openxmlformats.org/officeDocument/2006/relationships/image" Target="../media/image85.png"/><Relationship Id="rId41" Type="http://schemas.openxmlformats.org/officeDocument/2006/relationships/tags" Target="../tags/tag98.xml"/><Relationship Id="rId40" Type="http://schemas.openxmlformats.org/officeDocument/2006/relationships/tags" Target="../tags/tag97.xml"/><Relationship Id="rId4" Type="http://schemas.openxmlformats.org/officeDocument/2006/relationships/tags" Target="../tags/tag77.xml"/><Relationship Id="rId39" Type="http://schemas.openxmlformats.org/officeDocument/2006/relationships/image" Target="../media/image84.png"/><Relationship Id="rId38" Type="http://schemas.openxmlformats.org/officeDocument/2006/relationships/tags" Target="../tags/tag96.xml"/><Relationship Id="rId37" Type="http://schemas.openxmlformats.org/officeDocument/2006/relationships/image" Target="../media/image83.png"/><Relationship Id="rId36" Type="http://schemas.openxmlformats.org/officeDocument/2006/relationships/tags" Target="../tags/tag95.xml"/><Relationship Id="rId35" Type="http://schemas.openxmlformats.org/officeDocument/2006/relationships/image" Target="../media/image82.png"/><Relationship Id="rId34" Type="http://schemas.openxmlformats.org/officeDocument/2006/relationships/tags" Target="../tags/tag94.xml"/><Relationship Id="rId33" Type="http://schemas.openxmlformats.org/officeDocument/2006/relationships/tags" Target="../tags/tag93.xml"/><Relationship Id="rId32" Type="http://schemas.openxmlformats.org/officeDocument/2006/relationships/tags" Target="../tags/tag92.xml"/><Relationship Id="rId31" Type="http://schemas.openxmlformats.org/officeDocument/2006/relationships/image" Target="../media/image81.png"/><Relationship Id="rId30" Type="http://schemas.openxmlformats.org/officeDocument/2006/relationships/tags" Target="../tags/tag91.xml"/><Relationship Id="rId3" Type="http://schemas.openxmlformats.org/officeDocument/2006/relationships/image" Target="../media/image12.png"/><Relationship Id="rId29" Type="http://schemas.openxmlformats.org/officeDocument/2006/relationships/tags" Target="../tags/tag90.xml"/><Relationship Id="rId28" Type="http://schemas.openxmlformats.org/officeDocument/2006/relationships/image" Target="../media/image80.png"/><Relationship Id="rId27" Type="http://schemas.openxmlformats.org/officeDocument/2006/relationships/tags" Target="../tags/tag89.xml"/><Relationship Id="rId26" Type="http://schemas.openxmlformats.org/officeDocument/2006/relationships/image" Target="../media/image79.png"/><Relationship Id="rId25" Type="http://schemas.openxmlformats.org/officeDocument/2006/relationships/tags" Target="../tags/tag88.xml"/><Relationship Id="rId24" Type="http://schemas.openxmlformats.org/officeDocument/2006/relationships/image" Target="../media/image78.png"/><Relationship Id="rId23" Type="http://schemas.openxmlformats.org/officeDocument/2006/relationships/tags" Target="../tags/tag87.xml"/><Relationship Id="rId22" Type="http://schemas.openxmlformats.org/officeDocument/2006/relationships/tags" Target="../tags/tag86.xml"/><Relationship Id="rId21" Type="http://schemas.openxmlformats.org/officeDocument/2006/relationships/tags" Target="../tags/tag85.xml"/><Relationship Id="rId20" Type="http://schemas.openxmlformats.org/officeDocument/2006/relationships/image" Target="../media/image77.png"/><Relationship Id="rId2" Type="http://schemas.openxmlformats.org/officeDocument/2006/relationships/image" Target="../media/image11.png"/><Relationship Id="rId19" Type="http://schemas.openxmlformats.org/officeDocument/2006/relationships/tags" Target="../tags/tag84.xml"/><Relationship Id="rId18" Type="http://schemas.openxmlformats.org/officeDocument/2006/relationships/tags" Target="../tags/tag83.xml"/><Relationship Id="rId17" Type="http://schemas.openxmlformats.org/officeDocument/2006/relationships/image" Target="../media/image76.svg"/><Relationship Id="rId16" Type="http://schemas.openxmlformats.org/officeDocument/2006/relationships/image" Target="../media/image75.png"/><Relationship Id="rId15" Type="http://schemas.openxmlformats.org/officeDocument/2006/relationships/tags" Target="../tags/tag82.xml"/><Relationship Id="rId14" Type="http://schemas.openxmlformats.org/officeDocument/2006/relationships/image" Target="../media/image74.svg"/><Relationship Id="rId13" Type="http://schemas.openxmlformats.org/officeDocument/2006/relationships/image" Target="../media/image73.png"/><Relationship Id="rId12" Type="http://schemas.openxmlformats.org/officeDocument/2006/relationships/tags" Target="../tags/tag81.xml"/><Relationship Id="rId11" Type="http://schemas.openxmlformats.org/officeDocument/2006/relationships/image" Target="../media/image72.svg"/><Relationship Id="rId10" Type="http://schemas.openxmlformats.org/officeDocument/2006/relationships/image" Target="../media/image71.png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7.png"/><Relationship Id="rId8" Type="http://schemas.openxmlformats.org/officeDocument/2006/relationships/image" Target="../media/image96.svg"/><Relationship Id="rId7" Type="http://schemas.openxmlformats.org/officeDocument/2006/relationships/image" Target="../media/image95.png"/><Relationship Id="rId6" Type="http://schemas.openxmlformats.org/officeDocument/2006/relationships/image" Target="../media/image94.png"/><Relationship Id="rId5" Type="http://schemas.openxmlformats.org/officeDocument/2006/relationships/image" Target="../media/image93.svg"/><Relationship Id="rId4" Type="http://schemas.openxmlformats.org/officeDocument/2006/relationships/image" Target="../media/image92.png"/><Relationship Id="rId32" Type="http://schemas.openxmlformats.org/officeDocument/2006/relationships/notesSlide" Target="../notesSlides/notesSlide11.xml"/><Relationship Id="rId31" Type="http://schemas.openxmlformats.org/officeDocument/2006/relationships/slideLayout" Target="../slideLayouts/slideLayout1.xml"/><Relationship Id="rId30" Type="http://schemas.openxmlformats.org/officeDocument/2006/relationships/image" Target="../media/image118.png"/><Relationship Id="rId3" Type="http://schemas.openxmlformats.org/officeDocument/2006/relationships/image" Target="../media/image12.png"/><Relationship Id="rId29" Type="http://schemas.openxmlformats.org/officeDocument/2006/relationships/image" Target="../media/image117.png"/><Relationship Id="rId28" Type="http://schemas.openxmlformats.org/officeDocument/2006/relationships/image" Target="../media/image116.png"/><Relationship Id="rId27" Type="http://schemas.openxmlformats.org/officeDocument/2006/relationships/image" Target="../media/image115.png"/><Relationship Id="rId26" Type="http://schemas.openxmlformats.org/officeDocument/2006/relationships/image" Target="../media/image114.png"/><Relationship Id="rId25" Type="http://schemas.openxmlformats.org/officeDocument/2006/relationships/image" Target="../media/image113.png"/><Relationship Id="rId24" Type="http://schemas.openxmlformats.org/officeDocument/2006/relationships/image" Target="../media/image112.png"/><Relationship Id="rId23" Type="http://schemas.openxmlformats.org/officeDocument/2006/relationships/image" Target="../media/image111.png"/><Relationship Id="rId22" Type="http://schemas.openxmlformats.org/officeDocument/2006/relationships/image" Target="../media/image110.png"/><Relationship Id="rId21" Type="http://schemas.openxmlformats.org/officeDocument/2006/relationships/image" Target="../media/image109.png"/><Relationship Id="rId20" Type="http://schemas.openxmlformats.org/officeDocument/2006/relationships/image" Target="../media/image108.png"/><Relationship Id="rId2" Type="http://schemas.openxmlformats.org/officeDocument/2006/relationships/image" Target="../media/image11.png"/><Relationship Id="rId19" Type="http://schemas.openxmlformats.org/officeDocument/2006/relationships/image" Target="../media/image107.png"/><Relationship Id="rId18" Type="http://schemas.openxmlformats.org/officeDocument/2006/relationships/image" Target="../media/image106.png"/><Relationship Id="rId17" Type="http://schemas.openxmlformats.org/officeDocument/2006/relationships/image" Target="../media/image105.png"/><Relationship Id="rId16" Type="http://schemas.openxmlformats.org/officeDocument/2006/relationships/image" Target="../media/image104.png"/><Relationship Id="rId15" Type="http://schemas.openxmlformats.org/officeDocument/2006/relationships/image" Target="../media/image103.svg"/><Relationship Id="rId14" Type="http://schemas.openxmlformats.org/officeDocument/2006/relationships/image" Target="../media/image102.png"/><Relationship Id="rId13" Type="http://schemas.openxmlformats.org/officeDocument/2006/relationships/image" Target="../media/image101.svg"/><Relationship Id="rId12" Type="http://schemas.openxmlformats.org/officeDocument/2006/relationships/image" Target="../media/image100.png"/><Relationship Id="rId11" Type="http://schemas.openxmlformats.org/officeDocument/2006/relationships/image" Target="../media/image99.png"/><Relationship Id="rId10" Type="http://schemas.openxmlformats.org/officeDocument/2006/relationships/image" Target="../media/image98.svg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4.png"/><Relationship Id="rId8" Type="http://schemas.openxmlformats.org/officeDocument/2006/relationships/image" Target="../media/image123.png"/><Relationship Id="rId7" Type="http://schemas.openxmlformats.org/officeDocument/2006/relationships/image" Target="../media/image122.png"/><Relationship Id="rId6" Type="http://schemas.openxmlformats.org/officeDocument/2006/relationships/image" Target="../media/image121.svg"/><Relationship Id="rId5" Type="http://schemas.openxmlformats.org/officeDocument/2006/relationships/image" Target="../media/image120.png"/><Relationship Id="rId4" Type="http://schemas.openxmlformats.org/officeDocument/2006/relationships/image" Target="../media/image119.png"/><Relationship Id="rId3" Type="http://schemas.openxmlformats.org/officeDocument/2006/relationships/image" Target="../media/image12.png"/><Relationship Id="rId23" Type="http://schemas.openxmlformats.org/officeDocument/2006/relationships/notesSlide" Target="../notesSlides/notesSlide12.xml"/><Relationship Id="rId22" Type="http://schemas.openxmlformats.org/officeDocument/2006/relationships/vmlDrawing" Target="../drawings/vmlDrawing2.vml"/><Relationship Id="rId21" Type="http://schemas.openxmlformats.org/officeDocument/2006/relationships/slideLayout" Target="../slideLayouts/slideLayout1.xml"/><Relationship Id="rId20" Type="http://schemas.openxmlformats.org/officeDocument/2006/relationships/image" Target="../media/image134.wmf"/><Relationship Id="rId2" Type="http://schemas.openxmlformats.org/officeDocument/2006/relationships/image" Target="../media/image11.png"/><Relationship Id="rId19" Type="http://schemas.openxmlformats.org/officeDocument/2006/relationships/package" Target="../embeddings/Document2.docx"/><Relationship Id="rId18" Type="http://schemas.openxmlformats.org/officeDocument/2006/relationships/image" Target="../media/image133.png"/><Relationship Id="rId17" Type="http://schemas.openxmlformats.org/officeDocument/2006/relationships/image" Target="../media/image132.png"/><Relationship Id="rId16" Type="http://schemas.openxmlformats.org/officeDocument/2006/relationships/image" Target="../media/image131.svg"/><Relationship Id="rId15" Type="http://schemas.openxmlformats.org/officeDocument/2006/relationships/image" Target="../media/image130.png"/><Relationship Id="rId14" Type="http://schemas.openxmlformats.org/officeDocument/2006/relationships/image" Target="../media/image129.png"/><Relationship Id="rId13" Type="http://schemas.openxmlformats.org/officeDocument/2006/relationships/image" Target="../media/image128.png"/><Relationship Id="rId12" Type="http://schemas.openxmlformats.org/officeDocument/2006/relationships/image" Target="../media/image127.png"/><Relationship Id="rId11" Type="http://schemas.openxmlformats.org/officeDocument/2006/relationships/image" Target="../media/image126.svg"/><Relationship Id="rId10" Type="http://schemas.openxmlformats.org/officeDocument/2006/relationships/image" Target="../media/image125.png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0.png"/><Relationship Id="rId8" Type="http://schemas.openxmlformats.org/officeDocument/2006/relationships/image" Target="../media/image139.svg"/><Relationship Id="rId7" Type="http://schemas.openxmlformats.org/officeDocument/2006/relationships/image" Target="../media/image138.png"/><Relationship Id="rId6" Type="http://schemas.openxmlformats.org/officeDocument/2006/relationships/image" Target="../media/image137.png"/><Relationship Id="rId5" Type="http://schemas.openxmlformats.org/officeDocument/2006/relationships/image" Target="../media/image136.svg"/><Relationship Id="rId4" Type="http://schemas.openxmlformats.org/officeDocument/2006/relationships/image" Target="../media/image135.png"/><Relationship Id="rId3" Type="http://schemas.openxmlformats.org/officeDocument/2006/relationships/image" Target="../media/image12.png"/><Relationship Id="rId24" Type="http://schemas.openxmlformats.org/officeDocument/2006/relationships/notesSlide" Target="../notesSlides/notesSlide13.xml"/><Relationship Id="rId23" Type="http://schemas.openxmlformats.org/officeDocument/2006/relationships/slideLayout" Target="../slideLayouts/slideLayout1.xml"/><Relationship Id="rId22" Type="http://schemas.openxmlformats.org/officeDocument/2006/relationships/image" Target="../media/image153.svg"/><Relationship Id="rId21" Type="http://schemas.openxmlformats.org/officeDocument/2006/relationships/image" Target="../media/image152.png"/><Relationship Id="rId20" Type="http://schemas.openxmlformats.org/officeDocument/2006/relationships/image" Target="../media/image151.png"/><Relationship Id="rId2" Type="http://schemas.openxmlformats.org/officeDocument/2006/relationships/image" Target="../media/image11.png"/><Relationship Id="rId19" Type="http://schemas.openxmlformats.org/officeDocument/2006/relationships/image" Target="../media/image150.png"/><Relationship Id="rId18" Type="http://schemas.openxmlformats.org/officeDocument/2006/relationships/image" Target="../media/image149.svg"/><Relationship Id="rId17" Type="http://schemas.openxmlformats.org/officeDocument/2006/relationships/image" Target="../media/image148.png"/><Relationship Id="rId16" Type="http://schemas.openxmlformats.org/officeDocument/2006/relationships/image" Target="../media/image147.svg"/><Relationship Id="rId15" Type="http://schemas.openxmlformats.org/officeDocument/2006/relationships/image" Target="../media/image146.png"/><Relationship Id="rId14" Type="http://schemas.openxmlformats.org/officeDocument/2006/relationships/image" Target="../media/image145.svg"/><Relationship Id="rId13" Type="http://schemas.openxmlformats.org/officeDocument/2006/relationships/image" Target="../media/image144.png"/><Relationship Id="rId12" Type="http://schemas.openxmlformats.org/officeDocument/2006/relationships/image" Target="../media/image143.svg"/><Relationship Id="rId11" Type="http://schemas.openxmlformats.org/officeDocument/2006/relationships/image" Target="../media/image142.png"/><Relationship Id="rId10" Type="http://schemas.openxmlformats.org/officeDocument/2006/relationships/image" Target="../media/image141.png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52.svg"/><Relationship Id="rId8" Type="http://schemas.openxmlformats.org/officeDocument/2006/relationships/image" Target="../media/image158.png"/><Relationship Id="rId7" Type="http://schemas.openxmlformats.org/officeDocument/2006/relationships/image" Target="../media/image157.svg"/><Relationship Id="rId6" Type="http://schemas.openxmlformats.org/officeDocument/2006/relationships/image" Target="../media/image156.png"/><Relationship Id="rId5" Type="http://schemas.openxmlformats.org/officeDocument/2006/relationships/image" Target="../media/image155.svg"/><Relationship Id="rId4" Type="http://schemas.openxmlformats.org/officeDocument/2006/relationships/image" Target="../media/image154.png"/><Relationship Id="rId3" Type="http://schemas.openxmlformats.org/officeDocument/2006/relationships/image" Target="../media/image12.png"/><Relationship Id="rId24" Type="http://schemas.openxmlformats.org/officeDocument/2006/relationships/notesSlide" Target="../notesSlides/notesSlide14.xml"/><Relationship Id="rId23" Type="http://schemas.openxmlformats.org/officeDocument/2006/relationships/vmlDrawing" Target="../drawings/vmlDrawing3.vml"/><Relationship Id="rId22" Type="http://schemas.openxmlformats.org/officeDocument/2006/relationships/slideLayout" Target="../slideLayouts/slideLayout1.xml"/><Relationship Id="rId21" Type="http://schemas.openxmlformats.org/officeDocument/2006/relationships/image" Target="../media/image169.wmf"/><Relationship Id="rId20" Type="http://schemas.openxmlformats.org/officeDocument/2006/relationships/package" Target="../embeddings/Document3.docx"/><Relationship Id="rId2" Type="http://schemas.openxmlformats.org/officeDocument/2006/relationships/image" Target="../media/image11.png"/><Relationship Id="rId19" Type="http://schemas.openxmlformats.org/officeDocument/2006/relationships/image" Target="../media/image168.png"/><Relationship Id="rId18" Type="http://schemas.openxmlformats.org/officeDocument/2006/relationships/image" Target="../media/image167.png"/><Relationship Id="rId17" Type="http://schemas.openxmlformats.org/officeDocument/2006/relationships/image" Target="../media/image166.svg"/><Relationship Id="rId16" Type="http://schemas.openxmlformats.org/officeDocument/2006/relationships/image" Target="../media/image165.png"/><Relationship Id="rId15" Type="http://schemas.openxmlformats.org/officeDocument/2006/relationships/image" Target="../media/image164.png"/><Relationship Id="rId14" Type="http://schemas.openxmlformats.org/officeDocument/2006/relationships/image" Target="../media/image163.svg"/><Relationship Id="rId13" Type="http://schemas.openxmlformats.org/officeDocument/2006/relationships/image" Target="../media/image162.png"/><Relationship Id="rId12" Type="http://schemas.openxmlformats.org/officeDocument/2006/relationships/image" Target="../media/image161.png"/><Relationship Id="rId11" Type="http://schemas.openxmlformats.org/officeDocument/2006/relationships/image" Target="../media/image160.png"/><Relationship Id="rId10" Type="http://schemas.openxmlformats.org/officeDocument/2006/relationships/image" Target="../media/image159.png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5.svg"/><Relationship Id="rId8" Type="http://schemas.openxmlformats.org/officeDocument/2006/relationships/image" Target="../media/image174.png"/><Relationship Id="rId7" Type="http://schemas.openxmlformats.org/officeDocument/2006/relationships/image" Target="../media/image173.svg"/><Relationship Id="rId6" Type="http://schemas.openxmlformats.org/officeDocument/2006/relationships/image" Target="../media/image172.png"/><Relationship Id="rId5" Type="http://schemas.openxmlformats.org/officeDocument/2006/relationships/image" Target="../media/image171.svg"/><Relationship Id="rId4" Type="http://schemas.openxmlformats.org/officeDocument/2006/relationships/image" Target="../media/image170.png"/><Relationship Id="rId3" Type="http://schemas.openxmlformats.org/officeDocument/2006/relationships/image" Target="../media/image12.png"/><Relationship Id="rId21" Type="http://schemas.openxmlformats.org/officeDocument/2006/relationships/notesSlide" Target="../notesSlides/notesSlide15.xml"/><Relationship Id="rId20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9" Type="http://schemas.openxmlformats.org/officeDocument/2006/relationships/image" Target="../media/image185.svg"/><Relationship Id="rId18" Type="http://schemas.openxmlformats.org/officeDocument/2006/relationships/image" Target="../media/image184.png"/><Relationship Id="rId17" Type="http://schemas.openxmlformats.org/officeDocument/2006/relationships/image" Target="../media/image183.png"/><Relationship Id="rId16" Type="http://schemas.openxmlformats.org/officeDocument/2006/relationships/image" Target="../media/image182.png"/><Relationship Id="rId15" Type="http://schemas.openxmlformats.org/officeDocument/2006/relationships/image" Target="../media/image181.svg"/><Relationship Id="rId14" Type="http://schemas.openxmlformats.org/officeDocument/2006/relationships/image" Target="../media/image180.png"/><Relationship Id="rId13" Type="http://schemas.openxmlformats.org/officeDocument/2006/relationships/image" Target="../media/image179.png"/><Relationship Id="rId12" Type="http://schemas.openxmlformats.org/officeDocument/2006/relationships/image" Target="../media/image178.png"/><Relationship Id="rId11" Type="http://schemas.openxmlformats.org/officeDocument/2006/relationships/image" Target="../media/image177.svg"/><Relationship Id="rId10" Type="http://schemas.openxmlformats.org/officeDocument/2006/relationships/image" Target="../media/image176.png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1.svg"/><Relationship Id="rId8" Type="http://schemas.openxmlformats.org/officeDocument/2006/relationships/image" Target="../media/image190.png"/><Relationship Id="rId7" Type="http://schemas.openxmlformats.org/officeDocument/2006/relationships/image" Target="../media/image189.png"/><Relationship Id="rId6" Type="http://schemas.openxmlformats.org/officeDocument/2006/relationships/image" Target="../media/image188.svg"/><Relationship Id="rId5" Type="http://schemas.openxmlformats.org/officeDocument/2006/relationships/image" Target="../media/image187.png"/><Relationship Id="rId4" Type="http://schemas.openxmlformats.org/officeDocument/2006/relationships/image" Target="../media/image186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7" Type="http://schemas.openxmlformats.org/officeDocument/2006/relationships/notesSlide" Target="../notesSlides/notesSlide16.xml"/><Relationship Id="rId16" Type="http://schemas.openxmlformats.org/officeDocument/2006/relationships/slideLayout" Target="../slideLayouts/slideLayout1.xml"/><Relationship Id="rId15" Type="http://schemas.openxmlformats.org/officeDocument/2006/relationships/image" Target="../media/image197.png"/><Relationship Id="rId14" Type="http://schemas.openxmlformats.org/officeDocument/2006/relationships/image" Target="../media/image196.png"/><Relationship Id="rId13" Type="http://schemas.openxmlformats.org/officeDocument/2006/relationships/image" Target="../media/image195.png"/><Relationship Id="rId12" Type="http://schemas.openxmlformats.org/officeDocument/2006/relationships/image" Target="../media/image194.png"/><Relationship Id="rId11" Type="http://schemas.openxmlformats.org/officeDocument/2006/relationships/image" Target="../media/image193.png"/><Relationship Id="rId10" Type="http://schemas.openxmlformats.org/officeDocument/2006/relationships/image" Target="../media/image192.png"/><Relationship Id="rId1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3.png"/><Relationship Id="rId8" Type="http://schemas.openxmlformats.org/officeDocument/2006/relationships/image" Target="../media/image202.png"/><Relationship Id="rId7" Type="http://schemas.openxmlformats.org/officeDocument/2006/relationships/image" Target="../media/image201.png"/><Relationship Id="rId6" Type="http://schemas.openxmlformats.org/officeDocument/2006/relationships/image" Target="../media/image200.svg"/><Relationship Id="rId5" Type="http://schemas.openxmlformats.org/officeDocument/2006/relationships/image" Target="../media/image199.png"/><Relationship Id="rId4" Type="http://schemas.openxmlformats.org/officeDocument/2006/relationships/image" Target="../media/image198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1" Type="http://schemas.openxmlformats.org/officeDocument/2006/relationships/notesSlide" Target="../notesSlides/notesSlide17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5E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3/4bbf78d39a1ae7d50fa38e3b11fcab9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test.web.static.jianzeppt.com/ppt-temp-img3/53c8b2a610a31b616cbf03a52510cc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7596" y="-13894"/>
            <a:ext cx="8051010" cy="6858000"/>
          </a:xfrm>
          <a:prstGeom prst="rect">
            <a:avLst/>
          </a:prstGeom>
        </p:spPr>
      </p:pic>
      <p:pic>
        <p:nvPicPr>
          <p:cNvPr id="4" name="Image 2" descr="https://test.web.static.jianzeppt.com/ppt-temp-img3/eaa44f0a61b44187c8898f2fb3b10e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"/>
            <a:ext cx="1799718" cy="1829017"/>
          </a:xfrm>
          <a:prstGeom prst="rect">
            <a:avLst/>
          </a:prstGeom>
        </p:spPr>
      </p:pic>
      <p:pic>
        <p:nvPicPr>
          <p:cNvPr id="5" name="Image 3" descr="https://test.web.static.jianzeppt.com/ppt-temp-img3/d51ae2a74993343c0d3360504948edf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08901"/>
            <a:ext cx="961132" cy="1724746"/>
          </a:xfrm>
          <a:prstGeom prst="rect">
            <a:avLst/>
          </a:prstGeom>
        </p:spPr>
      </p:pic>
      <p:pic>
        <p:nvPicPr>
          <p:cNvPr id="6" name="Image 4" descr="https://test.web.static.jianzeppt.com/ppt-temp-img3/b3f94c3112269735e7d84215f42c973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069" y="4530971"/>
            <a:ext cx="3482974" cy="637829"/>
          </a:xfrm>
          <a:prstGeom prst="rect">
            <a:avLst/>
          </a:prstGeom>
        </p:spPr>
      </p:pic>
      <p:pic>
        <p:nvPicPr>
          <p:cNvPr id="7" name="Image 5" descr="https://test.web.static.jianzeppt.com/ppt-temp-img3/c7fcd71bde55d7089a0a7c912de83d8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01383" y="2273111"/>
            <a:ext cx="2105868" cy="4595809"/>
          </a:xfrm>
          <a:prstGeom prst="rect">
            <a:avLst/>
          </a:prstGeom>
        </p:spPr>
      </p:pic>
      <p:pic>
        <p:nvPicPr>
          <p:cNvPr id="8" name="Image 6" descr="https://test.web.static.jianzeppt.com/ppt-temp-img3/785b4c7764742237954fb25c8a197f9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82024" y="3802120"/>
            <a:ext cx="2104426" cy="3069770"/>
          </a:xfrm>
          <a:prstGeom prst="rect">
            <a:avLst/>
          </a:prstGeom>
        </p:spPr>
      </p:pic>
      <p:pic>
        <p:nvPicPr>
          <p:cNvPr id="9" name="Image 7" descr="https://test.web.static.jianzeppt.com/ppt-temp-img3/d6b73fd749a971aade8e0c5073b6680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13224" y="2284033"/>
            <a:ext cx="2578776" cy="4584889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577080" y="4577763"/>
            <a:ext cx="3321262" cy="5442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40" dirty="0">
                <a:solidFill>
                  <a:srgbClr val="000000"/>
                </a:solidFill>
              </a:rPr>
              <a:t>授课教师：杨迎</a:t>
            </a:r>
            <a:endParaRPr lang="en-US" sz="2040" dirty="0"/>
          </a:p>
        </p:txBody>
      </p:sp>
      <p:sp>
        <p:nvSpPr>
          <p:cNvPr id="11" name="Text 1"/>
          <p:cNvSpPr/>
          <p:nvPr/>
        </p:nvSpPr>
        <p:spPr>
          <a:xfrm>
            <a:off x="577068" y="1649785"/>
            <a:ext cx="5490553" cy="187452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120" dirty="0">
                <a:solidFill>
                  <a:srgbClr val="FFFFFF"/>
                </a:solidFill>
              </a:rPr>
              <a:t>信息安全测评与风险评估</a:t>
            </a:r>
            <a:endParaRPr lang="en-US" sz="6120" dirty="0"/>
          </a:p>
        </p:txBody>
      </p:sp>
      <p:sp>
        <p:nvSpPr>
          <p:cNvPr id="12" name="Text 2"/>
          <p:cNvSpPr/>
          <p:nvPr/>
        </p:nvSpPr>
        <p:spPr>
          <a:xfrm>
            <a:off x="577068" y="3867726"/>
            <a:ext cx="4339657" cy="2590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80" dirty="0">
                <a:solidFill>
                  <a:srgbClr val="FFFFFF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7.2.1 移动互联架构认知</a:t>
            </a:r>
            <a:endParaRPr lang="en-US" sz="16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3/4bbf78d39a1ae7d50fa38e3b11fcab9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test.web.static.jianzeppt.com/ppt-temp-img3/40bc18a4f70cd7b96e4920a20f3d946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45" y="245378"/>
            <a:ext cx="11803310" cy="63672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69119" y="1653024"/>
            <a:ext cx="1267993" cy="51206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360" dirty="0">
                <a:solidFill>
                  <a:srgbClr val="000000"/>
                </a:solidFill>
              </a:rPr>
              <a:t>01</a:t>
            </a:r>
            <a:endParaRPr lang="en-US" sz="3360" dirty="0"/>
          </a:p>
        </p:txBody>
      </p:sp>
      <p:sp>
        <p:nvSpPr>
          <p:cNvPr id="5" name="Text 1"/>
          <p:cNvSpPr/>
          <p:nvPr/>
        </p:nvSpPr>
        <p:spPr>
          <a:xfrm>
            <a:off x="5769119" y="2669616"/>
            <a:ext cx="1267993" cy="51206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360" dirty="0">
                <a:solidFill>
                  <a:srgbClr val="000000"/>
                </a:solidFill>
              </a:rPr>
              <a:t>02</a:t>
            </a:r>
            <a:endParaRPr lang="en-US" sz="3360" dirty="0"/>
          </a:p>
        </p:txBody>
      </p:sp>
      <p:sp>
        <p:nvSpPr>
          <p:cNvPr id="6" name="Text 2"/>
          <p:cNvSpPr/>
          <p:nvPr/>
        </p:nvSpPr>
        <p:spPr>
          <a:xfrm>
            <a:off x="5769119" y="3686208"/>
            <a:ext cx="1267993" cy="51206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360" dirty="0">
                <a:solidFill>
                  <a:srgbClr val="000000"/>
                </a:solidFill>
              </a:rPr>
              <a:t>03</a:t>
            </a:r>
            <a:endParaRPr lang="en-US" sz="3360" dirty="0"/>
          </a:p>
        </p:txBody>
      </p:sp>
      <p:sp>
        <p:nvSpPr>
          <p:cNvPr id="7" name="Text 3"/>
          <p:cNvSpPr/>
          <p:nvPr/>
        </p:nvSpPr>
        <p:spPr>
          <a:xfrm>
            <a:off x="5769119" y="4702801"/>
            <a:ext cx="1267993" cy="51206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360" dirty="0">
                <a:solidFill>
                  <a:srgbClr val="000000"/>
                </a:solidFill>
              </a:rPr>
              <a:t>04</a:t>
            </a:r>
            <a:endParaRPr lang="en-US" sz="3360" dirty="0"/>
          </a:p>
        </p:txBody>
      </p:sp>
      <p:sp>
        <p:nvSpPr>
          <p:cNvPr id="8" name="Text 4"/>
          <p:cNvSpPr/>
          <p:nvPr/>
        </p:nvSpPr>
        <p:spPr>
          <a:xfrm>
            <a:off x="965498" y="2799393"/>
            <a:ext cx="1769654" cy="73152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800" dirty="0">
                <a:solidFill>
                  <a:srgbClr val="000000"/>
                </a:solidFill>
              </a:rPr>
              <a:t>目录</a:t>
            </a:r>
            <a:endParaRPr lang="en-US" sz="4800" dirty="0"/>
          </a:p>
        </p:txBody>
      </p:sp>
      <p:sp>
        <p:nvSpPr>
          <p:cNvPr id="9" name="Text 5"/>
          <p:cNvSpPr/>
          <p:nvPr/>
        </p:nvSpPr>
        <p:spPr>
          <a:xfrm>
            <a:off x="953110" y="3733353"/>
            <a:ext cx="3150109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40" dirty="0">
                <a:solidFill>
                  <a:srgbClr val="000000"/>
                </a:solidFill>
              </a:rPr>
              <a:t>CONTENTS</a:t>
            </a:r>
            <a:endParaRPr lang="en-US" sz="2040" dirty="0"/>
          </a:p>
        </p:txBody>
      </p:sp>
      <p:sp>
        <p:nvSpPr>
          <p:cNvPr id="10" name="Text 6"/>
          <p:cNvSpPr/>
          <p:nvPr/>
        </p:nvSpPr>
        <p:spPr>
          <a:xfrm>
            <a:off x="7064048" y="4727345"/>
            <a:ext cx="4878288" cy="91440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000" dirty="0">
                <a:solidFill>
                  <a:srgbClr val="000000"/>
                </a:solidFill>
              </a:rPr>
              <a:t>移动终端 —— 安全风险最大的“端”</a:t>
            </a:r>
            <a:endParaRPr lang="en-US" sz="3000" dirty="0"/>
          </a:p>
        </p:txBody>
      </p:sp>
      <p:sp>
        <p:nvSpPr>
          <p:cNvPr id="11" name="Text 7"/>
          <p:cNvSpPr/>
          <p:nvPr/>
        </p:nvSpPr>
        <p:spPr>
          <a:xfrm>
            <a:off x="7064048" y="1677568"/>
            <a:ext cx="4878288" cy="91440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000" dirty="0">
                <a:solidFill>
                  <a:srgbClr val="000000"/>
                </a:solidFill>
              </a:rPr>
              <a:t>案例导入——“WiFi是免费的，但数据不是”</a:t>
            </a:r>
            <a:endParaRPr lang="en-US" sz="3000" dirty="0"/>
          </a:p>
        </p:txBody>
      </p:sp>
      <p:sp>
        <p:nvSpPr>
          <p:cNvPr id="12" name="Text 8"/>
          <p:cNvSpPr/>
          <p:nvPr/>
        </p:nvSpPr>
        <p:spPr>
          <a:xfrm>
            <a:off x="7064048" y="3710752"/>
            <a:ext cx="4878288" cy="91440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000" dirty="0">
                <a:solidFill>
                  <a:srgbClr val="000000"/>
                </a:solidFill>
              </a:rPr>
              <a:t>移动互联系统架构 —— “端管云”三层模型</a:t>
            </a:r>
            <a:endParaRPr lang="en-US" sz="3000" dirty="0"/>
          </a:p>
        </p:txBody>
      </p:sp>
      <p:sp>
        <p:nvSpPr>
          <p:cNvPr id="13" name="Text 9"/>
          <p:cNvSpPr/>
          <p:nvPr/>
        </p:nvSpPr>
        <p:spPr>
          <a:xfrm>
            <a:off x="7064048" y="2694160"/>
            <a:ext cx="4878288" cy="45720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000" dirty="0">
                <a:solidFill>
                  <a:srgbClr val="000000"/>
                </a:solidFill>
              </a:rPr>
              <a:t>学习目标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1371600"/>
            <a:ext cx="60960" cy="21336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792480" y="1264920"/>
            <a:ext cx="110642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00234E"/>
                </a:solidFill>
              </a:rPr>
              <a:t>引入问题</a:t>
            </a:r>
            <a:endParaRPr lang="en-US" sz="2160" dirty="0"/>
          </a:p>
        </p:txBody>
      </p:sp>
      <p:sp>
        <p:nvSpPr>
          <p:cNvPr id="7" name="Text 1"/>
          <p:cNvSpPr/>
          <p:nvPr/>
        </p:nvSpPr>
        <p:spPr>
          <a:xfrm>
            <a:off x="792480" y="1722120"/>
            <a:ext cx="616610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dirty="0">
                <a:solidFill>
                  <a:srgbClr val="333333"/>
                </a:solidFill>
              </a:rPr>
              <a:t>你的手机连接公司WiFi，流量会经过哪些“关卡”？</a:t>
            </a:r>
            <a:endParaRPr lang="en-US" sz="1680" dirty="0"/>
          </a:p>
        </p:txBody>
      </p:sp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2301240"/>
            <a:ext cx="60960" cy="213360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792480" y="2194560"/>
            <a:ext cx="110642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00234E"/>
                </a:solidFill>
              </a:rPr>
              <a:t>案例素材</a:t>
            </a:r>
            <a:endParaRPr lang="en-US" sz="2160" dirty="0"/>
          </a:p>
        </p:txBody>
      </p:sp>
      <p:pic>
        <p:nvPicPr>
          <p:cNvPr id="10" name="Image 5" descr="https://test.web.static.jianzeppt.com/ppt-temp-img3/50ece9b75d6ff85bc53b464eaf76bd8e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2480" y="2636520"/>
            <a:ext cx="6156960" cy="1143000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>
            <a:off x="944880" y="2646045"/>
            <a:ext cx="5861304" cy="9601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444444"/>
                </a:solidFill>
              </a:rPr>
              <a:t>某员工连接未加密公共WiFi登录移动OA，凭证被截获致内网数据泄露。调查发现：移动办公APP未启用传输加密，无线接入点未设身份认证。</a:t>
            </a:r>
            <a:endParaRPr lang="en-US" sz="1680" dirty="0"/>
          </a:p>
        </p:txBody>
      </p:sp>
      <p:pic>
        <p:nvPicPr>
          <p:cNvPr id="12" name="Image 6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4038600"/>
            <a:ext cx="60960" cy="213360"/>
          </a:xfrm>
          <a:prstGeom prst="rect">
            <a:avLst/>
          </a:prstGeom>
        </p:spPr>
      </p:pic>
      <p:sp>
        <p:nvSpPr>
          <p:cNvPr id="13" name="Text 4"/>
          <p:cNvSpPr/>
          <p:nvPr/>
        </p:nvSpPr>
        <p:spPr>
          <a:xfrm>
            <a:off x="792480" y="3931920"/>
            <a:ext cx="110642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00234E"/>
                </a:solidFill>
              </a:rPr>
              <a:t>问题讨论</a:t>
            </a:r>
            <a:endParaRPr lang="en-US" sz="2160" dirty="0"/>
          </a:p>
        </p:txBody>
      </p:sp>
      <p:sp>
        <p:nvSpPr>
          <p:cNvPr id="14" name="Text 5"/>
          <p:cNvSpPr/>
          <p:nvPr/>
        </p:nvSpPr>
        <p:spPr>
          <a:xfrm>
            <a:off x="754380" y="4419600"/>
            <a:ext cx="237744" cy="3505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00234E"/>
                </a:solidFill>
              </a:rPr>
              <a:t>•</a:t>
            </a:r>
            <a:endParaRPr lang="en-US" sz="1800" dirty="0"/>
          </a:p>
        </p:txBody>
      </p:sp>
      <p:sp>
        <p:nvSpPr>
          <p:cNvPr id="15" name="Text 6"/>
          <p:cNvSpPr/>
          <p:nvPr/>
        </p:nvSpPr>
        <p:spPr>
          <a:xfrm>
            <a:off x="929640" y="4434840"/>
            <a:ext cx="39105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为什么连接公共WiFi会存在安全隐患？</a:t>
            </a:r>
            <a:endParaRPr lang="en-US" sz="1800" dirty="0"/>
          </a:p>
        </p:txBody>
      </p:sp>
      <p:sp>
        <p:nvSpPr>
          <p:cNvPr id="16" name="Text 7"/>
          <p:cNvSpPr/>
          <p:nvPr/>
        </p:nvSpPr>
        <p:spPr>
          <a:xfrm>
            <a:off x="754380" y="4800600"/>
            <a:ext cx="237744" cy="3505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00234E"/>
                </a:solidFill>
              </a:rPr>
              <a:t>•</a:t>
            </a:r>
            <a:endParaRPr lang="en-US" sz="1800" dirty="0"/>
          </a:p>
        </p:txBody>
      </p:sp>
      <p:sp>
        <p:nvSpPr>
          <p:cNvPr id="17" name="Text 8"/>
          <p:cNvSpPr/>
          <p:nvPr/>
        </p:nvSpPr>
        <p:spPr>
          <a:xfrm>
            <a:off x="929640" y="4770120"/>
            <a:ext cx="526694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移动终端接入企业内网需要经过哪些安全“关卡”？</a:t>
            </a:r>
            <a:endParaRPr lang="en-US" sz="1800" dirty="0"/>
          </a:p>
        </p:txBody>
      </p:sp>
      <p:sp>
        <p:nvSpPr>
          <p:cNvPr id="18" name="Text 9"/>
          <p:cNvSpPr/>
          <p:nvPr/>
        </p:nvSpPr>
        <p:spPr>
          <a:xfrm>
            <a:off x="754380" y="5196840"/>
            <a:ext cx="237744" cy="3505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00234E"/>
                </a:solidFill>
              </a:rPr>
              <a:t>•</a:t>
            </a:r>
            <a:endParaRPr lang="en-US" sz="1800" dirty="0"/>
          </a:p>
        </p:txBody>
      </p:sp>
      <p:sp>
        <p:nvSpPr>
          <p:cNvPr id="19" name="Text 10"/>
          <p:cNvSpPr/>
          <p:nvPr/>
        </p:nvSpPr>
        <p:spPr>
          <a:xfrm>
            <a:off x="952500" y="5166360"/>
            <a:ext cx="55869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等保2.0为什么要单独设置“移动互联安全扩展要求”？</a:t>
            </a:r>
            <a:endParaRPr lang="en-US" sz="1800" dirty="0"/>
          </a:p>
        </p:txBody>
      </p:sp>
      <p:pic>
        <p:nvPicPr>
          <p:cNvPr id="20" name="Image 7" descr="https://test.web.static.jianzeppt.com/ppt-temp-img3/e0eda405060144d8699f2602d975ca46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5200" y="1798320"/>
            <a:ext cx="4267200" cy="3200400"/>
          </a:xfrm>
          <a:prstGeom prst="rect">
            <a:avLst/>
          </a:prstGeom>
        </p:spPr>
      </p:pic>
      <p:pic>
        <p:nvPicPr>
          <p:cNvPr id="21" name="Image 8" descr="https://test.web.static.jianzeppt.com/ppt-temp-img3/0bc1a70caf397415b1bf526e59a49031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30440" y="1813560"/>
            <a:ext cx="4236720" cy="3169920"/>
          </a:xfrm>
          <a:prstGeom prst="rect">
            <a:avLst/>
          </a:prstGeom>
        </p:spPr>
      </p:pic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09600" y="5699760"/>
            <a:ext cx="10972800" cy="792480"/>
          </a:xfrm>
          <a:prstGeom prst="rect">
            <a:avLst/>
          </a:prstGeom>
          <a:effectLst>
            <a:outerShdw blurRad="1161288000" dist="774192000" dir="-1" algn="bl" rotWithShape="0">
              <a:srgbClr val="000000">
                <a:alpha val="1000000000"/>
              </a:srgbClr>
            </a:outerShdw>
          </a:effectLst>
        </p:spPr>
      </p:pic>
      <p:pic>
        <p:nvPicPr>
          <p:cNvPr id="23" name="Image 10" descr="https://test.web.static.jianzeppt.com/ppt-temp-img3/9135a4ee68e89831713d967b65a20e21.png?x-oss-process=image/resize,w_1440,h_800,m_lfit/format,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3440" y="5882640"/>
            <a:ext cx="426720" cy="426720"/>
          </a:xfrm>
          <a:prstGeom prst="rect">
            <a:avLst/>
          </a:prstGeom>
        </p:spPr>
      </p:pic>
      <p:pic>
        <p:nvPicPr>
          <p:cNvPr id="24" name="Image 11" descr="https://test.web.static.jianzeppt.com/ppt-temp-img3/de186293330b0962ee02ba02084f3b4c.png?x-oss-process=image/resize,w_1440,h_800,m_lfit/format,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9640" y="5958840"/>
            <a:ext cx="274320" cy="274320"/>
          </a:xfrm>
          <a:prstGeom prst="rect">
            <a:avLst/>
          </a:prstGeom>
        </p:spPr>
      </p:pic>
      <p:sp>
        <p:nvSpPr>
          <p:cNvPr id="25" name="Text 11"/>
          <p:cNvSpPr/>
          <p:nvPr/>
        </p:nvSpPr>
        <p:spPr>
          <a:xfrm>
            <a:off x="1463040" y="5928360"/>
            <a:ext cx="9244584" cy="31527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</a:rPr>
              <a:t>结论：移动互联安全关注“端（终端）、管（网络）、云（应用）”三个层面的安全保护。</a:t>
            </a:r>
            <a:endParaRPr lang="en-US" sz="1800" dirty="0"/>
          </a:p>
        </p:txBody>
      </p:sp>
      <p:sp>
        <p:nvSpPr>
          <p:cNvPr id="26" name="Text 12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案例导入——“WiFi是免费的，但数据不是”</a:t>
            </a:r>
            <a:endParaRPr lang="en-US" sz="27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09600" y="1371600"/>
            <a:ext cx="1098194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4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通过本课学习，你将能够：</a:t>
            </a:r>
            <a:endParaRPr lang="en-US" sz="2640" dirty="0"/>
          </a:p>
        </p:txBody>
      </p:sp>
      <p:pic>
        <p:nvPicPr>
          <p:cNvPr id="6" name="Image 3" descr="preencoded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3440" y="2484120"/>
            <a:ext cx="1097280" cy="701040"/>
          </a:xfrm>
          <a:prstGeom prst="rect">
            <a:avLst/>
          </a:prstGeom>
        </p:spPr>
      </p:pic>
      <p:sp>
        <p:nvSpPr>
          <p:cNvPr id="7" name="Text 1"/>
          <p:cNvSpPr/>
          <p:nvPr>
            <p:custDataLst>
              <p:tags r:id="rId7"/>
            </p:custDataLst>
          </p:nvPr>
        </p:nvSpPr>
        <p:spPr>
          <a:xfrm>
            <a:off x="1097280" y="2606040"/>
            <a:ext cx="6187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理解</a:t>
            </a:r>
            <a:endParaRPr lang="en-US" sz="2400" dirty="0"/>
          </a:p>
        </p:txBody>
      </p:sp>
      <p:sp>
        <p:nvSpPr>
          <p:cNvPr id="8" name="Text 2"/>
          <p:cNvSpPr/>
          <p:nvPr>
            <p:custDataLst>
              <p:tags r:id="rId8"/>
            </p:custDataLst>
          </p:nvPr>
        </p:nvSpPr>
        <p:spPr>
          <a:xfrm>
            <a:off x="853440" y="3429000"/>
            <a:ext cx="3810000" cy="3073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移动互联系统的三个核心组成部分</a:t>
            </a:r>
            <a:endParaRPr lang="en-US" sz="2000" dirty="0">
              <a:solidFill>
                <a:srgbClr val="333333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pic>
        <p:nvPicPr>
          <p:cNvPr id="9" name="Image 4" descr="preencoded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05600" y="2484120"/>
            <a:ext cx="1097280" cy="701040"/>
          </a:xfrm>
          <a:prstGeom prst="rect">
            <a:avLst/>
          </a:prstGeom>
        </p:spPr>
      </p:pic>
      <p:sp>
        <p:nvSpPr>
          <p:cNvPr id="10" name="Text 3"/>
          <p:cNvSpPr/>
          <p:nvPr>
            <p:custDataLst>
              <p:tags r:id="rId11"/>
            </p:custDataLst>
          </p:nvPr>
        </p:nvSpPr>
        <p:spPr>
          <a:xfrm>
            <a:off x="6949440" y="2606040"/>
            <a:ext cx="6187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掌握</a:t>
            </a:r>
            <a:endParaRPr lang="en-US" sz="2400" dirty="0"/>
          </a:p>
        </p:txBody>
      </p:sp>
      <p:sp>
        <p:nvSpPr>
          <p:cNvPr id="11" name="Text 4"/>
          <p:cNvSpPr/>
          <p:nvPr>
            <p:custDataLst>
              <p:tags r:id="rId12"/>
            </p:custDataLst>
          </p:nvPr>
        </p:nvSpPr>
        <p:spPr>
          <a:xfrm>
            <a:off x="6705600" y="3429000"/>
            <a:ext cx="3302000" cy="3073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移动互联的安全风险及其成因</a:t>
            </a:r>
            <a:endParaRPr lang="en-US" sz="2000" dirty="0">
              <a:solidFill>
                <a:srgbClr val="333333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pic>
        <p:nvPicPr>
          <p:cNvPr id="12" name="Image 5" descr="preencoded.png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3440" y="4556760"/>
            <a:ext cx="1097280" cy="701040"/>
          </a:xfrm>
          <a:prstGeom prst="rect">
            <a:avLst/>
          </a:prstGeom>
        </p:spPr>
      </p:pic>
      <p:sp>
        <p:nvSpPr>
          <p:cNvPr id="13" name="Text 5"/>
          <p:cNvSpPr/>
          <p:nvPr>
            <p:custDataLst>
              <p:tags r:id="rId15"/>
            </p:custDataLst>
          </p:nvPr>
        </p:nvSpPr>
        <p:spPr>
          <a:xfrm>
            <a:off x="1097280" y="4678680"/>
            <a:ext cx="6187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了解</a:t>
            </a:r>
            <a:endParaRPr lang="en-US" sz="2400" dirty="0"/>
          </a:p>
        </p:txBody>
      </p:sp>
      <p:sp>
        <p:nvSpPr>
          <p:cNvPr id="14" name="Text 6"/>
          <p:cNvSpPr/>
          <p:nvPr>
            <p:custDataLst>
              <p:tags r:id="rId16"/>
            </p:custDataLst>
          </p:nvPr>
        </p:nvSpPr>
        <p:spPr>
          <a:xfrm>
            <a:off x="853440" y="5501640"/>
            <a:ext cx="4191000" cy="3073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等保2.0移动互联安全扩展要求的框架</a:t>
            </a:r>
            <a:endParaRPr lang="en-US" sz="2000" dirty="0">
              <a:solidFill>
                <a:srgbClr val="333333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pic>
        <p:nvPicPr>
          <p:cNvPr id="15" name="Image 6" descr="preencoded.png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05600" y="4556760"/>
            <a:ext cx="1097280" cy="701040"/>
          </a:xfrm>
          <a:prstGeom prst="rect">
            <a:avLst/>
          </a:prstGeom>
        </p:spPr>
      </p:pic>
      <p:sp>
        <p:nvSpPr>
          <p:cNvPr id="16" name="Text 7"/>
          <p:cNvSpPr/>
          <p:nvPr>
            <p:custDataLst>
              <p:tags r:id="rId19"/>
            </p:custDataLst>
          </p:nvPr>
        </p:nvSpPr>
        <p:spPr>
          <a:xfrm>
            <a:off x="6949440" y="4678680"/>
            <a:ext cx="6187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能够</a:t>
            </a:r>
            <a:endParaRPr lang="en-US" sz="2400" dirty="0"/>
          </a:p>
        </p:txBody>
      </p:sp>
      <p:sp>
        <p:nvSpPr>
          <p:cNvPr id="17" name="Text 8"/>
          <p:cNvSpPr/>
          <p:nvPr>
            <p:custDataLst>
              <p:tags r:id="rId20"/>
            </p:custDataLst>
          </p:nvPr>
        </p:nvSpPr>
        <p:spPr>
          <a:xfrm>
            <a:off x="6705600" y="5501640"/>
            <a:ext cx="3556000" cy="3073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识别移动互联环境中的安全隐患</a:t>
            </a:r>
            <a:endParaRPr lang="en-US" sz="2000" dirty="0">
              <a:solidFill>
                <a:srgbClr val="333333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sp>
        <p:nvSpPr>
          <p:cNvPr id="18" name="Text 9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学习目标</a:t>
            </a:r>
            <a:endParaRPr lang="en-US" sz="27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pic>
        <p:nvPicPr>
          <p:cNvPr id="5" name="Image 3" descr="https://test.web.static.jianzeppt.com/ppt-temp-img3/88c98e3ca7eeadf3a45caea3a8b018ed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1371600"/>
            <a:ext cx="6537960" cy="65532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3200400" y="1493520"/>
            <a:ext cx="581558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移动互联系统 = 移动终端 + 无线网络 + 移动应用</a:t>
            </a:r>
            <a:endParaRPr lang="en-US" sz="2160" dirty="0"/>
          </a:p>
        </p:txBody>
      </p:sp>
      <p:pic>
        <p:nvPicPr>
          <p:cNvPr id="10" name="Image 6" descr="https://test.web.static.jianzeppt.com/ppt-temp-img3/ccee25af09baad8b58af319a41a8d79b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9065" y="2407920"/>
            <a:ext cx="15240" cy="731520"/>
          </a:xfrm>
          <a:prstGeom prst="rect">
            <a:avLst/>
          </a:prstGeom>
        </p:spPr>
      </p:pic>
      <p:pic>
        <p:nvPicPr>
          <p:cNvPr id="12" name="Image 7" descr="https://test.web.static.jianzeppt.com/ppt-temp-img3/ccee25af09baad8b58af319a41a8d79b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2915" y="2407920"/>
            <a:ext cx="15240" cy="731520"/>
          </a:xfrm>
          <a:prstGeom prst="rect">
            <a:avLst/>
          </a:prstGeom>
        </p:spPr>
      </p:pic>
      <p:pic>
        <p:nvPicPr>
          <p:cNvPr id="14" name="Image 8" descr="https://test.web.static.jianzeppt.com/ppt-temp-img3/ccee25af09baad8b58af319a41a8d79b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8919" y="2407920"/>
            <a:ext cx="15240" cy="731520"/>
          </a:xfrm>
          <a:prstGeom prst="rect">
            <a:avLst/>
          </a:prstGeom>
        </p:spPr>
      </p:pic>
      <p:sp>
        <p:nvSpPr>
          <p:cNvPr id="40" name="Text 14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移动互联系统架构 —— “端管云”三层模型</a:t>
            </a:r>
            <a:endParaRPr lang="en-US" sz="2760" dirty="0"/>
          </a:p>
        </p:txBody>
      </p:sp>
      <p:graphicFrame>
        <p:nvGraphicFramePr>
          <p:cNvPr id="41" name="表格 40"/>
          <p:cNvGraphicFramePr/>
          <p:nvPr/>
        </p:nvGraphicFramePr>
        <p:xfrm>
          <a:off x="1019175" y="2438400"/>
          <a:ext cx="10004425" cy="3423920"/>
        </p:xfrm>
        <a:graphic>
          <a:graphicData uri="http://schemas.openxmlformats.org/drawingml/2006/table">
            <a:tbl>
              <a:tblPr/>
              <a:tblGrid>
                <a:gridCol w="1613535"/>
                <a:gridCol w="2939415"/>
                <a:gridCol w="3009900"/>
                <a:gridCol w="2441575"/>
              </a:tblGrid>
              <a:tr h="526415">
                <a:tc>
                  <a:txBody>
                    <a:bodyPr/>
                    <a:p>
                      <a:pPr algn="ctr" fontAlgn="ctr"/>
                      <a:r>
                        <a:rPr lang="zh-CN" altLang="en-US" sz="2400" b="1" i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层次</a:t>
                      </a:r>
                      <a:endParaRPr lang="zh-CN" altLang="en-US" sz="2400" b="1" i="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2400" b="1" i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组成部分</a:t>
                      </a:r>
                      <a:endParaRPr lang="zh-CN" altLang="en-US" sz="2400" b="1" i="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2400" b="1" i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典型设备</a:t>
                      </a:r>
                      <a:r>
                        <a:rPr lang="en-US" altLang="zh-CN" sz="2400" b="1" i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/</a:t>
                      </a:r>
                      <a:r>
                        <a:rPr lang="zh-CN" altLang="en-US" sz="2400" b="1" i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形态</a:t>
                      </a:r>
                      <a:endParaRPr lang="zh-CN" altLang="en-US" sz="2400" b="1" i="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2400" b="1" i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安全关注点</a:t>
                      </a:r>
                      <a:endParaRPr lang="zh-CN" altLang="en-US" sz="2400" b="1" i="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687705">
                <a:tc>
                  <a:txBody>
                    <a:bodyPr/>
                    <a:p>
                      <a:pPr algn="ctr" fontAlgn="ctr"/>
                      <a:r>
                        <a:rPr lang="zh-CN" altLang="en-US" sz="1800" b="1" i="0">
                          <a:solidFill>
                            <a:srgbClr val="1923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端（终端层）</a:t>
                      </a:r>
                      <a:endParaRPr lang="zh-CN" altLang="en-US" sz="1800" b="1" i="0">
                        <a:solidFill>
                          <a:srgbClr val="19233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800" b="0" i="0">
                          <a:solidFill>
                            <a:srgbClr val="1923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移动终端（手机、平板、专用终端）</a:t>
                      </a:r>
                      <a:endParaRPr lang="zh-CN" altLang="en-US" sz="1800" b="0" i="0">
                        <a:solidFill>
                          <a:srgbClr val="19233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800" b="0" i="0">
                          <a:solidFill>
                            <a:srgbClr val="1923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智能手机、</a:t>
                      </a:r>
                      <a:r>
                        <a:rPr lang="en-US" altLang="zh-CN" sz="1800" b="0" i="0">
                          <a:solidFill>
                            <a:srgbClr val="1923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PAD</a:t>
                      </a:r>
                      <a:r>
                        <a:rPr lang="zh-CN" altLang="en-US" sz="1800" b="0" i="0">
                          <a:solidFill>
                            <a:srgbClr val="1923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、</a:t>
                      </a:r>
                      <a:r>
                        <a:rPr lang="en-US" altLang="zh-CN" sz="1800" b="0" i="0">
                          <a:solidFill>
                            <a:srgbClr val="1923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POS</a:t>
                      </a:r>
                      <a:r>
                        <a:rPr lang="zh-CN" altLang="en-US" sz="1800" b="0" i="0">
                          <a:solidFill>
                            <a:srgbClr val="1923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机等</a:t>
                      </a:r>
                      <a:endParaRPr lang="zh-CN" altLang="en-US" sz="1800" b="0" i="0">
                        <a:solidFill>
                          <a:srgbClr val="19233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800" b="0" i="0">
                          <a:solidFill>
                            <a:srgbClr val="1923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设备丢失、数据泄露、恶意软件</a:t>
                      </a:r>
                      <a:endParaRPr lang="zh-CN" altLang="en-US" sz="1800" b="0" i="0">
                        <a:solidFill>
                          <a:srgbClr val="19233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87070">
                <a:tc>
                  <a:txBody>
                    <a:bodyPr/>
                    <a:p>
                      <a:pPr algn="ctr" fontAlgn="ctr"/>
                      <a:r>
                        <a:rPr lang="zh-CN" altLang="en-US" sz="1800" b="1" i="0">
                          <a:solidFill>
                            <a:srgbClr val="1923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管（网络层）</a:t>
                      </a:r>
                      <a:endParaRPr lang="zh-CN" altLang="en-US" sz="1800" b="1" i="0">
                        <a:solidFill>
                          <a:srgbClr val="19233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800" b="0" i="0">
                          <a:solidFill>
                            <a:srgbClr val="1923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无线网络 </a:t>
                      </a:r>
                      <a:r>
                        <a:rPr lang="en-US" altLang="zh-CN" sz="1800" b="0" i="0">
                          <a:solidFill>
                            <a:srgbClr val="1923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+ </a:t>
                      </a:r>
                      <a:r>
                        <a:rPr lang="zh-CN" altLang="en-US" sz="1800" b="0" i="0">
                          <a:solidFill>
                            <a:srgbClr val="1923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接入网关</a:t>
                      </a:r>
                      <a:endParaRPr lang="zh-CN" altLang="en-US" sz="1800" b="0" i="0">
                        <a:solidFill>
                          <a:srgbClr val="19233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800" b="0" i="0">
                          <a:solidFill>
                            <a:srgbClr val="1923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WiFi AP</a:t>
                      </a:r>
                      <a:r>
                        <a:rPr lang="zh-CN" altLang="en-US" sz="1800" b="0" i="0">
                          <a:solidFill>
                            <a:srgbClr val="1923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、无线接入网关</a:t>
                      </a:r>
                      <a:endParaRPr lang="zh-CN" altLang="en-US" sz="1800" b="0" i="0">
                        <a:solidFill>
                          <a:srgbClr val="19233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800" b="0" i="0">
                          <a:solidFill>
                            <a:srgbClr val="1923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信号劫持、非法接入、中间人攻击</a:t>
                      </a:r>
                      <a:endParaRPr lang="zh-CN" altLang="en-US" sz="1800" b="0" i="0">
                        <a:solidFill>
                          <a:srgbClr val="19233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22730">
                <a:tc>
                  <a:txBody>
                    <a:bodyPr/>
                    <a:p>
                      <a:pPr algn="ctr" fontAlgn="ctr"/>
                      <a:r>
                        <a:rPr lang="zh-CN" altLang="en-US" sz="1800" b="1" i="0">
                          <a:solidFill>
                            <a:srgbClr val="1923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云（应用</a:t>
                      </a:r>
                      <a:r>
                        <a:rPr lang="en-US" altLang="zh-CN" sz="1800" b="1" i="0">
                          <a:solidFill>
                            <a:srgbClr val="1923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/</a:t>
                      </a:r>
                      <a:r>
                        <a:rPr lang="zh-CN" altLang="en-US" sz="1800" b="1" i="0">
                          <a:solidFill>
                            <a:srgbClr val="1923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服务层）</a:t>
                      </a:r>
                      <a:endParaRPr lang="zh-CN" altLang="en-US" sz="1800" b="1" i="0">
                        <a:solidFill>
                          <a:srgbClr val="19233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800" b="0" i="0">
                          <a:solidFill>
                            <a:srgbClr val="1923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移动应用 </a:t>
                      </a:r>
                      <a:r>
                        <a:rPr lang="en-US" altLang="zh-CN" sz="1800" b="0" i="0">
                          <a:solidFill>
                            <a:srgbClr val="1923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+ </a:t>
                      </a:r>
                      <a:r>
                        <a:rPr lang="zh-CN" altLang="en-US" sz="1800" b="0" i="0">
                          <a:solidFill>
                            <a:srgbClr val="1923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云端服务平台（含服务器集群、数据库、中间件等后端资源）</a:t>
                      </a:r>
                      <a:endParaRPr lang="zh-CN" altLang="en-US" sz="1800" b="0" i="0">
                        <a:solidFill>
                          <a:srgbClr val="19233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800" b="0" i="0">
                          <a:solidFill>
                            <a:srgbClr val="1923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云服务器（如阿里云</a:t>
                      </a:r>
                      <a:r>
                        <a:rPr lang="en-US" altLang="zh-CN" sz="1800" b="0" i="0">
                          <a:solidFill>
                            <a:srgbClr val="1923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ECS</a:t>
                      </a:r>
                      <a:r>
                        <a:rPr lang="zh-CN" altLang="en-US" sz="1800" b="0" i="0">
                          <a:solidFill>
                            <a:srgbClr val="1923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）、容器集群（如</a:t>
                      </a:r>
                      <a:r>
                        <a:rPr lang="en-US" altLang="zh-CN" sz="1800" b="0" i="0">
                          <a:solidFill>
                            <a:srgbClr val="1923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K8s</a:t>
                      </a:r>
                      <a:r>
                        <a:rPr lang="zh-CN" altLang="en-US" sz="1800" b="0" i="0">
                          <a:solidFill>
                            <a:srgbClr val="1923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）、云数据库（如</a:t>
                      </a:r>
                      <a:r>
                        <a:rPr lang="en-US" altLang="zh-CN" sz="1800" b="0" i="0">
                          <a:solidFill>
                            <a:srgbClr val="1923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MySQL</a:t>
                      </a:r>
                      <a:r>
                        <a:rPr lang="zh-CN" altLang="en-US" sz="1800" b="0" i="0">
                          <a:solidFill>
                            <a:srgbClr val="1923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云服务）、</a:t>
                      </a:r>
                      <a:r>
                        <a:rPr lang="en-US" altLang="zh-CN" sz="1800" b="0" i="0">
                          <a:solidFill>
                            <a:srgbClr val="1923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SaaS/PaaS</a:t>
                      </a:r>
                      <a:r>
                        <a:rPr lang="zh-CN" altLang="en-US" sz="1800" b="0" i="0">
                          <a:solidFill>
                            <a:srgbClr val="1923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平台（如钉钉、企业微信）</a:t>
                      </a:r>
                      <a:endParaRPr lang="zh-CN" altLang="en-US" sz="1800" b="0" i="0">
                        <a:solidFill>
                          <a:srgbClr val="19233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800" b="0" i="0">
                          <a:solidFill>
                            <a:srgbClr val="1923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代码漏洞、权限滥用、数据泄露</a:t>
                      </a:r>
                      <a:endParaRPr lang="zh-CN" altLang="en-US" sz="1800" b="0" i="0">
                        <a:solidFill>
                          <a:srgbClr val="19233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56360" y="1859280"/>
            <a:ext cx="975360" cy="97536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600200" y="2103120"/>
            <a:ext cx="487680" cy="487680"/>
          </a:xfrm>
          <a:prstGeom prst="rect">
            <a:avLst/>
          </a:prstGeom>
        </p:spPr>
      </p:pic>
      <p:sp>
        <p:nvSpPr>
          <p:cNvPr id="7" name="Text 0"/>
          <p:cNvSpPr/>
          <p:nvPr>
            <p:custDataLst>
              <p:tags r:id="rId10"/>
            </p:custDataLst>
          </p:nvPr>
        </p:nvSpPr>
        <p:spPr>
          <a:xfrm>
            <a:off x="777240" y="3078480"/>
            <a:ext cx="215798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64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设备丢失/被盗</a:t>
            </a:r>
            <a:endParaRPr lang="en-US" sz="2640" dirty="0"/>
          </a:p>
        </p:txBody>
      </p:sp>
      <p:sp>
        <p:nvSpPr>
          <p:cNvPr id="8" name="Text 1"/>
          <p:cNvSpPr/>
          <p:nvPr>
            <p:custDataLst>
              <p:tags r:id="rId11"/>
            </p:custDataLst>
          </p:nvPr>
        </p:nvSpPr>
        <p:spPr>
          <a:xfrm>
            <a:off x="609600" y="3764280"/>
            <a:ext cx="2478024" cy="5537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终端中存储的企业数据可能泄露。</a:t>
            </a:r>
            <a:endParaRPr lang="en-US" sz="1800" dirty="0"/>
          </a:p>
        </p:txBody>
      </p:sp>
      <p:sp>
        <p:nvSpPr>
          <p:cNvPr id="9" name="Text 2"/>
          <p:cNvSpPr/>
          <p:nvPr>
            <p:custDataLst>
              <p:tags r:id="rId12"/>
            </p:custDataLst>
          </p:nvPr>
        </p:nvSpPr>
        <p:spPr>
          <a:xfrm>
            <a:off x="609600" y="4998720"/>
            <a:ext cx="2478024" cy="6400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常见场景：</a:t>
            </a:r>
            <a:r>
              <a:rPr lang="en-US" sz="1680" dirty="0">
                <a:solidFill>
                  <a:srgbClr val="6B7280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手机丢失，未启用远程擦除。</a:t>
            </a:r>
            <a:endParaRPr lang="en-US" sz="1680" dirty="0"/>
          </a:p>
        </p:txBody>
      </p:sp>
      <p:pic>
        <p:nvPicPr>
          <p:cNvPr id="10" name="Image 5" descr="preencoded.png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09600" y="4724400"/>
            <a:ext cx="2468880" cy="15240"/>
          </a:xfrm>
          <a:prstGeom prst="rect">
            <a:avLst/>
          </a:prstGeom>
        </p:spPr>
      </p:pic>
      <p:pic>
        <p:nvPicPr>
          <p:cNvPr id="11" name="Image 6" descr="preencoded.png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91000" y="1859280"/>
            <a:ext cx="975360" cy="975360"/>
          </a:xfrm>
          <a:prstGeom prst="rect">
            <a:avLst/>
          </a:prstGeom>
        </p:spPr>
      </p:pic>
      <p:pic>
        <p:nvPicPr>
          <p:cNvPr id="12" name="Image 7" descr="preencoded.png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434840" y="2103120"/>
            <a:ext cx="487680" cy="487680"/>
          </a:xfrm>
          <a:prstGeom prst="rect">
            <a:avLst/>
          </a:prstGeom>
        </p:spPr>
      </p:pic>
      <p:sp>
        <p:nvSpPr>
          <p:cNvPr id="13" name="Text 3"/>
          <p:cNvSpPr/>
          <p:nvPr>
            <p:custDataLst>
              <p:tags r:id="rId21"/>
            </p:custDataLst>
          </p:nvPr>
        </p:nvSpPr>
        <p:spPr>
          <a:xfrm>
            <a:off x="3672840" y="3078480"/>
            <a:ext cx="203606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64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恶意软件感染</a:t>
            </a:r>
            <a:endParaRPr lang="en-US" sz="2640" dirty="0"/>
          </a:p>
        </p:txBody>
      </p:sp>
      <p:sp>
        <p:nvSpPr>
          <p:cNvPr id="14" name="Text 4"/>
          <p:cNvSpPr/>
          <p:nvPr>
            <p:custDataLst>
              <p:tags r:id="rId22"/>
            </p:custDataLst>
          </p:nvPr>
        </p:nvSpPr>
        <p:spPr>
          <a:xfrm>
            <a:off x="3444240" y="3764280"/>
            <a:ext cx="2478024" cy="5537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木马、间谍软件窃取数据。</a:t>
            </a:r>
            <a:endParaRPr lang="en-US" sz="1800" dirty="0"/>
          </a:p>
        </p:txBody>
      </p:sp>
      <p:sp>
        <p:nvSpPr>
          <p:cNvPr id="15" name="Text 5"/>
          <p:cNvSpPr/>
          <p:nvPr>
            <p:custDataLst>
              <p:tags r:id="rId23"/>
            </p:custDataLst>
          </p:nvPr>
        </p:nvSpPr>
        <p:spPr>
          <a:xfrm>
            <a:off x="3444240" y="4998720"/>
            <a:ext cx="2478024" cy="6400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常见场景：</a:t>
            </a:r>
            <a:r>
              <a:rPr lang="en-US" sz="1680" dirty="0">
                <a:solidFill>
                  <a:srgbClr val="6B7280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安装非官方渠道APP。</a:t>
            </a:r>
            <a:endParaRPr lang="en-US" sz="1680" dirty="0"/>
          </a:p>
        </p:txBody>
      </p:sp>
      <p:pic>
        <p:nvPicPr>
          <p:cNvPr id="16" name="Image 8" descr="preencoded.png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444240" y="4724400"/>
            <a:ext cx="2468880" cy="15240"/>
          </a:xfrm>
          <a:prstGeom prst="rect">
            <a:avLst/>
          </a:prstGeom>
        </p:spPr>
      </p:pic>
      <p:pic>
        <p:nvPicPr>
          <p:cNvPr id="17" name="Image 9" descr="preencoded.png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25640" y="1859280"/>
            <a:ext cx="975360" cy="975360"/>
          </a:xfrm>
          <a:prstGeom prst="rect">
            <a:avLst/>
          </a:prstGeom>
        </p:spPr>
      </p:pic>
      <p:pic>
        <p:nvPicPr>
          <p:cNvPr id="18" name="Image 10" descr="preencoded.png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7269480" y="2103120"/>
            <a:ext cx="487680" cy="487680"/>
          </a:xfrm>
          <a:prstGeom prst="rect">
            <a:avLst/>
          </a:prstGeom>
        </p:spPr>
      </p:pic>
      <p:sp>
        <p:nvSpPr>
          <p:cNvPr id="19" name="Text 6"/>
          <p:cNvSpPr/>
          <p:nvPr>
            <p:custDataLst>
              <p:tags r:id="rId31"/>
            </p:custDataLst>
          </p:nvPr>
        </p:nvSpPr>
        <p:spPr>
          <a:xfrm>
            <a:off x="6507480" y="3078480"/>
            <a:ext cx="203606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64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操作系统漏洞</a:t>
            </a:r>
            <a:endParaRPr lang="en-US" sz="2640" dirty="0"/>
          </a:p>
        </p:txBody>
      </p:sp>
      <p:sp>
        <p:nvSpPr>
          <p:cNvPr id="20" name="Text 7"/>
          <p:cNvSpPr/>
          <p:nvPr>
            <p:custDataLst>
              <p:tags r:id="rId32"/>
            </p:custDataLst>
          </p:nvPr>
        </p:nvSpPr>
        <p:spPr>
          <a:xfrm>
            <a:off x="6294120" y="3764280"/>
            <a:ext cx="2286000" cy="2768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系统未及时更新补丁。</a:t>
            </a:r>
            <a:endParaRPr lang="en-US" sz="1800" dirty="0"/>
          </a:p>
        </p:txBody>
      </p:sp>
      <p:sp>
        <p:nvSpPr>
          <p:cNvPr id="21" name="Text 8"/>
          <p:cNvSpPr/>
          <p:nvPr>
            <p:custDataLst>
              <p:tags r:id="rId33"/>
            </p:custDataLst>
          </p:nvPr>
        </p:nvSpPr>
        <p:spPr>
          <a:xfrm>
            <a:off x="6278880" y="4998720"/>
            <a:ext cx="2478024" cy="6400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常见场景：</a:t>
            </a:r>
            <a:r>
              <a:rPr lang="en-US" sz="1680" dirty="0">
                <a:solidFill>
                  <a:srgbClr val="6B7280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老旧安卓系统未修复已知漏洞。</a:t>
            </a:r>
            <a:endParaRPr lang="en-US" sz="1680" dirty="0"/>
          </a:p>
        </p:txBody>
      </p:sp>
      <p:pic>
        <p:nvPicPr>
          <p:cNvPr id="22" name="Image 11" descr="preencoded.png"/>
          <p:cNvPicPr>
            <a:picLocks noChangeAspect="1"/>
          </p:cNvPicPr>
          <p:nvPr>
            <p:custDataLst>
              <p:tags r:id="rId34"/>
            </p:custDataLst>
          </p:nvPr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278880" y="4724400"/>
            <a:ext cx="2468880" cy="15240"/>
          </a:xfrm>
          <a:prstGeom prst="rect">
            <a:avLst/>
          </a:prstGeom>
        </p:spPr>
      </p:pic>
      <p:pic>
        <p:nvPicPr>
          <p:cNvPr id="23" name="Image 12" descr="preencoded.png"/>
          <p:cNvPicPr>
            <a:picLocks noChangeAspect="1"/>
          </p:cNvPicPr>
          <p:nvPr>
            <p:custDataLst>
              <p:tags r:id="rId36"/>
            </p:custDataLst>
          </p:nvPr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60280" y="1859280"/>
            <a:ext cx="975360" cy="975360"/>
          </a:xfrm>
          <a:prstGeom prst="rect">
            <a:avLst/>
          </a:prstGeom>
        </p:spPr>
      </p:pic>
      <p:pic>
        <p:nvPicPr>
          <p:cNvPr id="24" name="Image 13" descr="preencoded.png"/>
          <p:cNvPicPr>
            <a:picLocks noChangeAspect="1"/>
          </p:cNvPicPr>
          <p:nvPr>
            <p:custDataLst>
              <p:tags r:id="rId38"/>
            </p:custDataLst>
          </p:nvPr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10104120" y="2103120"/>
            <a:ext cx="487680" cy="487680"/>
          </a:xfrm>
          <a:prstGeom prst="rect">
            <a:avLst/>
          </a:prstGeom>
        </p:spPr>
      </p:pic>
      <p:sp>
        <p:nvSpPr>
          <p:cNvPr id="25" name="Text 9"/>
          <p:cNvSpPr/>
          <p:nvPr>
            <p:custDataLst>
              <p:tags r:id="rId41"/>
            </p:custDataLst>
          </p:nvPr>
        </p:nvSpPr>
        <p:spPr>
          <a:xfrm>
            <a:off x="9509760" y="3078480"/>
            <a:ext cx="1700784" cy="4343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8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未授权访问</a:t>
            </a:r>
            <a:endParaRPr lang="en-US" sz="2280" dirty="0"/>
          </a:p>
        </p:txBody>
      </p:sp>
      <p:sp>
        <p:nvSpPr>
          <p:cNvPr id="26" name="Text 10"/>
          <p:cNvSpPr/>
          <p:nvPr>
            <p:custDataLst>
              <p:tags r:id="rId42"/>
            </p:custDataLst>
          </p:nvPr>
        </p:nvSpPr>
        <p:spPr>
          <a:xfrm>
            <a:off x="9113520" y="3688080"/>
            <a:ext cx="2478024" cy="5537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屏幕锁定被绕过、root/越狱后权限失控。</a:t>
            </a:r>
            <a:endParaRPr lang="en-US" sz="1800" dirty="0"/>
          </a:p>
        </p:txBody>
      </p:sp>
      <p:sp>
        <p:nvSpPr>
          <p:cNvPr id="27" name="Text 11"/>
          <p:cNvSpPr/>
          <p:nvPr>
            <p:custDataLst>
              <p:tags r:id="rId43"/>
            </p:custDataLst>
          </p:nvPr>
        </p:nvSpPr>
        <p:spPr>
          <a:xfrm>
            <a:off x="9113520" y="5090160"/>
            <a:ext cx="2478024" cy="6400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常见场景：</a:t>
            </a:r>
            <a:r>
              <a:rPr lang="en-US" sz="1680" dirty="0">
                <a:solidFill>
                  <a:srgbClr val="6B7280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解锁密码过于简单。</a:t>
            </a:r>
            <a:endParaRPr lang="en-US" sz="1680" dirty="0"/>
          </a:p>
        </p:txBody>
      </p:sp>
      <p:pic>
        <p:nvPicPr>
          <p:cNvPr id="28" name="Image 14" descr="preencoded.png"/>
          <p:cNvPicPr>
            <a:picLocks noChangeAspect="1"/>
          </p:cNvPicPr>
          <p:nvPr>
            <p:custDataLst>
              <p:tags r:id="rId44"/>
            </p:custDataLst>
          </p:nvPr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113520" y="4816602"/>
            <a:ext cx="2468880" cy="15240"/>
          </a:xfrm>
          <a:prstGeom prst="rect">
            <a:avLst/>
          </a:prstGeom>
        </p:spPr>
      </p:pic>
      <p:sp>
        <p:nvSpPr>
          <p:cNvPr id="29" name="Text 12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移动终端 —— 安全风险最大的“端”</a:t>
            </a:r>
            <a:endParaRPr lang="en-US" sz="27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pic>
        <p:nvPicPr>
          <p:cNvPr id="5" name="Image 3" descr="https://test.web.static.jianzeppt.com/ppt-temp-img3/ca1266e326037b8b9844f4737b0b3c5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371600"/>
            <a:ext cx="10972800" cy="195072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609600" y="3627120"/>
            <a:ext cx="1098194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dirty="0">
                <a:solidFill>
                  <a:srgbClr val="00234E">
                    <a:alpha val="90000"/>
                  </a:srgbClr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无线网络的开放性使其成为移动互联安全中最薄弱的环节。</a:t>
            </a:r>
            <a:endParaRPr lang="en-US" sz="2160" dirty="0"/>
          </a:p>
        </p:txBody>
      </p:sp>
      <p:pic>
        <p:nvPicPr>
          <p:cNvPr id="7" name="Image 4" descr="https://test.web.static.jianzeppt.com/ppt-temp-img3/db8a04a4ab6676f7e5686d03c7c8a72e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09600" y="4221480"/>
            <a:ext cx="5364480" cy="899160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7720" y="4312920"/>
            <a:ext cx="365760" cy="365760"/>
          </a:xfrm>
          <a:prstGeom prst="rect">
            <a:avLst/>
          </a:prstGeom>
        </p:spPr>
      </p:pic>
      <p:sp>
        <p:nvSpPr>
          <p:cNvPr id="9" name="Text 1"/>
          <p:cNvSpPr/>
          <p:nvPr>
            <p:custDataLst>
              <p:tags r:id="rId10"/>
            </p:custDataLst>
          </p:nvPr>
        </p:nvSpPr>
        <p:spPr>
          <a:xfrm>
            <a:off x="868680" y="4328160"/>
            <a:ext cx="26822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01</a:t>
            </a:r>
            <a:endParaRPr lang="en-US" sz="1680" dirty="0"/>
          </a:p>
        </p:txBody>
      </p:sp>
      <p:sp>
        <p:nvSpPr>
          <p:cNvPr id="10" name="Text 2"/>
          <p:cNvSpPr/>
          <p:nvPr>
            <p:custDataLst>
              <p:tags r:id="rId11"/>
            </p:custDataLst>
          </p:nvPr>
        </p:nvSpPr>
        <p:spPr>
          <a:xfrm>
            <a:off x="1295400" y="4343400"/>
            <a:ext cx="153314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中间人攻击</a:t>
            </a:r>
            <a:endParaRPr lang="en-US" sz="2400" dirty="0"/>
          </a:p>
        </p:txBody>
      </p:sp>
      <p:sp>
        <p:nvSpPr>
          <p:cNvPr id="11" name="Text 3"/>
          <p:cNvSpPr/>
          <p:nvPr>
            <p:custDataLst>
              <p:tags r:id="rId12"/>
            </p:custDataLst>
          </p:nvPr>
        </p:nvSpPr>
        <p:spPr>
          <a:xfrm>
            <a:off x="807720" y="4648200"/>
            <a:ext cx="4977384" cy="430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00234E">
                    <a:alpha val="80000"/>
                  </a:srgbClr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攻击者截取并篡改通信数据。典型攻击方式：伪造WiFi热点（Evil Twin）。</a:t>
            </a:r>
            <a:endParaRPr lang="en-US" sz="1400" dirty="0">
              <a:solidFill>
                <a:srgbClr val="00234E">
                  <a:alpha val="80000"/>
                </a:srgbClr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pic>
        <p:nvPicPr>
          <p:cNvPr id="12" name="Image 6" descr="https://test.web.static.jianzeppt.com/ppt-temp-img3/db8a04a4ab6676f7e5686d03c7c8a72e.png?x-oss-process=image/resize,w_1440,h_800,m_lfit/format,png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217920" y="4221480"/>
            <a:ext cx="5364480" cy="899160"/>
          </a:xfrm>
          <a:prstGeom prst="rect">
            <a:avLst/>
          </a:prstGeom>
        </p:spPr>
      </p:pic>
      <p:pic>
        <p:nvPicPr>
          <p:cNvPr id="13" name="Image 7" descr="preencoded.png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16040" y="4312920"/>
            <a:ext cx="365760" cy="365760"/>
          </a:xfrm>
          <a:prstGeom prst="rect">
            <a:avLst/>
          </a:prstGeom>
        </p:spPr>
      </p:pic>
      <p:sp>
        <p:nvSpPr>
          <p:cNvPr id="14" name="Text 4"/>
          <p:cNvSpPr/>
          <p:nvPr>
            <p:custDataLst>
              <p:tags r:id="rId16"/>
            </p:custDataLst>
          </p:nvPr>
        </p:nvSpPr>
        <p:spPr>
          <a:xfrm>
            <a:off x="6477000" y="4328160"/>
            <a:ext cx="26822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02</a:t>
            </a:r>
            <a:endParaRPr lang="en-US" sz="1680" dirty="0"/>
          </a:p>
        </p:txBody>
      </p:sp>
      <p:sp>
        <p:nvSpPr>
          <p:cNvPr id="15" name="Text 5"/>
          <p:cNvSpPr/>
          <p:nvPr>
            <p:custDataLst>
              <p:tags r:id="rId17"/>
            </p:custDataLst>
          </p:nvPr>
        </p:nvSpPr>
        <p:spPr>
          <a:xfrm>
            <a:off x="6903720" y="4343400"/>
            <a:ext cx="122834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非法接入</a:t>
            </a:r>
            <a:endParaRPr lang="en-US" sz="2400" dirty="0"/>
          </a:p>
        </p:txBody>
      </p:sp>
      <p:sp>
        <p:nvSpPr>
          <p:cNvPr id="16" name="Text 6"/>
          <p:cNvSpPr/>
          <p:nvPr>
            <p:custDataLst>
              <p:tags r:id="rId18"/>
            </p:custDataLst>
          </p:nvPr>
        </p:nvSpPr>
        <p:spPr>
          <a:xfrm>
            <a:off x="6416040" y="4648200"/>
            <a:ext cx="4977384" cy="430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00234E">
                    <a:alpha val="80000"/>
                  </a:srgbClr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未经授权的设备接入企业WiFi。典型攻击方式：破解WiFi密码或蹭网。</a:t>
            </a:r>
            <a:endParaRPr lang="en-US" sz="1400" dirty="0">
              <a:solidFill>
                <a:srgbClr val="00234E">
                  <a:alpha val="80000"/>
                </a:srgbClr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pic>
        <p:nvPicPr>
          <p:cNvPr id="17" name="Image 8" descr="https://test.web.static.jianzeppt.com/ppt-temp-img3/db8a04a4ab6676f7e5686d03c7c8a72e.png?x-oss-process=image/resize,w_1440,h_800,m_lfit/format,png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09600" y="5364480"/>
            <a:ext cx="5364480" cy="899160"/>
          </a:xfrm>
          <a:prstGeom prst="rect">
            <a:avLst/>
          </a:prstGeom>
        </p:spPr>
      </p:pic>
      <p:pic>
        <p:nvPicPr>
          <p:cNvPr id="18" name="Image 9" descr="preencoded.png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7720" y="5440680"/>
            <a:ext cx="365760" cy="365760"/>
          </a:xfrm>
          <a:prstGeom prst="rect">
            <a:avLst/>
          </a:prstGeom>
        </p:spPr>
      </p:pic>
      <p:sp>
        <p:nvSpPr>
          <p:cNvPr id="19" name="Text 7"/>
          <p:cNvSpPr/>
          <p:nvPr>
            <p:custDataLst>
              <p:tags r:id="rId22"/>
            </p:custDataLst>
          </p:nvPr>
        </p:nvSpPr>
        <p:spPr>
          <a:xfrm>
            <a:off x="868680" y="5471160"/>
            <a:ext cx="26822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03</a:t>
            </a:r>
            <a:endParaRPr lang="en-US" sz="1680" dirty="0"/>
          </a:p>
        </p:txBody>
      </p:sp>
      <p:sp>
        <p:nvSpPr>
          <p:cNvPr id="20" name="Text 8"/>
          <p:cNvSpPr/>
          <p:nvPr>
            <p:custDataLst>
              <p:tags r:id="rId23"/>
            </p:custDataLst>
          </p:nvPr>
        </p:nvSpPr>
        <p:spPr>
          <a:xfrm>
            <a:off x="1295400" y="5471160"/>
            <a:ext cx="183794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无线信号劫持</a:t>
            </a:r>
            <a:endParaRPr lang="en-US" sz="2400" dirty="0"/>
          </a:p>
        </p:txBody>
      </p:sp>
      <p:sp>
        <p:nvSpPr>
          <p:cNvPr id="21" name="Text 9"/>
          <p:cNvSpPr/>
          <p:nvPr>
            <p:custDataLst>
              <p:tags r:id="rId24"/>
            </p:custDataLst>
          </p:nvPr>
        </p:nvSpPr>
        <p:spPr>
          <a:xfrm>
            <a:off x="807720" y="5791200"/>
            <a:ext cx="4977384" cy="430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00234E">
                    <a:alpha val="80000"/>
                  </a:srgbClr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利用无线协议漏洞控制设备。典型攻击方式：Deauth攻击、重放攻击。</a:t>
            </a:r>
            <a:endParaRPr lang="en-US" sz="1400" dirty="0">
              <a:solidFill>
                <a:srgbClr val="00234E">
                  <a:alpha val="80000"/>
                </a:srgbClr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pic>
        <p:nvPicPr>
          <p:cNvPr id="22" name="Image 10" descr="https://test.web.static.jianzeppt.com/ppt-temp-img3/db8a04a4ab6676f7e5686d03c7c8a72e.png?x-oss-process=image/resize,w_1440,h_800,m_lfit/format,png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217920" y="5364480"/>
            <a:ext cx="5364480" cy="899160"/>
          </a:xfrm>
          <a:prstGeom prst="rect">
            <a:avLst/>
          </a:prstGeom>
        </p:spPr>
      </p:pic>
      <p:pic>
        <p:nvPicPr>
          <p:cNvPr id="23" name="Image 11" descr="preencoded.png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16040" y="5440680"/>
            <a:ext cx="365760" cy="365760"/>
          </a:xfrm>
          <a:prstGeom prst="rect">
            <a:avLst/>
          </a:prstGeom>
        </p:spPr>
      </p:pic>
      <p:sp>
        <p:nvSpPr>
          <p:cNvPr id="24" name="Text 10"/>
          <p:cNvSpPr/>
          <p:nvPr>
            <p:custDataLst>
              <p:tags r:id="rId28"/>
            </p:custDataLst>
          </p:nvPr>
        </p:nvSpPr>
        <p:spPr>
          <a:xfrm>
            <a:off x="6477000" y="5471160"/>
            <a:ext cx="26822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04</a:t>
            </a:r>
            <a:endParaRPr lang="en-US" sz="1680" dirty="0"/>
          </a:p>
        </p:txBody>
      </p:sp>
      <p:sp>
        <p:nvSpPr>
          <p:cNvPr id="25" name="Text 11"/>
          <p:cNvSpPr/>
          <p:nvPr>
            <p:custDataLst>
              <p:tags r:id="rId29"/>
            </p:custDataLst>
          </p:nvPr>
        </p:nvSpPr>
        <p:spPr>
          <a:xfrm>
            <a:off x="6903720" y="5471160"/>
            <a:ext cx="153314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弱加密破解</a:t>
            </a:r>
            <a:endParaRPr lang="en-US" sz="2400" dirty="0"/>
          </a:p>
        </p:txBody>
      </p:sp>
      <p:sp>
        <p:nvSpPr>
          <p:cNvPr id="26" name="Text 12"/>
          <p:cNvSpPr/>
          <p:nvPr>
            <p:custDataLst>
              <p:tags r:id="rId30"/>
            </p:custDataLst>
          </p:nvPr>
        </p:nvSpPr>
        <p:spPr>
          <a:xfrm>
            <a:off x="6416040" y="5791200"/>
            <a:ext cx="4977384" cy="430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00234E">
                    <a:alpha val="80000"/>
                  </a:srgbClr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破解WEP/WPA等脆弱加密协议。典型攻击方式：字典攻击、暴力破解。</a:t>
            </a:r>
            <a:endParaRPr lang="en-US" sz="1400" dirty="0">
              <a:solidFill>
                <a:srgbClr val="00234E">
                  <a:alpha val="80000"/>
                </a:srgbClr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sp>
        <p:nvSpPr>
          <p:cNvPr id="27" name="Text 13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无线网络 —— 最容易受到攻击的“管”</a:t>
            </a:r>
            <a:endParaRPr lang="en-US" sz="27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09600" y="1371600"/>
            <a:ext cx="1098194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60" b="1" kern="0" spc="72" dirty="0">
                <a:solidFill>
                  <a:srgbClr val="374151"/>
                </a:solidFill>
              </a:rPr>
              <a:t>移动应用的安全漏洞可能直接导致企业数据泄露。</a:t>
            </a:r>
            <a:endParaRPr lang="en-US" sz="2160" dirty="0"/>
          </a:p>
        </p:txBody>
      </p:sp>
      <p:pic>
        <p:nvPicPr>
          <p:cNvPr id="6" name="Image 3" descr="https://test.web.static.jianzeppt.com/ppt-temp-img3/7b6afe1145980113dfe049c0b4947e6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4160" y="1935480"/>
            <a:ext cx="6583680" cy="1676400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9600" y="3810000"/>
            <a:ext cx="2560320" cy="182880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8" name="Image 5" descr="https://test.web.static.jianzeppt.com/ppt-temp-img3/61dd5dead2ed629f080cabc849707e49.png?x-oss-process=image/resize,w_1440,h_800,m_lfit/format,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624840" y="3825240"/>
            <a:ext cx="2529840" cy="548640"/>
          </a:xfrm>
          <a:prstGeom prst="rect">
            <a:avLst/>
          </a:prstGeom>
        </p:spPr>
      </p:pic>
      <p:sp>
        <p:nvSpPr>
          <p:cNvPr id="9" name="Text 1"/>
          <p:cNvSpPr/>
          <p:nvPr>
            <p:custDataLst>
              <p:tags r:id="rId10"/>
            </p:custDataLst>
          </p:nvPr>
        </p:nvSpPr>
        <p:spPr>
          <a:xfrm>
            <a:off x="1356360" y="3947160"/>
            <a:ext cx="109118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b="1" kern="0" spc="256" dirty="0">
                <a:solidFill>
                  <a:srgbClr val="FFFFFF"/>
                </a:solidFill>
              </a:rPr>
              <a:t>逆向工程</a:t>
            </a:r>
            <a:endParaRPr lang="en-US" sz="1920" dirty="0"/>
          </a:p>
        </p:txBody>
      </p:sp>
      <p:sp>
        <p:nvSpPr>
          <p:cNvPr id="10" name="Text 2"/>
          <p:cNvSpPr/>
          <p:nvPr>
            <p:custDataLst>
              <p:tags r:id="rId11"/>
            </p:custDataLst>
          </p:nvPr>
        </p:nvSpPr>
        <p:spPr>
          <a:xfrm>
            <a:off x="746760" y="4495800"/>
            <a:ext cx="2295144" cy="4953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60" dirty="0">
                <a:solidFill>
                  <a:srgbClr val="1F2937"/>
                </a:solidFill>
              </a:rPr>
              <a:t>APK被反编译，代码逻辑暴露。</a:t>
            </a:r>
            <a:endParaRPr lang="en-US" sz="1560" dirty="0"/>
          </a:p>
        </p:txBody>
      </p:sp>
      <p:sp>
        <p:nvSpPr>
          <p:cNvPr id="11" name="Text 3"/>
          <p:cNvSpPr/>
          <p:nvPr>
            <p:custDataLst>
              <p:tags r:id="rId12"/>
            </p:custDataLst>
          </p:nvPr>
        </p:nvSpPr>
        <p:spPr>
          <a:xfrm>
            <a:off x="746760" y="5059680"/>
            <a:ext cx="2295144" cy="2692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6B7280"/>
                </a:solidFill>
              </a:rPr>
              <a:t>示例：未做混淆的APP被破解。</a:t>
            </a:r>
            <a:endParaRPr lang="en-US" sz="1400" dirty="0">
              <a:solidFill>
                <a:srgbClr val="6B7280"/>
              </a:solidFill>
            </a:endParaRPr>
          </a:p>
        </p:txBody>
      </p:sp>
      <p:pic>
        <p:nvPicPr>
          <p:cNvPr id="12" name="Image 6" descr="preencoded.png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13760" y="3810000"/>
            <a:ext cx="2560320" cy="182880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13" name="Image 7" descr="https://test.web.static.jianzeppt.com/ppt-temp-img3/bac018cba5be8bc6acf03cde0d7df296.png?x-oss-process=image/resize,w_1440,h_800,m_lfit/format,png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3429000" y="3825240"/>
            <a:ext cx="2529840" cy="548640"/>
          </a:xfrm>
          <a:prstGeom prst="rect">
            <a:avLst/>
          </a:prstGeom>
        </p:spPr>
      </p:pic>
      <p:sp>
        <p:nvSpPr>
          <p:cNvPr id="14" name="Text 4"/>
          <p:cNvSpPr/>
          <p:nvPr>
            <p:custDataLst>
              <p:tags r:id="rId16"/>
            </p:custDataLst>
          </p:nvPr>
        </p:nvSpPr>
        <p:spPr>
          <a:xfrm>
            <a:off x="3886200" y="3947160"/>
            <a:ext cx="162458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b="1" kern="0" spc="256" dirty="0">
                <a:solidFill>
                  <a:srgbClr val="FFFFFF"/>
                </a:solidFill>
              </a:rPr>
              <a:t>数据明文存储</a:t>
            </a:r>
            <a:endParaRPr lang="en-US" sz="1920" dirty="0"/>
          </a:p>
        </p:txBody>
      </p:sp>
      <p:sp>
        <p:nvSpPr>
          <p:cNvPr id="15" name="Text 5"/>
          <p:cNvSpPr/>
          <p:nvPr>
            <p:custDataLst>
              <p:tags r:id="rId17"/>
            </p:custDataLst>
          </p:nvPr>
        </p:nvSpPr>
        <p:spPr>
          <a:xfrm>
            <a:off x="3550920" y="4495800"/>
            <a:ext cx="2295144" cy="4953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60" dirty="0">
                <a:solidFill>
                  <a:srgbClr val="1F2937"/>
                </a:solidFill>
              </a:rPr>
              <a:t>敏感数据以明文形式保存在本地。</a:t>
            </a:r>
            <a:endParaRPr lang="en-US" sz="1560" dirty="0"/>
          </a:p>
        </p:txBody>
      </p:sp>
      <p:sp>
        <p:nvSpPr>
          <p:cNvPr id="16" name="Text 6"/>
          <p:cNvSpPr/>
          <p:nvPr>
            <p:custDataLst>
              <p:tags r:id="rId18"/>
            </p:custDataLst>
          </p:nvPr>
        </p:nvSpPr>
        <p:spPr>
          <a:xfrm>
            <a:off x="3550920" y="5059680"/>
            <a:ext cx="2295144" cy="4191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20" dirty="0">
                <a:solidFill>
                  <a:srgbClr val="6B7280"/>
                </a:solidFill>
              </a:rPr>
              <a:t>示例：登录口令存于SharedPreferences。</a:t>
            </a:r>
            <a:endParaRPr lang="en-US" sz="1320" dirty="0"/>
          </a:p>
        </p:txBody>
      </p:sp>
      <p:pic>
        <p:nvPicPr>
          <p:cNvPr id="17" name="Image 8" descr="preencoded.png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17920" y="3810000"/>
            <a:ext cx="2560320" cy="182880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18" name="Image 9" descr="https://test.web.static.jianzeppt.com/ppt-temp-img3/bdfa2685fd879df7a44ebc0f9bb92e84.png?x-oss-process=image/resize,w_1440,h_800,m_lfit/format,png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6233160" y="3825240"/>
            <a:ext cx="2529840" cy="548640"/>
          </a:xfrm>
          <a:prstGeom prst="rect">
            <a:avLst/>
          </a:prstGeom>
        </p:spPr>
      </p:pic>
      <p:sp>
        <p:nvSpPr>
          <p:cNvPr id="19" name="Text 7"/>
          <p:cNvSpPr/>
          <p:nvPr>
            <p:custDataLst>
              <p:tags r:id="rId22"/>
            </p:custDataLst>
          </p:nvPr>
        </p:nvSpPr>
        <p:spPr>
          <a:xfrm>
            <a:off x="6690360" y="3947160"/>
            <a:ext cx="162458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b="1" kern="0" spc="256" dirty="0">
                <a:solidFill>
                  <a:srgbClr val="FFFFFF"/>
                </a:solidFill>
              </a:rPr>
              <a:t>不安全的传输</a:t>
            </a:r>
            <a:endParaRPr lang="en-US" sz="1920" dirty="0"/>
          </a:p>
        </p:txBody>
      </p:sp>
      <p:sp>
        <p:nvSpPr>
          <p:cNvPr id="20" name="Text 8"/>
          <p:cNvSpPr/>
          <p:nvPr>
            <p:custDataLst>
              <p:tags r:id="rId23"/>
            </p:custDataLst>
          </p:nvPr>
        </p:nvSpPr>
        <p:spPr>
          <a:xfrm>
            <a:off x="6355080" y="4495800"/>
            <a:ext cx="2295144" cy="4953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60" dirty="0">
                <a:solidFill>
                  <a:srgbClr val="1F2937"/>
                </a:solidFill>
              </a:rPr>
              <a:t>数据在传输过程中未加密。</a:t>
            </a:r>
            <a:endParaRPr lang="en-US" sz="1560" dirty="0"/>
          </a:p>
        </p:txBody>
      </p:sp>
      <p:sp>
        <p:nvSpPr>
          <p:cNvPr id="21" name="Text 9"/>
          <p:cNvSpPr/>
          <p:nvPr>
            <p:custDataLst>
              <p:tags r:id="rId24"/>
            </p:custDataLst>
          </p:nvPr>
        </p:nvSpPr>
        <p:spPr>
          <a:xfrm>
            <a:off x="6355080" y="5059680"/>
            <a:ext cx="2295144" cy="4191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20" dirty="0">
                <a:solidFill>
                  <a:srgbClr val="6B7280"/>
                </a:solidFill>
              </a:rPr>
              <a:t>示例：HTTP明文传输，缺少证书校验。</a:t>
            </a:r>
            <a:endParaRPr lang="en-US" sz="1320" dirty="0"/>
          </a:p>
        </p:txBody>
      </p:sp>
      <p:pic>
        <p:nvPicPr>
          <p:cNvPr id="22" name="Image 10" descr="preencoded.png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022080" y="3810000"/>
            <a:ext cx="2560320" cy="182880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23" name="Image 11" descr="https://test.web.static.jianzeppt.com/ppt-temp-img3/bf3f475451219d8fda287a29d1153f34.png?x-oss-process=image/resize,w_1440,h_800,m_lfit/format,png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9037320" y="3825240"/>
            <a:ext cx="2529840" cy="548640"/>
          </a:xfrm>
          <a:prstGeom prst="rect">
            <a:avLst/>
          </a:prstGeom>
        </p:spPr>
      </p:pic>
      <p:sp>
        <p:nvSpPr>
          <p:cNvPr id="24" name="Text 10"/>
          <p:cNvSpPr/>
          <p:nvPr>
            <p:custDataLst>
              <p:tags r:id="rId28"/>
            </p:custDataLst>
          </p:nvPr>
        </p:nvSpPr>
        <p:spPr>
          <a:xfrm>
            <a:off x="9768840" y="3947160"/>
            <a:ext cx="109118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b="1" kern="0" spc="256" dirty="0">
                <a:solidFill>
                  <a:srgbClr val="FFFFFF"/>
                </a:solidFill>
              </a:rPr>
              <a:t>权限滥用</a:t>
            </a:r>
            <a:endParaRPr lang="en-US" sz="1920" dirty="0"/>
          </a:p>
        </p:txBody>
      </p:sp>
      <p:sp>
        <p:nvSpPr>
          <p:cNvPr id="25" name="Text 11"/>
          <p:cNvSpPr/>
          <p:nvPr>
            <p:custDataLst>
              <p:tags r:id="rId29"/>
            </p:custDataLst>
          </p:nvPr>
        </p:nvSpPr>
        <p:spPr>
          <a:xfrm>
            <a:off x="9159240" y="4495800"/>
            <a:ext cx="2295144" cy="4953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60" dirty="0">
                <a:solidFill>
                  <a:srgbClr val="1F2937"/>
                </a:solidFill>
              </a:rPr>
              <a:t>申请与业务无关的敏感权限。</a:t>
            </a:r>
            <a:endParaRPr lang="en-US" sz="1560" dirty="0"/>
          </a:p>
        </p:txBody>
      </p:sp>
      <p:sp>
        <p:nvSpPr>
          <p:cNvPr id="26" name="Text 12"/>
          <p:cNvSpPr/>
          <p:nvPr>
            <p:custDataLst>
              <p:tags r:id="rId30"/>
            </p:custDataLst>
          </p:nvPr>
        </p:nvSpPr>
        <p:spPr>
          <a:xfrm>
            <a:off x="9159240" y="5059680"/>
            <a:ext cx="2295144" cy="4191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20" dirty="0">
                <a:solidFill>
                  <a:srgbClr val="6B7280"/>
                </a:solidFill>
              </a:rPr>
              <a:t>示例：读取通讯录、位置等无关权限。</a:t>
            </a:r>
            <a:endParaRPr lang="en-US" sz="1320" dirty="0"/>
          </a:p>
        </p:txBody>
      </p:sp>
      <p:sp>
        <p:nvSpPr>
          <p:cNvPr id="27" name="Text 13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移动应用 —— 承载业务的“云”</a:t>
            </a:r>
            <a:endParaRPr lang="en-US" sz="27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09600" y="1524000"/>
            <a:ext cx="3636264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BYOD 面临的核心矛盾：</a:t>
            </a:r>
            <a:endParaRPr lang="en-US" sz="2400" dirty="0"/>
          </a:p>
        </p:txBody>
      </p:sp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2372360"/>
            <a:ext cx="121920" cy="121920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914400" y="2265680"/>
            <a:ext cx="3331464" cy="6642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企业：</a:t>
            </a:r>
            <a:r>
              <a:rPr lang="en-US" sz="216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需要保护数据安全，希望设备受控</a:t>
            </a:r>
            <a:endParaRPr lang="en-US" sz="2160" dirty="0"/>
          </a:p>
        </p:txBody>
      </p:sp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3393440"/>
            <a:ext cx="121920" cy="121920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914400" y="3286760"/>
            <a:ext cx="3331464" cy="6642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员工：</a:t>
            </a:r>
            <a:r>
              <a:rPr lang="en-US" sz="216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希望保护个人隐私，不想被过度监控</a:t>
            </a:r>
            <a:endParaRPr lang="en-US" sz="2160" dirty="0"/>
          </a:p>
        </p:txBody>
      </p:sp>
      <p:pic>
        <p:nvPicPr>
          <p:cNvPr id="10" name="Image 5" descr="https://oss.jianzeppt.com/posterPic/croppedImage/b3984ec647745cd595147f11b3a59c92_cropped.png?x-oss-process=image/resize,w_1440,h_800,m_lfit/format,png"/>
          <p:cNvPicPr>
            <a:picLocks noChangeAspect="1"/>
          </p:cNvPicPr>
          <p:nvPr/>
        </p:nvPicPr>
        <p:blipFill>
          <a:blip r:embed="rId7">
            <a:alphaModFix amt="90000"/>
          </a:blip>
          <a:stretch>
            <a:fillRect/>
          </a:stretch>
        </p:blipFill>
        <p:spPr>
          <a:xfrm>
            <a:off x="899160" y="4080258"/>
            <a:ext cx="3048000" cy="1811524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>
            <a:off x="4846320" y="1524000"/>
            <a:ext cx="674522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4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常见管控措施：</a:t>
            </a:r>
            <a:endParaRPr lang="en-US" sz="2640" dirty="0"/>
          </a:p>
        </p:txBody>
      </p:sp>
      <p:pic>
        <p:nvPicPr>
          <p:cNvPr id="12" name="Image 6" descr="https://test.web.static.jianzeppt.com/ppt-temp-img3/a1e5688362d213941b02de19e66febfe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6320" y="2270760"/>
            <a:ext cx="6736080" cy="1158240"/>
          </a:xfrm>
          <a:prstGeom prst="rect">
            <a:avLst/>
          </a:prstGeom>
        </p:spPr>
      </p:pic>
      <p:pic>
        <p:nvPicPr>
          <p:cNvPr id="13" name="Image 7" descr="https://test.web.static.jianzeppt.com/ppt-temp-img3/2c325a402a807d493f1ae69ffb378ef8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46320" y="2270760"/>
            <a:ext cx="2133600" cy="1158240"/>
          </a:xfrm>
          <a:prstGeom prst="rect">
            <a:avLst/>
          </a:prstGeom>
        </p:spPr>
      </p:pic>
      <p:sp>
        <p:nvSpPr>
          <p:cNvPr id="14" name="Text 4"/>
          <p:cNvSpPr/>
          <p:nvPr/>
        </p:nvSpPr>
        <p:spPr>
          <a:xfrm>
            <a:off x="5394960" y="2484120"/>
            <a:ext cx="106070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01 MDM</a:t>
            </a:r>
            <a:endParaRPr lang="en-US" sz="2160" dirty="0"/>
          </a:p>
        </p:txBody>
      </p:sp>
      <p:sp>
        <p:nvSpPr>
          <p:cNvPr id="15" name="Text 5"/>
          <p:cNvSpPr/>
          <p:nvPr/>
        </p:nvSpPr>
        <p:spPr>
          <a:xfrm>
            <a:off x="5318760" y="2926080"/>
            <a:ext cx="121310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60" dirty="0">
                <a:solidFill>
                  <a:srgbClr val="FFFFFF">
                    <a:alpha val="80000"/>
                  </a:srgbClr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移动设备管理</a:t>
            </a:r>
            <a:endParaRPr lang="en-US" sz="1560" dirty="0"/>
          </a:p>
        </p:txBody>
      </p:sp>
      <p:sp>
        <p:nvSpPr>
          <p:cNvPr id="16" name="Text 6"/>
          <p:cNvSpPr/>
          <p:nvPr/>
        </p:nvSpPr>
        <p:spPr>
          <a:xfrm>
            <a:off x="7223760" y="2514600"/>
            <a:ext cx="2743200" cy="2768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统一管理设备，下发策略。</a:t>
            </a:r>
            <a:endParaRPr lang="en-US" dirty="0">
              <a:solidFill>
                <a:srgbClr val="333333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sp>
        <p:nvSpPr>
          <p:cNvPr id="17" name="Text 7"/>
          <p:cNvSpPr/>
          <p:nvPr/>
        </p:nvSpPr>
        <p:spPr>
          <a:xfrm>
            <a:off x="7223760" y="2910840"/>
            <a:ext cx="4123944" cy="3505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sz="14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利弊分析：</a:t>
            </a:r>
            <a:r>
              <a:rPr lang="en-US" sz="1400" dirty="0">
                <a:solidFill>
                  <a:srgbClr val="6666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企业掌控力强，但员工抵触。</a:t>
            </a:r>
            <a:endParaRPr lang="en-US" sz="1400" dirty="0">
              <a:solidFill>
                <a:srgbClr val="666666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pic>
        <p:nvPicPr>
          <p:cNvPr id="18" name="Image 8" descr="https://test.web.static.jianzeppt.com/ppt-temp-img3/a1e5688362d213941b02de19e66febfe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6320" y="3611880"/>
            <a:ext cx="6736080" cy="1158240"/>
          </a:xfrm>
          <a:prstGeom prst="rect">
            <a:avLst/>
          </a:prstGeom>
        </p:spPr>
      </p:pic>
      <p:pic>
        <p:nvPicPr>
          <p:cNvPr id="19" name="Image 9" descr="https://test.web.static.jianzeppt.com/ppt-temp-img3/a16e5e78fddb058c9fe4d3db2d4227db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46320" y="3611880"/>
            <a:ext cx="2133600" cy="1158240"/>
          </a:xfrm>
          <a:prstGeom prst="rect">
            <a:avLst/>
          </a:prstGeom>
        </p:spPr>
      </p:pic>
      <p:sp>
        <p:nvSpPr>
          <p:cNvPr id="20" name="Text 8"/>
          <p:cNvSpPr/>
          <p:nvPr/>
        </p:nvSpPr>
        <p:spPr>
          <a:xfrm>
            <a:off x="5394960" y="3810000"/>
            <a:ext cx="104546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02 MAM</a:t>
            </a:r>
            <a:endParaRPr lang="en-US" sz="2160" dirty="0"/>
          </a:p>
        </p:txBody>
      </p:sp>
      <p:sp>
        <p:nvSpPr>
          <p:cNvPr id="21" name="Text 9"/>
          <p:cNvSpPr/>
          <p:nvPr/>
        </p:nvSpPr>
        <p:spPr>
          <a:xfrm>
            <a:off x="5318760" y="4251960"/>
            <a:ext cx="121310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60" dirty="0">
                <a:solidFill>
                  <a:srgbClr val="FFFFFF">
                    <a:alpha val="80000"/>
                  </a:srgbClr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移动应用管理</a:t>
            </a:r>
            <a:endParaRPr lang="en-US" sz="1560" dirty="0"/>
          </a:p>
        </p:txBody>
      </p:sp>
      <p:sp>
        <p:nvSpPr>
          <p:cNvPr id="22" name="Text 10"/>
          <p:cNvSpPr/>
          <p:nvPr/>
        </p:nvSpPr>
        <p:spPr>
          <a:xfrm>
            <a:off x="7223760" y="3855720"/>
            <a:ext cx="3429000" cy="2768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仅管理企业应用，不管个人应用。</a:t>
            </a:r>
            <a:endParaRPr lang="en-US" dirty="0">
              <a:solidFill>
                <a:srgbClr val="333333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sp>
        <p:nvSpPr>
          <p:cNvPr id="23" name="Text 11"/>
          <p:cNvSpPr/>
          <p:nvPr/>
        </p:nvSpPr>
        <p:spPr>
          <a:xfrm>
            <a:off x="7223760" y="4251960"/>
            <a:ext cx="4123944" cy="3505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sz="14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利弊分析：</a:t>
            </a:r>
            <a:r>
              <a:rPr lang="en-US" sz="1400" dirty="0">
                <a:solidFill>
                  <a:srgbClr val="6666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平衡企业安全与员工隐私。</a:t>
            </a:r>
            <a:endParaRPr lang="en-US" sz="1400" dirty="0">
              <a:solidFill>
                <a:srgbClr val="666666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pic>
        <p:nvPicPr>
          <p:cNvPr id="24" name="Image 10" descr="https://test.web.static.jianzeppt.com/ppt-temp-img3/a1e5688362d213941b02de19e66febfe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6320" y="4937760"/>
            <a:ext cx="6736080" cy="1158240"/>
          </a:xfrm>
          <a:prstGeom prst="rect">
            <a:avLst/>
          </a:prstGeom>
        </p:spPr>
      </p:pic>
      <p:pic>
        <p:nvPicPr>
          <p:cNvPr id="25" name="Image 11" descr="https://test.web.static.jianzeppt.com/ppt-temp-img3/626abc035dd314473abcd23d45c4d105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46320" y="4937760"/>
            <a:ext cx="2133600" cy="1158240"/>
          </a:xfrm>
          <a:prstGeom prst="rect">
            <a:avLst/>
          </a:prstGeom>
        </p:spPr>
      </p:pic>
      <p:sp>
        <p:nvSpPr>
          <p:cNvPr id="26" name="Text 12"/>
          <p:cNvSpPr/>
          <p:nvPr/>
        </p:nvSpPr>
        <p:spPr>
          <a:xfrm>
            <a:off x="5303520" y="5151120"/>
            <a:ext cx="122834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03 容器化</a:t>
            </a:r>
            <a:endParaRPr lang="en-US" sz="2160" dirty="0"/>
          </a:p>
        </p:txBody>
      </p:sp>
      <p:sp>
        <p:nvSpPr>
          <p:cNvPr id="27" name="Text 13"/>
          <p:cNvSpPr/>
          <p:nvPr/>
        </p:nvSpPr>
        <p:spPr>
          <a:xfrm>
            <a:off x="5212080" y="5593080"/>
            <a:ext cx="141122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60" dirty="0">
                <a:solidFill>
                  <a:srgbClr val="FFFFFF">
                    <a:alpha val="80000"/>
                  </a:srgbClr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工作与个人分离</a:t>
            </a:r>
            <a:endParaRPr lang="en-US" sz="1560" dirty="0"/>
          </a:p>
        </p:txBody>
      </p:sp>
      <p:sp>
        <p:nvSpPr>
          <p:cNvPr id="28" name="Text 14"/>
          <p:cNvSpPr/>
          <p:nvPr/>
        </p:nvSpPr>
        <p:spPr>
          <a:xfrm>
            <a:off x="7223760" y="5181600"/>
            <a:ext cx="4367530" cy="4508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在设备中划分“工作区”和“个人区”。</a:t>
            </a:r>
            <a:endParaRPr lang="en-US" dirty="0">
              <a:solidFill>
                <a:srgbClr val="333333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sp>
        <p:nvSpPr>
          <p:cNvPr id="29" name="Text 15"/>
          <p:cNvSpPr/>
          <p:nvPr/>
        </p:nvSpPr>
        <p:spPr>
          <a:xfrm>
            <a:off x="7223760" y="5684520"/>
            <a:ext cx="4123944" cy="3505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sz="14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利弊分析：</a:t>
            </a:r>
            <a:r>
              <a:rPr lang="en-US" sz="1400" dirty="0">
                <a:solidFill>
                  <a:srgbClr val="6666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目前最优方案。</a:t>
            </a:r>
            <a:endParaRPr lang="en-US" sz="1400" dirty="0">
              <a:solidFill>
                <a:srgbClr val="666666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sp>
        <p:nvSpPr>
          <p:cNvPr id="30" name="Text 16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移动办公场景（BYOD）的安全挑战</a:t>
            </a:r>
            <a:endParaRPr lang="en-US" sz="27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09600" y="1371600"/>
            <a:ext cx="1098194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GB/T 22239-2019 移动互联安全扩展要求覆盖5个维度：</a:t>
            </a:r>
            <a:endParaRPr lang="en-US" sz="2160" dirty="0"/>
          </a:p>
        </p:txBody>
      </p:sp>
      <p:pic>
        <p:nvPicPr>
          <p:cNvPr id="6" name="Image 3" descr="preencoded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9600" y="3048000"/>
            <a:ext cx="1981200" cy="269748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7" name="Text 1"/>
          <p:cNvSpPr/>
          <p:nvPr>
            <p:custDataLst>
              <p:tags r:id="rId7"/>
            </p:custDataLst>
          </p:nvPr>
        </p:nvSpPr>
        <p:spPr>
          <a:xfrm>
            <a:off x="807720" y="3246120"/>
            <a:ext cx="1594104" cy="384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安全物理环境</a:t>
            </a:r>
            <a:endParaRPr lang="en-US" sz="2000" b="1" dirty="0">
              <a:solidFill>
                <a:srgbClr val="00234E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8" name="Text 2"/>
          <p:cNvSpPr/>
          <p:nvPr>
            <p:custDataLst>
              <p:tags r:id="rId8"/>
            </p:custDataLst>
          </p:nvPr>
        </p:nvSpPr>
        <p:spPr>
          <a:xfrm>
            <a:off x="807720" y="4053840"/>
            <a:ext cx="1594104" cy="88296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38000"/>
              </a:lnSpc>
              <a:buNone/>
            </a:pPr>
            <a:r>
              <a:rPr lang="en-US" sz="168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无线接入点的物理位置（7.3.1/8.3.1）</a:t>
            </a:r>
            <a:endParaRPr lang="en-US" sz="1680" dirty="0"/>
          </a:p>
        </p:txBody>
      </p:sp>
      <p:pic>
        <p:nvPicPr>
          <p:cNvPr id="9" name="Image 4" descr="preencoded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alphaModFix amt="40000"/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590800" y="2621280"/>
            <a:ext cx="457200" cy="30480"/>
          </a:xfrm>
          <a:prstGeom prst="rect">
            <a:avLst/>
          </a:prstGeom>
        </p:spPr>
      </p:pic>
      <p:pic>
        <p:nvPicPr>
          <p:cNvPr id="10" name="Image 5" descr="preencoded.png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alphaModFix amt="40000"/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987040" y="2560320"/>
            <a:ext cx="121920" cy="152400"/>
          </a:xfrm>
          <a:prstGeom prst="rect">
            <a:avLst/>
          </a:prstGeom>
        </p:spPr>
      </p:pic>
      <p:pic>
        <p:nvPicPr>
          <p:cNvPr id="11" name="Image 6" descr="preencoded.png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19200" y="2240280"/>
            <a:ext cx="762000" cy="579120"/>
          </a:xfrm>
          <a:prstGeom prst="rect">
            <a:avLst/>
          </a:prstGeom>
          <a:effectLst>
            <a:outerShdw blurRad="1161288000" dist="774192000" dir="-1" algn="bl" rotWithShape="0">
              <a:srgbClr val="000000">
                <a:alpha val="1000000000"/>
              </a:srgbClr>
            </a:outerShdw>
          </a:effectLst>
        </p:spPr>
      </p:pic>
      <p:sp>
        <p:nvSpPr>
          <p:cNvPr id="12" name="Text 3"/>
          <p:cNvSpPr/>
          <p:nvPr>
            <p:custDataLst>
              <p:tags r:id="rId18"/>
            </p:custDataLst>
          </p:nvPr>
        </p:nvSpPr>
        <p:spPr>
          <a:xfrm>
            <a:off x="1508760" y="2270760"/>
            <a:ext cx="207264" cy="4876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6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1</a:t>
            </a:r>
            <a:endParaRPr lang="en-US" sz="2640" dirty="0"/>
          </a:p>
        </p:txBody>
      </p:sp>
      <p:pic>
        <p:nvPicPr>
          <p:cNvPr id="13" name="Image 7" descr="preencoded.png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65120" y="3048000"/>
            <a:ext cx="1981200" cy="269748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14" name="Text 4"/>
          <p:cNvSpPr/>
          <p:nvPr>
            <p:custDataLst>
              <p:tags r:id="rId21"/>
            </p:custDataLst>
          </p:nvPr>
        </p:nvSpPr>
        <p:spPr>
          <a:xfrm>
            <a:off x="3063240" y="3246120"/>
            <a:ext cx="1594104" cy="384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安全区域边界</a:t>
            </a:r>
            <a:endParaRPr lang="en-US" sz="2000" b="1" dirty="0">
              <a:solidFill>
                <a:srgbClr val="00234E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15" name="Text 5"/>
          <p:cNvSpPr/>
          <p:nvPr>
            <p:custDataLst>
              <p:tags r:id="rId22"/>
            </p:custDataLst>
          </p:nvPr>
        </p:nvSpPr>
        <p:spPr>
          <a:xfrm>
            <a:off x="3063240" y="4053840"/>
            <a:ext cx="1594104" cy="88296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38000"/>
              </a:lnSpc>
              <a:buNone/>
            </a:pPr>
            <a:r>
              <a:rPr lang="en-US" sz="168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边界防护、访问控制、入侵防范（7.3.2/8.3.2）</a:t>
            </a:r>
            <a:endParaRPr lang="en-US" sz="1680" dirty="0"/>
          </a:p>
        </p:txBody>
      </p:sp>
      <p:pic>
        <p:nvPicPr>
          <p:cNvPr id="16" name="Image 8" descr="preencoded.png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>
            <a:alphaModFix amt="40000"/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846320" y="2621280"/>
            <a:ext cx="457200" cy="30480"/>
          </a:xfrm>
          <a:prstGeom prst="rect">
            <a:avLst/>
          </a:prstGeom>
        </p:spPr>
      </p:pic>
      <p:pic>
        <p:nvPicPr>
          <p:cNvPr id="17" name="Image 9" descr="preencoded.png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>
            <a:alphaModFix amt="40000"/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242560" y="2560320"/>
            <a:ext cx="121920" cy="152400"/>
          </a:xfrm>
          <a:prstGeom prst="rect">
            <a:avLst/>
          </a:prstGeom>
        </p:spPr>
      </p:pic>
      <p:pic>
        <p:nvPicPr>
          <p:cNvPr id="18" name="Image 10" descr="preencoded.png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474720" y="2240280"/>
            <a:ext cx="762000" cy="579120"/>
          </a:xfrm>
          <a:prstGeom prst="rect">
            <a:avLst/>
          </a:prstGeom>
          <a:effectLst>
            <a:outerShdw blurRad="1161288000" dist="774192000" dir="-1" algn="bl" rotWithShape="0">
              <a:srgbClr val="000000">
                <a:alpha val="1000000000"/>
              </a:srgbClr>
            </a:outerShdw>
          </a:effectLst>
        </p:spPr>
      </p:pic>
      <p:sp>
        <p:nvSpPr>
          <p:cNvPr id="19" name="Text 6"/>
          <p:cNvSpPr/>
          <p:nvPr>
            <p:custDataLst>
              <p:tags r:id="rId29"/>
            </p:custDataLst>
          </p:nvPr>
        </p:nvSpPr>
        <p:spPr>
          <a:xfrm>
            <a:off x="3749040" y="2270760"/>
            <a:ext cx="207264" cy="4876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6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2</a:t>
            </a:r>
            <a:endParaRPr lang="en-US" sz="2640" dirty="0"/>
          </a:p>
        </p:txBody>
      </p:sp>
      <p:pic>
        <p:nvPicPr>
          <p:cNvPr id="20" name="Image 11" descr="preencoded.png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05400" y="3048000"/>
            <a:ext cx="1981200" cy="269748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21" name="Text 7"/>
          <p:cNvSpPr/>
          <p:nvPr>
            <p:custDataLst>
              <p:tags r:id="rId32"/>
            </p:custDataLst>
          </p:nvPr>
        </p:nvSpPr>
        <p:spPr>
          <a:xfrm>
            <a:off x="5303520" y="3246120"/>
            <a:ext cx="1594104" cy="384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安全计算环境</a:t>
            </a:r>
            <a:endParaRPr lang="en-US" sz="2000" b="1" dirty="0">
              <a:solidFill>
                <a:srgbClr val="00234E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22" name="Text 8"/>
          <p:cNvSpPr/>
          <p:nvPr>
            <p:custDataLst>
              <p:tags r:id="rId33"/>
            </p:custDataLst>
          </p:nvPr>
        </p:nvSpPr>
        <p:spPr>
          <a:xfrm>
            <a:off x="5303520" y="4053840"/>
            <a:ext cx="1594104" cy="88296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38000"/>
              </a:lnSpc>
              <a:buNone/>
            </a:pPr>
            <a:r>
              <a:rPr lang="en-US" sz="168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移动终端管控、移动应用管控（7.3.3/8.3.3）</a:t>
            </a:r>
            <a:endParaRPr lang="en-US" sz="1680" dirty="0"/>
          </a:p>
        </p:txBody>
      </p:sp>
      <p:pic>
        <p:nvPicPr>
          <p:cNvPr id="23" name="Image 12" descr="preencoded.png"/>
          <p:cNvPicPr>
            <a:picLocks noChangeAspect="1"/>
          </p:cNvPicPr>
          <p:nvPr>
            <p:custDataLst>
              <p:tags r:id="rId34"/>
            </p:custDataLst>
          </p:nvPr>
        </p:nvPicPr>
        <p:blipFill>
          <a:blip r:embed="rId35">
            <a:alphaModFix amt="40000"/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086600" y="2621280"/>
            <a:ext cx="457200" cy="30480"/>
          </a:xfrm>
          <a:prstGeom prst="rect">
            <a:avLst/>
          </a:prstGeom>
        </p:spPr>
      </p:pic>
      <p:pic>
        <p:nvPicPr>
          <p:cNvPr id="24" name="Image 13" descr="preencoded.png"/>
          <p:cNvPicPr>
            <a:picLocks noChangeAspect="1"/>
          </p:cNvPicPr>
          <p:nvPr>
            <p:custDataLst>
              <p:tags r:id="rId36"/>
            </p:custDataLst>
          </p:nvPr>
        </p:nvPicPr>
        <p:blipFill>
          <a:blip r:embed="rId37">
            <a:alphaModFix amt="40000"/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482840" y="2560320"/>
            <a:ext cx="121920" cy="152400"/>
          </a:xfrm>
          <a:prstGeom prst="rect">
            <a:avLst/>
          </a:prstGeom>
        </p:spPr>
      </p:pic>
      <p:pic>
        <p:nvPicPr>
          <p:cNvPr id="25" name="Image 14" descr="preencoded.png"/>
          <p:cNvPicPr>
            <a:picLocks noChangeAspect="1"/>
          </p:cNvPicPr>
          <p:nvPr>
            <p:custDataLst>
              <p:tags r:id="rId38"/>
            </p:custDataLst>
          </p:nvPr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715000" y="2240280"/>
            <a:ext cx="762000" cy="579120"/>
          </a:xfrm>
          <a:prstGeom prst="rect">
            <a:avLst/>
          </a:prstGeom>
          <a:effectLst>
            <a:outerShdw blurRad="1161288000" dist="774192000" dir="-1" algn="bl" rotWithShape="0">
              <a:srgbClr val="000000">
                <a:alpha val="1000000000"/>
              </a:srgbClr>
            </a:outerShdw>
          </a:effectLst>
        </p:spPr>
      </p:pic>
      <p:sp>
        <p:nvSpPr>
          <p:cNvPr id="26" name="Text 9"/>
          <p:cNvSpPr/>
          <p:nvPr>
            <p:custDataLst>
              <p:tags r:id="rId40"/>
            </p:custDataLst>
          </p:nvPr>
        </p:nvSpPr>
        <p:spPr>
          <a:xfrm>
            <a:off x="6004560" y="2270760"/>
            <a:ext cx="207264" cy="4876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6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3</a:t>
            </a:r>
            <a:endParaRPr lang="en-US" sz="2640" dirty="0"/>
          </a:p>
        </p:txBody>
      </p:sp>
      <p:pic>
        <p:nvPicPr>
          <p:cNvPr id="27" name="Image 15" descr="preencoded.png"/>
          <p:cNvPicPr>
            <a:picLocks noChangeAspect="1"/>
          </p:cNvPicPr>
          <p:nvPr>
            <p:custDataLst>
              <p:tags r:id="rId41"/>
            </p:custDataLst>
          </p:nvPr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60920" y="3048000"/>
            <a:ext cx="1981200" cy="269748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28" name="Text 10"/>
          <p:cNvSpPr/>
          <p:nvPr>
            <p:custDataLst>
              <p:tags r:id="rId43"/>
            </p:custDataLst>
          </p:nvPr>
        </p:nvSpPr>
        <p:spPr>
          <a:xfrm>
            <a:off x="7559040" y="3246120"/>
            <a:ext cx="1594104" cy="384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安全建设管理</a:t>
            </a:r>
            <a:endParaRPr lang="en-US" sz="2000" b="1" dirty="0">
              <a:solidFill>
                <a:srgbClr val="00234E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29" name="Text 11"/>
          <p:cNvSpPr/>
          <p:nvPr>
            <p:custDataLst>
              <p:tags r:id="rId44"/>
            </p:custDataLst>
          </p:nvPr>
        </p:nvSpPr>
        <p:spPr>
          <a:xfrm>
            <a:off x="7559040" y="4053840"/>
            <a:ext cx="1594104" cy="88296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38000"/>
              </a:lnSpc>
              <a:buNone/>
            </a:pPr>
            <a:r>
              <a:rPr lang="en-US" sz="168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移动应用软件采购与开发（7.3.4/8.3.4）</a:t>
            </a:r>
            <a:endParaRPr lang="en-US" sz="1680" dirty="0"/>
          </a:p>
        </p:txBody>
      </p:sp>
      <p:pic>
        <p:nvPicPr>
          <p:cNvPr id="30" name="Image 16" descr="preencoded.png"/>
          <p:cNvPicPr>
            <a:picLocks noChangeAspect="1"/>
          </p:cNvPicPr>
          <p:nvPr>
            <p:custDataLst>
              <p:tags r:id="rId45"/>
            </p:custDataLst>
          </p:nvPr>
        </p:nvPicPr>
        <p:blipFill>
          <a:blip r:embed="rId46">
            <a:alphaModFix amt="40000"/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342120" y="2621280"/>
            <a:ext cx="457200" cy="30480"/>
          </a:xfrm>
          <a:prstGeom prst="rect">
            <a:avLst/>
          </a:prstGeom>
        </p:spPr>
      </p:pic>
      <p:pic>
        <p:nvPicPr>
          <p:cNvPr id="31" name="Image 17" descr="preencoded.png"/>
          <p:cNvPicPr>
            <a:picLocks noChangeAspect="1"/>
          </p:cNvPicPr>
          <p:nvPr>
            <p:custDataLst>
              <p:tags r:id="rId47"/>
            </p:custDataLst>
          </p:nvPr>
        </p:nvPicPr>
        <p:blipFill>
          <a:blip r:embed="rId48">
            <a:alphaModFix amt="40000"/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738360" y="2560320"/>
            <a:ext cx="121920" cy="152400"/>
          </a:xfrm>
          <a:prstGeom prst="rect">
            <a:avLst/>
          </a:prstGeom>
        </p:spPr>
      </p:pic>
      <p:pic>
        <p:nvPicPr>
          <p:cNvPr id="32" name="Image 18" descr="preencoded.png"/>
          <p:cNvPicPr>
            <a:picLocks noChangeAspect="1"/>
          </p:cNvPicPr>
          <p:nvPr>
            <p:custDataLst>
              <p:tags r:id="rId49"/>
            </p:custDataLst>
          </p:nvPr>
        </p:nvPicPr>
        <p:blipFill>
          <a:blip r:embed="rId50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970520" y="2240280"/>
            <a:ext cx="762000" cy="579120"/>
          </a:xfrm>
          <a:prstGeom prst="rect">
            <a:avLst/>
          </a:prstGeom>
          <a:effectLst>
            <a:outerShdw blurRad="1161288000" dist="774192000" dir="-1" algn="bl" rotWithShape="0">
              <a:srgbClr val="000000">
                <a:alpha val="1000000000"/>
              </a:srgbClr>
            </a:outerShdw>
          </a:effectLst>
        </p:spPr>
      </p:pic>
      <p:sp>
        <p:nvSpPr>
          <p:cNvPr id="33" name="Text 12"/>
          <p:cNvSpPr/>
          <p:nvPr>
            <p:custDataLst>
              <p:tags r:id="rId51"/>
            </p:custDataLst>
          </p:nvPr>
        </p:nvSpPr>
        <p:spPr>
          <a:xfrm>
            <a:off x="8244840" y="2270760"/>
            <a:ext cx="207264" cy="4876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6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4</a:t>
            </a:r>
            <a:endParaRPr lang="en-US" sz="2640" dirty="0"/>
          </a:p>
        </p:txBody>
      </p:sp>
      <p:pic>
        <p:nvPicPr>
          <p:cNvPr id="34" name="Image 19" descr="preencoded.png"/>
          <p:cNvPicPr>
            <a:picLocks noChangeAspect="1"/>
          </p:cNvPicPr>
          <p:nvPr>
            <p:custDataLst>
              <p:tags r:id="rId52"/>
            </p:custDataLst>
          </p:nvPr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01200" y="3048000"/>
            <a:ext cx="1981200" cy="269748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35" name="Text 13"/>
          <p:cNvSpPr/>
          <p:nvPr>
            <p:custDataLst>
              <p:tags r:id="rId54"/>
            </p:custDataLst>
          </p:nvPr>
        </p:nvSpPr>
        <p:spPr>
          <a:xfrm>
            <a:off x="9799320" y="3246120"/>
            <a:ext cx="1594104" cy="384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安全运维管理</a:t>
            </a:r>
            <a:endParaRPr lang="en-US" sz="2000" b="1" dirty="0">
              <a:solidFill>
                <a:srgbClr val="00234E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36" name="Text 14"/>
          <p:cNvSpPr/>
          <p:nvPr>
            <p:custDataLst>
              <p:tags r:id="rId55"/>
            </p:custDataLst>
          </p:nvPr>
        </p:nvSpPr>
        <p:spPr>
          <a:xfrm>
            <a:off x="9799320" y="4053840"/>
            <a:ext cx="1594104" cy="88296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38000"/>
              </a:lnSpc>
              <a:buNone/>
            </a:pPr>
            <a:r>
              <a:rPr lang="en-US" sz="168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配置管理（合法设备配置库）（8.3.5）</a:t>
            </a:r>
            <a:endParaRPr lang="en-US" sz="1680" dirty="0"/>
          </a:p>
        </p:txBody>
      </p:sp>
      <p:pic>
        <p:nvPicPr>
          <p:cNvPr id="37" name="Image 20" descr="preencoded.png"/>
          <p:cNvPicPr>
            <a:picLocks noChangeAspect="1"/>
          </p:cNvPicPr>
          <p:nvPr>
            <p:custDataLst>
              <p:tags r:id="rId56"/>
            </p:custDataLst>
          </p:nvPr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210800" y="2240280"/>
            <a:ext cx="762000" cy="579120"/>
          </a:xfrm>
          <a:prstGeom prst="rect">
            <a:avLst/>
          </a:prstGeom>
          <a:effectLst>
            <a:outerShdw blurRad="1161288000" dist="774192000" dir="-1" algn="bl" rotWithShape="0">
              <a:srgbClr val="000000">
                <a:alpha val="1000000000"/>
              </a:srgbClr>
            </a:outerShdw>
          </a:effectLst>
        </p:spPr>
      </p:pic>
      <p:sp>
        <p:nvSpPr>
          <p:cNvPr id="38" name="Text 15"/>
          <p:cNvSpPr/>
          <p:nvPr>
            <p:custDataLst>
              <p:tags r:id="rId58"/>
            </p:custDataLst>
          </p:nvPr>
        </p:nvSpPr>
        <p:spPr>
          <a:xfrm>
            <a:off x="10500360" y="2270760"/>
            <a:ext cx="207264" cy="4876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6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5</a:t>
            </a:r>
            <a:endParaRPr lang="en-US" sz="2640" dirty="0"/>
          </a:p>
        </p:txBody>
      </p:sp>
      <p:sp>
        <p:nvSpPr>
          <p:cNvPr id="39" name="Text 16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移动互联安全扩展要求的范围</a:t>
            </a:r>
            <a:endParaRPr lang="en-US" sz="2760" dirty="0"/>
          </a:p>
        </p:txBody>
      </p:sp>
      <p:graphicFrame>
        <p:nvGraphicFramePr>
          <p:cNvPr id="40" name="对象 39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0421620" y="704850"/>
          <a:ext cx="9715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" name="" showAsIcon="1" r:id="rId59" imgW="971550" imgH="666750" progId="Word.Document.12">
                  <p:embed/>
                </p:oleObj>
              </mc:Choice>
              <mc:Fallback>
                <p:oleObj name="" showAsIcon="1" r:id="rId59" imgW="971550" imgH="666750" progId="Word.Document.12">
                  <p:embed/>
                  <p:pic>
                    <p:nvPicPr>
                      <p:cNvPr id="0" name="图片 3072"/>
                      <p:cNvPicPr/>
                      <p:nvPr/>
                    </p:nvPicPr>
                    <p:blipFill>
                      <a:blip r:embed="rId60"/>
                      <a:stretch>
                        <a:fillRect/>
                      </a:stretch>
                    </p:blipFill>
                    <p:spPr>
                      <a:xfrm>
                        <a:off x="10421620" y="704850"/>
                        <a:ext cx="971550" cy="666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1371600"/>
            <a:ext cx="10972800" cy="77724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1630680" y="1554480"/>
            <a:ext cx="55778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维度</a:t>
            </a:r>
            <a:endParaRPr lang="en-US" sz="2160" dirty="0"/>
          </a:p>
        </p:txBody>
      </p:sp>
      <p:pic>
        <p:nvPicPr>
          <p:cNvPr id="7" name="Image 4" descr="https://test.web.static.jianzeppt.com/ppt-temp-img3/88bacf2cd20fdb50bc3dfcf1305d8e91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3753" y="1371600"/>
            <a:ext cx="15240" cy="777240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4358640" y="1554480"/>
            <a:ext cx="138074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第二级要求</a:t>
            </a:r>
            <a:endParaRPr lang="en-US" sz="2160" dirty="0"/>
          </a:p>
        </p:txBody>
      </p:sp>
      <p:pic>
        <p:nvPicPr>
          <p:cNvPr id="9" name="Image 5" descr="https://test.web.static.jianzeppt.com/ppt-temp-img3/88bacf2cd20fdb50bc3dfcf1305d8e91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6534" y="1371600"/>
            <a:ext cx="15240" cy="777240"/>
          </a:xfrm>
          <a:prstGeom prst="rect">
            <a:avLst/>
          </a:prstGeom>
        </p:spPr>
      </p:pic>
      <p:sp>
        <p:nvSpPr>
          <p:cNvPr id="10" name="Text 2"/>
          <p:cNvSpPr/>
          <p:nvPr/>
        </p:nvSpPr>
        <p:spPr>
          <a:xfrm>
            <a:off x="7132320" y="1554480"/>
            <a:ext cx="421538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6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第三/四级增强要求</a:t>
            </a:r>
            <a:endParaRPr lang="en-US" sz="2160" dirty="0"/>
          </a:p>
        </p:txBody>
      </p:sp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9600" y="2148840"/>
            <a:ext cx="10972800" cy="4099560"/>
          </a:xfrm>
          <a:prstGeom prst="rect">
            <a:avLst/>
          </a:prstGeom>
        </p:spPr>
      </p:pic>
      <p:sp>
        <p:nvSpPr>
          <p:cNvPr id="12" name="Text 3"/>
          <p:cNvSpPr/>
          <p:nvPr/>
        </p:nvSpPr>
        <p:spPr>
          <a:xfrm>
            <a:off x="1432560" y="2316480"/>
            <a:ext cx="999744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物理环境</a:t>
            </a:r>
            <a:endParaRPr lang="en-US" sz="1920" dirty="0"/>
          </a:p>
        </p:txBody>
      </p:sp>
      <p:pic>
        <p:nvPicPr>
          <p:cNvPr id="13" name="Image 7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12287" y="2164080"/>
            <a:ext cx="15240" cy="665378"/>
          </a:xfrm>
          <a:prstGeom prst="rect">
            <a:avLst/>
          </a:prstGeom>
        </p:spPr>
      </p:pic>
      <p:sp>
        <p:nvSpPr>
          <p:cNvPr id="14" name="Text 4"/>
          <p:cNvSpPr/>
          <p:nvPr/>
        </p:nvSpPr>
        <p:spPr>
          <a:xfrm>
            <a:off x="3947160" y="2316480"/>
            <a:ext cx="2218944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无线接入点合理位置</a:t>
            </a:r>
            <a:endParaRPr lang="en-US" sz="1920" dirty="0"/>
          </a:p>
        </p:txBody>
      </p:sp>
      <p:pic>
        <p:nvPicPr>
          <p:cNvPr id="15" name="Image 8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64706" y="2164080"/>
            <a:ext cx="15240" cy="665378"/>
          </a:xfrm>
          <a:prstGeom prst="rect">
            <a:avLst/>
          </a:prstGeom>
        </p:spPr>
      </p:pic>
      <p:sp>
        <p:nvSpPr>
          <p:cNvPr id="16" name="Text 5"/>
          <p:cNvSpPr/>
          <p:nvPr/>
        </p:nvSpPr>
        <p:spPr>
          <a:xfrm>
            <a:off x="7117080" y="2286000"/>
            <a:ext cx="4215384" cy="4267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dirty="0">
                <a:solidFill>
                  <a:srgbClr val="6666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同左</a:t>
            </a:r>
            <a:endParaRPr lang="en-US" sz="1920" dirty="0"/>
          </a:p>
        </p:txBody>
      </p:sp>
      <p:pic>
        <p:nvPicPr>
          <p:cNvPr id="17" name="Image 9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24840" y="2844698"/>
            <a:ext cx="10942320" cy="15240"/>
          </a:xfrm>
          <a:prstGeom prst="rect">
            <a:avLst/>
          </a:prstGeom>
        </p:spPr>
      </p:pic>
      <p:sp>
        <p:nvSpPr>
          <p:cNvPr id="18" name="Text 6"/>
          <p:cNvSpPr/>
          <p:nvPr/>
        </p:nvSpPr>
        <p:spPr>
          <a:xfrm>
            <a:off x="899160" y="2987040"/>
            <a:ext cx="2051304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区域边界-边界防护</a:t>
            </a:r>
            <a:endParaRPr lang="en-US" sz="1920" dirty="0"/>
          </a:p>
        </p:txBody>
      </p:sp>
      <p:pic>
        <p:nvPicPr>
          <p:cNvPr id="19" name="Image 10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212287" y="2844698"/>
            <a:ext cx="15240" cy="665531"/>
          </a:xfrm>
          <a:prstGeom prst="rect">
            <a:avLst/>
          </a:prstGeom>
        </p:spPr>
      </p:pic>
      <p:sp>
        <p:nvSpPr>
          <p:cNvPr id="20" name="Text 7"/>
          <p:cNvSpPr/>
          <p:nvPr/>
        </p:nvSpPr>
        <p:spPr>
          <a:xfrm>
            <a:off x="3581400" y="2963863"/>
            <a:ext cx="3248660" cy="44259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有线与无线网络通过网关连接</a:t>
            </a:r>
            <a:endParaRPr lang="en-US" sz="1920" dirty="0"/>
          </a:p>
        </p:txBody>
      </p:sp>
      <p:pic>
        <p:nvPicPr>
          <p:cNvPr id="21" name="Image 11" descr="preencoded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864706" y="2844698"/>
            <a:ext cx="15240" cy="665531"/>
          </a:xfrm>
          <a:prstGeom prst="rect">
            <a:avLst/>
          </a:prstGeom>
        </p:spPr>
      </p:pic>
      <p:sp>
        <p:nvSpPr>
          <p:cNvPr id="22" name="Text 8"/>
          <p:cNvSpPr/>
          <p:nvPr/>
        </p:nvSpPr>
        <p:spPr>
          <a:xfrm>
            <a:off x="7117080" y="2971800"/>
            <a:ext cx="4215384" cy="4267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dirty="0">
                <a:solidFill>
                  <a:srgbClr val="6666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同左</a:t>
            </a:r>
            <a:endParaRPr lang="en-US" sz="1920" dirty="0"/>
          </a:p>
        </p:txBody>
      </p:sp>
      <p:pic>
        <p:nvPicPr>
          <p:cNvPr id="23" name="Image 12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24840" y="3525469"/>
            <a:ext cx="10942320" cy="15240"/>
          </a:xfrm>
          <a:prstGeom prst="rect">
            <a:avLst/>
          </a:prstGeom>
        </p:spPr>
      </p:pic>
      <p:sp>
        <p:nvSpPr>
          <p:cNvPr id="24" name="Text 9"/>
          <p:cNvSpPr/>
          <p:nvPr/>
        </p:nvSpPr>
        <p:spPr>
          <a:xfrm>
            <a:off x="899160" y="3672840"/>
            <a:ext cx="2051304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区域边界-访问控制</a:t>
            </a:r>
            <a:endParaRPr lang="en-US" sz="1920" dirty="0"/>
          </a:p>
        </p:txBody>
      </p:sp>
      <p:pic>
        <p:nvPicPr>
          <p:cNvPr id="25" name="Image 13" descr="preencoded.png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12287" y="3525469"/>
            <a:ext cx="15240" cy="665378"/>
          </a:xfrm>
          <a:prstGeom prst="rect">
            <a:avLst/>
          </a:prstGeom>
        </p:spPr>
      </p:pic>
      <p:sp>
        <p:nvSpPr>
          <p:cNvPr id="26" name="Text 10"/>
          <p:cNvSpPr/>
          <p:nvPr/>
        </p:nvSpPr>
        <p:spPr>
          <a:xfrm>
            <a:off x="3688080" y="3672840"/>
            <a:ext cx="2721864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开启接入认证，禁止WEP</a:t>
            </a:r>
            <a:endParaRPr lang="en-US" sz="1920" dirty="0"/>
          </a:p>
        </p:txBody>
      </p:sp>
      <p:pic>
        <p:nvPicPr>
          <p:cNvPr id="27" name="Image 14" descr="preencoded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64706" y="3525469"/>
            <a:ext cx="15240" cy="665378"/>
          </a:xfrm>
          <a:prstGeom prst="rect">
            <a:avLst/>
          </a:prstGeom>
        </p:spPr>
      </p:pic>
      <p:pic>
        <p:nvPicPr>
          <p:cNvPr id="28" name="Image 15" descr="https://test.web.static.jianzeppt.com/ppt-temp-img3/98a5bc4d4013e2cd3942744b863822a9.png?x-oss-process=image/resize,w_1440,h_800,m_lfit/format,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873240" y="3520440"/>
            <a:ext cx="4693920" cy="670560"/>
          </a:xfrm>
          <a:prstGeom prst="rect">
            <a:avLst/>
          </a:prstGeom>
        </p:spPr>
      </p:pic>
      <p:sp>
        <p:nvSpPr>
          <p:cNvPr id="29" name="Text 11"/>
          <p:cNvSpPr/>
          <p:nvPr/>
        </p:nvSpPr>
        <p:spPr>
          <a:xfrm>
            <a:off x="7757160" y="3672840"/>
            <a:ext cx="2950464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支持认证服务器或国密认证</a:t>
            </a:r>
            <a:endParaRPr lang="en-US" sz="1920" dirty="0"/>
          </a:p>
        </p:txBody>
      </p:sp>
      <p:pic>
        <p:nvPicPr>
          <p:cNvPr id="30" name="Image 16" descr="preencoded.png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24840" y="4205935"/>
            <a:ext cx="10942320" cy="15240"/>
          </a:xfrm>
          <a:prstGeom prst="rect">
            <a:avLst/>
          </a:prstGeom>
        </p:spPr>
      </p:pic>
      <p:sp>
        <p:nvSpPr>
          <p:cNvPr id="31" name="Text 12"/>
          <p:cNvSpPr/>
          <p:nvPr/>
        </p:nvSpPr>
        <p:spPr>
          <a:xfrm>
            <a:off x="899160" y="4358640"/>
            <a:ext cx="2051304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区域边界-入侵防范</a:t>
            </a:r>
            <a:endParaRPr lang="en-US" sz="1920" dirty="0"/>
          </a:p>
        </p:txBody>
      </p:sp>
      <p:pic>
        <p:nvPicPr>
          <p:cNvPr id="32" name="Image 17" descr="preencoded.png"/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212287" y="4205935"/>
            <a:ext cx="15240" cy="665531"/>
          </a:xfrm>
          <a:prstGeom prst="rect">
            <a:avLst/>
          </a:prstGeom>
        </p:spPr>
      </p:pic>
      <p:sp>
        <p:nvSpPr>
          <p:cNvPr id="33" name="Text 13"/>
          <p:cNvSpPr/>
          <p:nvPr/>
        </p:nvSpPr>
        <p:spPr>
          <a:xfrm>
            <a:off x="3825240" y="4358640"/>
            <a:ext cx="2462784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dirty="0">
                <a:solidFill>
                  <a:srgbClr val="999999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—（第二级无此要求）</a:t>
            </a:r>
            <a:endParaRPr lang="en-US" sz="1920" dirty="0"/>
          </a:p>
        </p:txBody>
      </p:sp>
      <p:pic>
        <p:nvPicPr>
          <p:cNvPr id="34" name="Image 18" descr="preencoded.png"/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864706" y="4205935"/>
            <a:ext cx="15240" cy="665531"/>
          </a:xfrm>
          <a:prstGeom prst="rect">
            <a:avLst/>
          </a:prstGeom>
        </p:spPr>
      </p:pic>
      <p:pic>
        <p:nvPicPr>
          <p:cNvPr id="35" name="Image 19" descr="https://test.web.static.jianzeppt.com/ppt-temp-img3/98a5bc4d4013e2cd3942744b863822a9.png?x-oss-process=image/resize,w_1440,h_800,m_lfit/format,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873240" y="4206240"/>
            <a:ext cx="4693920" cy="670560"/>
          </a:xfrm>
          <a:prstGeom prst="rect">
            <a:avLst/>
          </a:prstGeom>
        </p:spPr>
      </p:pic>
      <p:sp>
        <p:nvSpPr>
          <p:cNvPr id="36" name="Text 14"/>
          <p:cNvSpPr/>
          <p:nvPr/>
        </p:nvSpPr>
        <p:spPr>
          <a:xfrm>
            <a:off x="7269480" y="4358640"/>
            <a:ext cx="3925824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检测非法设备、攻击行为、阻断功能</a:t>
            </a:r>
            <a:endParaRPr lang="en-US" sz="1920" dirty="0"/>
          </a:p>
        </p:txBody>
      </p:sp>
      <p:pic>
        <p:nvPicPr>
          <p:cNvPr id="37" name="Image 20" descr="preencoded.png"/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24840" y="4886858"/>
            <a:ext cx="10942320" cy="15240"/>
          </a:xfrm>
          <a:prstGeom prst="rect">
            <a:avLst/>
          </a:prstGeom>
        </p:spPr>
      </p:pic>
      <p:sp>
        <p:nvSpPr>
          <p:cNvPr id="38" name="Text 15"/>
          <p:cNvSpPr/>
          <p:nvPr/>
        </p:nvSpPr>
        <p:spPr>
          <a:xfrm>
            <a:off x="899160" y="5029200"/>
            <a:ext cx="2051304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计算环境-终端管控</a:t>
            </a:r>
            <a:endParaRPr lang="en-US" sz="1920" dirty="0"/>
          </a:p>
        </p:txBody>
      </p:sp>
      <p:pic>
        <p:nvPicPr>
          <p:cNvPr id="39" name="Image 21" descr="preencoded.png"/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212287" y="4886858"/>
            <a:ext cx="15240" cy="665531"/>
          </a:xfrm>
          <a:prstGeom prst="rect">
            <a:avLst/>
          </a:prstGeom>
        </p:spPr>
      </p:pic>
      <p:sp>
        <p:nvSpPr>
          <p:cNvPr id="40" name="Text 16"/>
          <p:cNvSpPr/>
          <p:nvPr/>
        </p:nvSpPr>
        <p:spPr>
          <a:xfrm>
            <a:off x="4069080" y="5029200"/>
            <a:ext cx="1975104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选择安装运行功能</a:t>
            </a:r>
            <a:endParaRPr lang="en-US" sz="1920" dirty="0"/>
          </a:p>
        </p:txBody>
      </p:sp>
      <p:pic>
        <p:nvPicPr>
          <p:cNvPr id="41" name="Image 22" descr="preencoded.png"/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864706" y="4886858"/>
            <a:ext cx="15240" cy="665531"/>
          </a:xfrm>
          <a:prstGeom prst="rect">
            <a:avLst/>
          </a:prstGeom>
        </p:spPr>
      </p:pic>
      <p:pic>
        <p:nvPicPr>
          <p:cNvPr id="42" name="Image 23" descr="https://test.web.static.jianzeppt.com/ppt-temp-img3/98a5bc4d4013e2cd3942744b863822a9.png?x-oss-process=image/resize,w_1440,h_800,m_lfit/format,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873240" y="4892040"/>
            <a:ext cx="4693920" cy="670560"/>
          </a:xfrm>
          <a:prstGeom prst="rect">
            <a:avLst/>
          </a:prstGeom>
        </p:spPr>
      </p:pic>
      <p:sp>
        <p:nvSpPr>
          <p:cNvPr id="43" name="Text 17"/>
          <p:cNvSpPr/>
          <p:nvPr/>
        </p:nvSpPr>
        <p:spPr>
          <a:xfrm>
            <a:off x="7178040" y="5029200"/>
            <a:ext cx="4108704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强制安装MDM客户端、远程锁定/擦除</a:t>
            </a:r>
            <a:endParaRPr lang="en-US" sz="1920" dirty="0"/>
          </a:p>
        </p:txBody>
      </p:sp>
      <p:pic>
        <p:nvPicPr>
          <p:cNvPr id="44" name="Image 24" descr="preencoded.png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24840" y="5567629"/>
            <a:ext cx="10942320" cy="15240"/>
          </a:xfrm>
          <a:prstGeom prst="rect">
            <a:avLst/>
          </a:prstGeom>
        </p:spPr>
      </p:pic>
      <p:sp>
        <p:nvSpPr>
          <p:cNvPr id="45" name="Text 18"/>
          <p:cNvSpPr/>
          <p:nvPr/>
        </p:nvSpPr>
        <p:spPr>
          <a:xfrm>
            <a:off x="899160" y="5715000"/>
            <a:ext cx="2051304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计算环境-应用管控</a:t>
            </a:r>
            <a:endParaRPr lang="en-US" sz="1920" dirty="0"/>
          </a:p>
        </p:txBody>
      </p:sp>
      <p:pic>
        <p:nvPicPr>
          <p:cNvPr id="46" name="Image 25" descr="preencoded.png"/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212287" y="5567629"/>
            <a:ext cx="15240" cy="665531"/>
          </a:xfrm>
          <a:prstGeom prst="rect">
            <a:avLst/>
          </a:prstGeom>
        </p:spPr>
      </p:pic>
      <p:sp>
        <p:nvSpPr>
          <p:cNvPr id="47" name="Text 19"/>
          <p:cNvSpPr/>
          <p:nvPr/>
        </p:nvSpPr>
        <p:spPr>
          <a:xfrm>
            <a:off x="4069080" y="5715000"/>
            <a:ext cx="1975104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选择安装运行功能</a:t>
            </a:r>
            <a:endParaRPr lang="en-US" sz="1920" dirty="0"/>
          </a:p>
        </p:txBody>
      </p:sp>
      <p:pic>
        <p:nvPicPr>
          <p:cNvPr id="48" name="Image 26" descr="preencoded.png"/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864706" y="5567629"/>
            <a:ext cx="15240" cy="665531"/>
          </a:xfrm>
          <a:prstGeom prst="rect">
            <a:avLst/>
          </a:prstGeom>
        </p:spPr>
      </p:pic>
      <p:pic>
        <p:nvPicPr>
          <p:cNvPr id="49" name="Image 27" descr="https://test.web.static.jianzeppt.com/ppt-temp-img3/985adb2b225ef28c2e037aee09faad70.png?x-oss-process=image/resize,w_1440,h_800,m_lfit/format,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873240" y="5562600"/>
            <a:ext cx="4693920" cy="670560"/>
          </a:xfrm>
          <a:prstGeom prst="rect">
            <a:avLst/>
          </a:prstGeom>
        </p:spPr>
      </p:pic>
      <p:sp>
        <p:nvSpPr>
          <p:cNvPr id="50" name="Text 20"/>
          <p:cNvSpPr/>
          <p:nvPr/>
        </p:nvSpPr>
        <p:spPr>
          <a:xfrm>
            <a:off x="7757160" y="5715000"/>
            <a:ext cx="2950464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指定证书签名、白名单机制</a:t>
            </a:r>
            <a:endParaRPr lang="en-US" sz="1920" dirty="0"/>
          </a:p>
        </p:txBody>
      </p:sp>
      <p:sp>
        <p:nvSpPr>
          <p:cNvPr id="51" name="Text 21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第一级/第二级 vs 第三级/第四级的差异</a:t>
            </a:r>
            <a:endParaRPr lang="en-US" sz="276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pic>
        <p:nvPicPr>
          <p:cNvPr id="5" name="Image 3" descr="https://test.web.static.jianzeppt.com/ppt-temp-img3/ea199145991de83e71a27fc69102c522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371600"/>
            <a:ext cx="5303520" cy="149352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777240" y="1539240"/>
            <a:ext cx="497738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网络连接路径</a:t>
            </a:r>
            <a:endParaRPr lang="en-US" sz="1920" dirty="0"/>
          </a:p>
        </p:txBody>
      </p:sp>
      <p:sp>
        <p:nvSpPr>
          <p:cNvPr id="7" name="Text 1"/>
          <p:cNvSpPr/>
          <p:nvPr/>
        </p:nvSpPr>
        <p:spPr>
          <a:xfrm>
            <a:off x="777240" y="1996440"/>
            <a:ext cx="8625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移动终端</a:t>
            </a:r>
            <a:endParaRPr lang="en-US" sz="1680" dirty="0"/>
          </a:p>
        </p:txBody>
      </p:sp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22120" y="2072640"/>
            <a:ext cx="182880" cy="182880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1996440" y="1996440"/>
            <a:ext cx="75590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WiFi AP</a:t>
            </a:r>
            <a:endParaRPr lang="en-US" sz="1680" dirty="0"/>
          </a:p>
        </p:txBody>
      </p:sp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19400" y="2072640"/>
            <a:ext cx="182880" cy="182880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>
            <a:off x="3093720" y="1996440"/>
            <a:ext cx="128930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无线接入网关</a:t>
            </a:r>
            <a:endParaRPr lang="en-US" sz="1680" dirty="0"/>
          </a:p>
        </p:txBody>
      </p:sp>
      <p:pic>
        <p:nvPicPr>
          <p:cNvPr id="12" name="Image 6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65320" y="2072640"/>
            <a:ext cx="182880" cy="182880"/>
          </a:xfrm>
          <a:prstGeom prst="rect">
            <a:avLst/>
          </a:prstGeom>
        </p:spPr>
      </p:pic>
      <p:sp>
        <p:nvSpPr>
          <p:cNvPr id="13" name="Text 4"/>
          <p:cNvSpPr/>
          <p:nvPr/>
        </p:nvSpPr>
        <p:spPr>
          <a:xfrm>
            <a:off x="4739640" y="1996440"/>
            <a:ext cx="8625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企业内网</a:t>
            </a:r>
            <a:endParaRPr lang="en-US" sz="1680" dirty="0"/>
          </a:p>
        </p:txBody>
      </p:sp>
      <p:pic>
        <p:nvPicPr>
          <p:cNvPr id="14" name="Image 7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7240" y="2453640"/>
            <a:ext cx="182880" cy="182880"/>
          </a:xfrm>
          <a:prstGeom prst="rect">
            <a:avLst/>
          </a:prstGeom>
        </p:spPr>
      </p:pic>
      <p:sp>
        <p:nvSpPr>
          <p:cNvPr id="15" name="Text 5"/>
          <p:cNvSpPr/>
          <p:nvPr/>
        </p:nvSpPr>
        <p:spPr>
          <a:xfrm>
            <a:off x="1051560" y="2377440"/>
            <a:ext cx="107594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应用服务器</a:t>
            </a:r>
            <a:endParaRPr lang="en-US" sz="1680" dirty="0"/>
          </a:p>
        </p:txBody>
      </p:sp>
      <p:sp>
        <p:nvSpPr>
          <p:cNvPr id="16" name="Text 6"/>
          <p:cNvSpPr/>
          <p:nvPr/>
        </p:nvSpPr>
        <p:spPr>
          <a:xfrm>
            <a:off x="609600" y="3048000"/>
            <a:ext cx="531266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演示步骤</a:t>
            </a:r>
            <a:endParaRPr lang="en-US" sz="1920" dirty="0"/>
          </a:p>
        </p:txBody>
      </p:sp>
      <p:pic>
        <p:nvPicPr>
          <p:cNvPr id="17" name="Image 8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09600" y="3596640"/>
            <a:ext cx="91440" cy="91440"/>
          </a:xfrm>
          <a:prstGeom prst="rect">
            <a:avLst/>
          </a:prstGeom>
        </p:spPr>
      </p:pic>
      <p:sp>
        <p:nvSpPr>
          <p:cNvPr id="18" name="Text 7"/>
          <p:cNvSpPr/>
          <p:nvPr/>
        </p:nvSpPr>
        <p:spPr>
          <a:xfrm>
            <a:off x="822960" y="3505200"/>
            <a:ext cx="2782824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移动终端：</a:t>
            </a:r>
            <a:r>
              <a:rPr lang="en-US" sz="168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展示典型设备类型</a:t>
            </a:r>
            <a:endParaRPr lang="en-US" sz="1680" dirty="0"/>
          </a:p>
        </p:txBody>
      </p:sp>
      <p:pic>
        <p:nvPicPr>
          <p:cNvPr id="19" name="Image 9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09600" y="4008120"/>
            <a:ext cx="91440" cy="91440"/>
          </a:xfrm>
          <a:prstGeom prst="rect">
            <a:avLst/>
          </a:prstGeom>
        </p:spPr>
      </p:pic>
      <p:sp>
        <p:nvSpPr>
          <p:cNvPr id="20" name="Text 8"/>
          <p:cNvSpPr/>
          <p:nvPr/>
        </p:nvSpPr>
        <p:spPr>
          <a:xfrm>
            <a:off x="822960" y="3916680"/>
            <a:ext cx="3422904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无线接入点：</a:t>
            </a:r>
            <a:r>
              <a:rPr lang="en-US" sz="168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强调“不能过度覆盖”</a:t>
            </a:r>
            <a:endParaRPr lang="en-US" sz="1680" dirty="0"/>
          </a:p>
        </p:txBody>
      </p:sp>
      <p:pic>
        <p:nvPicPr>
          <p:cNvPr id="21" name="Image 10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09600" y="4419600"/>
            <a:ext cx="91440" cy="91440"/>
          </a:xfrm>
          <a:prstGeom prst="rect">
            <a:avLst/>
          </a:prstGeom>
        </p:spPr>
      </p:pic>
      <p:sp>
        <p:nvSpPr>
          <p:cNvPr id="22" name="Text 9"/>
          <p:cNvSpPr/>
          <p:nvPr/>
        </p:nvSpPr>
        <p:spPr>
          <a:xfrm>
            <a:off x="822960" y="4328160"/>
            <a:ext cx="3636264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无线接入网关：</a:t>
            </a:r>
            <a:r>
              <a:rPr lang="en-US" sz="168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强调“边界防护”作用</a:t>
            </a:r>
            <a:endParaRPr lang="en-US" sz="1680" dirty="0"/>
          </a:p>
        </p:txBody>
      </p:sp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09600" y="4831080"/>
            <a:ext cx="91440" cy="91440"/>
          </a:xfrm>
          <a:prstGeom prst="rect">
            <a:avLst/>
          </a:prstGeom>
        </p:spPr>
      </p:pic>
      <p:sp>
        <p:nvSpPr>
          <p:cNvPr id="24" name="Text 10"/>
          <p:cNvSpPr/>
          <p:nvPr/>
        </p:nvSpPr>
        <p:spPr>
          <a:xfrm>
            <a:off x="822960" y="4739640"/>
            <a:ext cx="3849624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企业内网：</a:t>
            </a:r>
            <a:r>
              <a:rPr lang="en-US" sz="168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强调“有线与无线边界”隔离</a:t>
            </a:r>
            <a:endParaRPr lang="en-US" sz="1680" dirty="0"/>
          </a:p>
        </p:txBody>
      </p:sp>
      <p:pic>
        <p:nvPicPr>
          <p:cNvPr id="25" name="Image 12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09600" y="5242560"/>
            <a:ext cx="5303520" cy="89916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26" name="Text 11"/>
          <p:cNvSpPr/>
          <p:nvPr/>
        </p:nvSpPr>
        <p:spPr>
          <a:xfrm>
            <a:off x="762000" y="5394960"/>
            <a:ext cx="5007864" cy="5886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重点强调：等保测评中检查“有线与无线网络边界之间是否通过无线接入网关设备”</a:t>
            </a:r>
            <a:endParaRPr lang="en-US" sz="1680" dirty="0"/>
          </a:p>
        </p:txBody>
      </p:sp>
      <p:pic>
        <p:nvPicPr>
          <p:cNvPr id="27" name="Image 13" descr="https://test.web.static.jianzeppt.com/ppt-temp-img3/24c1b4b4f1f4ac8971e0a2eda3850331.png?x-oss-process=image/resize,w_1440,h_800,m_lfit/format,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63640" y="1371600"/>
            <a:ext cx="5318760" cy="4267200"/>
          </a:xfrm>
          <a:prstGeom prst="rect">
            <a:avLst/>
          </a:prstGeom>
        </p:spPr>
      </p:pic>
      <p:pic>
        <p:nvPicPr>
          <p:cNvPr id="28" name="Image 14" descr="https://test.web.static.jianzeppt.com/ppt-temp-img3/a9a5f1c0b5ba7fba0e806788199a3d5a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22720" y="1630680"/>
            <a:ext cx="4800600" cy="3749040"/>
          </a:xfrm>
          <a:prstGeom prst="rect">
            <a:avLst/>
          </a:prstGeom>
        </p:spPr>
      </p:pic>
      <p:sp>
        <p:nvSpPr>
          <p:cNvPr id="29" name="Text 12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教师演示——移动互联网络拓扑演示</a:t>
            </a:r>
            <a:endParaRPr lang="en-US" sz="2760" dirty="0"/>
          </a:p>
        </p:txBody>
      </p:sp>
      <p:graphicFrame>
        <p:nvGraphicFramePr>
          <p:cNvPr id="30" name="对象 29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941570" y="3095625"/>
          <a:ext cx="9715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showAsIcon="1" r:id="rId19" imgW="971550" imgH="666750" progId="Word.Document.12">
                  <p:embed/>
                </p:oleObj>
              </mc:Choice>
              <mc:Fallback>
                <p:oleObj name="" showAsIcon="1" r:id="rId19" imgW="971550" imgH="666750" progId="Word.Document.12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941570" y="3095625"/>
                        <a:ext cx="971550" cy="666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1676400"/>
            <a:ext cx="121920" cy="30480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838200" y="1459548"/>
            <a:ext cx="4885944" cy="7385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任务名称：绘制企业移动办公安全架构图</a:t>
            </a:r>
            <a:endParaRPr lang="en-US" sz="2400" dirty="0"/>
          </a:p>
        </p:txBody>
      </p:sp>
      <p:pic>
        <p:nvPicPr>
          <p:cNvPr id="7" name="Image 4" descr="https://test.web.static.jianzeppt.com/ppt-temp-img3/4661a4d69348d9d05f24607c37378d8d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2242820"/>
            <a:ext cx="5120640" cy="1098550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822960" y="2329180"/>
            <a:ext cx="4941570" cy="8858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任务场景：</a:t>
            </a:r>
            <a:r>
              <a:rPr lang="en-US" sz="192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某企业允许员工使用手机访问内部邮件系统，要求画出带安全控制点的架构图。</a:t>
            </a:r>
            <a:endParaRPr lang="en-US" sz="1920" dirty="0"/>
          </a:p>
        </p:txBody>
      </p:sp>
      <p:sp>
        <p:nvSpPr>
          <p:cNvPr id="9" name="Text 2"/>
          <p:cNvSpPr/>
          <p:nvPr/>
        </p:nvSpPr>
        <p:spPr>
          <a:xfrm>
            <a:off x="609600" y="3413760"/>
            <a:ext cx="138074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任务内容：</a:t>
            </a:r>
            <a:endParaRPr lang="en-US" sz="2160" dirty="0"/>
          </a:p>
        </p:txBody>
      </p:sp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9600" y="4053840"/>
            <a:ext cx="304800" cy="304800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>
            <a:off x="701040" y="4069080"/>
            <a:ext cx="131064" cy="2590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1</a:t>
            </a:r>
            <a:endParaRPr lang="en-US" sz="1440" dirty="0"/>
          </a:p>
        </p:txBody>
      </p:sp>
      <p:sp>
        <p:nvSpPr>
          <p:cNvPr id="12" name="Text 4"/>
          <p:cNvSpPr/>
          <p:nvPr/>
        </p:nvSpPr>
        <p:spPr>
          <a:xfrm>
            <a:off x="1036320" y="4023360"/>
            <a:ext cx="173126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2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标注各组件名称</a:t>
            </a:r>
            <a:endParaRPr lang="en-US" sz="1920" dirty="0"/>
          </a:p>
        </p:txBody>
      </p:sp>
      <p:pic>
        <p:nvPicPr>
          <p:cNvPr id="13" name="Image 6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9600" y="4511040"/>
            <a:ext cx="304800" cy="304800"/>
          </a:xfrm>
          <a:prstGeom prst="rect">
            <a:avLst/>
          </a:prstGeom>
        </p:spPr>
      </p:pic>
      <p:sp>
        <p:nvSpPr>
          <p:cNvPr id="14" name="Text 5"/>
          <p:cNvSpPr/>
          <p:nvPr/>
        </p:nvSpPr>
        <p:spPr>
          <a:xfrm>
            <a:off x="701040" y="4526280"/>
            <a:ext cx="131064" cy="2590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2</a:t>
            </a:r>
            <a:endParaRPr lang="en-US" sz="1440" dirty="0"/>
          </a:p>
        </p:txBody>
      </p:sp>
      <p:sp>
        <p:nvSpPr>
          <p:cNvPr id="15" name="Text 6"/>
          <p:cNvSpPr/>
          <p:nvPr/>
        </p:nvSpPr>
        <p:spPr>
          <a:xfrm>
            <a:off x="1036320" y="4450080"/>
            <a:ext cx="4703064" cy="6096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2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标注至少</a:t>
            </a: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3个</a:t>
            </a:r>
            <a:r>
              <a:rPr lang="en-US" sz="192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安全控制点（并说明对应标准）</a:t>
            </a:r>
            <a:endParaRPr lang="en-US" sz="1920" dirty="0"/>
          </a:p>
        </p:txBody>
      </p:sp>
      <p:grpSp>
        <p:nvGrpSpPr>
          <p:cNvPr id="29" name="组合 28"/>
          <p:cNvGrpSpPr/>
          <p:nvPr/>
        </p:nvGrpSpPr>
        <p:grpSpPr>
          <a:xfrm>
            <a:off x="609600" y="4944110"/>
            <a:ext cx="304800" cy="306070"/>
            <a:chOff x="960" y="8150"/>
            <a:chExt cx="480" cy="482"/>
          </a:xfrm>
        </p:grpSpPr>
        <p:pic>
          <p:nvPicPr>
            <p:cNvPr id="16" name="Image 7" descr="preencoded.png"/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60" y="8152"/>
              <a:ext cx="480" cy="480"/>
            </a:xfrm>
            <a:prstGeom prst="rect">
              <a:avLst/>
            </a:prstGeom>
          </p:spPr>
        </p:pic>
        <p:sp>
          <p:nvSpPr>
            <p:cNvPr id="17" name="Text 7"/>
            <p:cNvSpPr/>
            <p:nvPr/>
          </p:nvSpPr>
          <p:spPr>
            <a:xfrm>
              <a:off x="1104" y="8150"/>
              <a:ext cx="206" cy="408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1440" b="1" dirty="0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3</a:t>
              </a:r>
              <a:endParaRPr lang="en-US" sz="1440" dirty="0"/>
            </a:p>
          </p:txBody>
        </p:sp>
      </p:grpSp>
      <p:sp>
        <p:nvSpPr>
          <p:cNvPr id="18" name="Text 8"/>
          <p:cNvSpPr/>
          <p:nvPr/>
        </p:nvSpPr>
        <p:spPr>
          <a:xfrm>
            <a:off x="1036320" y="4931410"/>
            <a:ext cx="319430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2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说明哪些环节是等保检查重点</a:t>
            </a:r>
            <a:endParaRPr lang="en-US" sz="1920" dirty="0"/>
          </a:p>
        </p:txBody>
      </p:sp>
      <p:pic>
        <p:nvPicPr>
          <p:cNvPr id="19" name="Image 8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84530" y="5588635"/>
            <a:ext cx="2712720" cy="533400"/>
          </a:xfrm>
          <a:prstGeom prst="rect">
            <a:avLst/>
          </a:prstGeom>
        </p:spPr>
      </p:pic>
      <p:pic>
        <p:nvPicPr>
          <p:cNvPr id="20" name="Image 9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07720" y="5739130"/>
            <a:ext cx="243840" cy="243840"/>
          </a:xfrm>
          <a:prstGeom prst="rect">
            <a:avLst/>
          </a:prstGeom>
        </p:spPr>
      </p:pic>
      <p:sp>
        <p:nvSpPr>
          <p:cNvPr id="21" name="Text 9"/>
          <p:cNvSpPr/>
          <p:nvPr/>
        </p:nvSpPr>
        <p:spPr>
          <a:xfrm>
            <a:off x="1173480" y="5613400"/>
            <a:ext cx="195986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4B556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时间安排：约15分钟</a:t>
            </a:r>
            <a:endParaRPr lang="en-US" sz="1680" dirty="0"/>
          </a:p>
        </p:txBody>
      </p:sp>
      <p:pic>
        <p:nvPicPr>
          <p:cNvPr id="22" name="Image 10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096000" y="1371600"/>
            <a:ext cx="15240" cy="4267200"/>
          </a:xfrm>
          <a:prstGeom prst="rect">
            <a:avLst/>
          </a:prstGeom>
        </p:spPr>
      </p:pic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477000" y="1478280"/>
            <a:ext cx="5105400" cy="4053840"/>
          </a:xfrm>
          <a:prstGeom prst="rect">
            <a:avLst/>
          </a:prstGeom>
        </p:spPr>
      </p:pic>
      <p:pic>
        <p:nvPicPr>
          <p:cNvPr id="24" name="Image 12" descr="https://test.web.static.jianzeppt.com/ppt-temp-img3/8c26b9f1aeca776c5b4e5d7ace43f52c.png?x-oss-process=image/resize,w_1440,h_800,m_lfit/format,png"/>
          <p:cNvPicPr>
            <a:picLocks noChangeAspect="1"/>
          </p:cNvPicPr>
          <p:nvPr/>
        </p:nvPicPr>
        <p:blipFill>
          <a:blip r:embed="rId19">
            <a:alphaModFix amt="20000"/>
          </a:blip>
          <a:stretch>
            <a:fillRect/>
          </a:stretch>
        </p:blipFill>
        <p:spPr>
          <a:xfrm>
            <a:off x="6507480" y="1508760"/>
            <a:ext cx="5044440" cy="3992880"/>
          </a:xfrm>
          <a:prstGeom prst="rect">
            <a:avLst/>
          </a:prstGeom>
        </p:spPr>
      </p:pic>
      <p:pic>
        <p:nvPicPr>
          <p:cNvPr id="25" name="Image 13" descr="https://test.web.static.jianzeppt.com/ppt-temp-img3/5021f119ebf7ba49e0ee3824b8d52095.png"/>
          <p:cNvPicPr>
            <a:picLocks noChangeAspect="1"/>
          </p:cNvPicPr>
          <p:nvPr/>
        </p:nvPicPr>
        <p:blipFill>
          <a:blip r:embed="rId20">
            <a:alphaModFix amt="80000"/>
          </a:blip>
          <a:stretch>
            <a:fillRect/>
          </a:stretch>
        </p:blipFill>
        <p:spPr>
          <a:xfrm>
            <a:off x="6888480" y="1935480"/>
            <a:ext cx="4297680" cy="2606040"/>
          </a:xfrm>
          <a:prstGeom prst="rect">
            <a:avLst/>
          </a:prstGeom>
        </p:spPr>
      </p:pic>
      <p:pic>
        <p:nvPicPr>
          <p:cNvPr id="26" name="Image 14" descr="preencoded.png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001000" y="4709160"/>
            <a:ext cx="2057400" cy="41148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27" name="Text 10"/>
          <p:cNvSpPr/>
          <p:nvPr/>
        </p:nvSpPr>
        <p:spPr>
          <a:xfrm>
            <a:off x="8199120" y="4785360"/>
            <a:ext cx="167030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dirty="0">
                <a:solidFill>
                  <a:srgbClr val="00234E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在此区域绘制架构图</a:t>
            </a:r>
            <a:endParaRPr lang="en-US" sz="1440" dirty="0"/>
          </a:p>
        </p:txBody>
      </p:sp>
      <p:sp>
        <p:nvSpPr>
          <p:cNvPr id="28" name="Text 11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实践任务1——移动互联架构图绘制（15分钟）</a:t>
            </a:r>
            <a:endParaRPr lang="en-US" sz="276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53440" y="1371600"/>
            <a:ext cx="919480" cy="41529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b="1" dirty="0">
                <a:solidFill>
                  <a:srgbClr val="6B728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任务名称</a:t>
            </a:r>
            <a:endParaRPr lang="en-US" b="1" dirty="0">
              <a:solidFill>
                <a:srgbClr val="6B7280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6" name="Text 1"/>
          <p:cNvSpPr/>
          <p:nvPr/>
        </p:nvSpPr>
        <p:spPr>
          <a:xfrm>
            <a:off x="2024380" y="1339850"/>
            <a:ext cx="3573780" cy="4616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识别移动互联场景中的安全隐患</a:t>
            </a:r>
            <a:endParaRPr lang="en-US" sz="2000" b="1" dirty="0">
              <a:solidFill>
                <a:srgbClr val="00234E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1371600"/>
            <a:ext cx="60960" cy="639775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853440" y="2250440"/>
            <a:ext cx="919480" cy="41529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b="1" dirty="0">
                <a:solidFill>
                  <a:srgbClr val="6B728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任务场景</a:t>
            </a:r>
            <a:endParaRPr lang="en-US" b="1" dirty="0">
              <a:solidFill>
                <a:srgbClr val="6B7280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9" name="Text 3"/>
          <p:cNvSpPr/>
          <p:nvPr/>
        </p:nvSpPr>
        <p:spPr>
          <a:xfrm>
            <a:off x="853440" y="2679383"/>
            <a:ext cx="5526024" cy="61531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提供5个移动办公场景（见素材2），学生识别安全隐患并分析风险</a:t>
            </a:r>
            <a:endParaRPr lang="en-US" sz="2000" dirty="0">
              <a:solidFill>
                <a:srgbClr val="1F2937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9600" y="2316175"/>
            <a:ext cx="60960" cy="821741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853440" y="3389630"/>
            <a:ext cx="919480" cy="41529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b="1" dirty="0">
                <a:solidFill>
                  <a:srgbClr val="6B728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任务内容</a:t>
            </a:r>
            <a:endParaRPr lang="en-US" b="1" dirty="0">
              <a:solidFill>
                <a:srgbClr val="6B7280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53440" y="3810000"/>
            <a:ext cx="365760" cy="365760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960120" y="3855720"/>
            <a:ext cx="161544" cy="2438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b="1" dirty="0">
              <a:solidFill>
                <a:srgbClr val="FFFFFF"/>
              </a:solidFill>
            </a:endParaRPr>
          </a:p>
        </p:txBody>
      </p:sp>
      <p:sp>
        <p:nvSpPr>
          <p:cNvPr id="14" name="Text 6"/>
          <p:cNvSpPr/>
          <p:nvPr/>
        </p:nvSpPr>
        <p:spPr>
          <a:xfrm>
            <a:off x="1341120" y="3779520"/>
            <a:ext cx="1524000" cy="4616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阅读场景描述</a:t>
            </a:r>
            <a:endParaRPr lang="en-US" sz="2000" dirty="0">
              <a:solidFill>
                <a:srgbClr val="1F2937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53440" y="4191000"/>
            <a:ext cx="365760" cy="365760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960120" y="4236720"/>
            <a:ext cx="161544" cy="2438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b="1" dirty="0">
              <a:solidFill>
                <a:srgbClr val="FFFFFF"/>
              </a:solidFill>
            </a:endParaRPr>
          </a:p>
        </p:txBody>
      </p:sp>
      <p:sp>
        <p:nvSpPr>
          <p:cNvPr id="17" name="Text 8"/>
          <p:cNvSpPr/>
          <p:nvPr/>
        </p:nvSpPr>
        <p:spPr>
          <a:xfrm>
            <a:off x="1341120" y="4160520"/>
            <a:ext cx="2286000" cy="4616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标注存在的安全问题</a:t>
            </a:r>
            <a:endParaRPr lang="en-US" sz="2000" dirty="0">
              <a:solidFill>
                <a:srgbClr val="1F2937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53440" y="4572000"/>
            <a:ext cx="365760" cy="365760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960120" y="4632960"/>
            <a:ext cx="161544" cy="2438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b="1" dirty="0">
              <a:solidFill>
                <a:srgbClr val="FFFFFF"/>
              </a:solidFill>
            </a:endParaRPr>
          </a:p>
        </p:txBody>
      </p:sp>
      <p:sp>
        <p:nvSpPr>
          <p:cNvPr id="20" name="Text 10"/>
          <p:cNvSpPr/>
          <p:nvPr/>
        </p:nvSpPr>
        <p:spPr>
          <a:xfrm>
            <a:off x="1341120" y="4556760"/>
            <a:ext cx="2286000" cy="4616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分析可能导致的后果</a:t>
            </a:r>
            <a:endParaRPr lang="en-US" sz="2000" dirty="0">
              <a:solidFill>
                <a:srgbClr val="1F2937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53440" y="4968240"/>
            <a:ext cx="365760" cy="365760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960120" y="5013960"/>
            <a:ext cx="161544" cy="2438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b="1" dirty="0">
              <a:solidFill>
                <a:srgbClr val="FFFFFF"/>
              </a:solidFill>
            </a:endParaRPr>
          </a:p>
        </p:txBody>
      </p:sp>
      <p:sp>
        <p:nvSpPr>
          <p:cNvPr id="23" name="Text 12"/>
          <p:cNvSpPr/>
          <p:nvPr/>
        </p:nvSpPr>
        <p:spPr>
          <a:xfrm>
            <a:off x="1341120" y="4937760"/>
            <a:ext cx="2032000" cy="4616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提出初步改进建议</a:t>
            </a:r>
            <a:endParaRPr lang="en-US" sz="2000" dirty="0">
              <a:solidFill>
                <a:srgbClr val="1F2937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09600" y="3503828"/>
            <a:ext cx="60960" cy="1776222"/>
          </a:xfrm>
          <a:prstGeom prst="rect">
            <a:avLst/>
          </a:prstGeom>
        </p:spPr>
      </p:pic>
      <p:pic>
        <p:nvPicPr>
          <p:cNvPr id="25" name="Image 10" descr="https://test.web.static.jianzeppt.com/ppt-temp-img3/63d29f224c7e86958973e8a165d4266b.png?x-oss-process=image/resize,w_1440,h_800,m_lfit/format,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9600" y="5699760"/>
            <a:ext cx="3444240" cy="548640"/>
          </a:xfrm>
          <a:prstGeom prst="rect">
            <a:avLst/>
          </a:prstGeom>
        </p:spPr>
      </p:pic>
      <p:pic>
        <p:nvPicPr>
          <p:cNvPr id="26" name="Image 11" descr="preencoded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53440" y="5821680"/>
            <a:ext cx="304800" cy="304800"/>
          </a:xfrm>
          <a:prstGeom prst="rect">
            <a:avLst/>
          </a:prstGeom>
        </p:spPr>
      </p:pic>
      <p:sp>
        <p:nvSpPr>
          <p:cNvPr id="27" name="Text 13"/>
          <p:cNvSpPr/>
          <p:nvPr/>
        </p:nvSpPr>
        <p:spPr>
          <a:xfrm>
            <a:off x="1280160" y="5676900"/>
            <a:ext cx="2343150" cy="4616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时间安排：约15分钟</a:t>
            </a:r>
            <a:endParaRPr lang="en-US" sz="2000" b="1" dirty="0">
              <a:solidFill>
                <a:srgbClr val="00234E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pic>
        <p:nvPicPr>
          <p:cNvPr id="28" name="Image 12" descr="https://test.web.static.jianzeppt.com/ppt-temp-img3/2af9fb96fa37186216b4e1158d3305e0.png?x-oss-process=image/resize,w_1440,h_800,m_lfit/format,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858000" y="1615440"/>
            <a:ext cx="4739640" cy="4389120"/>
          </a:xfrm>
          <a:prstGeom prst="rect">
            <a:avLst/>
          </a:prstGeom>
        </p:spPr>
      </p:pic>
      <p:pic>
        <p:nvPicPr>
          <p:cNvPr id="29" name="Image 13" descr="https://test.web.static.jianzeppt.com/ppt-temp-img3/50688a051579f4ba5b8aa243c5123bdb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117080" y="1874520"/>
            <a:ext cx="4221480" cy="3870960"/>
          </a:xfrm>
          <a:prstGeom prst="rect">
            <a:avLst/>
          </a:prstGeom>
        </p:spPr>
      </p:pic>
      <p:sp>
        <p:nvSpPr>
          <p:cNvPr id="30" name="Text 14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实践任务2——安全隐患识别</a:t>
            </a:r>
            <a:endParaRPr lang="en-US" sz="2760" dirty="0"/>
          </a:p>
        </p:txBody>
      </p:sp>
      <p:graphicFrame>
        <p:nvGraphicFramePr>
          <p:cNvPr id="31" name="对象 3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588375" y="673100"/>
          <a:ext cx="9715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" showAsIcon="1" r:id="rId20" imgW="971550" imgH="666750" progId="Word.Document.12">
                  <p:embed/>
                </p:oleObj>
              </mc:Choice>
              <mc:Fallback>
                <p:oleObj name="" showAsIcon="1" r:id="rId20" imgW="971550" imgH="666750" progId="Word.Document.12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8588375" y="673100"/>
                        <a:ext cx="971550" cy="666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5364480"/>
            <a:ext cx="10972800" cy="94488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6" name="Text 0"/>
          <p:cNvSpPr/>
          <p:nvPr/>
        </p:nvSpPr>
        <p:spPr>
          <a:xfrm>
            <a:off x="1844040" y="5608320"/>
            <a:ext cx="852830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kern="0" spc="80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一句话： 移动互联拓展了工作的边界，也拓展了安全的边界。</a:t>
            </a:r>
            <a:endParaRPr lang="en-US" sz="2400" dirty="0"/>
          </a:p>
        </p:txBody>
      </p:sp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9600" y="1706880"/>
            <a:ext cx="3413760" cy="3291840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929640" y="2209800"/>
            <a:ext cx="2782824" cy="156210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个人设备用于工作，企业数据与个人数据需要隔离。不将工作数据保存在个人设备中。</a:t>
            </a:r>
            <a:endParaRPr lang="en-US" sz="1920" dirty="0"/>
          </a:p>
        </p:txBody>
      </p:sp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49680" y="1447800"/>
            <a:ext cx="2133600" cy="487680"/>
          </a:xfrm>
          <a:prstGeom prst="rect">
            <a:avLst/>
          </a:prstGeom>
        </p:spPr>
      </p:pic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493520" y="1539240"/>
            <a:ext cx="304800" cy="304800"/>
          </a:xfrm>
          <a:prstGeom prst="rect">
            <a:avLst/>
          </a:prstGeom>
        </p:spPr>
      </p:pic>
      <p:sp>
        <p:nvSpPr>
          <p:cNvPr id="11" name="Text 2"/>
          <p:cNvSpPr/>
          <p:nvPr/>
        </p:nvSpPr>
        <p:spPr>
          <a:xfrm>
            <a:off x="1920240" y="1539240"/>
            <a:ext cx="122834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公私分明</a:t>
            </a:r>
            <a:endParaRPr lang="en-US" sz="2400" dirty="0"/>
          </a:p>
        </p:txBody>
      </p:sp>
      <p:pic>
        <p:nvPicPr>
          <p:cNvPr id="12" name="Image 7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89120" y="1706880"/>
            <a:ext cx="3413760" cy="3291840"/>
          </a:xfrm>
          <a:prstGeom prst="rect">
            <a:avLst/>
          </a:prstGeom>
        </p:spPr>
      </p:pic>
      <p:sp>
        <p:nvSpPr>
          <p:cNvPr id="13" name="Text 3"/>
          <p:cNvSpPr/>
          <p:nvPr/>
        </p:nvSpPr>
        <p:spPr>
          <a:xfrm>
            <a:off x="4709160" y="2209800"/>
            <a:ext cx="2782824" cy="156210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移动互联系统同样需要等保测评。无论是公有云还是移动办公，都不是法外之地。</a:t>
            </a:r>
            <a:endParaRPr lang="en-US" sz="1920" dirty="0"/>
          </a:p>
        </p:txBody>
      </p:sp>
      <p:pic>
        <p:nvPicPr>
          <p:cNvPr id="14" name="Image 8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029200" y="1447800"/>
            <a:ext cx="2133600" cy="487680"/>
          </a:xfrm>
          <a:prstGeom prst="rect">
            <a:avLst/>
          </a:prstGeom>
        </p:spPr>
      </p:pic>
      <p:pic>
        <p:nvPicPr>
          <p:cNvPr id="15" name="Image 9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273040" y="1539240"/>
            <a:ext cx="304800" cy="304800"/>
          </a:xfrm>
          <a:prstGeom prst="rect">
            <a:avLst/>
          </a:prstGeom>
        </p:spPr>
      </p:pic>
      <p:sp>
        <p:nvSpPr>
          <p:cNvPr id="16" name="Text 4"/>
          <p:cNvSpPr/>
          <p:nvPr/>
        </p:nvSpPr>
        <p:spPr>
          <a:xfrm>
            <a:off x="5699760" y="1539240"/>
            <a:ext cx="122834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合规先行</a:t>
            </a:r>
            <a:endParaRPr lang="en-US" sz="2400" dirty="0"/>
          </a:p>
        </p:txBody>
      </p:sp>
      <p:pic>
        <p:nvPicPr>
          <p:cNvPr id="17" name="Image 10" descr="preencoded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68640" y="1706880"/>
            <a:ext cx="3413760" cy="3291840"/>
          </a:xfrm>
          <a:prstGeom prst="rect">
            <a:avLst/>
          </a:prstGeom>
        </p:spPr>
      </p:pic>
      <p:sp>
        <p:nvSpPr>
          <p:cNvPr id="18" name="Text 5"/>
          <p:cNvSpPr/>
          <p:nvPr/>
        </p:nvSpPr>
        <p:spPr>
          <a:xfrm>
            <a:off x="8488680" y="2209800"/>
            <a:ext cx="2782824" cy="156210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移动安全不仅是IT部门的事，也是每个员工的事。不随意连接未知WiFi，不安装来路不明的APP。</a:t>
            </a:r>
            <a:endParaRPr lang="en-US" sz="1920" dirty="0"/>
          </a:p>
        </p:txBody>
      </p:sp>
      <p:pic>
        <p:nvPicPr>
          <p:cNvPr id="19" name="Image 11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808720" y="1447800"/>
            <a:ext cx="2133600" cy="487680"/>
          </a:xfrm>
          <a:prstGeom prst="rect">
            <a:avLst/>
          </a:prstGeom>
        </p:spPr>
      </p:pic>
      <p:pic>
        <p:nvPicPr>
          <p:cNvPr id="20" name="Image 12" descr="preencoded.png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052560" y="1539240"/>
            <a:ext cx="304800" cy="304800"/>
          </a:xfrm>
          <a:prstGeom prst="rect">
            <a:avLst/>
          </a:prstGeom>
        </p:spPr>
      </p:pic>
      <p:sp>
        <p:nvSpPr>
          <p:cNvPr id="21" name="Text 6"/>
          <p:cNvSpPr/>
          <p:nvPr/>
        </p:nvSpPr>
        <p:spPr>
          <a:xfrm>
            <a:off x="9479280" y="1539240"/>
            <a:ext cx="122834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责任共担</a:t>
            </a:r>
            <a:endParaRPr lang="en-US" sz="2400" dirty="0"/>
          </a:p>
        </p:txBody>
      </p:sp>
      <p:sp>
        <p:nvSpPr>
          <p:cNvPr id="22" name="Text 7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思政融入——移动安全无小事</a:t>
            </a:r>
            <a:endParaRPr lang="en-US" sz="276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pic>
        <p:nvPicPr>
          <p:cNvPr id="5" name="Image 3" descr="https://test.web.static.jianzeppt.com/ppt-temp-img3/7c871459dc88666f6f1991bd1f1cafad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371600"/>
            <a:ext cx="10972800" cy="4267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9600" y="2849880"/>
            <a:ext cx="2438400" cy="1325880"/>
          </a:xfrm>
          <a:prstGeom prst="rect">
            <a:avLst/>
          </a:prstGeom>
          <a:effectLst>
            <a:outerShdw blurRad="1161288000" dist="774192000" dir="-1" algn="bl" rotWithShape="0">
              <a:srgbClr val="000000">
                <a:alpha val="1000000000"/>
              </a:srgbClr>
            </a:outerShdw>
          </a:effectLst>
        </p:spPr>
      </p:pic>
      <p:sp>
        <p:nvSpPr>
          <p:cNvPr id="7" name="Text 0"/>
          <p:cNvSpPr/>
          <p:nvPr/>
        </p:nvSpPr>
        <p:spPr>
          <a:xfrm>
            <a:off x="1219200" y="3078480"/>
            <a:ext cx="1228344" cy="8458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38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移动互联</a:t>
            </a:r>
            <a:r>
              <a:rPr lang="en-US" sz="24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架构认知</a:t>
            </a:r>
            <a:endParaRPr lang="en-US" sz="2400" dirty="0"/>
          </a:p>
        </p:txBody>
      </p:sp>
      <p:sp>
        <p:nvSpPr>
          <p:cNvPr id="10" name="Text 2"/>
          <p:cNvSpPr/>
          <p:nvPr/>
        </p:nvSpPr>
        <p:spPr>
          <a:xfrm>
            <a:off x="4693920" y="1586230"/>
            <a:ext cx="6897624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端：移动终端（手机/平板/专用终端）</a:t>
            </a:r>
            <a:endParaRPr lang="en-US" sz="1680" dirty="0"/>
          </a:p>
        </p:txBody>
      </p:sp>
      <p:sp>
        <p:nvSpPr>
          <p:cNvPr id="11" name="Text 3"/>
          <p:cNvSpPr/>
          <p:nvPr/>
        </p:nvSpPr>
        <p:spPr>
          <a:xfrm>
            <a:off x="4693920" y="1860550"/>
            <a:ext cx="6897624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管：无线网络（WiFi AP + 无线接入网关）</a:t>
            </a:r>
            <a:endParaRPr lang="en-US" sz="1680" dirty="0"/>
          </a:p>
        </p:txBody>
      </p:sp>
      <p:sp>
        <p:nvSpPr>
          <p:cNvPr id="12" name="Text 4"/>
          <p:cNvSpPr/>
          <p:nvPr/>
        </p:nvSpPr>
        <p:spPr>
          <a:xfrm>
            <a:off x="4693920" y="2119630"/>
            <a:ext cx="6897624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云：移动应用（APP + 后台服务器）</a:t>
            </a:r>
            <a:endParaRPr lang="en-US" sz="1680" dirty="0"/>
          </a:p>
        </p:txBody>
      </p:sp>
      <p:grpSp>
        <p:nvGrpSpPr>
          <p:cNvPr id="31" name="组合 30"/>
          <p:cNvGrpSpPr/>
          <p:nvPr/>
        </p:nvGrpSpPr>
        <p:grpSpPr>
          <a:xfrm>
            <a:off x="4236720" y="1076960"/>
            <a:ext cx="3154680" cy="525780"/>
            <a:chOff x="6672" y="2268"/>
            <a:chExt cx="4968" cy="828"/>
          </a:xfrm>
        </p:grpSpPr>
        <p:pic>
          <p:nvPicPr>
            <p:cNvPr id="8" name="Image 5" descr="https://test.web.static.jianzeppt.com/ppt-temp-img3/568a210304293077a6ed3e22b175006a.png?x-oss-process=image/resize,w_1440,h_800,m_lfit/format,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200" y="2328"/>
              <a:ext cx="4440" cy="768"/>
            </a:xfrm>
            <a:prstGeom prst="rect">
              <a:avLst/>
            </a:prstGeom>
          </p:spPr>
        </p:pic>
        <p:sp>
          <p:nvSpPr>
            <p:cNvPr id="9" name="Text 1"/>
            <p:cNvSpPr/>
            <p:nvPr/>
          </p:nvSpPr>
          <p:spPr>
            <a:xfrm>
              <a:off x="7488" y="2268"/>
              <a:ext cx="3878" cy="57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920" b="1" dirty="0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一、移动互联系统组成</a:t>
              </a:r>
              <a:endParaRPr lang="en-US" sz="1920" dirty="0"/>
            </a:p>
          </p:txBody>
        </p:sp>
        <p:pic>
          <p:nvPicPr>
            <p:cNvPr id="13" name="Image 6" descr="preencoded.png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672" y="2616"/>
              <a:ext cx="288" cy="288"/>
            </a:xfrm>
            <a:prstGeom prst="rect">
              <a:avLst/>
            </a:prstGeom>
          </p:spPr>
        </p:pic>
      </p:grpSp>
      <p:sp>
        <p:nvSpPr>
          <p:cNvPr id="16" name="Text 6"/>
          <p:cNvSpPr/>
          <p:nvPr/>
        </p:nvSpPr>
        <p:spPr>
          <a:xfrm>
            <a:off x="4693920" y="2898140"/>
            <a:ext cx="6897624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终端风险（丢失、恶意软件、系统漏洞）</a:t>
            </a:r>
            <a:endParaRPr lang="en-US" sz="1680" dirty="0"/>
          </a:p>
        </p:txBody>
      </p:sp>
      <p:sp>
        <p:nvSpPr>
          <p:cNvPr id="17" name="Text 7"/>
          <p:cNvSpPr/>
          <p:nvPr/>
        </p:nvSpPr>
        <p:spPr>
          <a:xfrm>
            <a:off x="4693920" y="3172460"/>
            <a:ext cx="6897624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网络风险（中间人攻击、非法接入）</a:t>
            </a:r>
            <a:endParaRPr lang="en-US" sz="1680" dirty="0"/>
          </a:p>
        </p:txBody>
      </p:sp>
      <p:sp>
        <p:nvSpPr>
          <p:cNvPr id="18" name="Text 8"/>
          <p:cNvSpPr/>
          <p:nvPr/>
        </p:nvSpPr>
        <p:spPr>
          <a:xfrm>
            <a:off x="4693920" y="3431540"/>
            <a:ext cx="6897624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应用风险（逆向工程、明文存储）</a:t>
            </a:r>
            <a:endParaRPr lang="en-US" sz="1680" dirty="0"/>
          </a:p>
        </p:txBody>
      </p:sp>
      <p:grpSp>
        <p:nvGrpSpPr>
          <p:cNvPr id="32" name="组合 31"/>
          <p:cNvGrpSpPr/>
          <p:nvPr/>
        </p:nvGrpSpPr>
        <p:grpSpPr>
          <a:xfrm>
            <a:off x="4236720" y="2426970"/>
            <a:ext cx="2667000" cy="487680"/>
            <a:chOff x="6672" y="4056"/>
            <a:chExt cx="4200" cy="768"/>
          </a:xfrm>
        </p:grpSpPr>
        <p:pic>
          <p:nvPicPr>
            <p:cNvPr id="14" name="Image 7" descr="https://test.web.static.jianzeppt.com/ppt-temp-img3/1915f45fc8eb24c27b7f817657546861.png?x-oss-process=image/resize,w_1440,h_800,m_lfit/format,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200" y="4056"/>
              <a:ext cx="3672" cy="768"/>
            </a:xfrm>
            <a:prstGeom prst="rect">
              <a:avLst/>
            </a:prstGeom>
          </p:spPr>
        </p:pic>
        <p:sp>
          <p:nvSpPr>
            <p:cNvPr id="15" name="Text 5"/>
            <p:cNvSpPr/>
            <p:nvPr/>
          </p:nvSpPr>
          <p:spPr>
            <a:xfrm>
              <a:off x="7488" y="4152"/>
              <a:ext cx="3110" cy="57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920" b="1" dirty="0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二、三大安全风险</a:t>
              </a:r>
              <a:endParaRPr lang="en-US" sz="1920" dirty="0"/>
            </a:p>
          </p:txBody>
        </p:sp>
        <p:pic>
          <p:nvPicPr>
            <p:cNvPr id="19" name="Image 8" descr="preencoded.png"/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672" y="4344"/>
              <a:ext cx="288" cy="288"/>
            </a:xfrm>
            <a:prstGeom prst="rect">
              <a:avLst/>
            </a:prstGeom>
          </p:spPr>
        </p:pic>
      </p:grpSp>
      <p:sp>
        <p:nvSpPr>
          <p:cNvPr id="22" name="Text 10"/>
          <p:cNvSpPr/>
          <p:nvPr/>
        </p:nvSpPr>
        <p:spPr>
          <a:xfrm>
            <a:off x="4693920" y="4175760"/>
            <a:ext cx="6897624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5个维度：物理环境→区域边界→计算环境→建设管理→运维管理</a:t>
            </a:r>
            <a:endParaRPr lang="en-US" sz="1680" dirty="0"/>
          </a:p>
        </p:txBody>
      </p:sp>
      <p:sp>
        <p:nvSpPr>
          <p:cNvPr id="23" name="Text 11"/>
          <p:cNvSpPr/>
          <p:nvPr/>
        </p:nvSpPr>
        <p:spPr>
          <a:xfrm>
            <a:off x="4693920" y="4434840"/>
            <a:ext cx="6897624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核心要求：接入认证、边界防护、终端管控</a:t>
            </a:r>
            <a:endParaRPr lang="en-US" sz="1680" dirty="0"/>
          </a:p>
        </p:txBody>
      </p:sp>
      <p:grpSp>
        <p:nvGrpSpPr>
          <p:cNvPr id="34" name="组合 33"/>
          <p:cNvGrpSpPr/>
          <p:nvPr/>
        </p:nvGrpSpPr>
        <p:grpSpPr>
          <a:xfrm>
            <a:off x="4236720" y="3700780"/>
            <a:ext cx="4495800" cy="492760"/>
            <a:chOff x="6672" y="5776"/>
            <a:chExt cx="7080" cy="776"/>
          </a:xfrm>
        </p:grpSpPr>
        <p:pic>
          <p:nvPicPr>
            <p:cNvPr id="20" name="Image 9" descr="https://test.web.static.jianzeppt.com/ppt-temp-img3/8fffd9854ca473b3919c42abca0e5535.png?x-oss-process=image/resize,w_1440,h_800,m_lfit/format,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7200" y="5784"/>
              <a:ext cx="6552" cy="768"/>
            </a:xfrm>
            <a:prstGeom prst="rect">
              <a:avLst/>
            </a:prstGeom>
          </p:spPr>
        </p:pic>
        <p:sp>
          <p:nvSpPr>
            <p:cNvPr id="21" name="Text 9"/>
            <p:cNvSpPr/>
            <p:nvPr/>
          </p:nvSpPr>
          <p:spPr>
            <a:xfrm>
              <a:off x="7488" y="5776"/>
              <a:ext cx="5990" cy="57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920" b="1" dirty="0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三、等保2.0移动互联安全扩展要求</a:t>
              </a:r>
              <a:endParaRPr lang="en-US" sz="1920" dirty="0"/>
            </a:p>
          </p:txBody>
        </p:sp>
        <p:pic>
          <p:nvPicPr>
            <p:cNvPr id="24" name="Image 10" descr="preencoded.png"/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672" y="6072"/>
              <a:ext cx="288" cy="288"/>
            </a:xfrm>
            <a:prstGeom prst="rect">
              <a:avLst/>
            </a:prstGeom>
          </p:spPr>
        </p:pic>
      </p:grpSp>
      <p:sp>
        <p:nvSpPr>
          <p:cNvPr id="27" name="Text 13"/>
          <p:cNvSpPr/>
          <p:nvPr/>
        </p:nvSpPr>
        <p:spPr>
          <a:xfrm>
            <a:off x="4693920" y="5341620"/>
            <a:ext cx="6897624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MDM/MAM（设备与应用管理）</a:t>
            </a:r>
            <a:endParaRPr lang="en-US" sz="1680" dirty="0"/>
          </a:p>
        </p:txBody>
      </p:sp>
      <p:sp>
        <p:nvSpPr>
          <p:cNvPr id="28" name="Text 14"/>
          <p:cNvSpPr/>
          <p:nvPr/>
        </p:nvSpPr>
        <p:spPr>
          <a:xfrm>
            <a:off x="4693920" y="5615940"/>
            <a:ext cx="6897624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容器化（工作与个人数据分离）</a:t>
            </a:r>
            <a:endParaRPr lang="en-US" sz="1680" dirty="0"/>
          </a:p>
        </p:txBody>
      </p:sp>
      <p:grpSp>
        <p:nvGrpSpPr>
          <p:cNvPr id="33" name="组合 32"/>
          <p:cNvGrpSpPr/>
          <p:nvPr/>
        </p:nvGrpSpPr>
        <p:grpSpPr>
          <a:xfrm>
            <a:off x="4236720" y="4837430"/>
            <a:ext cx="2179320" cy="487680"/>
            <a:chOff x="6672" y="7176"/>
            <a:chExt cx="3432" cy="768"/>
          </a:xfrm>
        </p:grpSpPr>
        <p:pic>
          <p:nvPicPr>
            <p:cNvPr id="25" name="Image 11" descr="https://test.web.static.jianzeppt.com/ppt-temp-img3/80b3eeada53f4b94b9c013fb5c70becc.png?x-oss-process=image/resize,w_1440,h_800,m_lfit/format,pn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7200" y="7176"/>
              <a:ext cx="2904" cy="768"/>
            </a:xfrm>
            <a:prstGeom prst="rect">
              <a:avLst/>
            </a:prstGeom>
          </p:spPr>
        </p:pic>
        <p:sp>
          <p:nvSpPr>
            <p:cNvPr id="26" name="Text 12"/>
            <p:cNvSpPr/>
            <p:nvPr/>
          </p:nvSpPr>
          <p:spPr>
            <a:xfrm>
              <a:off x="7488" y="7272"/>
              <a:ext cx="2342" cy="57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920" b="1" dirty="0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四、防护策略</a:t>
              </a:r>
              <a:endParaRPr lang="en-US" sz="1920" dirty="0"/>
            </a:p>
          </p:txBody>
        </p:sp>
        <p:pic>
          <p:nvPicPr>
            <p:cNvPr id="29" name="Image 12" descr="preencoded.png"/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672" y="7464"/>
              <a:ext cx="288" cy="288"/>
            </a:xfrm>
            <a:prstGeom prst="rect">
              <a:avLst/>
            </a:prstGeom>
          </p:spPr>
        </p:pic>
      </p:grpSp>
      <p:sp>
        <p:nvSpPr>
          <p:cNvPr id="30" name="Text 15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知识点回顾（5分钟）</a:t>
            </a:r>
            <a:endParaRPr lang="en-US" sz="276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pic>
        <p:nvPicPr>
          <p:cNvPr id="5" name="Image 3" descr="https://test.web.static.jianzeppt.com/ppt-temp-img3/fca7d3d3a383ef407204b529024f3fca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615440"/>
            <a:ext cx="5181600" cy="163068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2865120" y="2118360"/>
            <a:ext cx="69494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8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必做</a:t>
            </a:r>
            <a:endParaRPr lang="en-US" sz="1680" dirty="0"/>
          </a:p>
        </p:txBody>
      </p:sp>
      <p:sp>
        <p:nvSpPr>
          <p:cNvPr id="7" name="Text 1"/>
          <p:cNvSpPr/>
          <p:nvPr/>
        </p:nvSpPr>
        <p:spPr>
          <a:xfrm>
            <a:off x="1490472" y="2575560"/>
            <a:ext cx="3429000" cy="2768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提交《移动互联安全隐患分析表》</a:t>
            </a:r>
            <a:endParaRPr lang="en-US" dirty="0">
              <a:solidFill>
                <a:srgbClr val="333333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700000">
            <a:off x="2956560" y="1386840"/>
            <a:ext cx="487680" cy="487680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3063240" y="1447800"/>
            <a:ext cx="29870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01</a:t>
            </a:r>
            <a:endParaRPr lang="en-US" sz="1920" dirty="0"/>
          </a:p>
        </p:txBody>
      </p:sp>
      <p:pic>
        <p:nvPicPr>
          <p:cNvPr id="10" name="Image 5" descr="https://test.web.static.jianzeppt.com/ppt-temp-img3/fca7d3d3a383ef407204b529024f3fca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615440"/>
            <a:ext cx="5181600" cy="1630680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>
            <a:off x="8656320" y="2118360"/>
            <a:ext cx="694944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必做</a:t>
            </a:r>
            <a:endParaRPr lang="en-US" sz="1200" dirty="0"/>
          </a:p>
        </p:txBody>
      </p:sp>
      <p:sp>
        <p:nvSpPr>
          <p:cNvPr id="12" name="Text 4"/>
          <p:cNvSpPr/>
          <p:nvPr/>
        </p:nvSpPr>
        <p:spPr>
          <a:xfrm>
            <a:off x="6781800" y="2468880"/>
            <a:ext cx="4428744" cy="5537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完成活动7.2.1在线测试（选择题+判断题，共15题）</a:t>
            </a:r>
            <a:endParaRPr lang="en-US" dirty="0">
              <a:solidFill>
                <a:srgbClr val="333333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pic>
        <p:nvPicPr>
          <p:cNvPr id="13" name="Image 6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700000">
            <a:off x="8747760" y="1386840"/>
            <a:ext cx="487680" cy="487680"/>
          </a:xfrm>
          <a:prstGeom prst="rect">
            <a:avLst/>
          </a:prstGeom>
        </p:spPr>
      </p:pic>
      <p:sp>
        <p:nvSpPr>
          <p:cNvPr id="14" name="Text 5"/>
          <p:cNvSpPr/>
          <p:nvPr/>
        </p:nvSpPr>
        <p:spPr>
          <a:xfrm>
            <a:off x="8854440" y="1447800"/>
            <a:ext cx="29870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02</a:t>
            </a:r>
            <a:endParaRPr lang="en-US" sz="1920" dirty="0"/>
          </a:p>
        </p:txBody>
      </p:sp>
      <p:pic>
        <p:nvPicPr>
          <p:cNvPr id="15" name="Image 7" descr="https://test.web.static.jianzeppt.com/ppt-temp-img3/fca7d3d3a383ef407204b529024f3fca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008120"/>
            <a:ext cx="5181600" cy="1630680"/>
          </a:xfrm>
          <a:prstGeom prst="rect">
            <a:avLst/>
          </a:prstGeom>
        </p:spPr>
      </p:pic>
      <p:sp>
        <p:nvSpPr>
          <p:cNvPr id="16" name="Text 6"/>
          <p:cNvSpPr/>
          <p:nvPr/>
        </p:nvSpPr>
        <p:spPr>
          <a:xfrm>
            <a:off x="2865120" y="4511040"/>
            <a:ext cx="694944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选做</a:t>
            </a:r>
            <a:endParaRPr lang="en-US" sz="1200" dirty="0"/>
          </a:p>
        </p:txBody>
      </p:sp>
      <p:sp>
        <p:nvSpPr>
          <p:cNvPr id="17" name="Text 7"/>
          <p:cNvSpPr/>
          <p:nvPr/>
        </p:nvSpPr>
        <p:spPr>
          <a:xfrm>
            <a:off x="990600" y="4861560"/>
            <a:ext cx="4394835" cy="5537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调研一种移动终端管理（MDM）产品，总结其功能</a:t>
            </a:r>
            <a:endParaRPr lang="en-US" dirty="0">
              <a:solidFill>
                <a:srgbClr val="333333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pic>
        <p:nvPicPr>
          <p:cNvPr id="18" name="Image 8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700000">
            <a:off x="2956560" y="3779520"/>
            <a:ext cx="487680" cy="487680"/>
          </a:xfrm>
          <a:prstGeom prst="rect">
            <a:avLst/>
          </a:prstGeom>
        </p:spPr>
      </p:pic>
      <p:sp>
        <p:nvSpPr>
          <p:cNvPr id="19" name="Text 8"/>
          <p:cNvSpPr/>
          <p:nvPr/>
        </p:nvSpPr>
        <p:spPr>
          <a:xfrm>
            <a:off x="3063240" y="3840480"/>
            <a:ext cx="29870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03</a:t>
            </a:r>
            <a:endParaRPr lang="en-US" sz="1920" dirty="0"/>
          </a:p>
        </p:txBody>
      </p:sp>
      <p:pic>
        <p:nvPicPr>
          <p:cNvPr id="20" name="Image 9" descr="https://test.web.static.jianzeppt.com/ppt-temp-img3/fca7d3d3a383ef407204b529024f3fca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4008120"/>
            <a:ext cx="5181600" cy="1630680"/>
          </a:xfrm>
          <a:prstGeom prst="rect">
            <a:avLst/>
          </a:prstGeom>
        </p:spPr>
      </p:pic>
      <p:sp>
        <p:nvSpPr>
          <p:cNvPr id="21" name="Text 9"/>
          <p:cNvSpPr/>
          <p:nvPr/>
        </p:nvSpPr>
        <p:spPr>
          <a:xfrm>
            <a:off x="8656320" y="4511040"/>
            <a:ext cx="694944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预习</a:t>
            </a:r>
            <a:endParaRPr lang="en-US" sz="1200" dirty="0"/>
          </a:p>
        </p:txBody>
      </p:sp>
      <p:sp>
        <p:nvSpPr>
          <p:cNvPr id="22" name="Text 10"/>
          <p:cNvSpPr/>
          <p:nvPr/>
        </p:nvSpPr>
        <p:spPr>
          <a:xfrm>
            <a:off x="6781800" y="4861560"/>
            <a:ext cx="4428744" cy="4508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63000"/>
              </a:lnSpc>
              <a:buNone/>
            </a:pPr>
            <a:r>
              <a:rPr lang="en-US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预习7.2.2“移动安全配置核查”相关内容</a:t>
            </a:r>
            <a:endParaRPr lang="en-US" dirty="0">
              <a:solidFill>
                <a:srgbClr val="333333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pic>
        <p:nvPicPr>
          <p:cNvPr id="23" name="Image 10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700000">
            <a:off x="8747760" y="3779520"/>
            <a:ext cx="487680" cy="487680"/>
          </a:xfrm>
          <a:prstGeom prst="rect">
            <a:avLst/>
          </a:prstGeom>
        </p:spPr>
      </p:pic>
      <p:sp>
        <p:nvSpPr>
          <p:cNvPr id="24" name="Text 11"/>
          <p:cNvSpPr/>
          <p:nvPr/>
        </p:nvSpPr>
        <p:spPr>
          <a:xfrm>
            <a:off x="8854440" y="3840480"/>
            <a:ext cx="29870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04</a:t>
            </a:r>
            <a:endParaRPr lang="en-US" sz="1920" dirty="0"/>
          </a:p>
        </p:txBody>
      </p:sp>
      <p:sp>
        <p:nvSpPr>
          <p:cNvPr id="25" name="Text 12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课后作业</a:t>
            </a:r>
            <a:endParaRPr lang="en-US" sz="276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36780" y="1925506"/>
            <a:ext cx="9136882" cy="975122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360" dirty="0">
                <a:solidFill>
                  <a:srgbClr val="FFFFFF"/>
                </a:solidFill>
              </a:rPr>
              <a:t>感谢观看</a:t>
            </a:r>
            <a:endParaRPr lang="en-US" sz="636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61.8,&quot;left&quot;:67.2,&quot;top&quot;:195.6,&quot;width&quot;:826.32}"/>
</p:tagLst>
</file>

<file path=ppt/tags/tag2.xml><?xml version="1.0" encoding="utf-8"?>
<p:tagLst xmlns:p="http://schemas.openxmlformats.org/presentationml/2006/main">
  <p:tag name="KSO_WM_DIAGRAM_VIRTUALLY_FRAME" val="{&quot;height&quot;:261.8,&quot;left&quot;:67.2,&quot;top&quot;:195.6,&quot;width&quot;:826.32}"/>
</p:tagLst>
</file>

<file path=ppt/tags/tag3.xml><?xml version="1.0" encoding="utf-8"?>
<p:tagLst xmlns:p="http://schemas.openxmlformats.org/presentationml/2006/main">
  <p:tag name="KSO_WM_DIAGRAM_VIRTUALLY_FRAME" val="{&quot;height&quot;:261.8,&quot;left&quot;:67.2,&quot;top&quot;:195.6,&quot;width&quot;:826.32}"/>
</p:tagLst>
</file>

<file path=ppt/tags/tag4.xml><?xml version="1.0" encoding="utf-8"?>
<p:tagLst xmlns:p="http://schemas.openxmlformats.org/presentationml/2006/main">
  <p:tag name="KSO_WM_DIAGRAM_VIRTUALLY_FRAME" val="{&quot;height&quot;:261.8,&quot;left&quot;:67.2,&quot;top&quot;:195.6,&quot;width&quot;:826.32}"/>
</p:tagLst>
</file>

<file path=ppt/tags/tag5.xml><?xml version="1.0" encoding="utf-8"?>
<p:tagLst xmlns:p="http://schemas.openxmlformats.org/presentationml/2006/main">
  <p:tag name="KSO_WM_DIAGRAM_VIRTUALLY_FRAME" val="{&quot;height&quot;:261.8,&quot;left&quot;:67.2,&quot;top&quot;:195.6,&quot;width&quot;:826.32}"/>
</p:tagLst>
</file>

<file path=ppt/tags/tag6.xml><?xml version="1.0" encoding="utf-8"?>
<p:tagLst xmlns:p="http://schemas.openxmlformats.org/presentationml/2006/main">
  <p:tag name="KSO_WM_DIAGRAM_VIRTUALLY_FRAME" val="{&quot;height&quot;:261.8,&quot;left&quot;:67.2,&quot;top&quot;:195.6,&quot;width&quot;:826.32}"/>
</p:tagLst>
</file>

<file path=ppt/tags/tag7.xml><?xml version="1.0" encoding="utf-8"?>
<p:tagLst xmlns:p="http://schemas.openxmlformats.org/presentationml/2006/main">
  <p:tag name="KSO_WM_DIAGRAM_VIRTUALLY_FRAME" val="{&quot;height&quot;:261.8,&quot;left&quot;:67.2,&quot;top&quot;:195.6,&quot;width&quot;:826.32}"/>
</p:tagLst>
</file>

<file path=ppt/tags/tag8.xml><?xml version="1.0" encoding="utf-8"?>
<p:tagLst xmlns:p="http://schemas.openxmlformats.org/presentationml/2006/main">
  <p:tag name="KSO_WM_DIAGRAM_VIRTUALLY_FRAME" val="{&quot;height&quot;:261.8,&quot;left&quot;:67.2,&quot;top&quot;:195.6,&quot;width&quot;:826.32}"/>
</p:tagLst>
</file>

<file path=ppt/tags/tag9.xml><?xml version="1.0" encoding="utf-8"?>
<p:tagLst xmlns:p="http://schemas.openxmlformats.org/presentationml/2006/main">
  <p:tag name="KSO_WM_DIAGRAM_VIRTUALLY_FRAME" val="{&quot;height&quot;:261.8,&quot;left&quot;:67.2,&quot;top&quot;:195.6,&quot;width&quot;:826.32}"/>
</p:tagLst>
</file>

<file path=ppt/tags/tag10.xml><?xml version="1.0" encoding="utf-8"?>
<p:tagLst xmlns:p="http://schemas.openxmlformats.org/presentationml/2006/main">
  <p:tag name="KSO_WM_DIAGRAM_VIRTUALLY_FRAME" val="{&quot;height&quot;:261.8,&quot;left&quot;:67.2,&quot;top&quot;:195.6,&quot;width&quot;:826.32}"/>
</p:tagLst>
</file>

<file path=ppt/tags/tag11.xml><?xml version="1.0" encoding="utf-8"?>
<p:tagLst xmlns:p="http://schemas.openxmlformats.org/presentationml/2006/main">
  <p:tag name="KSO_WM_DIAGRAM_VIRTUALLY_FRAME" val="{&quot;height&quot;:261.8,&quot;left&quot;:67.2,&quot;top&quot;:195.6,&quot;width&quot;:826.32}"/>
</p:tagLst>
</file>

<file path=ppt/tags/tag12.xml><?xml version="1.0" encoding="utf-8"?>
<p:tagLst xmlns:p="http://schemas.openxmlformats.org/presentationml/2006/main">
  <p:tag name="KSO_WM_DIAGRAM_VIRTUALLY_FRAME" val="{&quot;height&quot;:261.8,&quot;left&quot;:67.2,&quot;top&quot;:195.6,&quot;width&quot;:826.32}"/>
</p:tagLst>
</file>

<file path=ppt/tags/tag13.xml><?xml version="1.0" encoding="utf-8"?>
<p:tagLst xmlns:p="http://schemas.openxmlformats.org/presentationml/2006/main">
  <p:tag name="KSO_WM_DIAGRAM_VIRTUALLY_FRAME" val="{&quot;height&quot;:304.8,&quot;left&quot;:48,&quot;top&quot;:146.4,&quot;width&quot;:864.72}"/>
</p:tagLst>
</file>

<file path=ppt/tags/tag14.xml><?xml version="1.0" encoding="utf-8"?>
<p:tagLst xmlns:p="http://schemas.openxmlformats.org/presentationml/2006/main">
  <p:tag name="KSO_WM_DIAGRAM_VIRTUALLY_FRAME" val="{&quot;height&quot;:304.8,&quot;left&quot;:48,&quot;top&quot;:146.4,&quot;width&quot;:864.72}"/>
</p:tagLst>
</file>

<file path=ppt/tags/tag15.xml><?xml version="1.0" encoding="utf-8"?>
<p:tagLst xmlns:p="http://schemas.openxmlformats.org/presentationml/2006/main">
  <p:tag name="KSO_WM_DIAGRAM_VIRTUALLY_FRAME" val="{&quot;height&quot;:304.8,&quot;left&quot;:48,&quot;top&quot;:146.4,&quot;width&quot;:864.72}"/>
</p:tagLst>
</file>

<file path=ppt/tags/tag16.xml><?xml version="1.0" encoding="utf-8"?>
<p:tagLst xmlns:p="http://schemas.openxmlformats.org/presentationml/2006/main">
  <p:tag name="KSO_WM_DIAGRAM_VIRTUALLY_FRAME" val="{&quot;height&quot;:304.8,&quot;left&quot;:48,&quot;top&quot;:146.4,&quot;width&quot;:864.72}"/>
</p:tagLst>
</file>

<file path=ppt/tags/tag17.xml><?xml version="1.0" encoding="utf-8"?>
<p:tagLst xmlns:p="http://schemas.openxmlformats.org/presentationml/2006/main">
  <p:tag name="KSO_WM_DIAGRAM_VIRTUALLY_FRAME" val="{&quot;height&quot;:304.8,&quot;left&quot;:48,&quot;top&quot;:146.4,&quot;width&quot;:864.72}"/>
</p:tagLst>
</file>

<file path=ppt/tags/tag18.xml><?xml version="1.0" encoding="utf-8"?>
<p:tagLst xmlns:p="http://schemas.openxmlformats.org/presentationml/2006/main">
  <p:tag name="KSO_WM_DIAGRAM_VIRTUALLY_FRAME" val="{&quot;height&quot;:304.8,&quot;left&quot;:48,&quot;top&quot;:146.4,&quot;width&quot;:864.72}"/>
</p:tagLst>
</file>

<file path=ppt/tags/tag19.xml><?xml version="1.0" encoding="utf-8"?>
<p:tagLst xmlns:p="http://schemas.openxmlformats.org/presentationml/2006/main">
  <p:tag name="KSO_WM_DIAGRAM_VIRTUALLY_FRAME" val="{&quot;height&quot;:304.8,&quot;left&quot;:48,&quot;top&quot;:146.4,&quot;width&quot;:864.72}"/>
</p:tagLst>
</file>

<file path=ppt/tags/tag20.xml><?xml version="1.0" encoding="utf-8"?>
<p:tagLst xmlns:p="http://schemas.openxmlformats.org/presentationml/2006/main">
  <p:tag name="KSO_WM_DIAGRAM_VIRTUALLY_FRAME" val="{&quot;height&quot;:304.8,&quot;left&quot;:48,&quot;top&quot;:146.4,&quot;width&quot;:864.72}"/>
</p:tagLst>
</file>

<file path=ppt/tags/tag21.xml><?xml version="1.0" encoding="utf-8"?>
<p:tagLst xmlns:p="http://schemas.openxmlformats.org/presentationml/2006/main">
  <p:tag name="KSO_WM_DIAGRAM_VIRTUALLY_FRAME" val="{&quot;height&quot;:304.8,&quot;left&quot;:48,&quot;top&quot;:146.4,&quot;width&quot;:864.72}"/>
</p:tagLst>
</file>

<file path=ppt/tags/tag22.xml><?xml version="1.0" encoding="utf-8"?>
<p:tagLst xmlns:p="http://schemas.openxmlformats.org/presentationml/2006/main">
  <p:tag name="KSO_WM_DIAGRAM_VIRTUALLY_FRAME" val="{&quot;height&quot;:304.8,&quot;left&quot;:48,&quot;top&quot;:146.4,&quot;width&quot;:864.72}"/>
</p:tagLst>
</file>

<file path=ppt/tags/tag23.xml><?xml version="1.0" encoding="utf-8"?>
<p:tagLst xmlns:p="http://schemas.openxmlformats.org/presentationml/2006/main">
  <p:tag name="KSO_WM_DIAGRAM_VIRTUALLY_FRAME" val="{&quot;height&quot;:304.8,&quot;left&quot;:48,&quot;top&quot;:146.4,&quot;width&quot;:864.72}"/>
</p:tagLst>
</file>

<file path=ppt/tags/tag24.xml><?xml version="1.0" encoding="utf-8"?>
<p:tagLst xmlns:p="http://schemas.openxmlformats.org/presentationml/2006/main">
  <p:tag name="KSO_WM_DIAGRAM_VIRTUALLY_FRAME" val="{&quot;height&quot;:304.8,&quot;left&quot;:48,&quot;top&quot;:146.4,&quot;width&quot;:864.72}"/>
</p:tagLst>
</file>

<file path=ppt/tags/tag25.xml><?xml version="1.0" encoding="utf-8"?>
<p:tagLst xmlns:p="http://schemas.openxmlformats.org/presentationml/2006/main">
  <p:tag name="KSO_WM_DIAGRAM_VIRTUALLY_FRAME" val="{&quot;height&quot;:304.8,&quot;left&quot;:48,&quot;top&quot;:146.4,&quot;width&quot;:864.72}"/>
</p:tagLst>
</file>

<file path=ppt/tags/tag26.xml><?xml version="1.0" encoding="utf-8"?>
<p:tagLst xmlns:p="http://schemas.openxmlformats.org/presentationml/2006/main">
  <p:tag name="KSO_WM_DIAGRAM_VIRTUALLY_FRAME" val="{&quot;height&quot;:304.8,&quot;left&quot;:48,&quot;top&quot;:146.4,&quot;width&quot;:864.72}"/>
</p:tagLst>
</file>

<file path=ppt/tags/tag27.xml><?xml version="1.0" encoding="utf-8"?>
<p:tagLst xmlns:p="http://schemas.openxmlformats.org/presentationml/2006/main">
  <p:tag name="KSO_WM_DIAGRAM_VIRTUALLY_FRAME" val="{&quot;height&quot;:304.8,&quot;left&quot;:48,&quot;top&quot;:146.4,&quot;width&quot;:864.72}"/>
</p:tagLst>
</file>

<file path=ppt/tags/tag28.xml><?xml version="1.0" encoding="utf-8"?>
<p:tagLst xmlns:p="http://schemas.openxmlformats.org/presentationml/2006/main">
  <p:tag name="KSO_WM_DIAGRAM_VIRTUALLY_FRAME" val="{&quot;height&quot;:304.8,&quot;left&quot;:48,&quot;top&quot;:146.4,&quot;width&quot;:864.72}"/>
</p:tagLst>
</file>

<file path=ppt/tags/tag29.xml><?xml version="1.0" encoding="utf-8"?>
<p:tagLst xmlns:p="http://schemas.openxmlformats.org/presentationml/2006/main">
  <p:tag name="KSO_WM_DIAGRAM_VIRTUALLY_FRAME" val="{&quot;height&quot;:304.8,&quot;left&quot;:48,&quot;top&quot;:146.4,&quot;width&quot;:864.72}"/>
</p:tagLst>
</file>

<file path=ppt/tags/tag30.xml><?xml version="1.0" encoding="utf-8"?>
<p:tagLst xmlns:p="http://schemas.openxmlformats.org/presentationml/2006/main">
  <p:tag name="KSO_WM_DIAGRAM_VIRTUALLY_FRAME" val="{&quot;height&quot;:304.8,&quot;left&quot;:48,&quot;top&quot;:146.4,&quot;width&quot;:864.72}"/>
</p:tagLst>
</file>

<file path=ppt/tags/tag31.xml><?xml version="1.0" encoding="utf-8"?>
<p:tagLst xmlns:p="http://schemas.openxmlformats.org/presentationml/2006/main">
  <p:tag name="KSO_WM_DIAGRAM_VIRTUALLY_FRAME" val="{&quot;height&quot;:304.8,&quot;left&quot;:48,&quot;top&quot;:146.4,&quot;width&quot;:864.72}"/>
</p:tagLst>
</file>

<file path=ppt/tags/tag32.xml><?xml version="1.0" encoding="utf-8"?>
<p:tagLst xmlns:p="http://schemas.openxmlformats.org/presentationml/2006/main">
  <p:tag name="KSO_WM_DIAGRAM_VIRTUALLY_FRAME" val="{&quot;height&quot;:304.8,&quot;left&quot;:48,&quot;top&quot;:146.4,&quot;width&quot;:864.72}"/>
</p:tagLst>
</file>

<file path=ppt/tags/tag33.xml><?xml version="1.0" encoding="utf-8"?>
<p:tagLst xmlns:p="http://schemas.openxmlformats.org/presentationml/2006/main">
  <p:tag name="KSO_WM_DIAGRAM_VIRTUALLY_FRAME" val="{&quot;height&quot;:304.8,&quot;left&quot;:48,&quot;top&quot;:146.4,&quot;width&quot;:864.72}"/>
</p:tagLst>
</file>

<file path=ppt/tags/tag34.xml><?xml version="1.0" encoding="utf-8"?>
<p:tagLst xmlns:p="http://schemas.openxmlformats.org/presentationml/2006/main">
  <p:tag name="KSO_WM_DIAGRAM_VIRTUALLY_FRAME" val="{&quot;height&quot;:304.8,&quot;left&quot;:48,&quot;top&quot;:146.4,&quot;width&quot;:864.72}"/>
</p:tagLst>
</file>

<file path=ppt/tags/tag35.xml><?xml version="1.0" encoding="utf-8"?>
<p:tagLst xmlns:p="http://schemas.openxmlformats.org/presentationml/2006/main">
  <p:tag name="KSO_WM_DIAGRAM_VIRTUALLY_FRAME" val="{&quot;height&quot;:304.8,&quot;left&quot;:48,&quot;top&quot;:146.4,&quot;width&quot;:864.72}"/>
</p:tagLst>
</file>

<file path=ppt/tags/tag36.xml><?xml version="1.0" encoding="utf-8"?>
<p:tagLst xmlns:p="http://schemas.openxmlformats.org/presentationml/2006/main">
  <p:tag name="KSO_WM_DIAGRAM_VIRTUALLY_FRAME" val="{&quot;height&quot;:304.8,&quot;left&quot;:48,&quot;top&quot;:146.4,&quot;width&quot;:864.72}"/>
</p:tagLst>
</file>

<file path=ppt/tags/tag37.xml><?xml version="1.0" encoding="utf-8"?>
<p:tagLst xmlns:p="http://schemas.openxmlformats.org/presentationml/2006/main">
  <p:tag name="KSO_WM_DIAGRAM_VIRTUALLY_FRAME" val="{&quot;height&quot;:171.05,&quot;left&quot;:48,&quot;top&quot;:332.4,&quot;width&quot;:864}"/>
</p:tagLst>
</file>

<file path=ppt/tags/tag38.xml><?xml version="1.0" encoding="utf-8"?>
<p:tagLst xmlns:p="http://schemas.openxmlformats.org/presentationml/2006/main">
  <p:tag name="KSO_WM_DIAGRAM_VIRTUALLY_FRAME" val="{&quot;height&quot;:171.05,&quot;left&quot;:48,&quot;top&quot;:332.4,&quot;width&quot;:864}"/>
</p:tagLst>
</file>

<file path=ppt/tags/tag39.xml><?xml version="1.0" encoding="utf-8"?>
<p:tagLst xmlns:p="http://schemas.openxmlformats.org/presentationml/2006/main">
  <p:tag name="KSO_WM_DIAGRAM_VIRTUALLY_FRAME" val="{&quot;height&quot;:171.05,&quot;left&quot;:48,&quot;top&quot;:332.4,&quot;width&quot;:864}"/>
</p:tagLst>
</file>

<file path=ppt/tags/tag40.xml><?xml version="1.0" encoding="utf-8"?>
<p:tagLst xmlns:p="http://schemas.openxmlformats.org/presentationml/2006/main">
  <p:tag name="KSO_WM_DIAGRAM_VIRTUALLY_FRAME" val="{&quot;height&quot;:171.05,&quot;left&quot;:48,&quot;top&quot;:332.4,&quot;width&quot;:864}"/>
</p:tagLst>
</file>

<file path=ppt/tags/tag41.xml><?xml version="1.0" encoding="utf-8"?>
<p:tagLst xmlns:p="http://schemas.openxmlformats.org/presentationml/2006/main">
  <p:tag name="KSO_WM_DIAGRAM_VIRTUALLY_FRAME" val="{&quot;height&quot;:171.05,&quot;left&quot;:48,&quot;top&quot;:332.4,&quot;width&quot;:864}"/>
</p:tagLst>
</file>

<file path=ppt/tags/tag42.xml><?xml version="1.0" encoding="utf-8"?>
<p:tagLst xmlns:p="http://schemas.openxmlformats.org/presentationml/2006/main">
  <p:tag name="KSO_WM_DIAGRAM_VIRTUALLY_FRAME" val="{&quot;height&quot;:171.05,&quot;left&quot;:48,&quot;top&quot;:332.4,&quot;width&quot;:864}"/>
</p:tagLst>
</file>

<file path=ppt/tags/tag43.xml><?xml version="1.0" encoding="utf-8"?>
<p:tagLst xmlns:p="http://schemas.openxmlformats.org/presentationml/2006/main">
  <p:tag name="KSO_WM_DIAGRAM_VIRTUALLY_FRAME" val="{&quot;height&quot;:171.05,&quot;left&quot;:48,&quot;top&quot;:332.4,&quot;width&quot;:864}"/>
</p:tagLst>
</file>

<file path=ppt/tags/tag44.xml><?xml version="1.0" encoding="utf-8"?>
<p:tagLst xmlns:p="http://schemas.openxmlformats.org/presentationml/2006/main">
  <p:tag name="KSO_WM_DIAGRAM_VIRTUALLY_FRAME" val="{&quot;height&quot;:171.05,&quot;left&quot;:48,&quot;top&quot;:332.4,&quot;width&quot;:864}"/>
</p:tagLst>
</file>

<file path=ppt/tags/tag45.xml><?xml version="1.0" encoding="utf-8"?>
<p:tagLst xmlns:p="http://schemas.openxmlformats.org/presentationml/2006/main">
  <p:tag name="KSO_WM_DIAGRAM_VIRTUALLY_FRAME" val="{&quot;height&quot;:171.05,&quot;left&quot;:48,&quot;top&quot;:332.4,&quot;width&quot;:864}"/>
</p:tagLst>
</file>

<file path=ppt/tags/tag46.xml><?xml version="1.0" encoding="utf-8"?>
<p:tagLst xmlns:p="http://schemas.openxmlformats.org/presentationml/2006/main">
  <p:tag name="KSO_WM_DIAGRAM_VIRTUALLY_FRAME" val="{&quot;height&quot;:171.05,&quot;left&quot;:48,&quot;top&quot;:332.4,&quot;width&quot;:864}"/>
</p:tagLst>
</file>

<file path=ppt/tags/tag47.xml><?xml version="1.0" encoding="utf-8"?>
<p:tagLst xmlns:p="http://schemas.openxmlformats.org/presentationml/2006/main">
  <p:tag name="KSO_WM_DIAGRAM_VIRTUALLY_FRAME" val="{&quot;height&quot;:171.05,&quot;left&quot;:48,&quot;top&quot;:332.4,&quot;width&quot;:864}"/>
</p:tagLst>
</file>

<file path=ppt/tags/tag48.xml><?xml version="1.0" encoding="utf-8"?>
<p:tagLst xmlns:p="http://schemas.openxmlformats.org/presentationml/2006/main">
  <p:tag name="KSO_WM_DIAGRAM_VIRTUALLY_FRAME" val="{&quot;height&quot;:171.05,&quot;left&quot;:48,&quot;top&quot;:332.4,&quot;width&quot;:864}"/>
</p:tagLst>
</file>

<file path=ppt/tags/tag49.xml><?xml version="1.0" encoding="utf-8"?>
<p:tagLst xmlns:p="http://schemas.openxmlformats.org/presentationml/2006/main">
  <p:tag name="KSO_WM_DIAGRAM_VIRTUALLY_FRAME" val="{&quot;height&quot;:171.05,&quot;left&quot;:48,&quot;top&quot;:332.4,&quot;width&quot;:864}"/>
</p:tagLst>
</file>

<file path=ppt/tags/tag50.xml><?xml version="1.0" encoding="utf-8"?>
<p:tagLst xmlns:p="http://schemas.openxmlformats.org/presentationml/2006/main">
  <p:tag name="KSO_WM_DIAGRAM_VIRTUALLY_FRAME" val="{&quot;height&quot;:171.05,&quot;left&quot;:48,&quot;top&quot;:332.4,&quot;width&quot;:864}"/>
</p:tagLst>
</file>

<file path=ppt/tags/tag51.xml><?xml version="1.0" encoding="utf-8"?>
<p:tagLst xmlns:p="http://schemas.openxmlformats.org/presentationml/2006/main">
  <p:tag name="KSO_WM_DIAGRAM_VIRTUALLY_FRAME" val="{&quot;height&quot;:171.05,&quot;left&quot;:48,&quot;top&quot;:332.4,&quot;width&quot;:864}"/>
</p:tagLst>
</file>

<file path=ppt/tags/tag52.xml><?xml version="1.0" encoding="utf-8"?>
<p:tagLst xmlns:p="http://schemas.openxmlformats.org/presentationml/2006/main">
  <p:tag name="KSO_WM_DIAGRAM_VIRTUALLY_FRAME" val="{&quot;height&quot;:171.05,&quot;left&quot;:48,&quot;top&quot;:332.4,&quot;width&quot;:864}"/>
</p:tagLst>
</file>

<file path=ppt/tags/tag53.xml><?xml version="1.0" encoding="utf-8"?>
<p:tagLst xmlns:p="http://schemas.openxmlformats.org/presentationml/2006/main">
  <p:tag name="KSO_WM_DIAGRAM_VIRTUALLY_FRAME" val="{&quot;height&quot;:171.05,&quot;left&quot;:48,&quot;top&quot;:332.4,&quot;width&quot;:864}"/>
</p:tagLst>
</file>

<file path=ppt/tags/tag54.xml><?xml version="1.0" encoding="utf-8"?>
<p:tagLst xmlns:p="http://schemas.openxmlformats.org/presentationml/2006/main">
  <p:tag name="KSO_WM_DIAGRAM_VIRTUALLY_FRAME" val="{&quot;height&quot;:171.05,&quot;left&quot;:48,&quot;top&quot;:332.4,&quot;width&quot;:864}"/>
</p:tagLst>
</file>

<file path=ppt/tags/tag55.xml><?xml version="1.0" encoding="utf-8"?>
<p:tagLst xmlns:p="http://schemas.openxmlformats.org/presentationml/2006/main">
  <p:tag name="KSO_WM_DIAGRAM_VIRTUALLY_FRAME" val="{&quot;height&quot;:171.05,&quot;left&quot;:48,&quot;top&quot;:332.4,&quot;width&quot;:864}"/>
</p:tagLst>
</file>

<file path=ppt/tags/tag56.xml><?xml version="1.0" encoding="utf-8"?>
<p:tagLst xmlns:p="http://schemas.openxmlformats.org/presentationml/2006/main">
  <p:tag name="KSO_WM_DIAGRAM_VIRTUALLY_FRAME" val="{&quot;height&quot;:171.05,&quot;left&quot;:48,&quot;top&quot;:332.4,&quot;width&quot;:864}"/>
</p:tagLst>
</file>

<file path=ppt/tags/tag57.xml><?xml version="1.0" encoding="utf-8"?>
<p:tagLst xmlns:p="http://schemas.openxmlformats.org/presentationml/2006/main">
  <p:tag name="KSO_WM_DIAGRAM_VIRTUALLY_FRAME" val="{&quot;height&quot;:144,&quot;left&quot;:48,&quot;top&quot;:300,&quot;width&quot;:864}"/>
</p:tagLst>
</file>

<file path=ppt/tags/tag58.xml><?xml version="1.0" encoding="utf-8"?>
<p:tagLst xmlns:p="http://schemas.openxmlformats.org/presentationml/2006/main">
  <p:tag name="KSO_WM_DIAGRAM_VIRTUALLY_FRAME" val="{&quot;height&quot;:144,&quot;left&quot;:48,&quot;top&quot;:300,&quot;width&quot;:864}"/>
</p:tagLst>
</file>

<file path=ppt/tags/tag59.xml><?xml version="1.0" encoding="utf-8"?>
<p:tagLst xmlns:p="http://schemas.openxmlformats.org/presentationml/2006/main">
  <p:tag name="KSO_WM_DIAGRAM_VIRTUALLY_FRAME" val="{&quot;height&quot;:144,&quot;left&quot;:48,&quot;top&quot;:300,&quot;width&quot;:864}"/>
</p:tagLst>
</file>

<file path=ppt/tags/tag60.xml><?xml version="1.0" encoding="utf-8"?>
<p:tagLst xmlns:p="http://schemas.openxmlformats.org/presentationml/2006/main">
  <p:tag name="KSO_WM_DIAGRAM_VIRTUALLY_FRAME" val="{&quot;height&quot;:144,&quot;left&quot;:48,&quot;top&quot;:300,&quot;width&quot;:864}"/>
</p:tagLst>
</file>

<file path=ppt/tags/tag61.xml><?xml version="1.0" encoding="utf-8"?>
<p:tagLst xmlns:p="http://schemas.openxmlformats.org/presentationml/2006/main">
  <p:tag name="KSO_WM_DIAGRAM_VIRTUALLY_FRAME" val="{&quot;height&quot;:144,&quot;left&quot;:48,&quot;top&quot;:300,&quot;width&quot;:864}"/>
</p:tagLst>
</file>

<file path=ppt/tags/tag62.xml><?xml version="1.0" encoding="utf-8"?>
<p:tagLst xmlns:p="http://schemas.openxmlformats.org/presentationml/2006/main">
  <p:tag name="KSO_WM_DIAGRAM_VIRTUALLY_FRAME" val="{&quot;height&quot;:144,&quot;left&quot;:48,&quot;top&quot;:300,&quot;width&quot;:864}"/>
</p:tagLst>
</file>

<file path=ppt/tags/tag63.xml><?xml version="1.0" encoding="utf-8"?>
<p:tagLst xmlns:p="http://schemas.openxmlformats.org/presentationml/2006/main">
  <p:tag name="KSO_WM_DIAGRAM_VIRTUALLY_FRAME" val="{&quot;height&quot;:144,&quot;left&quot;:48,&quot;top&quot;:300,&quot;width&quot;:864}"/>
</p:tagLst>
</file>

<file path=ppt/tags/tag64.xml><?xml version="1.0" encoding="utf-8"?>
<p:tagLst xmlns:p="http://schemas.openxmlformats.org/presentationml/2006/main">
  <p:tag name="KSO_WM_DIAGRAM_VIRTUALLY_FRAME" val="{&quot;height&quot;:144,&quot;left&quot;:48,&quot;top&quot;:300,&quot;width&quot;:864}"/>
</p:tagLst>
</file>

<file path=ppt/tags/tag65.xml><?xml version="1.0" encoding="utf-8"?>
<p:tagLst xmlns:p="http://schemas.openxmlformats.org/presentationml/2006/main">
  <p:tag name="KSO_WM_DIAGRAM_VIRTUALLY_FRAME" val="{&quot;height&quot;:144,&quot;left&quot;:48,&quot;top&quot;:300,&quot;width&quot;:864}"/>
</p:tagLst>
</file>

<file path=ppt/tags/tag66.xml><?xml version="1.0" encoding="utf-8"?>
<p:tagLst xmlns:p="http://schemas.openxmlformats.org/presentationml/2006/main">
  <p:tag name="KSO_WM_DIAGRAM_VIRTUALLY_FRAME" val="{&quot;height&quot;:144,&quot;left&quot;:48,&quot;top&quot;:300,&quot;width&quot;:864}"/>
</p:tagLst>
</file>

<file path=ppt/tags/tag67.xml><?xml version="1.0" encoding="utf-8"?>
<p:tagLst xmlns:p="http://schemas.openxmlformats.org/presentationml/2006/main">
  <p:tag name="KSO_WM_DIAGRAM_VIRTUALLY_FRAME" val="{&quot;height&quot;:144,&quot;left&quot;:48,&quot;top&quot;:300,&quot;width&quot;:864}"/>
</p:tagLst>
</file>

<file path=ppt/tags/tag68.xml><?xml version="1.0" encoding="utf-8"?>
<p:tagLst xmlns:p="http://schemas.openxmlformats.org/presentationml/2006/main">
  <p:tag name="KSO_WM_DIAGRAM_VIRTUALLY_FRAME" val="{&quot;height&quot;:144,&quot;left&quot;:48,&quot;top&quot;:300,&quot;width&quot;:864}"/>
</p:tagLst>
</file>

<file path=ppt/tags/tag69.xml><?xml version="1.0" encoding="utf-8"?>
<p:tagLst xmlns:p="http://schemas.openxmlformats.org/presentationml/2006/main">
  <p:tag name="KSO_WM_DIAGRAM_VIRTUALLY_FRAME" val="{&quot;height&quot;:144,&quot;left&quot;:48,&quot;top&quot;:300,&quot;width&quot;:864}"/>
</p:tagLst>
</file>

<file path=ppt/tags/tag70.xml><?xml version="1.0" encoding="utf-8"?>
<p:tagLst xmlns:p="http://schemas.openxmlformats.org/presentationml/2006/main">
  <p:tag name="KSO_WM_DIAGRAM_VIRTUALLY_FRAME" val="{&quot;height&quot;:144,&quot;left&quot;:48,&quot;top&quot;:300,&quot;width&quot;:864}"/>
</p:tagLst>
</file>

<file path=ppt/tags/tag71.xml><?xml version="1.0" encoding="utf-8"?>
<p:tagLst xmlns:p="http://schemas.openxmlformats.org/presentationml/2006/main">
  <p:tag name="KSO_WM_DIAGRAM_VIRTUALLY_FRAME" val="{&quot;height&quot;:144,&quot;left&quot;:48,&quot;top&quot;:300,&quot;width&quot;:864}"/>
</p:tagLst>
</file>

<file path=ppt/tags/tag72.xml><?xml version="1.0" encoding="utf-8"?>
<p:tagLst xmlns:p="http://schemas.openxmlformats.org/presentationml/2006/main">
  <p:tag name="KSO_WM_DIAGRAM_VIRTUALLY_FRAME" val="{&quot;height&quot;:144,&quot;left&quot;:48,&quot;top&quot;:300,&quot;width&quot;:864}"/>
</p:tagLst>
</file>

<file path=ppt/tags/tag73.xml><?xml version="1.0" encoding="utf-8"?>
<p:tagLst xmlns:p="http://schemas.openxmlformats.org/presentationml/2006/main">
  <p:tag name="KSO_WM_DIAGRAM_VIRTUALLY_FRAME" val="{&quot;height&quot;:144,&quot;left&quot;:48,&quot;top&quot;:300,&quot;width&quot;:864}"/>
</p:tagLst>
</file>

<file path=ppt/tags/tag74.xml><?xml version="1.0" encoding="utf-8"?>
<p:tagLst xmlns:p="http://schemas.openxmlformats.org/presentationml/2006/main">
  <p:tag name="KSO_WM_DIAGRAM_VIRTUALLY_FRAME" val="{&quot;height&quot;:144,&quot;left&quot;:48,&quot;top&quot;:300,&quot;width&quot;:864}"/>
</p:tagLst>
</file>

<file path=ppt/tags/tag75.xml><?xml version="1.0" encoding="utf-8"?>
<p:tagLst xmlns:p="http://schemas.openxmlformats.org/presentationml/2006/main">
  <p:tag name="KSO_WM_DIAGRAM_VIRTUALLY_FRAME" val="{&quot;height&quot;:144,&quot;left&quot;:48,&quot;top&quot;:300,&quot;width&quot;:864}"/>
</p:tagLst>
</file>

<file path=ppt/tags/tag76.xml><?xml version="1.0" encoding="utf-8"?>
<p:tagLst xmlns:p="http://schemas.openxmlformats.org/presentationml/2006/main">
  <p:tag name="KSO_WM_DIAGRAM_VIRTUALLY_FRAME" val="{&quot;height&quot;:144,&quot;left&quot;:48,&quot;top&quot;:300,&quot;width&quot;:864}"/>
</p:tagLst>
</file>

<file path=ppt/tags/tag77.xml><?xml version="1.0" encoding="utf-8"?>
<p:tagLst xmlns:p="http://schemas.openxmlformats.org/presentationml/2006/main">
  <p:tag name="KSO_WM_DIAGRAM_VIRTUALLY_FRAME" val="{&quot;height&quot;:276,&quot;left&quot;:48,&quot;top&quot;:176.4,&quot;width&quot;:864}"/>
</p:tagLst>
</file>

<file path=ppt/tags/tag78.xml><?xml version="1.0" encoding="utf-8"?>
<p:tagLst xmlns:p="http://schemas.openxmlformats.org/presentationml/2006/main">
  <p:tag name="KSO_WM_DIAGRAM_VIRTUALLY_FRAME" val="{&quot;height&quot;:276,&quot;left&quot;:48,&quot;top&quot;:176.4,&quot;width&quot;:864}"/>
</p:tagLst>
</file>

<file path=ppt/tags/tag79.xml><?xml version="1.0" encoding="utf-8"?>
<p:tagLst xmlns:p="http://schemas.openxmlformats.org/presentationml/2006/main">
  <p:tag name="KSO_WM_DIAGRAM_VIRTUALLY_FRAME" val="{&quot;height&quot;:276,&quot;left&quot;:48,&quot;top&quot;:176.4,&quot;width&quot;:864}"/>
</p:tagLst>
</file>

<file path=ppt/tags/tag80.xml><?xml version="1.0" encoding="utf-8"?>
<p:tagLst xmlns:p="http://schemas.openxmlformats.org/presentationml/2006/main">
  <p:tag name="KSO_WM_DIAGRAM_VIRTUALLY_FRAME" val="{&quot;height&quot;:276,&quot;left&quot;:48,&quot;top&quot;:176.4,&quot;width&quot;:864}"/>
</p:tagLst>
</file>

<file path=ppt/tags/tag81.xml><?xml version="1.0" encoding="utf-8"?>
<p:tagLst xmlns:p="http://schemas.openxmlformats.org/presentationml/2006/main">
  <p:tag name="KSO_WM_DIAGRAM_VIRTUALLY_FRAME" val="{&quot;height&quot;:276,&quot;left&quot;:48,&quot;top&quot;:176.4,&quot;width&quot;:864}"/>
</p:tagLst>
</file>

<file path=ppt/tags/tag82.xml><?xml version="1.0" encoding="utf-8"?>
<p:tagLst xmlns:p="http://schemas.openxmlformats.org/presentationml/2006/main">
  <p:tag name="KSO_WM_DIAGRAM_VIRTUALLY_FRAME" val="{&quot;height&quot;:276,&quot;left&quot;:48,&quot;top&quot;:176.4,&quot;width&quot;:864}"/>
</p:tagLst>
</file>

<file path=ppt/tags/tag83.xml><?xml version="1.0" encoding="utf-8"?>
<p:tagLst xmlns:p="http://schemas.openxmlformats.org/presentationml/2006/main">
  <p:tag name="KSO_WM_DIAGRAM_VIRTUALLY_FRAME" val="{&quot;height&quot;:276,&quot;left&quot;:48,&quot;top&quot;:176.4,&quot;width&quot;:864}"/>
</p:tagLst>
</file>

<file path=ppt/tags/tag84.xml><?xml version="1.0" encoding="utf-8"?>
<p:tagLst xmlns:p="http://schemas.openxmlformats.org/presentationml/2006/main">
  <p:tag name="KSO_WM_DIAGRAM_VIRTUALLY_FRAME" val="{&quot;height&quot;:276,&quot;left&quot;:48,&quot;top&quot;:176.4,&quot;width&quot;:864}"/>
</p:tagLst>
</file>

<file path=ppt/tags/tag85.xml><?xml version="1.0" encoding="utf-8"?>
<p:tagLst xmlns:p="http://schemas.openxmlformats.org/presentationml/2006/main">
  <p:tag name="KSO_WM_DIAGRAM_VIRTUALLY_FRAME" val="{&quot;height&quot;:276,&quot;left&quot;:48,&quot;top&quot;:176.4,&quot;width&quot;:864}"/>
</p:tagLst>
</file>

<file path=ppt/tags/tag86.xml><?xml version="1.0" encoding="utf-8"?>
<p:tagLst xmlns:p="http://schemas.openxmlformats.org/presentationml/2006/main">
  <p:tag name="KSO_WM_DIAGRAM_VIRTUALLY_FRAME" val="{&quot;height&quot;:276,&quot;left&quot;:48,&quot;top&quot;:176.4,&quot;width&quot;:864}"/>
</p:tagLst>
</file>

<file path=ppt/tags/tag87.xml><?xml version="1.0" encoding="utf-8"?>
<p:tagLst xmlns:p="http://schemas.openxmlformats.org/presentationml/2006/main">
  <p:tag name="KSO_WM_DIAGRAM_VIRTUALLY_FRAME" val="{&quot;height&quot;:276,&quot;left&quot;:48,&quot;top&quot;:176.4,&quot;width&quot;:864}"/>
</p:tagLst>
</file>

<file path=ppt/tags/tag88.xml><?xml version="1.0" encoding="utf-8"?>
<p:tagLst xmlns:p="http://schemas.openxmlformats.org/presentationml/2006/main">
  <p:tag name="KSO_WM_DIAGRAM_VIRTUALLY_FRAME" val="{&quot;height&quot;:276,&quot;left&quot;:48,&quot;top&quot;:176.4,&quot;width&quot;:864}"/>
</p:tagLst>
</file>

<file path=ppt/tags/tag89.xml><?xml version="1.0" encoding="utf-8"?>
<p:tagLst xmlns:p="http://schemas.openxmlformats.org/presentationml/2006/main">
  <p:tag name="KSO_WM_DIAGRAM_VIRTUALLY_FRAME" val="{&quot;height&quot;:276,&quot;left&quot;:48,&quot;top&quot;:176.4,&quot;width&quot;:864}"/>
</p:tagLst>
</file>

<file path=ppt/tags/tag90.xml><?xml version="1.0" encoding="utf-8"?>
<p:tagLst xmlns:p="http://schemas.openxmlformats.org/presentationml/2006/main">
  <p:tag name="KSO_WM_DIAGRAM_VIRTUALLY_FRAME" val="{&quot;height&quot;:276,&quot;left&quot;:48,&quot;top&quot;:176.4,&quot;width&quot;:864}"/>
</p:tagLst>
</file>

<file path=ppt/tags/tag91.xml><?xml version="1.0" encoding="utf-8"?>
<p:tagLst xmlns:p="http://schemas.openxmlformats.org/presentationml/2006/main">
  <p:tag name="KSO_WM_DIAGRAM_VIRTUALLY_FRAME" val="{&quot;height&quot;:276,&quot;left&quot;:48,&quot;top&quot;:176.4,&quot;width&quot;:864}"/>
</p:tagLst>
</file>

<file path=ppt/tags/tag92.xml><?xml version="1.0" encoding="utf-8"?>
<p:tagLst xmlns:p="http://schemas.openxmlformats.org/presentationml/2006/main">
  <p:tag name="KSO_WM_DIAGRAM_VIRTUALLY_FRAME" val="{&quot;height&quot;:276,&quot;left&quot;:48,&quot;top&quot;:176.4,&quot;width&quot;:864}"/>
</p:tagLst>
</file>

<file path=ppt/tags/tag93.xml><?xml version="1.0" encoding="utf-8"?>
<p:tagLst xmlns:p="http://schemas.openxmlformats.org/presentationml/2006/main">
  <p:tag name="KSO_WM_DIAGRAM_VIRTUALLY_FRAME" val="{&quot;height&quot;:276,&quot;left&quot;:48,&quot;top&quot;:176.4,&quot;width&quot;:864}"/>
</p:tagLst>
</file>

<file path=ppt/tags/tag94.xml><?xml version="1.0" encoding="utf-8"?>
<p:tagLst xmlns:p="http://schemas.openxmlformats.org/presentationml/2006/main">
  <p:tag name="KSO_WM_DIAGRAM_VIRTUALLY_FRAME" val="{&quot;height&quot;:276,&quot;left&quot;:48,&quot;top&quot;:176.4,&quot;width&quot;:864}"/>
</p:tagLst>
</file>

<file path=ppt/tags/tag95.xml><?xml version="1.0" encoding="utf-8"?>
<p:tagLst xmlns:p="http://schemas.openxmlformats.org/presentationml/2006/main">
  <p:tag name="KSO_WM_DIAGRAM_VIRTUALLY_FRAME" val="{&quot;height&quot;:276,&quot;left&quot;:48,&quot;top&quot;:176.4,&quot;width&quot;:864}"/>
</p:tagLst>
</file>

<file path=ppt/tags/tag96.xml><?xml version="1.0" encoding="utf-8"?>
<p:tagLst xmlns:p="http://schemas.openxmlformats.org/presentationml/2006/main">
  <p:tag name="KSO_WM_DIAGRAM_VIRTUALLY_FRAME" val="{&quot;height&quot;:276,&quot;left&quot;:48,&quot;top&quot;:176.4,&quot;width&quot;:864}"/>
</p:tagLst>
</file>

<file path=ppt/tags/tag97.xml><?xml version="1.0" encoding="utf-8"?>
<p:tagLst xmlns:p="http://schemas.openxmlformats.org/presentationml/2006/main">
  <p:tag name="KSO_WM_DIAGRAM_VIRTUALLY_FRAME" val="{&quot;height&quot;:276,&quot;left&quot;:48,&quot;top&quot;:176.4,&quot;width&quot;:864}"/>
</p:tagLst>
</file>

<file path=ppt/tags/tag98.xml><?xml version="1.0" encoding="utf-8"?>
<p:tagLst xmlns:p="http://schemas.openxmlformats.org/presentationml/2006/main">
  <p:tag name="KSO_WM_DIAGRAM_VIRTUALLY_FRAME" val="{&quot;height&quot;:276,&quot;left&quot;:48,&quot;top&quot;:176.4,&quot;width&quot;:864}"/>
</p:tagLst>
</file>

<file path=ppt/tags/tag99.xml><?xml version="1.0" encoding="utf-8"?>
<p:tagLst xmlns:p="http://schemas.openxmlformats.org/presentationml/2006/main">
  <p:tag name="KSO_WM_DIAGRAM_VIRTUALLY_FRAME" val="{&quot;height&quot;:276,&quot;left&quot;:48,&quot;top&quot;:176.4,&quot;width&quot;:864}"/>
</p:tagLst>
</file>

<file path=ppt/tags/tag100.xml><?xml version="1.0" encoding="utf-8"?>
<p:tagLst xmlns:p="http://schemas.openxmlformats.org/presentationml/2006/main">
  <p:tag name="KSO_WM_DIAGRAM_VIRTUALLY_FRAME" val="{&quot;height&quot;:276,&quot;left&quot;:48,&quot;top&quot;:176.4,&quot;width&quot;:864}"/>
</p:tagLst>
</file>

<file path=ppt/tags/tag101.xml><?xml version="1.0" encoding="utf-8"?>
<p:tagLst xmlns:p="http://schemas.openxmlformats.org/presentationml/2006/main">
  <p:tag name="KSO_WM_DIAGRAM_VIRTUALLY_FRAME" val="{&quot;height&quot;:276,&quot;left&quot;:48,&quot;top&quot;:176.4,&quot;width&quot;:864}"/>
</p:tagLst>
</file>

<file path=ppt/tags/tag102.xml><?xml version="1.0" encoding="utf-8"?>
<p:tagLst xmlns:p="http://schemas.openxmlformats.org/presentationml/2006/main">
  <p:tag name="KSO_WM_DIAGRAM_VIRTUALLY_FRAME" val="{&quot;height&quot;:276,&quot;left&quot;:48,&quot;top&quot;:176.4,&quot;width&quot;:864}"/>
</p:tagLst>
</file>

<file path=ppt/tags/tag103.xml><?xml version="1.0" encoding="utf-8"?>
<p:tagLst xmlns:p="http://schemas.openxmlformats.org/presentationml/2006/main">
  <p:tag name="KSO_WM_DIAGRAM_VIRTUALLY_FRAME" val="{&quot;height&quot;:276,&quot;left&quot;:48,&quot;top&quot;:176.4,&quot;width&quot;:864}"/>
</p:tagLst>
</file>

<file path=ppt/tags/tag104.xml><?xml version="1.0" encoding="utf-8"?>
<p:tagLst xmlns:p="http://schemas.openxmlformats.org/presentationml/2006/main">
  <p:tag name="KSO_WM_DIAGRAM_VIRTUALLY_FRAME" val="{&quot;height&quot;:276,&quot;left&quot;:48,&quot;top&quot;:176.4,&quot;width&quot;:864}"/>
</p:tagLst>
</file>

<file path=ppt/tags/tag105.xml><?xml version="1.0" encoding="utf-8"?>
<p:tagLst xmlns:p="http://schemas.openxmlformats.org/presentationml/2006/main">
  <p:tag name="KSO_WM_DIAGRAM_VIRTUALLY_FRAME" val="{&quot;height&quot;:276,&quot;left&quot;:48,&quot;top&quot;:176.4,&quot;width&quot;:864}"/>
</p:tagLst>
</file>

<file path=ppt/tags/tag106.xml><?xml version="1.0" encoding="utf-8"?>
<p:tagLst xmlns:p="http://schemas.openxmlformats.org/presentationml/2006/main">
  <p:tag name="KSO_WM_DIAGRAM_VIRTUALLY_FRAME" val="{&quot;height&quot;:276,&quot;left&quot;:48,&quot;top&quot;:176.4,&quot;width&quot;:864}"/>
</p:tagLst>
</file>

<file path=ppt/tags/tag107.xml><?xml version="1.0" encoding="utf-8"?>
<p:tagLst xmlns:p="http://schemas.openxmlformats.org/presentationml/2006/main">
  <p:tag name="KSO_WM_DIAGRAM_VIRTUALLY_FRAME" val="{&quot;height&quot;:276,&quot;left&quot;:48,&quot;top&quot;:176.4,&quot;width&quot;:864}"/>
</p:tagLst>
</file>

<file path=ppt/tags/tag108.xml><?xml version="1.0" encoding="utf-8"?>
<p:tagLst xmlns:p="http://schemas.openxmlformats.org/presentationml/2006/main">
  <p:tag name="KSO_WM_DIAGRAM_VIRTUALLY_FRAME" val="{&quot;height&quot;:276,&quot;left&quot;:48,&quot;top&quot;:176.4,&quot;width&quot;:864}"/>
</p:tagLst>
</file>

<file path=ppt/tags/tag109.xml><?xml version="1.0" encoding="utf-8"?>
<p:tagLst xmlns:p="http://schemas.openxmlformats.org/presentationml/2006/main">
  <p:tag name="KSO_WM_DIAGRAM_VIRTUALLY_FRAME" val="{&quot;height&quot;:276,&quot;left&quot;:48,&quot;top&quot;:176.4,&quot;width&quot;:86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2848</Words>
  <Application>WPS 演示</Application>
  <PresentationFormat>On-screen Show (16:9)</PresentationFormat>
  <Paragraphs>458</Paragraphs>
  <Slides>18</Slides>
  <Notes>18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18</vt:i4>
      </vt:variant>
    </vt:vector>
  </HeadingPairs>
  <TitlesOfParts>
    <vt:vector size="38" baseType="lpstr">
      <vt:lpstr>Arial</vt:lpstr>
      <vt:lpstr>宋体</vt:lpstr>
      <vt:lpstr>Wingdings</vt:lpstr>
      <vt:lpstr>思源黑体 CN</vt:lpstr>
      <vt:lpstr>黑体</vt:lpstr>
      <vt:lpstr>思源黑体 CN</vt:lpstr>
      <vt:lpstr>思源黑体 CN</vt:lpstr>
      <vt:lpstr>思源黑体 CN Bold</vt:lpstr>
      <vt:lpstr>思源黑体 CN Bold</vt:lpstr>
      <vt:lpstr>思源黑体 CN Bold</vt:lpstr>
      <vt:lpstr>Calibri</vt:lpstr>
      <vt:lpstr>微软雅黑</vt:lpstr>
      <vt:lpstr>Arial Unicode MS</vt:lpstr>
      <vt:lpstr>等线</vt:lpstr>
      <vt:lpstr>KSOFD72470BC</vt:lpstr>
      <vt:lpstr>FFont-Family</vt:lpstr>
      <vt:lpstr>Office Theme</vt:lpstr>
      <vt:lpstr>Word.Document.12</vt:lpstr>
      <vt:lpstr>Word.Document.12</vt:lpstr>
      <vt:lpstr>Word.Document.12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杨传筠</cp:lastModifiedBy>
  <cp:revision>6</cp:revision>
  <dcterms:created xsi:type="dcterms:W3CDTF">2026-08-30T15:46:00Z</dcterms:created>
  <dcterms:modified xsi:type="dcterms:W3CDTF">2026-09-05T14:12:24Z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F9A145209E3A49D2A719C7860AA89915_12</vt:lpwstr>
  </property>
</Properties>
</file>