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2.svg" ContentType="image/svg+xml"/>
  <Override PartName="/ppt/media/image115.svg" ContentType="image/svg+xml"/>
  <Override PartName="/ppt/media/image117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2.svg" ContentType="image/svg+xml"/>
  <Override PartName="/ppt/media/image15.svg" ContentType="image/svg+xml"/>
  <Override PartName="/ppt/media/image17.svg" ContentType="image/svg+xml"/>
  <Override PartName="/ppt/media/image20.svg" ContentType="image/svg+xml"/>
  <Override PartName="/ppt/media/image23.svg" ContentType="image/svg+xml"/>
  <Override PartName="/ppt/media/image26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9.svg" ContentType="image/svg+xml"/>
  <Override PartName="/ppt/media/image43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3.svg" ContentType="image/svg+xml"/>
  <Override PartName="/ppt/media/image66.svg" ContentType="image/svg+xml"/>
  <Override PartName="/ppt/media/image69.svg" ContentType="image/svg+xml"/>
  <Override PartName="/ppt/media/image73.svg" ContentType="image/svg+xml"/>
  <Override PartName="/ppt/media/image76.svg" ContentType="image/svg+xml"/>
  <Override PartName="/ppt/media/image82.svg" ContentType="image/svg+xml"/>
  <Override PartName="/ppt/media/image84.svg" ContentType="image/svg+xml"/>
  <Override PartName="/ppt/media/image89.svg" ContentType="image/svg+xml"/>
  <Override PartName="/ppt/media/image92.svg" ContentType="image/svg+xml"/>
  <Override PartName="/ppt/media/image9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2" r:id="rId5"/>
    <p:sldId id="265" r:id="rId6"/>
    <p:sldId id="268" r:id="rId7"/>
    <p:sldId id="271" r:id="rId8"/>
    <p:sldId id="274" r:id="rId9"/>
    <p:sldId id="277" r:id="rId10"/>
    <p:sldId id="280" r:id="rId11"/>
    <p:sldId id="283" r:id="rId12"/>
    <p:sldId id="286" r:id="rId13"/>
    <p:sldId id="289" r:id="rId14"/>
    <p:sldId id="292" r:id="rId15"/>
    <p:sldId id="295" r:id="rId16"/>
    <p:sldId id="298" r:id="rId17"/>
    <p:sldId id="301" r:id="rId18"/>
    <p:sldId id="304" r:id="rId19"/>
    <p:sldId id="307" r:id="rId20"/>
    <p:sldId id="310" r:id="rId21"/>
    <p:sldId id="313" r:id="rId22"/>
    <p:sldId id="316" r:id="rId23"/>
    <p:sldId id="319" r:id="rId24"/>
    <p:sldId id="322" r:id="rId25"/>
    <p:sldId id="325" r:id="rId26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656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wmf"/></Relationships>
</file>

<file path=ppt/notesMasters/_rels/notes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655.xml"/><Relationship Id="rId5" Type="http://schemas.openxmlformats.org/officeDocument/2006/relationships/tags" Target="../tags/tag654.xml"/><Relationship Id="rId4" Type="http://schemas.openxmlformats.org/officeDocument/2006/relationships/tags" Target="../tags/tag653.xml"/><Relationship Id="rId3" Type="http://schemas.openxmlformats.org/officeDocument/2006/relationships/tags" Target="../tags/tag652.xml"/><Relationship Id="rId2" Type="http://schemas.openxmlformats.org/officeDocument/2006/relationships/tags" Target="../tags/tag651.xml"/><Relationship Id="rId1" Type="http://schemas.openxmlformats.org/officeDocument/2006/relationships/tags" Target="../tags/tag65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3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5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5" Type="http://schemas.openxmlformats.org/officeDocument/2006/relationships/tags" Target="../tags/tag277.xml"/><Relationship Id="rId4" Type="http://schemas.openxmlformats.org/officeDocument/2006/relationships/tags" Target="../tags/tag276.xml"/><Relationship Id="rId3" Type="http://schemas.openxmlformats.org/officeDocument/2006/relationships/tags" Target="../tags/tag27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5" Type="http://schemas.openxmlformats.org/officeDocument/2006/relationships/tags" Target="../tags/tag318.xml"/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5" Type="http://schemas.openxmlformats.org/officeDocument/2006/relationships/tags" Target="../tags/tag371.xml"/><Relationship Id="rId4" Type="http://schemas.openxmlformats.org/officeDocument/2006/relationships/tags" Target="../tags/tag370.xml"/><Relationship Id="rId3" Type="http://schemas.openxmlformats.org/officeDocument/2006/relationships/tags" Target="../tags/tag36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5" Type="http://schemas.openxmlformats.org/officeDocument/2006/relationships/tags" Target="../tags/tag417.xml"/><Relationship Id="rId4" Type="http://schemas.openxmlformats.org/officeDocument/2006/relationships/tags" Target="../tags/tag416.xml"/><Relationship Id="rId3" Type="http://schemas.openxmlformats.org/officeDocument/2006/relationships/tags" Target="../tags/tag41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5" Type="http://schemas.openxmlformats.org/officeDocument/2006/relationships/tags" Target="../tags/tag458.xml"/><Relationship Id="rId4" Type="http://schemas.openxmlformats.org/officeDocument/2006/relationships/tags" Target="../tags/tag457.xml"/><Relationship Id="rId3" Type="http://schemas.openxmlformats.org/officeDocument/2006/relationships/tags" Target="../tags/tag45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5" Type="http://schemas.openxmlformats.org/officeDocument/2006/relationships/tags" Target="../tags/tag466.xml"/><Relationship Id="rId4" Type="http://schemas.openxmlformats.org/officeDocument/2006/relationships/tags" Target="../tags/tag465.xml"/><Relationship Id="rId3" Type="http://schemas.openxmlformats.org/officeDocument/2006/relationships/tags" Target="../tags/tag46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5" Type="http://schemas.openxmlformats.org/officeDocument/2006/relationships/tags" Target="../tags/tag521.xml"/><Relationship Id="rId4" Type="http://schemas.openxmlformats.org/officeDocument/2006/relationships/tags" Target="../tags/tag520.xml"/><Relationship Id="rId3" Type="http://schemas.openxmlformats.org/officeDocument/2006/relationships/tags" Target="../tags/tag51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5" Type="http://schemas.openxmlformats.org/officeDocument/2006/relationships/tags" Target="../tags/tag552.xml"/><Relationship Id="rId4" Type="http://schemas.openxmlformats.org/officeDocument/2006/relationships/tags" Target="../tags/tag551.xml"/><Relationship Id="rId3" Type="http://schemas.openxmlformats.org/officeDocument/2006/relationships/tags" Target="../tags/tag55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5" Type="http://schemas.openxmlformats.org/officeDocument/2006/relationships/tags" Target="../tags/tag589.xml"/><Relationship Id="rId4" Type="http://schemas.openxmlformats.org/officeDocument/2006/relationships/tags" Target="../tags/tag588.xml"/><Relationship Id="rId3" Type="http://schemas.openxmlformats.org/officeDocument/2006/relationships/tags" Target="../tags/tag58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5" Type="http://schemas.openxmlformats.org/officeDocument/2006/relationships/tags" Target="../tags/tag616.xml"/><Relationship Id="rId4" Type="http://schemas.openxmlformats.org/officeDocument/2006/relationships/tags" Target="../tags/tag615.xml"/><Relationship Id="rId3" Type="http://schemas.openxmlformats.org/officeDocument/2006/relationships/tags" Target="../tags/tag61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5" Type="http://schemas.openxmlformats.org/officeDocument/2006/relationships/tags" Target="../tags/tag644.xml"/><Relationship Id="rId4" Type="http://schemas.openxmlformats.org/officeDocument/2006/relationships/tags" Target="../tags/tag643.xml"/><Relationship Id="rId3" Type="http://schemas.openxmlformats.org/officeDocument/2006/relationships/tags" Target="../tags/tag64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5" Type="http://schemas.openxmlformats.org/officeDocument/2006/relationships/tags" Target="../tags/tag649.xml"/><Relationship Id="rId4" Type="http://schemas.openxmlformats.org/officeDocument/2006/relationships/tags" Target="../tags/tag648.xml"/><Relationship Id="rId3" Type="http://schemas.openxmlformats.org/officeDocument/2006/relationships/tags" Target="../tags/tag64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image" Target="../media/image8.png"/><Relationship Id="rId2" Type="http://schemas.openxmlformats.org/officeDocument/2006/relationships/image" Target="../media/image1.png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7.png"/><Relationship Id="rId16" Type="http://schemas.openxmlformats.org/officeDocument/2006/relationships/tags" Target="../tags/tag10.xml"/><Relationship Id="rId15" Type="http://schemas.openxmlformats.org/officeDocument/2006/relationships/image" Target="../media/image6.png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5.png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10.png"/><Relationship Id="rId3" Type="http://schemas.openxmlformats.org/officeDocument/2006/relationships/tags" Target="../tags/tag21.xml"/><Relationship Id="rId2" Type="http://schemas.openxmlformats.org/officeDocument/2006/relationships/image" Target="../media/image9.pn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image" Target="../media/image12.png"/><Relationship Id="rId5" Type="http://schemas.openxmlformats.org/officeDocument/2006/relationships/tags" Target="../tags/tag37.xml"/><Relationship Id="rId4" Type="http://schemas.openxmlformats.org/officeDocument/2006/relationships/image" Target="../media/image11.png"/><Relationship Id="rId3" Type="http://schemas.openxmlformats.org/officeDocument/2006/relationships/tags" Target="../tags/tag36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51.xml"/><Relationship Id="rId24" Type="http://schemas.openxmlformats.org/officeDocument/2006/relationships/tags" Target="../tags/tag50.xml"/><Relationship Id="rId23" Type="http://schemas.openxmlformats.org/officeDocument/2006/relationships/image" Target="../media/image17.svg"/><Relationship Id="rId22" Type="http://schemas.openxmlformats.org/officeDocument/2006/relationships/image" Target="../media/image16.png"/><Relationship Id="rId21" Type="http://schemas.openxmlformats.org/officeDocument/2006/relationships/tags" Target="../tags/tag49.xml"/><Relationship Id="rId20" Type="http://schemas.openxmlformats.org/officeDocument/2006/relationships/tags" Target="../tags/tag48.xml"/><Relationship Id="rId2" Type="http://schemas.openxmlformats.org/officeDocument/2006/relationships/image" Target="../media/image9.png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image" Target="../media/image15.svg"/><Relationship Id="rId15" Type="http://schemas.openxmlformats.org/officeDocument/2006/relationships/image" Target="../media/image14.png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image" Target="../media/image12.png"/><Relationship Id="rId5" Type="http://schemas.openxmlformats.org/officeDocument/2006/relationships/tags" Target="../tags/tag57.xml"/><Relationship Id="rId4" Type="http://schemas.openxmlformats.org/officeDocument/2006/relationships/image" Target="../media/image11.png"/><Relationship Id="rId38" Type="http://schemas.openxmlformats.org/officeDocument/2006/relationships/notesSlide" Target="../notesSlides/notesSlide4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84.xml"/><Relationship Id="rId35" Type="http://schemas.openxmlformats.org/officeDocument/2006/relationships/tags" Target="../tags/tag83.xml"/><Relationship Id="rId34" Type="http://schemas.openxmlformats.org/officeDocument/2006/relationships/tags" Target="../tags/tag82.xml"/><Relationship Id="rId33" Type="http://schemas.openxmlformats.org/officeDocument/2006/relationships/tags" Target="../tags/tag81.xml"/><Relationship Id="rId32" Type="http://schemas.openxmlformats.org/officeDocument/2006/relationships/tags" Target="../tags/tag80.xml"/><Relationship Id="rId31" Type="http://schemas.openxmlformats.org/officeDocument/2006/relationships/tags" Target="../tags/tag79.xml"/><Relationship Id="rId30" Type="http://schemas.openxmlformats.org/officeDocument/2006/relationships/tags" Target="../tags/tag78.xml"/><Relationship Id="rId3" Type="http://schemas.openxmlformats.org/officeDocument/2006/relationships/tags" Target="../tags/tag56.xml"/><Relationship Id="rId29" Type="http://schemas.openxmlformats.org/officeDocument/2006/relationships/tags" Target="../tags/tag77.xml"/><Relationship Id="rId28" Type="http://schemas.openxmlformats.org/officeDocument/2006/relationships/tags" Target="../tags/tag76.xml"/><Relationship Id="rId27" Type="http://schemas.openxmlformats.org/officeDocument/2006/relationships/tags" Target="../tags/tag75.xml"/><Relationship Id="rId26" Type="http://schemas.openxmlformats.org/officeDocument/2006/relationships/tags" Target="../tags/tag74.xml"/><Relationship Id="rId25" Type="http://schemas.openxmlformats.org/officeDocument/2006/relationships/tags" Target="../tags/tag73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image" Target="../media/image9.png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image" Target="../media/image20.svg"/><Relationship Id="rId12" Type="http://schemas.openxmlformats.org/officeDocument/2006/relationships/image" Target="../media/image19.png"/><Relationship Id="rId11" Type="http://schemas.openxmlformats.org/officeDocument/2006/relationships/tags" Target="../tags/tag61.xml"/><Relationship Id="rId10" Type="http://schemas.openxmlformats.org/officeDocument/2006/relationships/image" Target="../media/image18.png"/><Relationship Id="rId1" Type="http://schemas.openxmlformats.org/officeDocument/2006/relationships/tags" Target="../tags/tag5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image" Target="../media/image12.png"/><Relationship Id="rId5" Type="http://schemas.openxmlformats.org/officeDocument/2006/relationships/tags" Target="../tags/tag90.xml"/><Relationship Id="rId4" Type="http://schemas.openxmlformats.org/officeDocument/2006/relationships/image" Target="../media/image11.png"/><Relationship Id="rId33" Type="http://schemas.openxmlformats.org/officeDocument/2006/relationships/notesSlide" Target="../notesSlides/notesSlide5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107.xml"/><Relationship Id="rId30" Type="http://schemas.openxmlformats.org/officeDocument/2006/relationships/tags" Target="../tags/tag106.xml"/><Relationship Id="rId3" Type="http://schemas.openxmlformats.org/officeDocument/2006/relationships/tags" Target="../tags/tag89.xml"/><Relationship Id="rId29" Type="http://schemas.openxmlformats.org/officeDocument/2006/relationships/tags" Target="../tags/tag105.xml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tags" Target="../tags/tag104.xml"/><Relationship Id="rId25" Type="http://schemas.openxmlformats.org/officeDocument/2006/relationships/tags" Target="../tags/tag103.xml"/><Relationship Id="rId24" Type="http://schemas.openxmlformats.org/officeDocument/2006/relationships/image" Target="../media/image26.svg"/><Relationship Id="rId23" Type="http://schemas.openxmlformats.org/officeDocument/2006/relationships/image" Target="../media/image25.png"/><Relationship Id="rId22" Type="http://schemas.openxmlformats.org/officeDocument/2006/relationships/tags" Target="../tags/tag102.xml"/><Relationship Id="rId21" Type="http://schemas.openxmlformats.org/officeDocument/2006/relationships/tags" Target="../tags/tag101.xml"/><Relationship Id="rId20" Type="http://schemas.openxmlformats.org/officeDocument/2006/relationships/tags" Target="../tags/tag100.xml"/><Relationship Id="rId2" Type="http://schemas.openxmlformats.org/officeDocument/2006/relationships/image" Target="../media/image9.png"/><Relationship Id="rId19" Type="http://schemas.openxmlformats.org/officeDocument/2006/relationships/tags" Target="../tags/tag99.xml"/><Relationship Id="rId18" Type="http://schemas.openxmlformats.org/officeDocument/2006/relationships/image" Target="../media/image24.png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image" Target="../media/image23.svg"/><Relationship Id="rId11" Type="http://schemas.openxmlformats.org/officeDocument/2006/relationships/image" Target="../media/image22.png"/><Relationship Id="rId10" Type="http://schemas.openxmlformats.org/officeDocument/2006/relationships/tags" Target="../tags/tag93.xml"/><Relationship Id="rId1" Type="http://schemas.openxmlformats.org/officeDocument/2006/relationships/tags" Target="../tags/tag8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image" Target="../media/image12.png"/><Relationship Id="rId5" Type="http://schemas.openxmlformats.org/officeDocument/2006/relationships/tags" Target="../tags/tag113.xml"/><Relationship Id="rId4" Type="http://schemas.openxmlformats.org/officeDocument/2006/relationships/image" Target="../media/image11.png"/><Relationship Id="rId38" Type="http://schemas.openxmlformats.org/officeDocument/2006/relationships/notesSlide" Target="../notesSlides/notesSlide6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136.xml"/><Relationship Id="rId35" Type="http://schemas.openxmlformats.org/officeDocument/2006/relationships/tags" Target="../tags/tag135.xml"/><Relationship Id="rId34" Type="http://schemas.openxmlformats.org/officeDocument/2006/relationships/image" Target="../media/image35.svg"/><Relationship Id="rId33" Type="http://schemas.openxmlformats.org/officeDocument/2006/relationships/image" Target="../media/image34.png"/><Relationship Id="rId32" Type="http://schemas.openxmlformats.org/officeDocument/2006/relationships/tags" Target="../tags/tag134.xml"/><Relationship Id="rId31" Type="http://schemas.openxmlformats.org/officeDocument/2006/relationships/tags" Target="../tags/tag133.xml"/><Relationship Id="rId30" Type="http://schemas.openxmlformats.org/officeDocument/2006/relationships/tags" Target="../tags/tag132.xml"/><Relationship Id="rId3" Type="http://schemas.openxmlformats.org/officeDocument/2006/relationships/tags" Target="../tags/tag112.xml"/><Relationship Id="rId29" Type="http://schemas.openxmlformats.org/officeDocument/2006/relationships/tags" Target="../tags/tag131.xml"/><Relationship Id="rId28" Type="http://schemas.openxmlformats.org/officeDocument/2006/relationships/tags" Target="../tags/tag130.xml"/><Relationship Id="rId27" Type="http://schemas.openxmlformats.org/officeDocument/2006/relationships/tags" Target="../tags/tag129.xml"/><Relationship Id="rId26" Type="http://schemas.openxmlformats.org/officeDocument/2006/relationships/tags" Target="../tags/tag128.xml"/><Relationship Id="rId25" Type="http://schemas.openxmlformats.org/officeDocument/2006/relationships/image" Target="../media/image33.svg"/><Relationship Id="rId24" Type="http://schemas.openxmlformats.org/officeDocument/2006/relationships/image" Target="../media/image32.png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image" Target="../media/image9.png"/><Relationship Id="rId19" Type="http://schemas.openxmlformats.org/officeDocument/2006/relationships/tags" Target="../tags/tag123.xml"/><Relationship Id="rId18" Type="http://schemas.openxmlformats.org/officeDocument/2006/relationships/tags" Target="../tags/tag122.xml"/><Relationship Id="rId17" Type="http://schemas.openxmlformats.org/officeDocument/2006/relationships/tags" Target="../tags/tag121.xml"/><Relationship Id="rId16" Type="http://schemas.openxmlformats.org/officeDocument/2006/relationships/image" Target="../media/image31.svg"/><Relationship Id="rId15" Type="http://schemas.openxmlformats.org/officeDocument/2006/relationships/image" Target="../media/image30.png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image" Target="../media/image29.png"/><Relationship Id="rId1" Type="http://schemas.openxmlformats.org/officeDocument/2006/relationships/tags" Target="../tags/tag11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image" Target="../media/image12.png"/><Relationship Id="rId5" Type="http://schemas.openxmlformats.org/officeDocument/2006/relationships/tags" Target="../tags/tag142.xml"/><Relationship Id="rId46" Type="http://schemas.openxmlformats.org/officeDocument/2006/relationships/notesSlide" Target="../notesSlides/notesSlide7.xml"/><Relationship Id="rId45" Type="http://schemas.openxmlformats.org/officeDocument/2006/relationships/vmlDrawing" Target="../drawings/vmlDrawing1.vml"/><Relationship Id="rId44" Type="http://schemas.openxmlformats.org/officeDocument/2006/relationships/slideLayout" Target="../slideLayouts/slideLayout1.xml"/><Relationship Id="rId43" Type="http://schemas.openxmlformats.org/officeDocument/2006/relationships/image" Target="../media/image41.wmf"/><Relationship Id="rId42" Type="http://schemas.openxmlformats.org/officeDocument/2006/relationships/package" Target="../embeddings/Document1.docx"/><Relationship Id="rId41" Type="http://schemas.openxmlformats.org/officeDocument/2006/relationships/tags" Target="../tags/tag170.xml"/><Relationship Id="rId40" Type="http://schemas.openxmlformats.org/officeDocument/2006/relationships/tags" Target="../tags/tag169.xml"/><Relationship Id="rId4" Type="http://schemas.openxmlformats.org/officeDocument/2006/relationships/image" Target="../media/image11.png"/><Relationship Id="rId39" Type="http://schemas.openxmlformats.org/officeDocument/2006/relationships/image" Target="../media/image40.png"/><Relationship Id="rId38" Type="http://schemas.openxmlformats.org/officeDocument/2006/relationships/tags" Target="../tags/tag168.xml"/><Relationship Id="rId37" Type="http://schemas.openxmlformats.org/officeDocument/2006/relationships/tags" Target="../tags/tag167.xml"/><Relationship Id="rId36" Type="http://schemas.openxmlformats.org/officeDocument/2006/relationships/tags" Target="../tags/tag166.xml"/><Relationship Id="rId35" Type="http://schemas.openxmlformats.org/officeDocument/2006/relationships/tags" Target="../tags/tag165.xml"/><Relationship Id="rId34" Type="http://schemas.openxmlformats.org/officeDocument/2006/relationships/tags" Target="../tags/tag164.xml"/><Relationship Id="rId33" Type="http://schemas.openxmlformats.org/officeDocument/2006/relationships/tags" Target="../tags/tag163.xml"/><Relationship Id="rId32" Type="http://schemas.openxmlformats.org/officeDocument/2006/relationships/tags" Target="../tags/tag162.xml"/><Relationship Id="rId31" Type="http://schemas.openxmlformats.org/officeDocument/2006/relationships/tags" Target="../tags/tag161.xml"/><Relationship Id="rId30" Type="http://schemas.openxmlformats.org/officeDocument/2006/relationships/tags" Target="../tags/tag160.xml"/><Relationship Id="rId3" Type="http://schemas.openxmlformats.org/officeDocument/2006/relationships/tags" Target="../tags/tag141.xml"/><Relationship Id="rId29" Type="http://schemas.openxmlformats.org/officeDocument/2006/relationships/tags" Target="../tags/tag159.xml"/><Relationship Id="rId28" Type="http://schemas.openxmlformats.org/officeDocument/2006/relationships/tags" Target="../tags/tag158.xml"/><Relationship Id="rId27" Type="http://schemas.openxmlformats.org/officeDocument/2006/relationships/tags" Target="../tags/tag157.xml"/><Relationship Id="rId26" Type="http://schemas.openxmlformats.org/officeDocument/2006/relationships/tags" Target="../tags/tag156.xml"/><Relationship Id="rId25" Type="http://schemas.openxmlformats.org/officeDocument/2006/relationships/tags" Target="../tags/tag155.xml"/><Relationship Id="rId24" Type="http://schemas.openxmlformats.org/officeDocument/2006/relationships/tags" Target="../tags/tag154.xml"/><Relationship Id="rId23" Type="http://schemas.openxmlformats.org/officeDocument/2006/relationships/image" Target="../media/image20.svg"/><Relationship Id="rId22" Type="http://schemas.openxmlformats.org/officeDocument/2006/relationships/image" Target="../media/image19.png"/><Relationship Id="rId21" Type="http://schemas.openxmlformats.org/officeDocument/2006/relationships/tags" Target="../tags/tag153.xml"/><Relationship Id="rId20" Type="http://schemas.openxmlformats.org/officeDocument/2006/relationships/tags" Target="../tags/tag152.xml"/><Relationship Id="rId2" Type="http://schemas.openxmlformats.org/officeDocument/2006/relationships/image" Target="../media/image9.png"/><Relationship Id="rId19" Type="http://schemas.openxmlformats.org/officeDocument/2006/relationships/image" Target="../media/image39.svg"/><Relationship Id="rId18" Type="http://schemas.openxmlformats.org/officeDocument/2006/relationships/image" Target="../media/image38.png"/><Relationship Id="rId17" Type="http://schemas.openxmlformats.org/officeDocument/2006/relationships/tags" Target="../tags/tag151.xml"/><Relationship Id="rId16" Type="http://schemas.openxmlformats.org/officeDocument/2006/relationships/tags" Target="../tags/tag150.xml"/><Relationship Id="rId15" Type="http://schemas.openxmlformats.org/officeDocument/2006/relationships/tags" Target="../tags/tag149.xml"/><Relationship Id="rId14" Type="http://schemas.openxmlformats.org/officeDocument/2006/relationships/tags" Target="../tags/tag148.xml"/><Relationship Id="rId13" Type="http://schemas.openxmlformats.org/officeDocument/2006/relationships/tags" Target="../tags/tag147.xml"/><Relationship Id="rId12" Type="http://schemas.openxmlformats.org/officeDocument/2006/relationships/image" Target="../media/image37.png"/><Relationship Id="rId11" Type="http://schemas.openxmlformats.org/officeDocument/2006/relationships/tags" Target="../tags/tag146.xml"/><Relationship Id="rId10" Type="http://schemas.openxmlformats.org/officeDocument/2006/relationships/image" Target="../media/image36.png"/><Relationship Id="rId1" Type="http://schemas.openxmlformats.org/officeDocument/2006/relationships/tags" Target="../tags/tag14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tags" Target="../tags/tag178.xml"/><Relationship Id="rId74" Type="http://schemas.openxmlformats.org/officeDocument/2006/relationships/notesSlide" Target="../notesSlides/notesSlide8.xml"/><Relationship Id="rId73" Type="http://schemas.openxmlformats.org/officeDocument/2006/relationships/slideLayout" Target="../slideLayouts/slideLayout1.xml"/><Relationship Id="rId72" Type="http://schemas.openxmlformats.org/officeDocument/2006/relationships/tags" Target="../tags/tag227.xml"/><Relationship Id="rId71" Type="http://schemas.openxmlformats.org/officeDocument/2006/relationships/tags" Target="../tags/tag226.xml"/><Relationship Id="rId70" Type="http://schemas.openxmlformats.org/officeDocument/2006/relationships/tags" Target="../tags/tag225.xml"/><Relationship Id="rId7" Type="http://schemas.openxmlformats.org/officeDocument/2006/relationships/tags" Target="../tags/tag177.xml"/><Relationship Id="rId69" Type="http://schemas.openxmlformats.org/officeDocument/2006/relationships/tags" Target="../tags/tag224.xml"/><Relationship Id="rId68" Type="http://schemas.openxmlformats.org/officeDocument/2006/relationships/tags" Target="../tags/tag223.xml"/><Relationship Id="rId67" Type="http://schemas.openxmlformats.org/officeDocument/2006/relationships/tags" Target="../tags/tag222.xml"/><Relationship Id="rId66" Type="http://schemas.openxmlformats.org/officeDocument/2006/relationships/image" Target="../media/image56.svg"/><Relationship Id="rId65" Type="http://schemas.openxmlformats.org/officeDocument/2006/relationships/image" Target="../media/image55.png"/><Relationship Id="rId64" Type="http://schemas.openxmlformats.org/officeDocument/2006/relationships/tags" Target="../tags/tag221.xml"/><Relationship Id="rId63" Type="http://schemas.openxmlformats.org/officeDocument/2006/relationships/tags" Target="../tags/tag220.xml"/><Relationship Id="rId62" Type="http://schemas.openxmlformats.org/officeDocument/2006/relationships/tags" Target="../tags/tag219.xml"/><Relationship Id="rId61" Type="http://schemas.openxmlformats.org/officeDocument/2006/relationships/tags" Target="../tags/tag218.xml"/><Relationship Id="rId60" Type="http://schemas.openxmlformats.org/officeDocument/2006/relationships/tags" Target="../tags/tag217.xml"/><Relationship Id="rId6" Type="http://schemas.openxmlformats.org/officeDocument/2006/relationships/image" Target="../media/image12.png"/><Relationship Id="rId59" Type="http://schemas.openxmlformats.org/officeDocument/2006/relationships/tags" Target="../tags/tag216.xml"/><Relationship Id="rId58" Type="http://schemas.openxmlformats.org/officeDocument/2006/relationships/tags" Target="../tags/tag215.xml"/><Relationship Id="rId57" Type="http://schemas.openxmlformats.org/officeDocument/2006/relationships/tags" Target="../tags/tag214.xml"/><Relationship Id="rId56" Type="http://schemas.openxmlformats.org/officeDocument/2006/relationships/tags" Target="../tags/tag213.xml"/><Relationship Id="rId55" Type="http://schemas.openxmlformats.org/officeDocument/2006/relationships/tags" Target="../tags/tag212.xml"/><Relationship Id="rId54" Type="http://schemas.openxmlformats.org/officeDocument/2006/relationships/tags" Target="../tags/tag211.xml"/><Relationship Id="rId53" Type="http://schemas.openxmlformats.org/officeDocument/2006/relationships/tags" Target="../tags/tag210.xml"/><Relationship Id="rId52" Type="http://schemas.openxmlformats.org/officeDocument/2006/relationships/tags" Target="../tags/tag209.xml"/><Relationship Id="rId51" Type="http://schemas.openxmlformats.org/officeDocument/2006/relationships/tags" Target="../tags/tag208.xml"/><Relationship Id="rId50" Type="http://schemas.openxmlformats.org/officeDocument/2006/relationships/tags" Target="../tags/tag207.xml"/><Relationship Id="rId5" Type="http://schemas.openxmlformats.org/officeDocument/2006/relationships/tags" Target="../tags/tag176.xml"/><Relationship Id="rId49" Type="http://schemas.openxmlformats.org/officeDocument/2006/relationships/tags" Target="../tags/tag206.xml"/><Relationship Id="rId48" Type="http://schemas.openxmlformats.org/officeDocument/2006/relationships/tags" Target="../tags/tag205.xml"/><Relationship Id="rId47" Type="http://schemas.openxmlformats.org/officeDocument/2006/relationships/tags" Target="../tags/tag204.xml"/><Relationship Id="rId46" Type="http://schemas.openxmlformats.org/officeDocument/2006/relationships/tags" Target="../tags/tag203.xml"/><Relationship Id="rId45" Type="http://schemas.openxmlformats.org/officeDocument/2006/relationships/tags" Target="../tags/tag202.xml"/><Relationship Id="rId44" Type="http://schemas.openxmlformats.org/officeDocument/2006/relationships/tags" Target="../tags/tag201.xml"/><Relationship Id="rId43" Type="http://schemas.openxmlformats.org/officeDocument/2006/relationships/tags" Target="../tags/tag200.xml"/><Relationship Id="rId42" Type="http://schemas.openxmlformats.org/officeDocument/2006/relationships/tags" Target="../tags/tag199.xml"/><Relationship Id="rId41" Type="http://schemas.openxmlformats.org/officeDocument/2006/relationships/tags" Target="../tags/tag198.xml"/><Relationship Id="rId40" Type="http://schemas.openxmlformats.org/officeDocument/2006/relationships/tags" Target="../tags/tag197.xml"/><Relationship Id="rId4" Type="http://schemas.openxmlformats.org/officeDocument/2006/relationships/image" Target="../media/image11.png"/><Relationship Id="rId39" Type="http://schemas.openxmlformats.org/officeDocument/2006/relationships/tags" Target="../tags/tag196.xml"/><Relationship Id="rId38" Type="http://schemas.openxmlformats.org/officeDocument/2006/relationships/image" Target="../media/image54.svg"/><Relationship Id="rId37" Type="http://schemas.openxmlformats.org/officeDocument/2006/relationships/tags" Target="../tags/tag195.xml"/><Relationship Id="rId36" Type="http://schemas.openxmlformats.org/officeDocument/2006/relationships/tags" Target="../tags/tag194.xml"/><Relationship Id="rId35" Type="http://schemas.openxmlformats.org/officeDocument/2006/relationships/image" Target="../media/image53.svg"/><Relationship Id="rId34" Type="http://schemas.openxmlformats.org/officeDocument/2006/relationships/image" Target="../media/image52.png"/><Relationship Id="rId33" Type="http://schemas.openxmlformats.org/officeDocument/2006/relationships/tags" Target="../tags/tag193.xml"/><Relationship Id="rId32" Type="http://schemas.openxmlformats.org/officeDocument/2006/relationships/image" Target="../media/image51.svg"/><Relationship Id="rId31" Type="http://schemas.openxmlformats.org/officeDocument/2006/relationships/image" Target="../media/image50.png"/><Relationship Id="rId30" Type="http://schemas.openxmlformats.org/officeDocument/2006/relationships/tags" Target="../tags/tag192.xml"/><Relationship Id="rId3" Type="http://schemas.openxmlformats.org/officeDocument/2006/relationships/tags" Target="../tags/tag175.xml"/><Relationship Id="rId29" Type="http://schemas.openxmlformats.org/officeDocument/2006/relationships/tags" Target="../tags/tag191.xml"/><Relationship Id="rId28" Type="http://schemas.openxmlformats.org/officeDocument/2006/relationships/tags" Target="../tags/tag190.xml"/><Relationship Id="rId27" Type="http://schemas.openxmlformats.org/officeDocument/2006/relationships/tags" Target="../tags/tag189.xml"/><Relationship Id="rId26" Type="http://schemas.openxmlformats.org/officeDocument/2006/relationships/image" Target="../media/image49.svg"/><Relationship Id="rId25" Type="http://schemas.openxmlformats.org/officeDocument/2006/relationships/image" Target="../media/image48.png"/><Relationship Id="rId24" Type="http://schemas.openxmlformats.org/officeDocument/2006/relationships/tags" Target="../tags/tag188.xml"/><Relationship Id="rId23" Type="http://schemas.openxmlformats.org/officeDocument/2006/relationships/tags" Target="../tags/tag187.xml"/><Relationship Id="rId22" Type="http://schemas.openxmlformats.org/officeDocument/2006/relationships/image" Target="../media/image47.png"/><Relationship Id="rId21" Type="http://schemas.openxmlformats.org/officeDocument/2006/relationships/tags" Target="../tags/tag186.xml"/><Relationship Id="rId20" Type="http://schemas.openxmlformats.org/officeDocument/2006/relationships/image" Target="../media/image46.png"/><Relationship Id="rId2" Type="http://schemas.openxmlformats.org/officeDocument/2006/relationships/image" Target="../media/image9.png"/><Relationship Id="rId19" Type="http://schemas.openxmlformats.org/officeDocument/2006/relationships/tags" Target="../tags/tag185.xml"/><Relationship Id="rId18" Type="http://schemas.openxmlformats.org/officeDocument/2006/relationships/tags" Target="../tags/tag184.xml"/><Relationship Id="rId17" Type="http://schemas.openxmlformats.org/officeDocument/2006/relationships/tags" Target="../tags/tag183.xml"/><Relationship Id="rId16" Type="http://schemas.openxmlformats.org/officeDocument/2006/relationships/tags" Target="../tags/tag182.xml"/><Relationship Id="rId15" Type="http://schemas.openxmlformats.org/officeDocument/2006/relationships/image" Target="../media/image45.png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image" Target="../media/image44.png"/><Relationship Id="rId11" Type="http://schemas.openxmlformats.org/officeDocument/2006/relationships/tags" Target="../tags/tag179.xml"/><Relationship Id="rId10" Type="http://schemas.openxmlformats.org/officeDocument/2006/relationships/image" Target="../media/image43.svg"/><Relationship Id="rId1" Type="http://schemas.openxmlformats.org/officeDocument/2006/relationships/tags" Target="../tags/tag17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image" Target="../media/image12.png"/><Relationship Id="rId57" Type="http://schemas.openxmlformats.org/officeDocument/2006/relationships/notesSlide" Target="../notesSlides/notesSlide9.xml"/><Relationship Id="rId56" Type="http://schemas.openxmlformats.org/officeDocument/2006/relationships/slideLayout" Target="../slideLayouts/slideLayout1.xml"/><Relationship Id="rId55" Type="http://schemas.openxmlformats.org/officeDocument/2006/relationships/tags" Target="../tags/tag264.xml"/><Relationship Id="rId54" Type="http://schemas.openxmlformats.org/officeDocument/2006/relationships/tags" Target="../tags/tag263.xml"/><Relationship Id="rId53" Type="http://schemas.openxmlformats.org/officeDocument/2006/relationships/tags" Target="../tags/tag262.xml"/><Relationship Id="rId52" Type="http://schemas.openxmlformats.org/officeDocument/2006/relationships/image" Target="../media/image74.png"/><Relationship Id="rId51" Type="http://schemas.openxmlformats.org/officeDocument/2006/relationships/tags" Target="../tags/tag261.xml"/><Relationship Id="rId50" Type="http://schemas.openxmlformats.org/officeDocument/2006/relationships/image" Target="../media/image73.svg"/><Relationship Id="rId5" Type="http://schemas.openxmlformats.org/officeDocument/2006/relationships/tags" Target="../tags/tag233.xml"/><Relationship Id="rId49" Type="http://schemas.openxmlformats.org/officeDocument/2006/relationships/image" Target="../media/image72.png"/><Relationship Id="rId48" Type="http://schemas.openxmlformats.org/officeDocument/2006/relationships/tags" Target="../tags/tag260.xml"/><Relationship Id="rId47" Type="http://schemas.openxmlformats.org/officeDocument/2006/relationships/tags" Target="../tags/tag259.xml"/><Relationship Id="rId46" Type="http://schemas.openxmlformats.org/officeDocument/2006/relationships/tags" Target="../tags/tag258.xml"/><Relationship Id="rId45" Type="http://schemas.openxmlformats.org/officeDocument/2006/relationships/tags" Target="../tags/tag257.xml"/><Relationship Id="rId44" Type="http://schemas.openxmlformats.org/officeDocument/2006/relationships/image" Target="../media/image71.png"/><Relationship Id="rId43" Type="http://schemas.openxmlformats.org/officeDocument/2006/relationships/tags" Target="../tags/tag256.xml"/><Relationship Id="rId42" Type="http://schemas.openxmlformats.org/officeDocument/2006/relationships/tags" Target="../tags/tag255.xml"/><Relationship Id="rId41" Type="http://schemas.openxmlformats.org/officeDocument/2006/relationships/image" Target="../media/image70.png"/><Relationship Id="rId40" Type="http://schemas.openxmlformats.org/officeDocument/2006/relationships/tags" Target="../tags/tag254.xml"/><Relationship Id="rId4" Type="http://schemas.openxmlformats.org/officeDocument/2006/relationships/image" Target="../media/image11.png"/><Relationship Id="rId39" Type="http://schemas.openxmlformats.org/officeDocument/2006/relationships/image" Target="../media/image69.svg"/><Relationship Id="rId38" Type="http://schemas.openxmlformats.org/officeDocument/2006/relationships/image" Target="../media/image68.png"/><Relationship Id="rId37" Type="http://schemas.openxmlformats.org/officeDocument/2006/relationships/tags" Target="../tags/tag253.xml"/><Relationship Id="rId36" Type="http://schemas.openxmlformats.org/officeDocument/2006/relationships/tags" Target="../tags/tag252.xml"/><Relationship Id="rId35" Type="http://schemas.openxmlformats.org/officeDocument/2006/relationships/tags" Target="../tags/tag251.xml"/><Relationship Id="rId34" Type="http://schemas.openxmlformats.org/officeDocument/2006/relationships/tags" Target="../tags/tag250.xml"/><Relationship Id="rId33" Type="http://schemas.openxmlformats.org/officeDocument/2006/relationships/image" Target="../media/image67.png"/><Relationship Id="rId32" Type="http://schemas.openxmlformats.org/officeDocument/2006/relationships/tags" Target="../tags/tag249.xml"/><Relationship Id="rId31" Type="http://schemas.openxmlformats.org/officeDocument/2006/relationships/image" Target="../media/image66.svg"/><Relationship Id="rId30" Type="http://schemas.openxmlformats.org/officeDocument/2006/relationships/image" Target="../media/image65.png"/><Relationship Id="rId3" Type="http://schemas.openxmlformats.org/officeDocument/2006/relationships/tags" Target="../tags/tag232.xml"/><Relationship Id="rId29" Type="http://schemas.openxmlformats.org/officeDocument/2006/relationships/tags" Target="../tags/tag248.xml"/><Relationship Id="rId28" Type="http://schemas.openxmlformats.org/officeDocument/2006/relationships/tags" Target="../tags/tag247.xml"/><Relationship Id="rId27" Type="http://schemas.openxmlformats.org/officeDocument/2006/relationships/tags" Target="../tags/tag246.xml"/><Relationship Id="rId26" Type="http://schemas.openxmlformats.org/officeDocument/2006/relationships/tags" Target="../tags/tag245.xml"/><Relationship Id="rId25" Type="http://schemas.openxmlformats.org/officeDocument/2006/relationships/image" Target="../media/image64.png"/><Relationship Id="rId24" Type="http://schemas.openxmlformats.org/officeDocument/2006/relationships/tags" Target="../tags/tag244.xml"/><Relationship Id="rId23" Type="http://schemas.openxmlformats.org/officeDocument/2006/relationships/image" Target="../media/image63.svg"/><Relationship Id="rId22" Type="http://schemas.openxmlformats.org/officeDocument/2006/relationships/image" Target="../media/image62.png"/><Relationship Id="rId21" Type="http://schemas.openxmlformats.org/officeDocument/2006/relationships/tags" Target="../tags/tag243.xml"/><Relationship Id="rId20" Type="http://schemas.openxmlformats.org/officeDocument/2006/relationships/tags" Target="../tags/tag242.xml"/><Relationship Id="rId2" Type="http://schemas.openxmlformats.org/officeDocument/2006/relationships/image" Target="../media/image9.png"/><Relationship Id="rId19" Type="http://schemas.openxmlformats.org/officeDocument/2006/relationships/tags" Target="../tags/tag241.xml"/><Relationship Id="rId18" Type="http://schemas.openxmlformats.org/officeDocument/2006/relationships/tags" Target="../tags/tag240.xml"/><Relationship Id="rId17" Type="http://schemas.openxmlformats.org/officeDocument/2006/relationships/image" Target="../media/image61.png"/><Relationship Id="rId16" Type="http://schemas.openxmlformats.org/officeDocument/2006/relationships/tags" Target="../tags/tag239.xml"/><Relationship Id="rId15" Type="http://schemas.openxmlformats.org/officeDocument/2006/relationships/tags" Target="../tags/tag238.xml"/><Relationship Id="rId14" Type="http://schemas.openxmlformats.org/officeDocument/2006/relationships/image" Target="../media/image60.svg"/><Relationship Id="rId13" Type="http://schemas.openxmlformats.org/officeDocument/2006/relationships/image" Target="../media/image59.png"/><Relationship Id="rId12" Type="http://schemas.openxmlformats.org/officeDocument/2006/relationships/tags" Target="../tags/tag237.xml"/><Relationship Id="rId11" Type="http://schemas.openxmlformats.org/officeDocument/2006/relationships/image" Target="../media/image58.svg"/><Relationship Id="rId10" Type="http://schemas.openxmlformats.org/officeDocument/2006/relationships/image" Target="../media/image57.png"/><Relationship Id="rId1" Type="http://schemas.openxmlformats.org/officeDocument/2006/relationships/tags" Target="../tags/tag23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tags" Target="../tags/tag272.xml"/><Relationship Id="rId7" Type="http://schemas.openxmlformats.org/officeDocument/2006/relationships/tags" Target="../tags/tag271.xml"/><Relationship Id="rId6" Type="http://schemas.openxmlformats.org/officeDocument/2006/relationships/image" Target="../media/image12.png"/><Relationship Id="rId5" Type="http://schemas.openxmlformats.org/officeDocument/2006/relationships/tags" Target="../tags/tag270.xml"/><Relationship Id="rId4" Type="http://schemas.openxmlformats.org/officeDocument/2006/relationships/image" Target="../media/image11.png"/><Relationship Id="rId3" Type="http://schemas.openxmlformats.org/officeDocument/2006/relationships/tags" Target="../tags/tag269.xml"/><Relationship Id="rId2" Type="http://schemas.openxmlformats.org/officeDocument/2006/relationships/image" Target="../media/image9.png"/><Relationship Id="rId17" Type="http://schemas.openxmlformats.org/officeDocument/2006/relationships/notesSlide" Target="../notesSlides/notesSlide10.xml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77.wmf"/><Relationship Id="rId13" Type="http://schemas.openxmlformats.org/officeDocument/2006/relationships/package" Target="../embeddings/Document2.docx"/><Relationship Id="rId12" Type="http://schemas.openxmlformats.org/officeDocument/2006/relationships/tags" Target="../tags/tag274.xml"/><Relationship Id="rId11" Type="http://schemas.openxmlformats.org/officeDocument/2006/relationships/tags" Target="../tags/tag273.xml"/><Relationship Id="rId10" Type="http://schemas.openxmlformats.org/officeDocument/2006/relationships/image" Target="../media/image76.svg"/><Relationship Id="rId1" Type="http://schemas.openxmlformats.org/officeDocument/2006/relationships/tags" Target="../tags/tag26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83.xml"/><Relationship Id="rId8" Type="http://schemas.openxmlformats.org/officeDocument/2006/relationships/tags" Target="../tags/tag282.xml"/><Relationship Id="rId7" Type="http://schemas.openxmlformats.org/officeDocument/2006/relationships/tags" Target="../tags/tag281.xml"/><Relationship Id="rId6" Type="http://schemas.openxmlformats.org/officeDocument/2006/relationships/image" Target="../media/image12.png"/><Relationship Id="rId5" Type="http://schemas.openxmlformats.org/officeDocument/2006/relationships/tags" Target="../tags/tag280.xml"/><Relationship Id="rId4" Type="http://schemas.openxmlformats.org/officeDocument/2006/relationships/image" Target="../media/image11.png"/><Relationship Id="rId3" Type="http://schemas.openxmlformats.org/officeDocument/2006/relationships/tags" Target="../tags/tag279.xml"/><Relationship Id="rId2" Type="http://schemas.openxmlformats.org/officeDocument/2006/relationships/image" Target="../media/image9.png"/><Relationship Id="rId14" Type="http://schemas.openxmlformats.org/officeDocument/2006/relationships/notesSlide" Target="../notesSlides/notesSlide11.xml"/><Relationship Id="rId13" Type="http://schemas.openxmlformats.org/officeDocument/2006/relationships/vmlDrawing" Target="../drawings/vmlDrawing3.v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78.wmf"/><Relationship Id="rId10" Type="http://schemas.openxmlformats.org/officeDocument/2006/relationships/package" Target="../embeddings/Document3.docx"/><Relationship Id="rId1" Type="http://schemas.openxmlformats.org/officeDocument/2006/relationships/tags" Target="../tags/tag27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image" Target="../media/image12.png"/><Relationship Id="rId5" Type="http://schemas.openxmlformats.org/officeDocument/2006/relationships/tags" Target="../tags/tag289.xml"/><Relationship Id="rId4" Type="http://schemas.openxmlformats.org/officeDocument/2006/relationships/image" Target="../media/image11.png"/><Relationship Id="rId36" Type="http://schemas.openxmlformats.org/officeDocument/2006/relationships/notesSlide" Target="../notesSlides/notesSlide12.xml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315.xml"/><Relationship Id="rId33" Type="http://schemas.openxmlformats.org/officeDocument/2006/relationships/tags" Target="../tags/tag314.xml"/><Relationship Id="rId32" Type="http://schemas.openxmlformats.org/officeDocument/2006/relationships/tags" Target="../tags/tag313.xml"/><Relationship Id="rId31" Type="http://schemas.openxmlformats.org/officeDocument/2006/relationships/tags" Target="../tags/tag312.xml"/><Relationship Id="rId30" Type="http://schemas.openxmlformats.org/officeDocument/2006/relationships/tags" Target="../tags/tag311.xml"/><Relationship Id="rId3" Type="http://schemas.openxmlformats.org/officeDocument/2006/relationships/tags" Target="../tags/tag288.xml"/><Relationship Id="rId29" Type="http://schemas.openxmlformats.org/officeDocument/2006/relationships/tags" Target="../tags/tag310.xml"/><Relationship Id="rId28" Type="http://schemas.openxmlformats.org/officeDocument/2006/relationships/tags" Target="../tags/tag309.xml"/><Relationship Id="rId27" Type="http://schemas.openxmlformats.org/officeDocument/2006/relationships/tags" Target="../tags/tag308.xml"/><Relationship Id="rId26" Type="http://schemas.openxmlformats.org/officeDocument/2006/relationships/tags" Target="../tags/tag307.xml"/><Relationship Id="rId25" Type="http://schemas.openxmlformats.org/officeDocument/2006/relationships/tags" Target="../tags/tag306.xml"/><Relationship Id="rId24" Type="http://schemas.openxmlformats.org/officeDocument/2006/relationships/tags" Target="../tags/tag305.xml"/><Relationship Id="rId23" Type="http://schemas.openxmlformats.org/officeDocument/2006/relationships/tags" Target="../tags/tag304.xml"/><Relationship Id="rId22" Type="http://schemas.openxmlformats.org/officeDocument/2006/relationships/tags" Target="../tags/tag303.xml"/><Relationship Id="rId21" Type="http://schemas.openxmlformats.org/officeDocument/2006/relationships/tags" Target="../tags/tag302.xml"/><Relationship Id="rId20" Type="http://schemas.openxmlformats.org/officeDocument/2006/relationships/tags" Target="../tags/tag301.xml"/><Relationship Id="rId2" Type="http://schemas.openxmlformats.org/officeDocument/2006/relationships/image" Target="../media/image9.png"/><Relationship Id="rId19" Type="http://schemas.openxmlformats.org/officeDocument/2006/relationships/tags" Target="../tags/tag300.xml"/><Relationship Id="rId18" Type="http://schemas.openxmlformats.org/officeDocument/2006/relationships/tags" Target="../tags/tag299.xml"/><Relationship Id="rId17" Type="http://schemas.openxmlformats.org/officeDocument/2006/relationships/tags" Target="../tags/tag298.xml"/><Relationship Id="rId16" Type="http://schemas.openxmlformats.org/officeDocument/2006/relationships/tags" Target="../tags/tag297.xml"/><Relationship Id="rId15" Type="http://schemas.openxmlformats.org/officeDocument/2006/relationships/tags" Target="../tags/tag296.xml"/><Relationship Id="rId14" Type="http://schemas.openxmlformats.org/officeDocument/2006/relationships/tags" Target="../tags/tag295.xml"/><Relationship Id="rId13" Type="http://schemas.openxmlformats.org/officeDocument/2006/relationships/tags" Target="../tags/tag294.xml"/><Relationship Id="rId12" Type="http://schemas.openxmlformats.org/officeDocument/2006/relationships/tags" Target="../tags/tag293.xml"/><Relationship Id="rId11" Type="http://schemas.openxmlformats.org/officeDocument/2006/relationships/image" Target="../media/image80.png"/><Relationship Id="rId10" Type="http://schemas.openxmlformats.org/officeDocument/2006/relationships/tags" Target="../tags/tag292.xml"/><Relationship Id="rId1" Type="http://schemas.openxmlformats.org/officeDocument/2006/relationships/tags" Target="../tags/tag28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tags" Target="../tags/tag323.xml"/><Relationship Id="rId7" Type="http://schemas.openxmlformats.org/officeDocument/2006/relationships/tags" Target="../tags/tag322.xml"/><Relationship Id="rId63" Type="http://schemas.openxmlformats.org/officeDocument/2006/relationships/notesSlide" Target="../notesSlides/notesSlide13.xml"/><Relationship Id="rId62" Type="http://schemas.openxmlformats.org/officeDocument/2006/relationships/slideLayout" Target="../slideLayouts/slideLayout1.xml"/><Relationship Id="rId61" Type="http://schemas.openxmlformats.org/officeDocument/2006/relationships/tags" Target="../tags/tag368.xml"/><Relationship Id="rId60" Type="http://schemas.openxmlformats.org/officeDocument/2006/relationships/tags" Target="../tags/tag367.xml"/><Relationship Id="rId6" Type="http://schemas.openxmlformats.org/officeDocument/2006/relationships/image" Target="../media/image12.png"/><Relationship Id="rId59" Type="http://schemas.openxmlformats.org/officeDocument/2006/relationships/tags" Target="../tags/tag366.xml"/><Relationship Id="rId58" Type="http://schemas.openxmlformats.org/officeDocument/2006/relationships/tags" Target="../tags/tag365.xml"/><Relationship Id="rId57" Type="http://schemas.openxmlformats.org/officeDocument/2006/relationships/tags" Target="../tags/tag364.xml"/><Relationship Id="rId56" Type="http://schemas.openxmlformats.org/officeDocument/2006/relationships/tags" Target="../tags/tag363.xml"/><Relationship Id="rId55" Type="http://schemas.openxmlformats.org/officeDocument/2006/relationships/tags" Target="../tags/tag362.xml"/><Relationship Id="rId54" Type="http://schemas.openxmlformats.org/officeDocument/2006/relationships/tags" Target="../tags/tag361.xml"/><Relationship Id="rId53" Type="http://schemas.openxmlformats.org/officeDocument/2006/relationships/tags" Target="../tags/tag360.xml"/><Relationship Id="rId52" Type="http://schemas.openxmlformats.org/officeDocument/2006/relationships/tags" Target="../tags/tag359.xml"/><Relationship Id="rId51" Type="http://schemas.openxmlformats.org/officeDocument/2006/relationships/tags" Target="../tags/tag358.xml"/><Relationship Id="rId50" Type="http://schemas.openxmlformats.org/officeDocument/2006/relationships/tags" Target="../tags/tag357.xml"/><Relationship Id="rId5" Type="http://schemas.openxmlformats.org/officeDocument/2006/relationships/tags" Target="../tags/tag321.xml"/><Relationship Id="rId49" Type="http://schemas.openxmlformats.org/officeDocument/2006/relationships/tags" Target="../tags/tag356.xml"/><Relationship Id="rId48" Type="http://schemas.openxmlformats.org/officeDocument/2006/relationships/tags" Target="../tags/tag355.xml"/><Relationship Id="rId47" Type="http://schemas.openxmlformats.org/officeDocument/2006/relationships/tags" Target="../tags/tag354.xml"/><Relationship Id="rId46" Type="http://schemas.openxmlformats.org/officeDocument/2006/relationships/tags" Target="../tags/tag353.xml"/><Relationship Id="rId45" Type="http://schemas.openxmlformats.org/officeDocument/2006/relationships/tags" Target="../tags/tag352.xml"/><Relationship Id="rId44" Type="http://schemas.openxmlformats.org/officeDocument/2006/relationships/tags" Target="../tags/tag351.xml"/><Relationship Id="rId43" Type="http://schemas.openxmlformats.org/officeDocument/2006/relationships/tags" Target="../tags/tag350.xml"/><Relationship Id="rId42" Type="http://schemas.openxmlformats.org/officeDocument/2006/relationships/tags" Target="../tags/tag349.xml"/><Relationship Id="rId41" Type="http://schemas.openxmlformats.org/officeDocument/2006/relationships/tags" Target="../tags/tag348.xml"/><Relationship Id="rId40" Type="http://schemas.openxmlformats.org/officeDocument/2006/relationships/tags" Target="../tags/tag347.xml"/><Relationship Id="rId4" Type="http://schemas.openxmlformats.org/officeDocument/2006/relationships/image" Target="../media/image11.png"/><Relationship Id="rId39" Type="http://schemas.openxmlformats.org/officeDocument/2006/relationships/tags" Target="../tags/tag346.xml"/><Relationship Id="rId38" Type="http://schemas.openxmlformats.org/officeDocument/2006/relationships/tags" Target="../tags/tag345.xml"/><Relationship Id="rId37" Type="http://schemas.openxmlformats.org/officeDocument/2006/relationships/tags" Target="../tags/tag344.xml"/><Relationship Id="rId36" Type="http://schemas.openxmlformats.org/officeDocument/2006/relationships/tags" Target="../tags/tag343.xml"/><Relationship Id="rId35" Type="http://schemas.openxmlformats.org/officeDocument/2006/relationships/tags" Target="../tags/tag342.xml"/><Relationship Id="rId34" Type="http://schemas.openxmlformats.org/officeDocument/2006/relationships/tags" Target="../tags/tag341.xml"/><Relationship Id="rId33" Type="http://schemas.openxmlformats.org/officeDocument/2006/relationships/image" Target="../media/image23.svg"/><Relationship Id="rId32" Type="http://schemas.openxmlformats.org/officeDocument/2006/relationships/image" Target="../media/image87.png"/><Relationship Id="rId31" Type="http://schemas.openxmlformats.org/officeDocument/2006/relationships/tags" Target="../tags/tag340.xml"/><Relationship Id="rId30" Type="http://schemas.openxmlformats.org/officeDocument/2006/relationships/tags" Target="../tags/tag339.xml"/><Relationship Id="rId3" Type="http://schemas.openxmlformats.org/officeDocument/2006/relationships/tags" Target="../tags/tag320.xml"/><Relationship Id="rId29" Type="http://schemas.openxmlformats.org/officeDocument/2006/relationships/image" Target="../media/image86.png"/><Relationship Id="rId28" Type="http://schemas.openxmlformats.org/officeDocument/2006/relationships/tags" Target="../tags/tag338.xml"/><Relationship Id="rId27" Type="http://schemas.openxmlformats.org/officeDocument/2006/relationships/tags" Target="../tags/tag337.xml"/><Relationship Id="rId26" Type="http://schemas.openxmlformats.org/officeDocument/2006/relationships/tags" Target="../tags/tag336.xml"/><Relationship Id="rId25" Type="http://schemas.openxmlformats.org/officeDocument/2006/relationships/image" Target="../media/image85.png"/><Relationship Id="rId24" Type="http://schemas.openxmlformats.org/officeDocument/2006/relationships/tags" Target="../tags/tag335.xml"/><Relationship Id="rId23" Type="http://schemas.openxmlformats.org/officeDocument/2006/relationships/tags" Target="../tags/tag334.xml"/><Relationship Id="rId22" Type="http://schemas.openxmlformats.org/officeDocument/2006/relationships/tags" Target="../tags/tag333.xml"/><Relationship Id="rId21" Type="http://schemas.openxmlformats.org/officeDocument/2006/relationships/tags" Target="../tags/tag332.xml"/><Relationship Id="rId20" Type="http://schemas.openxmlformats.org/officeDocument/2006/relationships/tags" Target="../tags/tag331.xml"/><Relationship Id="rId2" Type="http://schemas.openxmlformats.org/officeDocument/2006/relationships/image" Target="../media/image9.png"/><Relationship Id="rId19" Type="http://schemas.openxmlformats.org/officeDocument/2006/relationships/tags" Target="../tags/tag330.xml"/><Relationship Id="rId18" Type="http://schemas.openxmlformats.org/officeDocument/2006/relationships/tags" Target="../tags/tag329.xml"/><Relationship Id="rId17" Type="http://schemas.openxmlformats.org/officeDocument/2006/relationships/tags" Target="../tags/tag328.xml"/><Relationship Id="rId16" Type="http://schemas.openxmlformats.org/officeDocument/2006/relationships/image" Target="../media/image84.svg"/><Relationship Id="rId15" Type="http://schemas.openxmlformats.org/officeDocument/2006/relationships/image" Target="../media/image83.png"/><Relationship Id="rId14" Type="http://schemas.openxmlformats.org/officeDocument/2006/relationships/tags" Target="../tags/tag327.xml"/><Relationship Id="rId13" Type="http://schemas.openxmlformats.org/officeDocument/2006/relationships/tags" Target="../tags/tag326.xml"/><Relationship Id="rId12" Type="http://schemas.openxmlformats.org/officeDocument/2006/relationships/tags" Target="../tags/tag325.xml"/><Relationship Id="rId11" Type="http://schemas.openxmlformats.org/officeDocument/2006/relationships/tags" Target="../tags/tag324.xml"/><Relationship Id="rId10" Type="http://schemas.openxmlformats.org/officeDocument/2006/relationships/image" Target="../media/image82.svg"/><Relationship Id="rId1" Type="http://schemas.openxmlformats.org/officeDocument/2006/relationships/tags" Target="../tags/tag31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77.xml"/><Relationship Id="rId8" Type="http://schemas.openxmlformats.org/officeDocument/2006/relationships/tags" Target="../tags/tag376.xml"/><Relationship Id="rId7" Type="http://schemas.openxmlformats.org/officeDocument/2006/relationships/tags" Target="../tags/tag375.xml"/><Relationship Id="rId6" Type="http://schemas.openxmlformats.org/officeDocument/2006/relationships/image" Target="../media/image12.png"/><Relationship Id="rId51" Type="http://schemas.openxmlformats.org/officeDocument/2006/relationships/notesSlide" Target="../notesSlides/notesSlide14.xml"/><Relationship Id="rId50" Type="http://schemas.openxmlformats.org/officeDocument/2006/relationships/slideLayout" Target="../slideLayouts/slideLayout1.xml"/><Relationship Id="rId5" Type="http://schemas.openxmlformats.org/officeDocument/2006/relationships/tags" Target="../tags/tag374.xml"/><Relationship Id="rId49" Type="http://schemas.openxmlformats.org/officeDocument/2006/relationships/tags" Target="../tags/tag414.xml"/><Relationship Id="rId48" Type="http://schemas.openxmlformats.org/officeDocument/2006/relationships/tags" Target="../tags/tag413.xml"/><Relationship Id="rId47" Type="http://schemas.openxmlformats.org/officeDocument/2006/relationships/tags" Target="../tags/tag412.xml"/><Relationship Id="rId46" Type="http://schemas.openxmlformats.org/officeDocument/2006/relationships/tags" Target="../tags/tag411.xml"/><Relationship Id="rId45" Type="http://schemas.openxmlformats.org/officeDocument/2006/relationships/tags" Target="../tags/tag410.xml"/><Relationship Id="rId44" Type="http://schemas.openxmlformats.org/officeDocument/2006/relationships/tags" Target="../tags/tag409.xml"/><Relationship Id="rId43" Type="http://schemas.openxmlformats.org/officeDocument/2006/relationships/tags" Target="../tags/tag408.xml"/><Relationship Id="rId42" Type="http://schemas.openxmlformats.org/officeDocument/2006/relationships/tags" Target="../tags/tag407.xml"/><Relationship Id="rId41" Type="http://schemas.openxmlformats.org/officeDocument/2006/relationships/tags" Target="../tags/tag406.xml"/><Relationship Id="rId40" Type="http://schemas.openxmlformats.org/officeDocument/2006/relationships/tags" Target="../tags/tag405.xml"/><Relationship Id="rId4" Type="http://schemas.openxmlformats.org/officeDocument/2006/relationships/image" Target="../media/image11.png"/><Relationship Id="rId39" Type="http://schemas.openxmlformats.org/officeDocument/2006/relationships/tags" Target="../tags/tag404.xml"/><Relationship Id="rId38" Type="http://schemas.openxmlformats.org/officeDocument/2006/relationships/tags" Target="../tags/tag403.xml"/><Relationship Id="rId37" Type="http://schemas.openxmlformats.org/officeDocument/2006/relationships/tags" Target="../tags/tag402.xml"/><Relationship Id="rId36" Type="http://schemas.openxmlformats.org/officeDocument/2006/relationships/tags" Target="../tags/tag401.xml"/><Relationship Id="rId35" Type="http://schemas.openxmlformats.org/officeDocument/2006/relationships/tags" Target="../tags/tag400.xml"/><Relationship Id="rId34" Type="http://schemas.openxmlformats.org/officeDocument/2006/relationships/tags" Target="../tags/tag399.xml"/><Relationship Id="rId33" Type="http://schemas.openxmlformats.org/officeDocument/2006/relationships/tags" Target="../tags/tag398.xml"/><Relationship Id="rId32" Type="http://schemas.openxmlformats.org/officeDocument/2006/relationships/tags" Target="../tags/tag397.xml"/><Relationship Id="rId31" Type="http://schemas.openxmlformats.org/officeDocument/2006/relationships/tags" Target="../tags/tag396.xml"/><Relationship Id="rId30" Type="http://schemas.openxmlformats.org/officeDocument/2006/relationships/tags" Target="../tags/tag395.xml"/><Relationship Id="rId3" Type="http://schemas.openxmlformats.org/officeDocument/2006/relationships/tags" Target="../tags/tag373.xml"/><Relationship Id="rId29" Type="http://schemas.openxmlformats.org/officeDocument/2006/relationships/tags" Target="../tags/tag394.xml"/><Relationship Id="rId28" Type="http://schemas.openxmlformats.org/officeDocument/2006/relationships/tags" Target="../tags/tag393.xml"/><Relationship Id="rId27" Type="http://schemas.openxmlformats.org/officeDocument/2006/relationships/tags" Target="../tags/tag392.xml"/><Relationship Id="rId26" Type="http://schemas.openxmlformats.org/officeDocument/2006/relationships/tags" Target="../tags/tag391.xml"/><Relationship Id="rId25" Type="http://schemas.openxmlformats.org/officeDocument/2006/relationships/tags" Target="../tags/tag390.xml"/><Relationship Id="rId24" Type="http://schemas.openxmlformats.org/officeDocument/2006/relationships/tags" Target="../tags/tag389.xml"/><Relationship Id="rId23" Type="http://schemas.openxmlformats.org/officeDocument/2006/relationships/tags" Target="../tags/tag388.xml"/><Relationship Id="rId22" Type="http://schemas.openxmlformats.org/officeDocument/2006/relationships/tags" Target="../tags/tag387.xml"/><Relationship Id="rId21" Type="http://schemas.openxmlformats.org/officeDocument/2006/relationships/tags" Target="../tags/tag386.xml"/><Relationship Id="rId20" Type="http://schemas.openxmlformats.org/officeDocument/2006/relationships/tags" Target="../tags/tag385.xml"/><Relationship Id="rId2" Type="http://schemas.openxmlformats.org/officeDocument/2006/relationships/image" Target="../media/image9.png"/><Relationship Id="rId19" Type="http://schemas.openxmlformats.org/officeDocument/2006/relationships/tags" Target="../tags/tag384.xml"/><Relationship Id="rId18" Type="http://schemas.openxmlformats.org/officeDocument/2006/relationships/tags" Target="../tags/tag383.xml"/><Relationship Id="rId17" Type="http://schemas.openxmlformats.org/officeDocument/2006/relationships/tags" Target="../tags/tag382.xml"/><Relationship Id="rId16" Type="http://schemas.openxmlformats.org/officeDocument/2006/relationships/image" Target="../media/image90.png"/><Relationship Id="rId15" Type="http://schemas.openxmlformats.org/officeDocument/2006/relationships/tags" Target="../tags/tag381.xml"/><Relationship Id="rId14" Type="http://schemas.openxmlformats.org/officeDocument/2006/relationships/tags" Target="../tags/tag380.xml"/><Relationship Id="rId13" Type="http://schemas.openxmlformats.org/officeDocument/2006/relationships/image" Target="../media/image89.svg"/><Relationship Id="rId12" Type="http://schemas.openxmlformats.org/officeDocument/2006/relationships/image" Target="../media/image88.png"/><Relationship Id="rId11" Type="http://schemas.openxmlformats.org/officeDocument/2006/relationships/tags" Target="../tags/tag379.xml"/><Relationship Id="rId10" Type="http://schemas.openxmlformats.org/officeDocument/2006/relationships/tags" Target="../tags/tag378.xml"/><Relationship Id="rId1" Type="http://schemas.openxmlformats.org/officeDocument/2006/relationships/tags" Target="../tags/tag37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image" Target="../media/image12.png"/><Relationship Id="rId5" Type="http://schemas.openxmlformats.org/officeDocument/2006/relationships/tags" Target="../tags/tag420.xml"/><Relationship Id="rId4" Type="http://schemas.openxmlformats.org/officeDocument/2006/relationships/image" Target="../media/image11.png"/><Relationship Id="rId3" Type="http://schemas.openxmlformats.org/officeDocument/2006/relationships/tags" Target="../tags/tag419.xml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15.xml"/><Relationship Id="rId1" Type="http://schemas.openxmlformats.org/officeDocument/2006/relationships/tags" Target="../tags/tag41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png"/><Relationship Id="rId8" Type="http://schemas.openxmlformats.org/officeDocument/2006/relationships/tags" Target="../tags/tag430.xml"/><Relationship Id="rId7" Type="http://schemas.openxmlformats.org/officeDocument/2006/relationships/tags" Target="../tags/tag429.xml"/><Relationship Id="rId6" Type="http://schemas.openxmlformats.org/officeDocument/2006/relationships/image" Target="../media/image12.png"/><Relationship Id="rId5" Type="http://schemas.openxmlformats.org/officeDocument/2006/relationships/tags" Target="../tags/tag428.xml"/><Relationship Id="rId45" Type="http://schemas.openxmlformats.org/officeDocument/2006/relationships/notesSlide" Target="../notesSlides/notesSlide16.xml"/><Relationship Id="rId44" Type="http://schemas.openxmlformats.org/officeDocument/2006/relationships/vmlDrawing" Target="../drawings/vmlDrawing4.vml"/><Relationship Id="rId43" Type="http://schemas.openxmlformats.org/officeDocument/2006/relationships/slideLayout" Target="../slideLayouts/slideLayout1.xml"/><Relationship Id="rId42" Type="http://schemas.openxmlformats.org/officeDocument/2006/relationships/image" Target="../media/image98.wmf"/><Relationship Id="rId41" Type="http://schemas.openxmlformats.org/officeDocument/2006/relationships/package" Target="../embeddings/Document4.docx"/><Relationship Id="rId40" Type="http://schemas.openxmlformats.org/officeDocument/2006/relationships/tags" Target="../tags/tag455.xml"/><Relationship Id="rId4" Type="http://schemas.openxmlformats.org/officeDocument/2006/relationships/image" Target="../media/image11.png"/><Relationship Id="rId39" Type="http://schemas.openxmlformats.org/officeDocument/2006/relationships/image" Target="../media/image97.png"/><Relationship Id="rId38" Type="http://schemas.openxmlformats.org/officeDocument/2006/relationships/tags" Target="../tags/tag454.xml"/><Relationship Id="rId37" Type="http://schemas.openxmlformats.org/officeDocument/2006/relationships/image" Target="../media/image96.png"/><Relationship Id="rId36" Type="http://schemas.openxmlformats.org/officeDocument/2006/relationships/tags" Target="../tags/tag453.xml"/><Relationship Id="rId35" Type="http://schemas.openxmlformats.org/officeDocument/2006/relationships/tags" Target="../tags/tag452.xml"/><Relationship Id="rId34" Type="http://schemas.openxmlformats.org/officeDocument/2006/relationships/tags" Target="../tags/tag451.xml"/><Relationship Id="rId33" Type="http://schemas.openxmlformats.org/officeDocument/2006/relationships/image" Target="../media/image95.svg"/><Relationship Id="rId32" Type="http://schemas.openxmlformats.org/officeDocument/2006/relationships/image" Target="../media/image94.png"/><Relationship Id="rId31" Type="http://schemas.openxmlformats.org/officeDocument/2006/relationships/tags" Target="../tags/tag450.xml"/><Relationship Id="rId30" Type="http://schemas.openxmlformats.org/officeDocument/2006/relationships/image" Target="../media/image93.png"/><Relationship Id="rId3" Type="http://schemas.openxmlformats.org/officeDocument/2006/relationships/tags" Target="../tags/tag427.xml"/><Relationship Id="rId29" Type="http://schemas.openxmlformats.org/officeDocument/2006/relationships/tags" Target="../tags/tag449.xml"/><Relationship Id="rId28" Type="http://schemas.openxmlformats.org/officeDocument/2006/relationships/tags" Target="../tags/tag448.xml"/><Relationship Id="rId27" Type="http://schemas.openxmlformats.org/officeDocument/2006/relationships/tags" Target="../tags/tag447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image" Target="../media/image9.png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image" Target="../media/image92.svg"/><Relationship Id="rId1" Type="http://schemas.openxmlformats.org/officeDocument/2006/relationships/tags" Target="../tags/tag42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463.xml"/><Relationship Id="rId7" Type="http://schemas.openxmlformats.org/officeDocument/2006/relationships/tags" Target="../tags/tag462.xml"/><Relationship Id="rId6" Type="http://schemas.openxmlformats.org/officeDocument/2006/relationships/image" Target="../media/image12.png"/><Relationship Id="rId5" Type="http://schemas.openxmlformats.org/officeDocument/2006/relationships/tags" Target="../tags/tag461.xml"/><Relationship Id="rId4" Type="http://schemas.openxmlformats.org/officeDocument/2006/relationships/image" Target="../media/image11.png"/><Relationship Id="rId3" Type="http://schemas.openxmlformats.org/officeDocument/2006/relationships/tags" Target="../tags/tag460.xml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17.xml"/><Relationship Id="rId1" Type="http://schemas.openxmlformats.org/officeDocument/2006/relationships/tags" Target="../tags/tag45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9.png"/><Relationship Id="rId8" Type="http://schemas.openxmlformats.org/officeDocument/2006/relationships/tags" Target="../tags/tag471.xml"/><Relationship Id="rId76" Type="http://schemas.openxmlformats.org/officeDocument/2006/relationships/notesSlide" Target="../notesSlides/notesSlide18.xml"/><Relationship Id="rId75" Type="http://schemas.openxmlformats.org/officeDocument/2006/relationships/vmlDrawing" Target="../drawings/vmlDrawing5.vml"/><Relationship Id="rId74" Type="http://schemas.openxmlformats.org/officeDocument/2006/relationships/slideLayout" Target="../slideLayouts/slideLayout1.xml"/><Relationship Id="rId73" Type="http://schemas.openxmlformats.org/officeDocument/2006/relationships/image" Target="../media/image113.wmf"/><Relationship Id="rId72" Type="http://schemas.openxmlformats.org/officeDocument/2006/relationships/package" Target="../embeddings/Document5.docx"/><Relationship Id="rId71" Type="http://schemas.openxmlformats.org/officeDocument/2006/relationships/tags" Target="../tags/tag518.xml"/><Relationship Id="rId70" Type="http://schemas.openxmlformats.org/officeDocument/2006/relationships/tags" Target="../tags/tag517.xml"/><Relationship Id="rId7" Type="http://schemas.openxmlformats.org/officeDocument/2006/relationships/tags" Target="../tags/tag470.xml"/><Relationship Id="rId69" Type="http://schemas.openxmlformats.org/officeDocument/2006/relationships/tags" Target="../tags/tag516.xml"/><Relationship Id="rId68" Type="http://schemas.openxmlformats.org/officeDocument/2006/relationships/tags" Target="../tags/tag515.xml"/><Relationship Id="rId67" Type="http://schemas.openxmlformats.org/officeDocument/2006/relationships/tags" Target="../tags/tag514.xml"/><Relationship Id="rId66" Type="http://schemas.openxmlformats.org/officeDocument/2006/relationships/tags" Target="../tags/tag513.xml"/><Relationship Id="rId65" Type="http://schemas.openxmlformats.org/officeDocument/2006/relationships/tags" Target="../tags/tag512.xml"/><Relationship Id="rId64" Type="http://schemas.openxmlformats.org/officeDocument/2006/relationships/tags" Target="../tags/tag511.xml"/><Relationship Id="rId63" Type="http://schemas.openxmlformats.org/officeDocument/2006/relationships/tags" Target="../tags/tag510.xml"/><Relationship Id="rId62" Type="http://schemas.openxmlformats.org/officeDocument/2006/relationships/image" Target="../media/image112.svg"/><Relationship Id="rId61" Type="http://schemas.openxmlformats.org/officeDocument/2006/relationships/image" Target="../media/image111.png"/><Relationship Id="rId60" Type="http://schemas.openxmlformats.org/officeDocument/2006/relationships/tags" Target="../tags/tag509.xml"/><Relationship Id="rId6" Type="http://schemas.openxmlformats.org/officeDocument/2006/relationships/image" Target="../media/image12.png"/><Relationship Id="rId59" Type="http://schemas.openxmlformats.org/officeDocument/2006/relationships/image" Target="../media/image110.png"/><Relationship Id="rId58" Type="http://schemas.openxmlformats.org/officeDocument/2006/relationships/tags" Target="../tags/tag508.xml"/><Relationship Id="rId57" Type="http://schemas.openxmlformats.org/officeDocument/2006/relationships/tags" Target="../tags/tag507.xml"/><Relationship Id="rId56" Type="http://schemas.openxmlformats.org/officeDocument/2006/relationships/image" Target="../media/image109.svg"/><Relationship Id="rId55" Type="http://schemas.openxmlformats.org/officeDocument/2006/relationships/image" Target="../media/image108.png"/><Relationship Id="rId54" Type="http://schemas.openxmlformats.org/officeDocument/2006/relationships/tags" Target="../tags/tag506.xml"/><Relationship Id="rId53" Type="http://schemas.openxmlformats.org/officeDocument/2006/relationships/tags" Target="../tags/tag505.xml"/><Relationship Id="rId52" Type="http://schemas.openxmlformats.org/officeDocument/2006/relationships/tags" Target="../tags/tag504.xml"/><Relationship Id="rId51" Type="http://schemas.openxmlformats.org/officeDocument/2006/relationships/tags" Target="../tags/tag503.xml"/><Relationship Id="rId50" Type="http://schemas.openxmlformats.org/officeDocument/2006/relationships/image" Target="../media/image107.svg"/><Relationship Id="rId5" Type="http://schemas.openxmlformats.org/officeDocument/2006/relationships/tags" Target="../tags/tag469.xml"/><Relationship Id="rId49" Type="http://schemas.openxmlformats.org/officeDocument/2006/relationships/image" Target="../media/image106.png"/><Relationship Id="rId48" Type="http://schemas.openxmlformats.org/officeDocument/2006/relationships/tags" Target="../tags/tag502.xml"/><Relationship Id="rId47" Type="http://schemas.openxmlformats.org/officeDocument/2006/relationships/tags" Target="../tags/tag501.xml"/><Relationship Id="rId46" Type="http://schemas.openxmlformats.org/officeDocument/2006/relationships/tags" Target="../tags/tag500.xml"/><Relationship Id="rId45" Type="http://schemas.openxmlformats.org/officeDocument/2006/relationships/image" Target="../media/image105.svg"/><Relationship Id="rId44" Type="http://schemas.openxmlformats.org/officeDocument/2006/relationships/image" Target="../media/image104.png"/><Relationship Id="rId43" Type="http://schemas.openxmlformats.org/officeDocument/2006/relationships/tags" Target="../tags/tag499.xml"/><Relationship Id="rId42" Type="http://schemas.openxmlformats.org/officeDocument/2006/relationships/tags" Target="../tags/tag498.xml"/><Relationship Id="rId41" Type="http://schemas.openxmlformats.org/officeDocument/2006/relationships/tags" Target="../tags/tag497.xml"/><Relationship Id="rId40" Type="http://schemas.openxmlformats.org/officeDocument/2006/relationships/tags" Target="../tags/tag496.xml"/><Relationship Id="rId4" Type="http://schemas.openxmlformats.org/officeDocument/2006/relationships/image" Target="../media/image11.png"/><Relationship Id="rId39" Type="http://schemas.openxmlformats.org/officeDocument/2006/relationships/tags" Target="../tags/tag495.xml"/><Relationship Id="rId38" Type="http://schemas.openxmlformats.org/officeDocument/2006/relationships/tags" Target="../tags/tag494.xml"/><Relationship Id="rId37" Type="http://schemas.openxmlformats.org/officeDocument/2006/relationships/tags" Target="../tags/tag493.xml"/><Relationship Id="rId36" Type="http://schemas.openxmlformats.org/officeDocument/2006/relationships/tags" Target="../tags/tag492.xml"/><Relationship Id="rId35" Type="http://schemas.openxmlformats.org/officeDocument/2006/relationships/tags" Target="../tags/tag491.xml"/><Relationship Id="rId34" Type="http://schemas.openxmlformats.org/officeDocument/2006/relationships/tags" Target="../tags/tag490.xml"/><Relationship Id="rId33" Type="http://schemas.openxmlformats.org/officeDocument/2006/relationships/tags" Target="../tags/tag489.xml"/><Relationship Id="rId32" Type="http://schemas.openxmlformats.org/officeDocument/2006/relationships/tags" Target="../tags/tag488.xml"/><Relationship Id="rId31" Type="http://schemas.openxmlformats.org/officeDocument/2006/relationships/tags" Target="../tags/tag487.xml"/><Relationship Id="rId30" Type="http://schemas.openxmlformats.org/officeDocument/2006/relationships/tags" Target="../tags/tag486.xml"/><Relationship Id="rId3" Type="http://schemas.openxmlformats.org/officeDocument/2006/relationships/tags" Target="../tags/tag468.xml"/><Relationship Id="rId29" Type="http://schemas.openxmlformats.org/officeDocument/2006/relationships/tags" Target="../tags/tag485.xml"/><Relationship Id="rId28" Type="http://schemas.openxmlformats.org/officeDocument/2006/relationships/tags" Target="../tags/tag484.xml"/><Relationship Id="rId27" Type="http://schemas.openxmlformats.org/officeDocument/2006/relationships/tags" Target="../tags/tag483.xml"/><Relationship Id="rId26" Type="http://schemas.openxmlformats.org/officeDocument/2006/relationships/tags" Target="../tags/tag482.xml"/><Relationship Id="rId25" Type="http://schemas.openxmlformats.org/officeDocument/2006/relationships/tags" Target="../tags/tag481.xml"/><Relationship Id="rId24" Type="http://schemas.openxmlformats.org/officeDocument/2006/relationships/tags" Target="../tags/tag480.xml"/><Relationship Id="rId23" Type="http://schemas.openxmlformats.org/officeDocument/2006/relationships/tags" Target="../tags/tag479.xml"/><Relationship Id="rId22" Type="http://schemas.openxmlformats.org/officeDocument/2006/relationships/tags" Target="../tags/tag478.xml"/><Relationship Id="rId21" Type="http://schemas.openxmlformats.org/officeDocument/2006/relationships/tags" Target="../tags/tag477.xml"/><Relationship Id="rId20" Type="http://schemas.openxmlformats.org/officeDocument/2006/relationships/tags" Target="../tags/tag476.xml"/><Relationship Id="rId2" Type="http://schemas.openxmlformats.org/officeDocument/2006/relationships/image" Target="../media/image9.png"/><Relationship Id="rId19" Type="http://schemas.openxmlformats.org/officeDocument/2006/relationships/image" Target="../media/image103.svg"/><Relationship Id="rId18" Type="http://schemas.openxmlformats.org/officeDocument/2006/relationships/image" Target="../media/image102.png"/><Relationship Id="rId17" Type="http://schemas.openxmlformats.org/officeDocument/2006/relationships/tags" Target="../tags/tag475.xml"/><Relationship Id="rId16" Type="http://schemas.openxmlformats.org/officeDocument/2006/relationships/image" Target="../media/image101.svg"/><Relationship Id="rId15" Type="http://schemas.openxmlformats.org/officeDocument/2006/relationships/image" Target="../media/image100.png"/><Relationship Id="rId14" Type="http://schemas.openxmlformats.org/officeDocument/2006/relationships/tags" Target="../tags/tag474.xml"/><Relationship Id="rId13" Type="http://schemas.openxmlformats.org/officeDocument/2006/relationships/tags" Target="../tags/tag473.xml"/><Relationship Id="rId12" Type="http://schemas.openxmlformats.org/officeDocument/2006/relationships/image" Target="../media/image92.svg"/><Relationship Id="rId11" Type="http://schemas.openxmlformats.org/officeDocument/2006/relationships/image" Target="../media/image91.png"/><Relationship Id="rId10" Type="http://schemas.openxmlformats.org/officeDocument/2006/relationships/tags" Target="../tags/tag472.xml"/><Relationship Id="rId1" Type="http://schemas.openxmlformats.org/officeDocument/2006/relationships/tags" Target="../tags/tag46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tags" Target="../tags/tag526.xml"/><Relationship Id="rId7" Type="http://schemas.openxmlformats.org/officeDocument/2006/relationships/tags" Target="../tags/tag525.xml"/><Relationship Id="rId6" Type="http://schemas.openxmlformats.org/officeDocument/2006/relationships/image" Target="../media/image12.png"/><Relationship Id="rId5" Type="http://schemas.openxmlformats.org/officeDocument/2006/relationships/tags" Target="../tags/tag524.xml"/><Relationship Id="rId42" Type="http://schemas.openxmlformats.org/officeDocument/2006/relationships/notesSlide" Target="../notesSlides/notesSlide19.xml"/><Relationship Id="rId41" Type="http://schemas.openxmlformats.org/officeDocument/2006/relationships/slideLayout" Target="../slideLayouts/slideLayout1.xml"/><Relationship Id="rId40" Type="http://schemas.openxmlformats.org/officeDocument/2006/relationships/tags" Target="../tags/tag549.xml"/><Relationship Id="rId4" Type="http://schemas.openxmlformats.org/officeDocument/2006/relationships/image" Target="../media/image11.png"/><Relationship Id="rId39" Type="http://schemas.openxmlformats.org/officeDocument/2006/relationships/tags" Target="../tags/tag548.xml"/><Relationship Id="rId38" Type="http://schemas.openxmlformats.org/officeDocument/2006/relationships/tags" Target="../tags/tag547.xml"/><Relationship Id="rId37" Type="http://schemas.openxmlformats.org/officeDocument/2006/relationships/tags" Target="../tags/tag546.xml"/><Relationship Id="rId36" Type="http://schemas.openxmlformats.org/officeDocument/2006/relationships/tags" Target="../tags/tag545.xml"/><Relationship Id="rId35" Type="http://schemas.openxmlformats.org/officeDocument/2006/relationships/tags" Target="../tags/tag544.xml"/><Relationship Id="rId34" Type="http://schemas.openxmlformats.org/officeDocument/2006/relationships/tags" Target="../tags/tag543.xml"/><Relationship Id="rId33" Type="http://schemas.openxmlformats.org/officeDocument/2006/relationships/tags" Target="../tags/tag542.xml"/><Relationship Id="rId32" Type="http://schemas.openxmlformats.org/officeDocument/2006/relationships/tags" Target="../tags/tag541.xml"/><Relationship Id="rId31" Type="http://schemas.openxmlformats.org/officeDocument/2006/relationships/tags" Target="../tags/tag540.xml"/><Relationship Id="rId30" Type="http://schemas.openxmlformats.org/officeDocument/2006/relationships/tags" Target="../tags/tag539.xml"/><Relationship Id="rId3" Type="http://schemas.openxmlformats.org/officeDocument/2006/relationships/tags" Target="../tags/tag523.xml"/><Relationship Id="rId29" Type="http://schemas.openxmlformats.org/officeDocument/2006/relationships/tags" Target="../tags/tag538.xml"/><Relationship Id="rId28" Type="http://schemas.openxmlformats.org/officeDocument/2006/relationships/tags" Target="../tags/tag537.xml"/><Relationship Id="rId27" Type="http://schemas.openxmlformats.org/officeDocument/2006/relationships/tags" Target="../tags/tag536.xml"/><Relationship Id="rId26" Type="http://schemas.openxmlformats.org/officeDocument/2006/relationships/tags" Target="../tags/tag535.xml"/><Relationship Id="rId25" Type="http://schemas.openxmlformats.org/officeDocument/2006/relationships/image" Target="../media/image122.svg"/><Relationship Id="rId24" Type="http://schemas.openxmlformats.org/officeDocument/2006/relationships/image" Target="../media/image121.png"/><Relationship Id="rId23" Type="http://schemas.openxmlformats.org/officeDocument/2006/relationships/tags" Target="../tags/tag534.xml"/><Relationship Id="rId22" Type="http://schemas.openxmlformats.org/officeDocument/2006/relationships/image" Target="../media/image120.svg"/><Relationship Id="rId21" Type="http://schemas.openxmlformats.org/officeDocument/2006/relationships/image" Target="../media/image119.png"/><Relationship Id="rId20" Type="http://schemas.openxmlformats.org/officeDocument/2006/relationships/tags" Target="../tags/tag533.xml"/><Relationship Id="rId2" Type="http://schemas.openxmlformats.org/officeDocument/2006/relationships/image" Target="../media/image9.png"/><Relationship Id="rId19" Type="http://schemas.openxmlformats.org/officeDocument/2006/relationships/image" Target="../media/image118.png"/><Relationship Id="rId18" Type="http://schemas.openxmlformats.org/officeDocument/2006/relationships/tags" Target="../tags/tag532.xml"/><Relationship Id="rId17" Type="http://schemas.openxmlformats.org/officeDocument/2006/relationships/tags" Target="../tags/tag531.xml"/><Relationship Id="rId16" Type="http://schemas.openxmlformats.org/officeDocument/2006/relationships/tags" Target="../tags/tag530.xml"/><Relationship Id="rId15" Type="http://schemas.openxmlformats.org/officeDocument/2006/relationships/image" Target="../media/image117.svg"/><Relationship Id="rId14" Type="http://schemas.openxmlformats.org/officeDocument/2006/relationships/image" Target="../media/image116.png"/><Relationship Id="rId13" Type="http://schemas.openxmlformats.org/officeDocument/2006/relationships/tags" Target="../tags/tag529.xml"/><Relationship Id="rId12" Type="http://schemas.openxmlformats.org/officeDocument/2006/relationships/tags" Target="../tags/tag528.xml"/><Relationship Id="rId11" Type="http://schemas.openxmlformats.org/officeDocument/2006/relationships/tags" Target="../tags/tag527.xml"/><Relationship Id="rId10" Type="http://schemas.openxmlformats.org/officeDocument/2006/relationships/image" Target="../media/image115.svg"/><Relationship Id="rId1" Type="http://schemas.openxmlformats.org/officeDocument/2006/relationships/tags" Target="../tags/tag52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tags" Target="../tags/tag557.xml"/><Relationship Id="rId7" Type="http://schemas.openxmlformats.org/officeDocument/2006/relationships/tags" Target="../tags/tag556.xml"/><Relationship Id="rId6" Type="http://schemas.openxmlformats.org/officeDocument/2006/relationships/image" Target="../media/image12.png"/><Relationship Id="rId5" Type="http://schemas.openxmlformats.org/officeDocument/2006/relationships/tags" Target="../tags/tag555.xml"/><Relationship Id="rId45" Type="http://schemas.openxmlformats.org/officeDocument/2006/relationships/notesSlide" Target="../notesSlides/notesSlide20.xml"/><Relationship Id="rId44" Type="http://schemas.openxmlformats.org/officeDocument/2006/relationships/slideLayout" Target="../slideLayouts/slideLayout1.xml"/><Relationship Id="rId43" Type="http://schemas.openxmlformats.org/officeDocument/2006/relationships/tags" Target="../tags/tag586.xml"/><Relationship Id="rId42" Type="http://schemas.openxmlformats.org/officeDocument/2006/relationships/tags" Target="../tags/tag585.xml"/><Relationship Id="rId41" Type="http://schemas.openxmlformats.org/officeDocument/2006/relationships/tags" Target="../tags/tag584.xml"/><Relationship Id="rId40" Type="http://schemas.openxmlformats.org/officeDocument/2006/relationships/tags" Target="../tags/tag583.xml"/><Relationship Id="rId4" Type="http://schemas.openxmlformats.org/officeDocument/2006/relationships/image" Target="../media/image11.png"/><Relationship Id="rId39" Type="http://schemas.openxmlformats.org/officeDocument/2006/relationships/tags" Target="../tags/tag582.xml"/><Relationship Id="rId38" Type="http://schemas.openxmlformats.org/officeDocument/2006/relationships/tags" Target="../tags/tag581.xml"/><Relationship Id="rId37" Type="http://schemas.openxmlformats.org/officeDocument/2006/relationships/tags" Target="../tags/tag580.xml"/><Relationship Id="rId36" Type="http://schemas.openxmlformats.org/officeDocument/2006/relationships/tags" Target="../tags/tag579.xml"/><Relationship Id="rId35" Type="http://schemas.openxmlformats.org/officeDocument/2006/relationships/tags" Target="../tags/tag578.xml"/><Relationship Id="rId34" Type="http://schemas.openxmlformats.org/officeDocument/2006/relationships/tags" Target="../tags/tag577.xml"/><Relationship Id="rId33" Type="http://schemas.openxmlformats.org/officeDocument/2006/relationships/tags" Target="../tags/tag576.xml"/><Relationship Id="rId32" Type="http://schemas.openxmlformats.org/officeDocument/2006/relationships/tags" Target="../tags/tag575.xml"/><Relationship Id="rId31" Type="http://schemas.openxmlformats.org/officeDocument/2006/relationships/tags" Target="../tags/tag574.xml"/><Relationship Id="rId30" Type="http://schemas.openxmlformats.org/officeDocument/2006/relationships/tags" Target="../tags/tag573.xml"/><Relationship Id="rId3" Type="http://schemas.openxmlformats.org/officeDocument/2006/relationships/tags" Target="../tags/tag554.xml"/><Relationship Id="rId29" Type="http://schemas.openxmlformats.org/officeDocument/2006/relationships/tags" Target="../tags/tag572.xml"/><Relationship Id="rId28" Type="http://schemas.openxmlformats.org/officeDocument/2006/relationships/tags" Target="../tags/tag571.xml"/><Relationship Id="rId27" Type="http://schemas.openxmlformats.org/officeDocument/2006/relationships/tags" Target="../tags/tag570.xml"/><Relationship Id="rId26" Type="http://schemas.openxmlformats.org/officeDocument/2006/relationships/tags" Target="../tags/tag569.xml"/><Relationship Id="rId25" Type="http://schemas.openxmlformats.org/officeDocument/2006/relationships/tags" Target="../tags/tag568.xml"/><Relationship Id="rId24" Type="http://schemas.openxmlformats.org/officeDocument/2006/relationships/tags" Target="../tags/tag567.xml"/><Relationship Id="rId23" Type="http://schemas.openxmlformats.org/officeDocument/2006/relationships/tags" Target="../tags/tag566.xml"/><Relationship Id="rId22" Type="http://schemas.openxmlformats.org/officeDocument/2006/relationships/tags" Target="../tags/tag565.xml"/><Relationship Id="rId21" Type="http://schemas.openxmlformats.org/officeDocument/2006/relationships/tags" Target="../tags/tag564.xml"/><Relationship Id="rId20" Type="http://schemas.openxmlformats.org/officeDocument/2006/relationships/tags" Target="../tags/tag563.xml"/><Relationship Id="rId2" Type="http://schemas.openxmlformats.org/officeDocument/2006/relationships/image" Target="../media/image9.png"/><Relationship Id="rId19" Type="http://schemas.openxmlformats.org/officeDocument/2006/relationships/image" Target="../media/image128.svg"/><Relationship Id="rId18" Type="http://schemas.openxmlformats.org/officeDocument/2006/relationships/image" Target="../media/image127.png"/><Relationship Id="rId17" Type="http://schemas.openxmlformats.org/officeDocument/2006/relationships/tags" Target="../tags/tag562.xml"/><Relationship Id="rId16" Type="http://schemas.openxmlformats.org/officeDocument/2006/relationships/tags" Target="../tags/tag561.xml"/><Relationship Id="rId15" Type="http://schemas.openxmlformats.org/officeDocument/2006/relationships/image" Target="../media/image126.svg"/><Relationship Id="rId14" Type="http://schemas.openxmlformats.org/officeDocument/2006/relationships/image" Target="../media/image125.png"/><Relationship Id="rId13" Type="http://schemas.openxmlformats.org/officeDocument/2006/relationships/tags" Target="../tags/tag560.xml"/><Relationship Id="rId12" Type="http://schemas.openxmlformats.org/officeDocument/2006/relationships/tags" Target="../tags/tag559.xml"/><Relationship Id="rId11" Type="http://schemas.openxmlformats.org/officeDocument/2006/relationships/tags" Target="../tags/tag558.xml"/><Relationship Id="rId10" Type="http://schemas.openxmlformats.org/officeDocument/2006/relationships/image" Target="../media/image124.svg"/><Relationship Id="rId1" Type="http://schemas.openxmlformats.org/officeDocument/2006/relationships/tags" Target="../tags/tag553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png"/><Relationship Id="rId8" Type="http://schemas.openxmlformats.org/officeDocument/2006/relationships/tags" Target="../tags/tag594.xml"/><Relationship Id="rId7" Type="http://schemas.openxmlformats.org/officeDocument/2006/relationships/tags" Target="../tags/tag593.xml"/><Relationship Id="rId6" Type="http://schemas.openxmlformats.org/officeDocument/2006/relationships/image" Target="../media/image12.png"/><Relationship Id="rId5" Type="http://schemas.openxmlformats.org/officeDocument/2006/relationships/tags" Target="../tags/tag592.xml"/><Relationship Id="rId4" Type="http://schemas.openxmlformats.org/officeDocument/2006/relationships/image" Target="../media/image11.png"/><Relationship Id="rId31" Type="http://schemas.openxmlformats.org/officeDocument/2006/relationships/notesSlide" Target="../notesSlides/notesSlide21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591.xml"/><Relationship Id="rId29" Type="http://schemas.openxmlformats.org/officeDocument/2006/relationships/tags" Target="../tags/tag613.xml"/><Relationship Id="rId28" Type="http://schemas.openxmlformats.org/officeDocument/2006/relationships/tags" Target="../tags/tag612.xml"/><Relationship Id="rId27" Type="http://schemas.openxmlformats.org/officeDocument/2006/relationships/tags" Target="../tags/tag611.xml"/><Relationship Id="rId26" Type="http://schemas.openxmlformats.org/officeDocument/2006/relationships/tags" Target="../tags/tag610.xml"/><Relationship Id="rId25" Type="http://schemas.openxmlformats.org/officeDocument/2006/relationships/tags" Target="../tags/tag609.xml"/><Relationship Id="rId24" Type="http://schemas.openxmlformats.org/officeDocument/2006/relationships/tags" Target="../tags/tag608.xml"/><Relationship Id="rId23" Type="http://schemas.openxmlformats.org/officeDocument/2006/relationships/tags" Target="../tags/tag607.xml"/><Relationship Id="rId22" Type="http://schemas.openxmlformats.org/officeDocument/2006/relationships/tags" Target="../tags/tag606.xml"/><Relationship Id="rId21" Type="http://schemas.openxmlformats.org/officeDocument/2006/relationships/tags" Target="../tags/tag605.xml"/><Relationship Id="rId20" Type="http://schemas.openxmlformats.org/officeDocument/2006/relationships/tags" Target="../tags/tag604.xml"/><Relationship Id="rId2" Type="http://schemas.openxmlformats.org/officeDocument/2006/relationships/image" Target="../media/image9.png"/><Relationship Id="rId19" Type="http://schemas.openxmlformats.org/officeDocument/2006/relationships/tags" Target="../tags/tag603.xml"/><Relationship Id="rId18" Type="http://schemas.openxmlformats.org/officeDocument/2006/relationships/tags" Target="../tags/tag602.xml"/><Relationship Id="rId17" Type="http://schemas.openxmlformats.org/officeDocument/2006/relationships/tags" Target="../tags/tag601.xml"/><Relationship Id="rId16" Type="http://schemas.openxmlformats.org/officeDocument/2006/relationships/tags" Target="../tags/tag600.xml"/><Relationship Id="rId15" Type="http://schemas.openxmlformats.org/officeDocument/2006/relationships/tags" Target="../tags/tag599.xml"/><Relationship Id="rId14" Type="http://schemas.openxmlformats.org/officeDocument/2006/relationships/tags" Target="../tags/tag598.xml"/><Relationship Id="rId13" Type="http://schemas.openxmlformats.org/officeDocument/2006/relationships/tags" Target="../tags/tag597.xml"/><Relationship Id="rId12" Type="http://schemas.openxmlformats.org/officeDocument/2006/relationships/tags" Target="../tags/tag596.xml"/><Relationship Id="rId11" Type="http://schemas.openxmlformats.org/officeDocument/2006/relationships/image" Target="../media/image130.png"/><Relationship Id="rId10" Type="http://schemas.openxmlformats.org/officeDocument/2006/relationships/tags" Target="../tags/tag595.xml"/><Relationship Id="rId1" Type="http://schemas.openxmlformats.org/officeDocument/2006/relationships/tags" Target="../tags/tag590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622.xml"/><Relationship Id="rId8" Type="http://schemas.openxmlformats.org/officeDocument/2006/relationships/tags" Target="../tags/tag621.xml"/><Relationship Id="rId7" Type="http://schemas.openxmlformats.org/officeDocument/2006/relationships/tags" Target="../tags/tag620.xml"/><Relationship Id="rId6" Type="http://schemas.openxmlformats.org/officeDocument/2006/relationships/image" Target="../media/image12.png"/><Relationship Id="rId5" Type="http://schemas.openxmlformats.org/officeDocument/2006/relationships/tags" Target="../tags/tag619.xml"/><Relationship Id="rId4" Type="http://schemas.openxmlformats.org/officeDocument/2006/relationships/image" Target="../media/image11.png"/><Relationship Id="rId35" Type="http://schemas.openxmlformats.org/officeDocument/2006/relationships/notesSlide" Target="../notesSlides/notesSlide22.xml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641.xml"/><Relationship Id="rId32" Type="http://schemas.openxmlformats.org/officeDocument/2006/relationships/tags" Target="../tags/tag640.xml"/><Relationship Id="rId31" Type="http://schemas.openxmlformats.org/officeDocument/2006/relationships/tags" Target="../tags/tag639.xml"/><Relationship Id="rId30" Type="http://schemas.openxmlformats.org/officeDocument/2006/relationships/tags" Target="../tags/tag638.xml"/><Relationship Id="rId3" Type="http://schemas.openxmlformats.org/officeDocument/2006/relationships/tags" Target="../tags/tag618.xml"/><Relationship Id="rId29" Type="http://schemas.openxmlformats.org/officeDocument/2006/relationships/tags" Target="../tags/tag637.xml"/><Relationship Id="rId28" Type="http://schemas.openxmlformats.org/officeDocument/2006/relationships/tags" Target="../tags/tag636.xml"/><Relationship Id="rId27" Type="http://schemas.openxmlformats.org/officeDocument/2006/relationships/tags" Target="../tags/tag635.xml"/><Relationship Id="rId26" Type="http://schemas.openxmlformats.org/officeDocument/2006/relationships/tags" Target="../tags/tag634.xml"/><Relationship Id="rId25" Type="http://schemas.openxmlformats.org/officeDocument/2006/relationships/image" Target="../media/image133.png"/><Relationship Id="rId24" Type="http://schemas.openxmlformats.org/officeDocument/2006/relationships/tags" Target="../tags/tag633.xml"/><Relationship Id="rId23" Type="http://schemas.openxmlformats.org/officeDocument/2006/relationships/tags" Target="../tags/tag632.xml"/><Relationship Id="rId22" Type="http://schemas.openxmlformats.org/officeDocument/2006/relationships/tags" Target="../tags/tag631.xml"/><Relationship Id="rId21" Type="http://schemas.openxmlformats.org/officeDocument/2006/relationships/tags" Target="../tags/tag630.xml"/><Relationship Id="rId20" Type="http://schemas.openxmlformats.org/officeDocument/2006/relationships/tags" Target="../tags/tag629.xml"/><Relationship Id="rId2" Type="http://schemas.openxmlformats.org/officeDocument/2006/relationships/image" Target="../media/image9.png"/><Relationship Id="rId19" Type="http://schemas.openxmlformats.org/officeDocument/2006/relationships/tags" Target="../tags/tag628.xml"/><Relationship Id="rId18" Type="http://schemas.openxmlformats.org/officeDocument/2006/relationships/tags" Target="../tags/tag627.xml"/><Relationship Id="rId17" Type="http://schemas.openxmlformats.org/officeDocument/2006/relationships/tags" Target="../tags/tag626.xml"/><Relationship Id="rId16" Type="http://schemas.openxmlformats.org/officeDocument/2006/relationships/tags" Target="../tags/tag625.xml"/><Relationship Id="rId15" Type="http://schemas.openxmlformats.org/officeDocument/2006/relationships/image" Target="../media/image92.svg"/><Relationship Id="rId14" Type="http://schemas.openxmlformats.org/officeDocument/2006/relationships/image" Target="../media/image91.png"/><Relationship Id="rId13" Type="http://schemas.openxmlformats.org/officeDocument/2006/relationships/tags" Target="../tags/tag624.xml"/><Relationship Id="rId12" Type="http://schemas.openxmlformats.org/officeDocument/2006/relationships/image" Target="../media/image132.svg"/><Relationship Id="rId11" Type="http://schemas.openxmlformats.org/officeDocument/2006/relationships/image" Target="../media/image131.png"/><Relationship Id="rId10" Type="http://schemas.openxmlformats.org/officeDocument/2006/relationships/tags" Target="../tags/tag623.xml"/><Relationship Id="rId1" Type="http://schemas.openxmlformats.org/officeDocument/2006/relationships/tags" Target="../tags/tag617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6.xml"/><Relationship Id="rId2" Type="http://schemas.openxmlformats.org/officeDocument/2006/relationships/image" Target="../media/image9.png"/><Relationship Id="rId1" Type="http://schemas.openxmlformats.org/officeDocument/2006/relationships/tags" Target="../tags/tag6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0" y="-2"/>
            <a:ext cx="1799718" cy="2533649"/>
            <a:chOff x="-635000" y="-635000"/>
            <a:chExt cx="1799718" cy="2533647"/>
          </a:xfrm>
        </p:grpSpPr>
        <p:pic>
          <p:nvPicPr>
            <p:cNvPr id="14" name="Image 2" descr="TEMP_Z_ORDER_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-635000" y="-635000"/>
              <a:ext cx="1799718" cy="1829017"/>
            </a:xfrm>
            <a:prstGeom prst="rect">
              <a:avLst/>
            </a:prstGeom>
          </p:spPr>
        </p:pic>
        <p:pic>
          <p:nvPicPr>
            <p:cNvPr id="1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173903"/>
              <a:ext cx="961132" cy="1724746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>
            <p:custDataLst>
              <p:tags r:id="rId10"/>
            </p:custDataLst>
          </p:nvPr>
        </p:nvGrpSpPr>
        <p:grpSpPr>
          <a:xfrm>
            <a:off x="487069" y="4530971"/>
            <a:ext cx="3482974" cy="637829"/>
            <a:chOff x="-635000" y="-635000"/>
            <a:chExt cx="3482974" cy="637829"/>
          </a:xfrm>
        </p:grpSpPr>
        <p:pic>
          <p:nvPicPr>
            <p:cNvPr id="17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3482974" cy="637829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10101383" y="2273111"/>
            <a:ext cx="2105868" cy="4595809"/>
            <a:chOff x="-635000" y="-635000"/>
            <a:chExt cx="2105868" cy="4595809"/>
          </a:xfrm>
        </p:grpSpPr>
        <p:pic>
          <p:nvPicPr>
            <p:cNvPr id="21" name="Image 5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2105868" cy="4595809"/>
            </a:xfrm>
            <a:prstGeom prst="rect">
              <a:avLst/>
            </a:prstGeom>
          </p:spPr>
        </p:pic>
      </p:grpSp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grpSp>
        <p:nvGrpSpPr>
          <p:cNvPr id="22" name="组合 21"/>
          <p:cNvGrpSpPr/>
          <p:nvPr>
            <p:custDataLst>
              <p:tags r:id="rId18"/>
            </p:custDataLst>
          </p:nvPr>
        </p:nvGrpSpPr>
        <p:grpSpPr>
          <a:xfrm>
            <a:off x="9613224" y="2284033"/>
            <a:ext cx="2578776" cy="4584889"/>
            <a:chOff x="-635000" y="-635000"/>
            <a:chExt cx="2578776" cy="4584889"/>
          </a:xfrm>
        </p:grpSpPr>
        <p:pic>
          <p:nvPicPr>
            <p:cNvPr id="23" name="Image 7" descr="TEMP_Z_ORDER_7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635000" y="-635000"/>
              <a:ext cx="2578776" cy="458488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>
            <p:custDataLst>
              <p:tags r:id="rId21"/>
            </p:custDataLst>
          </p:nvPr>
        </p:nvGrpSpPr>
        <p:grpSpPr>
          <a:xfrm>
            <a:off x="577080" y="4694429"/>
            <a:ext cx="3321262" cy="310896"/>
            <a:chOff x="-635000" y="-518334"/>
            <a:chExt cx="3321262" cy="310896"/>
          </a:xfrm>
        </p:grpSpPr>
        <p:sp>
          <p:nvSpPr>
            <p:cNvPr id="19" name="Text 0" descr="TEMP_Z_ORDER_8"/>
            <p:cNvSpPr/>
            <p:nvPr>
              <p:custDataLst>
                <p:tags r:id="rId22"/>
              </p:custDataLst>
            </p:nvPr>
          </p:nvSpPr>
          <p:spPr>
            <a:xfrm>
              <a:off x="-635000" y="-518334"/>
              <a:ext cx="3321262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40">
                  <a:solidFill>
                    <a:srgbClr val="000000"/>
                  </a:solidFill>
                </a:rPr>
                <a:t>授课教师：杨迎</a:t>
              </a:r>
              <a:endParaRPr lang="en-US" sz="2040"/>
            </a:p>
          </p:txBody>
        </p:sp>
      </p:grpSp>
      <p:sp>
        <p:nvSpPr>
          <p:cNvPr id="11" name="Text 1"/>
          <p:cNvSpPr/>
          <p:nvPr>
            <p:custDataLst>
              <p:tags r:id="rId23"/>
            </p:custDataLst>
          </p:nvPr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6120">
                <a:solidFill>
                  <a:srgbClr val="FFFFFF"/>
                </a:solidFill>
              </a:rPr>
              <a:t>信息安全测评与风险评估</a:t>
            </a:r>
            <a:endParaRPr lang="en-US" sz="6120"/>
          </a:p>
        </p:txBody>
      </p:sp>
      <p:sp>
        <p:nvSpPr>
          <p:cNvPr id="12" name="Text 2"/>
          <p:cNvSpPr/>
          <p:nvPr>
            <p:custDataLst>
              <p:tags r:id="rId24"/>
            </p:custDataLst>
          </p:nvPr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68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7.4.1 工控系统架构认知</a:t>
            </a:r>
            <a:endParaRPr lang="en-US" sz="168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2" animBg="1"/>
      <p:bldP spid="12" grpId="5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>
            <p:custDataLst>
              <p:tags r:id="rId5"/>
            </p:custDataLst>
          </p:nvPr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01</a:t>
            </a:r>
            <a:endParaRPr lang="en-US" sz="3360"/>
          </a:p>
        </p:txBody>
      </p:sp>
      <p:sp>
        <p:nvSpPr>
          <p:cNvPr id="5" name="Text 1"/>
          <p:cNvSpPr/>
          <p:nvPr>
            <p:custDataLst>
              <p:tags r:id="rId6"/>
            </p:custDataLst>
          </p:nvPr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02</a:t>
            </a:r>
            <a:endParaRPr lang="en-US" sz="3360"/>
          </a:p>
        </p:txBody>
      </p:sp>
      <p:sp>
        <p:nvSpPr>
          <p:cNvPr id="6" name="Text 2"/>
          <p:cNvSpPr/>
          <p:nvPr>
            <p:custDataLst>
              <p:tags r:id="rId7"/>
            </p:custDataLst>
          </p:nvPr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03</a:t>
            </a:r>
            <a:endParaRPr lang="en-US" sz="3360"/>
          </a:p>
        </p:txBody>
      </p:sp>
      <p:sp>
        <p:nvSpPr>
          <p:cNvPr id="7" name="Text 3"/>
          <p:cNvSpPr/>
          <p:nvPr>
            <p:custDataLst>
              <p:tags r:id="rId8"/>
            </p:custDataLst>
          </p:nvPr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04</a:t>
            </a:r>
            <a:endParaRPr lang="en-US" sz="3360"/>
          </a:p>
        </p:txBody>
      </p:sp>
      <p:sp>
        <p:nvSpPr>
          <p:cNvPr id="8" name="Text 4"/>
          <p:cNvSpPr/>
          <p:nvPr>
            <p:custDataLst>
              <p:tags r:id="rId9"/>
            </p:custDataLst>
          </p:nvPr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4800">
                <a:solidFill>
                  <a:srgbClr val="000000"/>
                </a:solidFill>
              </a:rPr>
              <a:t>目录</a:t>
            </a:r>
            <a:endParaRPr lang="en-US" sz="4800"/>
          </a:p>
        </p:txBody>
      </p:sp>
      <p:sp>
        <p:nvSpPr>
          <p:cNvPr id="9" name="Text 5"/>
          <p:cNvSpPr/>
          <p:nvPr>
            <p:custDataLst>
              <p:tags r:id="rId10"/>
            </p:custDataLst>
          </p:nvPr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040">
                <a:solidFill>
                  <a:srgbClr val="000000"/>
                </a:solidFill>
              </a:rPr>
              <a:t>CONTENTS</a:t>
            </a:r>
            <a:endParaRPr lang="en-US" sz="2040"/>
          </a:p>
        </p:txBody>
      </p:sp>
      <p:sp>
        <p:nvSpPr>
          <p:cNvPr id="10" name="Text 6"/>
          <p:cNvSpPr/>
          <p:nvPr>
            <p:custDataLst>
              <p:tags r:id="rId11"/>
            </p:custDataLst>
          </p:nvPr>
        </p:nvSpPr>
        <p:spPr>
          <a:xfrm>
            <a:off x="7064048" y="4727345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三大核心工控系统类型</a:t>
            </a:r>
            <a:endParaRPr lang="en-US" sz="3000"/>
          </a:p>
        </p:txBody>
      </p:sp>
      <p:sp>
        <p:nvSpPr>
          <p:cNvPr id="11" name="Text 7"/>
          <p:cNvSpPr/>
          <p:nvPr>
            <p:custDataLst>
              <p:tags r:id="rId12"/>
            </p:custDataLst>
          </p:nvPr>
        </p:nvSpPr>
        <p:spPr>
          <a:xfrm>
            <a:off x="7064048" y="1677568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案例导入——“震网病毒：摧毁核设施的代码”</a:t>
            </a:r>
            <a:endParaRPr lang="en-US" sz="3000"/>
          </a:p>
        </p:txBody>
      </p:sp>
      <p:sp>
        <p:nvSpPr>
          <p:cNvPr id="12" name="Text 8"/>
          <p:cNvSpPr/>
          <p:nvPr>
            <p:custDataLst>
              <p:tags r:id="rId13"/>
            </p:custDataLst>
          </p:nvPr>
        </p:nvSpPr>
        <p:spPr>
          <a:xfrm>
            <a:off x="7010708" y="3253552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什么是工业控制系统（ICS）？</a:t>
            </a:r>
            <a:endParaRPr lang="en-US" sz="3000"/>
          </a:p>
        </p:txBody>
      </p:sp>
      <p:sp>
        <p:nvSpPr>
          <p:cNvPr id="13" name="Text 9"/>
          <p:cNvSpPr/>
          <p:nvPr>
            <p:custDataLst>
              <p:tags r:id="rId14"/>
            </p:custDataLst>
          </p:nvPr>
        </p:nvSpPr>
        <p:spPr>
          <a:xfrm>
            <a:off x="7064048" y="2770360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学习目标</a:t>
            </a:r>
            <a:endParaRPr lang="en-US" sz="30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6" name="组合 25"/>
          <p:cNvGrpSpPr/>
          <p:nvPr>
            <p:custDataLst>
              <p:tags r:id="rId7"/>
            </p:custDataLst>
          </p:nvPr>
        </p:nvGrpSpPr>
        <p:grpSpPr>
          <a:xfrm>
            <a:off x="609600" y="990600"/>
            <a:ext cx="10972800" cy="915670"/>
            <a:chOff x="-635000" y="-635000"/>
            <a:chExt cx="10972800" cy="915670"/>
          </a:xfrm>
        </p:grpSpPr>
        <p:pic>
          <p:nvPicPr>
            <p:cNvPr id="27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915670"/>
            </a:xfrm>
            <a:prstGeom prst="rect">
              <a:avLst/>
            </a:prstGeom>
          </p:spPr>
        </p:pic>
        <p:sp>
          <p:nvSpPr>
            <p:cNvPr id="28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452120" y="-452120"/>
              <a:ext cx="3209957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引入问题：你家的电从哪来？</a:t>
              </a:r>
              <a:endParaRPr lang="en-US" sz="1920"/>
            </a:p>
          </p:txBody>
        </p:sp>
        <p:sp>
          <p:nvSpPr>
            <p:cNvPr id="29" name="Text 1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-452120" y="-25400"/>
              <a:ext cx="5029200" cy="229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工控系统正在“偷偷”控制着你生活的每一秒钟。</a:t>
              </a:r>
              <a:endParaRPr lang="en-US">
                <a:solidFill>
                  <a:srgbClr val="FF000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598170" y="2008505"/>
            <a:ext cx="5354320" cy="4451334"/>
            <a:chOff x="-646431" y="-635000"/>
            <a:chExt cx="5354575" cy="3939592"/>
          </a:xfrm>
        </p:grpSpPr>
        <p:sp>
          <p:nvSpPr>
            <p:cNvPr id="19" name="Text 2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-635000" y="-635000"/>
              <a:ext cx="5343144" cy="14297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2010年，一种名为“震网”（Stuxnet）的计算机病毒被曝光，它被认为是世界上首个“网络武器”。该病毒通过攻击西门子PLC（可编程逻辑控制器），以极其隐蔽的方式修改了伊朗核设施中离心机的转速参数，导致约1000台离心机物理损坏，而监控系统显示一切正常。</a:t>
              </a:r>
              <a:endParaRPr lang="en-US" sz="1680"/>
            </a:p>
          </p:txBody>
        </p:sp>
        <p:pic>
          <p:nvPicPr>
            <p:cNvPr id="20" name="Image 4" descr="TEMP_Z_ORDER_7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46431" y="842124"/>
              <a:ext cx="5334000" cy="1478280"/>
            </a:xfrm>
            <a:prstGeom prst="rect">
              <a:avLst/>
            </a:prstGeom>
          </p:spPr>
        </p:pic>
        <p:sp>
          <p:nvSpPr>
            <p:cNvPr id="21" name="Text 3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452120" y="889000"/>
              <a:ext cx="1074261" cy="189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问题讨论：</a:t>
              </a:r>
              <a:endParaRPr lang="en-US" sz="1680"/>
            </a:p>
          </p:txBody>
        </p:sp>
        <p:sp>
          <p:nvSpPr>
            <p:cNvPr id="22" name="Text 4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-208280" y="1330960"/>
              <a:ext cx="4733544" cy="7963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98120" indent="-198120">
                <a:lnSpc>
                  <a:spcPct val="125000"/>
                </a:lnSpc>
                <a:buSzTx/>
                <a:buChar char="•"/>
              </a:pPr>
              <a:r>
                <a:rPr lang="en-US" sz="1560">
                  <a:solidFill>
                    <a:srgbClr val="75757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为什么攻击PLC能够物理摧毁设备？</a:t>
              </a:r>
              <a:endParaRPr lang="en-US" sz="1560"/>
            </a:p>
            <a:p>
              <a:pPr marL="198120" indent="-198120">
                <a:lnSpc>
                  <a:spcPct val="125000"/>
                </a:lnSpc>
                <a:buSzTx/>
                <a:buChar char="•"/>
              </a:pPr>
              <a:r>
                <a:rPr lang="en-US" sz="1560">
                  <a:solidFill>
                    <a:srgbClr val="75757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工业控制系统面临什么样的安全威胁？</a:t>
              </a:r>
              <a:endParaRPr lang="en-US" sz="1560"/>
            </a:p>
            <a:p>
              <a:pPr marL="198120" indent="-198120">
                <a:lnSpc>
                  <a:spcPct val="125000"/>
                </a:lnSpc>
                <a:buSzTx/>
                <a:buChar char="•"/>
              </a:pPr>
              <a:r>
                <a:rPr lang="en-US" sz="1560">
                  <a:solidFill>
                    <a:srgbClr val="75757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等保2.0为什么要增加工控安全扩展要求？</a:t>
              </a:r>
              <a:endParaRPr lang="en-US" sz="1560"/>
            </a:p>
          </p:txBody>
        </p:sp>
        <p:sp>
          <p:nvSpPr>
            <p:cNvPr id="23" name="Text 5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-406400" y="2367280"/>
              <a:ext cx="740759" cy="21636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 b="1">
                  <a:solidFill>
                    <a:srgbClr val="D9534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结论：</a:t>
              </a:r>
              <a:endParaRPr lang="en-US" sz="1920"/>
            </a:p>
          </p:txBody>
        </p:sp>
        <p:sp>
          <p:nvSpPr>
            <p:cNvPr id="24" name="Text 6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406400" y="2733040"/>
              <a:ext cx="5114544" cy="57155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工控安全关乎国计民生——电力、石油、交通、供水，任何环节出问题，都可能造成严重的社会后果。</a:t>
              </a:r>
              <a:endParaRPr lang="en-US" sz="1680"/>
            </a:p>
          </p:txBody>
        </p:sp>
        <p:pic>
          <p:nvPicPr>
            <p:cNvPr id="25" name="Image 5" descr="TEMP_Z_ORDER_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635000" y="2366366"/>
              <a:ext cx="45720" cy="732434"/>
            </a:xfrm>
            <a:prstGeom prst="rect">
              <a:avLst/>
            </a:prstGeom>
          </p:spPr>
        </p:pic>
      </p:grpSp>
      <p:graphicFrame>
        <p:nvGraphicFramePr>
          <p:cNvPr id="17" name="Table 0"/>
          <p:cNvGraphicFramePr>
            <a:graphicFrameLocks noGrp="1"/>
          </p:cNvGraphicFramePr>
          <p:nvPr>
            <p:custDataLst>
              <p:tags r:id="rId24"/>
            </p:custDataLst>
          </p:nvPr>
        </p:nvGraphicFramePr>
        <p:xfrm>
          <a:off x="6248400" y="2514600"/>
          <a:ext cx="5334000" cy="3733800"/>
        </p:xfrm>
        <a:graphic>
          <a:graphicData uri="http://schemas.openxmlformats.org/drawingml/2006/table">
            <a:tbl>
              <a:tblPr/>
              <a:tblGrid>
                <a:gridCol w="1314395"/>
                <a:gridCol w="4019605"/>
              </a:tblGrid>
              <a:tr h="5334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维度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内容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攻击目标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伊朗纳坦兹核设施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攻击方式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攻击西门子S7-300/400系列PLC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攻击效果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修改离心机转速，导致物理损坏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隐蔽性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向监控系统回传伪造的正常数据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规模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感染全球超过20万个网络节点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历史地位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首个被确认的网络战武器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7"/>
          <p:cNvSpPr/>
          <p:nvPr>
            <p:custDataLst>
              <p:tags r:id="rId2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案例导入——“震网病毒：摧毁核设施的代码”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137160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68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通过本课学习，你将能够：</a:t>
            </a:r>
            <a:endParaRPr lang="en-US" sz="1680"/>
          </a:p>
        </p:txBody>
      </p:sp>
      <p:grpSp>
        <p:nvGrpSpPr>
          <p:cNvPr id="47" name="组合 46"/>
          <p:cNvGrpSpPr/>
          <p:nvPr>
            <p:custDataLst>
              <p:tags r:id="rId8"/>
            </p:custDataLst>
          </p:nvPr>
        </p:nvGrpSpPr>
        <p:grpSpPr>
          <a:xfrm>
            <a:off x="609600" y="1859280"/>
            <a:ext cx="9906000" cy="624840"/>
            <a:chOff x="-635000" y="-635000"/>
            <a:chExt cx="9906000" cy="624840"/>
          </a:xfrm>
        </p:grpSpPr>
        <p:pic>
          <p:nvPicPr>
            <p:cNvPr id="48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9906000" cy="624840"/>
            </a:xfrm>
            <a:prstGeom prst="rect">
              <a:avLst/>
            </a:prstGeom>
          </p:spPr>
        </p:pic>
        <p:pic>
          <p:nvPicPr>
            <p:cNvPr id="49" name="Image 4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452120" y="-574040"/>
              <a:ext cx="487680" cy="487680"/>
            </a:xfrm>
            <a:prstGeom prst="rect">
              <a:avLst/>
            </a:prstGeom>
          </p:spPr>
        </p:pic>
        <p:sp>
          <p:nvSpPr>
            <p:cNvPr id="50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367649" y="-507424"/>
              <a:ext cx="34312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01</a:t>
              </a:r>
              <a:endParaRPr lang="en-US" sz="1920"/>
            </a:p>
          </p:txBody>
        </p:sp>
        <p:sp>
          <p:nvSpPr>
            <p:cNvPr id="51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279400" y="-497840"/>
              <a:ext cx="5876544" cy="62720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理解：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工业控制系统（ICS）的基本概念、主要类型和核心组件</a:t>
              </a:r>
              <a:endParaRPr lang="en-US" sz="1680"/>
            </a:p>
          </p:txBody>
        </p:sp>
      </p:grpSp>
      <p:grpSp>
        <p:nvGrpSpPr>
          <p:cNvPr id="27" name="组合 26"/>
          <p:cNvGrpSpPr/>
          <p:nvPr>
            <p:custDataLst>
              <p:tags r:id="rId16"/>
            </p:custDataLst>
          </p:nvPr>
        </p:nvGrpSpPr>
        <p:grpSpPr>
          <a:xfrm>
            <a:off x="609600" y="2651760"/>
            <a:ext cx="9906000" cy="624840"/>
            <a:chOff x="-635000" y="-635000"/>
            <a:chExt cx="9906000" cy="624840"/>
          </a:xfrm>
        </p:grpSpPr>
        <p:pic>
          <p:nvPicPr>
            <p:cNvPr id="28" name="Image 5" descr="TEMP_Z_ORDER_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9906000" cy="624840"/>
            </a:xfrm>
            <a:prstGeom prst="rect">
              <a:avLst/>
            </a:prstGeom>
          </p:spPr>
        </p:pic>
        <p:pic>
          <p:nvPicPr>
            <p:cNvPr id="29" name="Image 6" descr="TEMP_Z_ORDER_9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452120" y="-574040"/>
              <a:ext cx="487680" cy="487680"/>
            </a:xfrm>
            <a:prstGeom prst="rect">
              <a:avLst/>
            </a:prstGeom>
          </p:spPr>
        </p:pic>
        <p:sp>
          <p:nvSpPr>
            <p:cNvPr id="30" name="Text 3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-367649" y="-507425"/>
              <a:ext cx="34312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02</a:t>
              </a:r>
              <a:endParaRPr lang="en-US" sz="1920"/>
            </a:p>
          </p:txBody>
        </p:sp>
        <p:sp>
          <p:nvSpPr>
            <p:cNvPr id="31" name="Text 4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279400" y="-497840"/>
              <a:ext cx="3422904" cy="3071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掌握：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工业控制系统的五层架构模型</a:t>
              </a:r>
              <a:endParaRPr lang="en-US" sz="1680"/>
            </a:p>
          </p:txBody>
        </p:sp>
      </p:grpSp>
      <p:grpSp>
        <p:nvGrpSpPr>
          <p:cNvPr id="37" name="组合 36"/>
          <p:cNvGrpSpPr/>
          <p:nvPr>
            <p:custDataLst>
              <p:tags r:id="rId21"/>
            </p:custDataLst>
          </p:nvPr>
        </p:nvGrpSpPr>
        <p:grpSpPr>
          <a:xfrm>
            <a:off x="609600" y="3444240"/>
            <a:ext cx="9906000" cy="624840"/>
            <a:chOff x="-635000" y="-635000"/>
            <a:chExt cx="9906000" cy="624840"/>
          </a:xfrm>
        </p:grpSpPr>
        <p:pic>
          <p:nvPicPr>
            <p:cNvPr id="38" name="Image 7" descr="TEMP_Z_ORDER_1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9906000" cy="624840"/>
            </a:xfrm>
            <a:prstGeom prst="rect">
              <a:avLst/>
            </a:prstGeom>
          </p:spPr>
        </p:pic>
        <p:pic>
          <p:nvPicPr>
            <p:cNvPr id="39" name="Image 8" descr="TEMP_Z_ORDER_1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452120" y="-574040"/>
              <a:ext cx="487680" cy="487680"/>
            </a:xfrm>
            <a:prstGeom prst="rect">
              <a:avLst/>
            </a:prstGeom>
          </p:spPr>
        </p:pic>
        <p:sp>
          <p:nvSpPr>
            <p:cNvPr id="40" name="Text 5" descr="TEMP_Z_ORDER_14"/>
            <p:cNvSpPr/>
            <p:nvPr>
              <p:custDataLst>
                <p:tags r:id="rId24"/>
              </p:custDataLst>
            </p:nvPr>
          </p:nvSpPr>
          <p:spPr>
            <a:xfrm>
              <a:off x="-367649" y="-507425"/>
              <a:ext cx="34312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03</a:t>
              </a:r>
              <a:endParaRPr lang="en-US" sz="1920"/>
            </a:p>
          </p:txBody>
        </p:sp>
        <p:sp>
          <p:nvSpPr>
            <p:cNvPr id="41" name="Text 6" descr="TEMP_Z_ORDER_15"/>
            <p:cNvSpPr/>
            <p:nvPr>
              <p:custDataLst>
                <p:tags r:id="rId25"/>
              </p:custDataLst>
            </p:nvPr>
          </p:nvSpPr>
          <p:spPr>
            <a:xfrm>
              <a:off x="279400" y="-497840"/>
              <a:ext cx="4276090" cy="2984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理解：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工控系统与企业IT系统的根本区别</a:t>
              </a:r>
              <a:endParaRPr lang="en-US" sz="1680"/>
            </a:p>
          </p:txBody>
        </p:sp>
      </p:grpSp>
      <p:grpSp>
        <p:nvGrpSpPr>
          <p:cNvPr id="42" name="组合 41"/>
          <p:cNvGrpSpPr/>
          <p:nvPr>
            <p:custDataLst>
              <p:tags r:id="rId26"/>
            </p:custDataLst>
          </p:nvPr>
        </p:nvGrpSpPr>
        <p:grpSpPr>
          <a:xfrm>
            <a:off x="609600" y="4236720"/>
            <a:ext cx="9906000" cy="624840"/>
            <a:chOff x="-635000" y="-635000"/>
            <a:chExt cx="9906000" cy="624840"/>
          </a:xfrm>
        </p:grpSpPr>
        <p:pic>
          <p:nvPicPr>
            <p:cNvPr id="43" name="Image 9" descr="TEMP_Z_ORDER_16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9906000" cy="624840"/>
            </a:xfrm>
            <a:prstGeom prst="rect">
              <a:avLst/>
            </a:prstGeom>
          </p:spPr>
        </p:pic>
        <p:pic>
          <p:nvPicPr>
            <p:cNvPr id="44" name="Image 10" descr="TEMP_Z_ORDER_17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452120" y="-574040"/>
              <a:ext cx="487680" cy="487680"/>
            </a:xfrm>
            <a:prstGeom prst="rect">
              <a:avLst/>
            </a:prstGeom>
          </p:spPr>
        </p:pic>
        <p:sp>
          <p:nvSpPr>
            <p:cNvPr id="45" name="Text 7" descr="TEMP_Z_ORDER_18"/>
            <p:cNvSpPr/>
            <p:nvPr>
              <p:custDataLst>
                <p:tags r:id="rId29"/>
              </p:custDataLst>
            </p:nvPr>
          </p:nvSpPr>
          <p:spPr>
            <a:xfrm>
              <a:off x="-367649" y="-507424"/>
              <a:ext cx="34312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04</a:t>
              </a:r>
              <a:endParaRPr lang="en-US" sz="1920"/>
            </a:p>
          </p:txBody>
        </p:sp>
        <p:sp>
          <p:nvSpPr>
            <p:cNvPr id="46" name="Text 8" descr="TEMP_Z_ORDER_19"/>
            <p:cNvSpPr/>
            <p:nvPr>
              <p:custDataLst>
                <p:tags r:id="rId30"/>
              </p:custDataLst>
            </p:nvPr>
          </p:nvSpPr>
          <p:spPr>
            <a:xfrm>
              <a:off x="279400" y="-497840"/>
              <a:ext cx="3209544" cy="3071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识别：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工控系统的核心安全脆弱点</a:t>
              </a:r>
              <a:endParaRPr lang="en-US" sz="1680"/>
            </a:p>
          </p:txBody>
        </p:sp>
      </p:grpSp>
      <p:grpSp>
        <p:nvGrpSpPr>
          <p:cNvPr id="32" name="组合 31"/>
          <p:cNvGrpSpPr/>
          <p:nvPr>
            <p:custDataLst>
              <p:tags r:id="rId31"/>
            </p:custDataLst>
          </p:nvPr>
        </p:nvGrpSpPr>
        <p:grpSpPr>
          <a:xfrm>
            <a:off x="609600" y="5029200"/>
            <a:ext cx="9906000" cy="624840"/>
            <a:chOff x="-635000" y="-635000"/>
            <a:chExt cx="9906000" cy="624840"/>
          </a:xfrm>
        </p:grpSpPr>
        <p:pic>
          <p:nvPicPr>
            <p:cNvPr id="33" name="Image 11" descr="TEMP_Z_ORDER_20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9906000" cy="624840"/>
            </a:xfrm>
            <a:prstGeom prst="rect">
              <a:avLst/>
            </a:prstGeom>
          </p:spPr>
        </p:pic>
        <p:pic>
          <p:nvPicPr>
            <p:cNvPr id="34" name="Image 12" descr="TEMP_Z_ORDER_2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452120" y="-574040"/>
              <a:ext cx="487680" cy="487680"/>
            </a:xfrm>
            <a:prstGeom prst="rect">
              <a:avLst/>
            </a:prstGeom>
          </p:spPr>
        </p:pic>
        <p:sp>
          <p:nvSpPr>
            <p:cNvPr id="35" name="Text 9" descr="TEMP_Z_ORDER_22"/>
            <p:cNvSpPr/>
            <p:nvPr>
              <p:custDataLst>
                <p:tags r:id="rId34"/>
              </p:custDataLst>
            </p:nvPr>
          </p:nvSpPr>
          <p:spPr>
            <a:xfrm>
              <a:off x="-367649" y="-507424"/>
              <a:ext cx="34312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05</a:t>
              </a:r>
              <a:endParaRPr lang="en-US" sz="1920"/>
            </a:p>
          </p:txBody>
        </p:sp>
        <p:sp>
          <p:nvSpPr>
            <p:cNvPr id="36" name="Text 10" descr="TEMP_Z_ORDER_23"/>
            <p:cNvSpPr/>
            <p:nvPr>
              <p:custDataLst>
                <p:tags r:id="rId35"/>
              </p:custDataLst>
            </p:nvPr>
          </p:nvSpPr>
          <p:spPr>
            <a:xfrm>
              <a:off x="279400" y="-482600"/>
              <a:ext cx="4276344" cy="3071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为：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后续工控安全扩展要求测评学习奠定基础</a:t>
              </a:r>
              <a:endParaRPr lang="en-US" sz="1680"/>
            </a:p>
          </p:txBody>
        </p:sp>
      </p:grpSp>
      <p:sp>
        <p:nvSpPr>
          <p:cNvPr id="26" name="Text 11"/>
          <p:cNvSpPr/>
          <p:nvPr>
            <p:custDataLst>
              <p:tags r:id="rId36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学习目标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4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2" presetClass="entr" presetSubtype="4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1" animBg="1"/>
      <p:bldP spid="5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0" name="组合 29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4815840" cy="2301240"/>
            <a:chOff x="-635000" y="-635000"/>
            <a:chExt cx="4815840" cy="2301240"/>
          </a:xfrm>
        </p:grpSpPr>
        <p:pic>
          <p:nvPicPr>
            <p:cNvPr id="31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4815840" cy="2301240"/>
            </a:xfrm>
            <a:prstGeom prst="rect">
              <a:avLst/>
            </a:prstGeom>
          </p:spPr>
        </p:pic>
        <p:pic>
          <p:nvPicPr>
            <p:cNvPr id="32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1160" y="-360680"/>
              <a:ext cx="365760" cy="365760"/>
            </a:xfrm>
            <a:prstGeom prst="rect">
              <a:avLst/>
            </a:prstGeom>
          </p:spPr>
        </p:pic>
        <p:sp>
          <p:nvSpPr>
            <p:cNvPr id="33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71447" y="-348111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</a:t>
              </a:r>
              <a:endParaRPr lang="en-US" sz="1680"/>
            </a:p>
          </p:txBody>
        </p:sp>
        <p:sp>
          <p:nvSpPr>
            <p:cNvPr id="34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96520" y="-391160"/>
              <a:ext cx="2769029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GB/T 32919-2016 定义</a:t>
              </a:r>
              <a:endParaRPr lang="en-US" sz="1800"/>
            </a:p>
          </p:txBody>
        </p:sp>
        <p:sp>
          <p:nvSpPr>
            <p:cNvPr id="35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391160" y="142240"/>
              <a:ext cx="4337304" cy="12671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工业控制系统（ICS）是一个通用术语，包括多种工业生产中使用的控制系统，包括</a:t>
              </a: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SCADA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、</a:t>
              </a: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DCS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和其他较小的控制系统，如</a:t>
              </a: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PLC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。</a:t>
              </a:r>
              <a:endParaRPr lang="en-US" sz="1680"/>
            </a:p>
          </p:txBody>
        </p:sp>
      </p:grp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609600" y="3916680"/>
            <a:ext cx="4815840" cy="2331720"/>
            <a:chOff x="-635000" y="-635000"/>
            <a:chExt cx="4815840" cy="2331720"/>
          </a:xfrm>
        </p:grpSpPr>
        <p:pic>
          <p:nvPicPr>
            <p:cNvPr id="22" name="Image 5" descr="TEMP_Z_ORDER_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-635000" y="-635000"/>
              <a:ext cx="4815840" cy="2331720"/>
            </a:xfrm>
            <a:prstGeom prst="rect">
              <a:avLst/>
            </a:prstGeom>
          </p:spPr>
        </p:pic>
        <p:pic>
          <p:nvPicPr>
            <p:cNvPr id="23" name="Image 6" descr="TEMP_Z_ORDER_9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1160" y="-360680"/>
              <a:ext cx="365760" cy="365760"/>
            </a:xfrm>
            <a:prstGeom prst="rect">
              <a:avLst/>
            </a:prstGeom>
          </p:spPr>
        </p:pic>
        <p:sp>
          <p:nvSpPr>
            <p:cNvPr id="24" name="Text 3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-271447" y="-348111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</a:t>
              </a:r>
              <a:endParaRPr lang="en-US" sz="1680"/>
            </a:p>
          </p:txBody>
        </p:sp>
        <p:sp>
          <p:nvSpPr>
            <p:cNvPr id="25" name="Text 4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96520" y="-39116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通俗理解</a:t>
              </a:r>
              <a:endParaRPr lang="en-US" sz="2160"/>
            </a:p>
          </p:txBody>
        </p:sp>
        <p:pic>
          <p:nvPicPr>
            <p:cNvPr id="26" name="Image 7" descr="TEMP_Z_ORDER_1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391160" y="172720"/>
              <a:ext cx="274320" cy="274320"/>
            </a:xfrm>
            <a:prstGeom prst="rect">
              <a:avLst/>
            </a:prstGeom>
          </p:spPr>
        </p:pic>
        <p:sp>
          <p:nvSpPr>
            <p:cNvPr id="27" name="Text 5" descr="TEMP_Z_ORDER_13"/>
            <p:cNvSpPr/>
            <p:nvPr>
              <p:custDataLst>
                <p:tags r:id="rId25"/>
              </p:custDataLst>
            </p:nvPr>
          </p:nvSpPr>
          <p:spPr>
            <a:xfrm>
              <a:off x="5080" y="142240"/>
              <a:ext cx="3941064" cy="6271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工控系统 = 工业生产的</a:t>
              </a: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“大脑”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和</a:t>
              </a: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“神经系统”</a:t>
              </a:r>
              <a:endParaRPr lang="en-US" sz="1680"/>
            </a:p>
          </p:txBody>
        </p:sp>
        <p:pic>
          <p:nvPicPr>
            <p:cNvPr id="28" name="Image 8" descr="TEMP_Z_ORDER_1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-391160" y="965200"/>
              <a:ext cx="274320" cy="274320"/>
            </a:xfrm>
            <a:prstGeom prst="rect">
              <a:avLst/>
            </a:prstGeom>
          </p:spPr>
        </p:pic>
        <p:sp>
          <p:nvSpPr>
            <p:cNvPr id="29" name="Text 6" descr="TEMP_Z_ORDER_15"/>
            <p:cNvSpPr/>
            <p:nvPr>
              <p:custDataLst>
                <p:tags r:id="rId29"/>
              </p:custDataLst>
            </p:nvPr>
          </p:nvSpPr>
          <p:spPr>
            <a:xfrm>
              <a:off x="5080" y="934720"/>
              <a:ext cx="3941064" cy="62720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控制工业生产过程——从石油炼化到电力输送等。</a:t>
              </a:r>
              <a:endParaRPr lang="en-US" sz="1680"/>
            </a:p>
          </p:txBody>
        </p:sp>
      </p:grpSp>
      <p:graphicFrame>
        <p:nvGraphicFramePr>
          <p:cNvPr id="20" name="Table 0"/>
          <p:cNvGraphicFramePr>
            <a:graphicFrameLocks noGrp="1"/>
          </p:cNvGraphicFramePr>
          <p:nvPr>
            <p:custDataLst>
              <p:tags r:id="rId30"/>
            </p:custDataLst>
          </p:nvPr>
        </p:nvGraphicFramePr>
        <p:xfrm>
          <a:off x="5791200" y="1371600"/>
          <a:ext cx="5791200" cy="4876802"/>
        </p:xfrm>
        <a:graphic>
          <a:graphicData uri="http://schemas.openxmlformats.org/drawingml/2006/table">
            <a:tbl>
              <a:tblPr/>
              <a:tblGrid>
                <a:gridCol w="1680823"/>
                <a:gridCol w="4110377"/>
              </a:tblGrid>
              <a:tr h="696686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行业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典型应用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电力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发电厂控制、电网调度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石油化工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炼油控制、管道监控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水处理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自来水厂、污水处理厂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交通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地铁信号控制、交通调度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制造业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生产线自动化控制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国防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武器装备控制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7"/>
          <p:cNvSpPr/>
          <p:nvPr>
            <p:custDataLst>
              <p:tags r:id="rId3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什么是工业控制系统（ICS）？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2164080" y="1371600"/>
            <a:ext cx="788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buNone/>
            </a:pPr>
            <a:r>
              <a:rPr lang="en-US" sz="168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记住三个缩写：SCADA、DCS、PLC——它们是工控系统的“三驾马车”。</a:t>
            </a:r>
            <a:endParaRPr lang="en-US" sz="1680"/>
          </a:p>
        </p:txBody>
      </p:sp>
      <p:grpSp>
        <p:nvGrpSpPr>
          <p:cNvPr id="39" name="组合 38"/>
          <p:cNvGrpSpPr/>
          <p:nvPr>
            <p:custDataLst>
              <p:tags r:id="rId8"/>
            </p:custDataLst>
          </p:nvPr>
        </p:nvGrpSpPr>
        <p:grpSpPr>
          <a:xfrm>
            <a:off x="609600" y="1813560"/>
            <a:ext cx="3459480" cy="3825240"/>
            <a:chOff x="-635000" y="-635000"/>
            <a:chExt cx="3459480" cy="3825240"/>
          </a:xfrm>
        </p:grpSpPr>
        <p:pic>
          <p:nvPicPr>
            <p:cNvPr id="40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406400"/>
              <a:ext cx="3459480" cy="3596640"/>
            </a:xfrm>
            <a:prstGeom prst="rect">
              <a:avLst/>
            </a:prstGeom>
          </p:spPr>
        </p:pic>
        <p:sp>
          <p:nvSpPr>
            <p:cNvPr id="41" name="Text 1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-82375" y="157480"/>
              <a:ext cx="2363375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（监控和数据采集系统）</a:t>
              </a:r>
              <a:endParaRPr lang="en-US" sz="1680"/>
            </a:p>
          </p:txBody>
        </p:sp>
        <p:sp>
          <p:nvSpPr>
            <p:cNvPr id="42" name="Text 2" descr="TEMP_Z_ORDER_6"/>
            <p:cNvSpPr/>
            <p:nvPr>
              <p:custDataLst>
                <p:tags r:id="rId12"/>
              </p:custDataLst>
            </p:nvPr>
          </p:nvSpPr>
          <p:spPr>
            <a:xfrm>
              <a:off x="-375920" y="614680"/>
              <a:ext cx="2950464" cy="329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广域分布远程监控集中调度</a:t>
              </a:r>
              <a:endParaRPr lang="en-US" sz="1680"/>
            </a:p>
          </p:txBody>
        </p:sp>
        <p:sp>
          <p:nvSpPr>
            <p:cNvPr id="43" name="Text 3" descr="TEMP_Z_ORDER_7"/>
            <p:cNvSpPr/>
            <p:nvPr>
              <p:custDataLst>
                <p:tags r:id="rId13"/>
              </p:custDataLst>
            </p:nvPr>
          </p:nvSpPr>
          <p:spPr>
            <a:xfrm>
              <a:off x="-375920" y="2382519"/>
              <a:ext cx="2950464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典型应用：电力调度、油气管网、供水管网</a:t>
              </a:r>
              <a:endParaRPr lang="en-US" sz="160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44" name="Image 4" descr="TEMP_Z_ORDER_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40360" y="-635000"/>
              <a:ext cx="1508760" cy="594360"/>
            </a:xfrm>
            <a:prstGeom prst="rect">
              <a:avLst/>
            </a:prstGeom>
          </p:spPr>
        </p:pic>
        <p:sp>
          <p:nvSpPr>
            <p:cNvPr id="45" name="Text 4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645160" y="-543560"/>
              <a:ext cx="1061434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SCADA</a:t>
              </a:r>
              <a:endParaRPr lang="en-US" sz="2160"/>
            </a:p>
          </p:txBody>
        </p:sp>
      </p:grpSp>
      <p:grpSp>
        <p:nvGrpSpPr>
          <p:cNvPr id="25" name="组合 24"/>
          <p:cNvGrpSpPr/>
          <p:nvPr>
            <p:custDataLst>
              <p:tags r:id="rId18"/>
            </p:custDataLst>
          </p:nvPr>
        </p:nvGrpSpPr>
        <p:grpSpPr>
          <a:xfrm>
            <a:off x="4373880" y="1813560"/>
            <a:ext cx="3459480" cy="3825240"/>
            <a:chOff x="-635000" y="-635000"/>
            <a:chExt cx="3459480" cy="3825240"/>
          </a:xfrm>
        </p:grpSpPr>
        <p:pic>
          <p:nvPicPr>
            <p:cNvPr id="26" name="Image 5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406400"/>
              <a:ext cx="3459480" cy="3596640"/>
            </a:xfrm>
            <a:prstGeom prst="rect">
              <a:avLst/>
            </a:prstGeom>
          </p:spPr>
        </p:pic>
        <p:sp>
          <p:nvSpPr>
            <p:cNvPr id="27" name="Text 5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132477" y="157480"/>
              <a:ext cx="1933670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（分布式控制系统）</a:t>
              </a:r>
              <a:endParaRPr lang="en-US" sz="1680"/>
            </a:p>
          </p:txBody>
        </p:sp>
        <p:sp>
          <p:nvSpPr>
            <p:cNvPr id="28" name="Text 6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375920" y="614680"/>
              <a:ext cx="2950464" cy="329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局域集中过程控制连续生产</a:t>
              </a:r>
              <a:endParaRPr lang="en-US" sz="1680"/>
            </a:p>
          </p:txBody>
        </p:sp>
        <p:sp>
          <p:nvSpPr>
            <p:cNvPr id="29" name="Text 7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375920" y="2382520"/>
              <a:ext cx="2950464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典型应用：化工厂、炼油厂、发电厂</a:t>
              </a:r>
              <a:endParaRPr lang="en-US" sz="160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30" name="Image 6" descr="TEMP_Z_ORDER_14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8000" y="-635000"/>
              <a:ext cx="1158240" cy="594360"/>
            </a:xfrm>
            <a:prstGeom prst="rect">
              <a:avLst/>
            </a:prstGeom>
          </p:spPr>
        </p:pic>
        <p:sp>
          <p:nvSpPr>
            <p:cNvPr id="31" name="Text 8" descr="TEMP_Z_ORDER_15"/>
            <p:cNvSpPr/>
            <p:nvPr>
              <p:custDataLst>
                <p:tags r:id="rId26"/>
              </p:custDataLst>
            </p:nvPr>
          </p:nvSpPr>
          <p:spPr>
            <a:xfrm>
              <a:off x="812800" y="-543560"/>
              <a:ext cx="636871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DCS</a:t>
              </a:r>
              <a:endParaRPr lang="en-US" sz="216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8122920" y="1813560"/>
            <a:ext cx="3459480" cy="3825240"/>
            <a:chOff x="-635000" y="-635000"/>
            <a:chExt cx="3459480" cy="3825240"/>
          </a:xfrm>
        </p:grpSpPr>
        <p:pic>
          <p:nvPicPr>
            <p:cNvPr id="33" name="Image 7" descr="TEMP_Z_ORDER_16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406400"/>
              <a:ext cx="3459480" cy="3596640"/>
            </a:xfrm>
            <a:prstGeom prst="rect">
              <a:avLst/>
            </a:prstGeom>
          </p:spPr>
        </p:pic>
        <p:sp>
          <p:nvSpPr>
            <p:cNvPr id="34" name="Text 9" descr="TEMP_Z_ORDER_17"/>
            <p:cNvSpPr/>
            <p:nvPr>
              <p:custDataLst>
                <p:tags r:id="rId29"/>
              </p:custDataLst>
            </p:nvPr>
          </p:nvSpPr>
          <p:spPr>
            <a:xfrm>
              <a:off x="25051" y="157480"/>
              <a:ext cx="2148523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（可编程逻辑控制器）</a:t>
              </a:r>
              <a:endParaRPr lang="en-US" sz="1680"/>
            </a:p>
          </p:txBody>
        </p:sp>
        <p:sp>
          <p:nvSpPr>
            <p:cNvPr id="35" name="Text 10" descr="TEMP_Z_ORDER_18"/>
            <p:cNvSpPr/>
            <p:nvPr>
              <p:custDataLst>
                <p:tags r:id="rId30"/>
              </p:custDataLst>
            </p:nvPr>
          </p:nvSpPr>
          <p:spPr>
            <a:xfrm>
              <a:off x="-375920" y="614680"/>
              <a:ext cx="2950464" cy="329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本地控制逻辑控制实时响应</a:t>
              </a:r>
              <a:endParaRPr lang="en-US" sz="1680"/>
            </a:p>
          </p:txBody>
        </p:sp>
        <p:sp>
          <p:nvSpPr>
            <p:cNvPr id="36" name="Text 11" descr="TEMP_Z_ORDER_19"/>
            <p:cNvSpPr/>
            <p:nvPr>
              <p:custDataLst>
                <p:tags r:id="rId31"/>
              </p:custDataLst>
            </p:nvPr>
          </p:nvSpPr>
          <p:spPr>
            <a:xfrm>
              <a:off x="-375919" y="2382519"/>
              <a:ext cx="2950464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典型应用：生产线控制、电梯控制、机器控制</a:t>
              </a:r>
              <a:endParaRPr lang="en-US" sz="160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37" name="Image 8" descr="TEMP_Z_ORDER_20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538480" y="-635000"/>
              <a:ext cx="1127760" cy="594360"/>
            </a:xfrm>
            <a:prstGeom prst="rect">
              <a:avLst/>
            </a:prstGeom>
          </p:spPr>
        </p:pic>
        <p:sp>
          <p:nvSpPr>
            <p:cNvPr id="38" name="Text 12" descr="TEMP_Z_ORDER_21"/>
            <p:cNvSpPr/>
            <p:nvPr>
              <p:custDataLst>
                <p:tags r:id="rId35"/>
              </p:custDataLst>
            </p:nvPr>
          </p:nvSpPr>
          <p:spPr>
            <a:xfrm>
              <a:off x="843280" y="-543560"/>
              <a:ext cx="58362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PLC</a:t>
              </a:r>
              <a:endParaRPr lang="en-US" sz="2160"/>
            </a:p>
          </p:txBody>
        </p:sp>
      </p:grpSp>
      <p:sp>
        <p:nvSpPr>
          <p:cNvPr id="24" name="Text 13"/>
          <p:cNvSpPr/>
          <p:nvPr>
            <p:custDataLst>
              <p:tags r:id="rId36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三大核心工控系统类型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1" animBg="1"/>
      <p:bldP spid="5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990600"/>
            <a:ext cx="6972300" cy="3460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PLC是工控系统中最核心、最常见、也是最容易成为攻击目标的设备。</a:t>
            </a:r>
            <a:endParaRPr lang="en-US">
              <a:solidFill>
                <a:srgbClr val="374151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grpSp>
        <p:nvGrpSpPr>
          <p:cNvPr id="44" name="组合 43"/>
          <p:cNvGrpSpPr/>
          <p:nvPr>
            <p:custDataLst>
              <p:tags r:id="rId8"/>
            </p:custDataLst>
          </p:nvPr>
        </p:nvGrpSpPr>
        <p:grpSpPr>
          <a:xfrm>
            <a:off x="609600" y="1341120"/>
            <a:ext cx="10972800" cy="2512695"/>
            <a:chOff x="-635000" y="-635000"/>
            <a:chExt cx="10972800" cy="2512695"/>
          </a:xfrm>
        </p:grpSpPr>
        <p:pic>
          <p:nvPicPr>
            <p:cNvPr id="45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10972800" cy="2512695"/>
            </a:xfrm>
            <a:prstGeom prst="rect">
              <a:avLst/>
            </a:prstGeom>
          </p:spPr>
        </p:pic>
        <p:pic>
          <p:nvPicPr>
            <p:cNvPr id="46" name="Image 4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19760" y="-619760"/>
              <a:ext cx="10942320" cy="487680"/>
            </a:xfrm>
            <a:prstGeom prst="rect">
              <a:avLst/>
            </a:prstGeom>
          </p:spPr>
        </p:pic>
        <p:sp>
          <p:nvSpPr>
            <p:cNvPr id="47" name="Text 1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-375920" y="-553144"/>
              <a:ext cx="2741771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PLC的组成及安全关注点</a:t>
              </a:r>
              <a:endParaRPr lang="en-US" sz="1920"/>
            </a:p>
          </p:txBody>
        </p:sp>
      </p:grpSp>
      <p:grpSp>
        <p:nvGrpSpPr>
          <p:cNvPr id="48" name="组合 47"/>
          <p:cNvGrpSpPr/>
          <p:nvPr>
            <p:custDataLst>
              <p:tags r:id="rId14"/>
            </p:custDataLst>
          </p:nvPr>
        </p:nvGrpSpPr>
        <p:grpSpPr>
          <a:xfrm>
            <a:off x="533400" y="3921125"/>
            <a:ext cx="10972800" cy="2270760"/>
            <a:chOff x="-635000" y="-629344"/>
            <a:chExt cx="10972800" cy="2265104"/>
          </a:xfrm>
        </p:grpSpPr>
        <p:sp>
          <p:nvSpPr>
            <p:cNvPr id="49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635000" y="-629344"/>
              <a:ext cx="2988691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PLC的工作原理：扫描周期</a:t>
              </a:r>
              <a:endParaRPr lang="en-US" sz="1920"/>
            </a:p>
          </p:txBody>
        </p:sp>
        <p:sp>
          <p:nvSpPr>
            <p:cNvPr id="50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2443480" y="-589280"/>
              <a:ext cx="2219071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循环周期通常为10-100ms</a:t>
              </a:r>
              <a:endParaRPr lang="en-US" sz="1440"/>
            </a:p>
          </p:txBody>
        </p:sp>
        <p:pic>
          <p:nvPicPr>
            <p:cNvPr id="51" name="Image 5" descr="TEMP_Z_ORDER_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208280"/>
              <a:ext cx="10972800" cy="1844040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>
            <p:custDataLst>
              <p:tags r:id="rId20"/>
            </p:custDataLst>
          </p:nvPr>
        </p:nvGrpSpPr>
        <p:grpSpPr>
          <a:xfrm>
            <a:off x="1447800" y="4602480"/>
            <a:ext cx="1304544" cy="1432560"/>
            <a:chOff x="-635000" y="-635000"/>
            <a:chExt cx="1304544" cy="1432560"/>
          </a:xfrm>
        </p:grpSpPr>
        <p:pic>
          <p:nvPicPr>
            <p:cNvPr id="30" name="Image 6" descr="TEMP_Z_ORDER_10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238760" y="-635000"/>
              <a:ext cx="487680" cy="4876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31" name="Text 4" descr="TEMP_Z_ORDER_11"/>
            <p:cNvSpPr/>
            <p:nvPr>
              <p:custDataLst>
                <p:tags r:id="rId24"/>
              </p:custDataLst>
            </p:nvPr>
          </p:nvSpPr>
          <p:spPr>
            <a:xfrm>
              <a:off x="-76129" y="-568384"/>
              <a:ext cx="171561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</a:t>
              </a:r>
              <a:endParaRPr lang="en-US" sz="1920"/>
            </a:p>
          </p:txBody>
        </p:sp>
        <p:sp>
          <p:nvSpPr>
            <p:cNvPr id="32" name="Text 5" descr="TEMP_Z_ORDER_12"/>
            <p:cNvSpPr/>
            <p:nvPr>
              <p:custDataLst>
                <p:tags r:id="rId25"/>
              </p:custDataLst>
            </p:nvPr>
          </p:nvSpPr>
          <p:spPr>
            <a:xfrm>
              <a:off x="-420052" y="-2540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输入采样</a:t>
              </a:r>
              <a:endParaRPr lang="en-US" sz="1680"/>
            </a:p>
          </p:txBody>
        </p:sp>
        <p:sp>
          <p:nvSpPr>
            <p:cNvPr id="33" name="Text 6" descr="TEMP_Z_ORDER_13"/>
            <p:cNvSpPr/>
            <p:nvPr>
              <p:custDataLst>
                <p:tags r:id="rId26"/>
              </p:custDataLst>
            </p:nvPr>
          </p:nvSpPr>
          <p:spPr>
            <a:xfrm>
              <a:off x="-635000" y="340360"/>
              <a:ext cx="1304544" cy="4553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读取输入信号(传感器/按钮等)</a:t>
              </a:r>
              <a:endParaRPr lang="en-US" sz="1440"/>
            </a:p>
          </p:txBody>
        </p:sp>
      </p:grpSp>
      <p:grpSp>
        <p:nvGrpSpPr>
          <p:cNvPr id="34" name="组合 33"/>
          <p:cNvGrpSpPr/>
          <p:nvPr>
            <p:custDataLst>
              <p:tags r:id="rId27"/>
            </p:custDataLst>
          </p:nvPr>
        </p:nvGrpSpPr>
        <p:grpSpPr>
          <a:xfrm>
            <a:off x="5547360" y="4602480"/>
            <a:ext cx="1121664" cy="1432560"/>
            <a:chOff x="-635000" y="-635000"/>
            <a:chExt cx="1121664" cy="1432560"/>
          </a:xfrm>
        </p:grpSpPr>
        <p:pic>
          <p:nvPicPr>
            <p:cNvPr id="35" name="Image 7" descr="TEMP_Z_ORDER_14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330200" y="-635000"/>
              <a:ext cx="487680" cy="4876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36" name="Text 7" descr="TEMP_Z_ORDER_15"/>
            <p:cNvSpPr/>
            <p:nvPr>
              <p:custDataLst>
                <p:tags r:id="rId29"/>
              </p:custDataLst>
            </p:nvPr>
          </p:nvSpPr>
          <p:spPr>
            <a:xfrm>
              <a:off x="-167569" y="-568384"/>
              <a:ext cx="171561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</a:t>
              </a:r>
              <a:endParaRPr lang="en-US" sz="1920"/>
            </a:p>
          </p:txBody>
        </p:sp>
        <p:sp>
          <p:nvSpPr>
            <p:cNvPr id="37" name="Text 8" descr="TEMP_Z_ORDER_16"/>
            <p:cNvSpPr/>
            <p:nvPr>
              <p:custDataLst>
                <p:tags r:id="rId30"/>
              </p:custDataLst>
            </p:nvPr>
          </p:nvSpPr>
          <p:spPr>
            <a:xfrm>
              <a:off x="-511493" y="-2540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程序执行</a:t>
              </a:r>
              <a:endParaRPr lang="en-US" sz="1680"/>
            </a:p>
          </p:txBody>
        </p:sp>
        <p:sp>
          <p:nvSpPr>
            <p:cNvPr id="38" name="Text 9" descr="TEMP_Z_ORDER_17"/>
            <p:cNvSpPr/>
            <p:nvPr>
              <p:custDataLst>
                <p:tags r:id="rId31"/>
              </p:custDataLst>
            </p:nvPr>
          </p:nvSpPr>
          <p:spPr>
            <a:xfrm>
              <a:off x="-635000" y="340360"/>
              <a:ext cx="1121664" cy="45536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按用户程序逻辑进行运算</a:t>
              </a:r>
              <a:endParaRPr lang="en-US" sz="1440"/>
            </a:p>
          </p:txBody>
        </p:sp>
      </p:grpSp>
      <p:grpSp>
        <p:nvGrpSpPr>
          <p:cNvPr id="39" name="组合 38"/>
          <p:cNvGrpSpPr/>
          <p:nvPr>
            <p:custDataLst>
              <p:tags r:id="rId32"/>
            </p:custDataLst>
          </p:nvPr>
        </p:nvGrpSpPr>
        <p:grpSpPr>
          <a:xfrm>
            <a:off x="9555480" y="4602480"/>
            <a:ext cx="1121664" cy="1432560"/>
            <a:chOff x="-635000" y="-635000"/>
            <a:chExt cx="1121664" cy="1432560"/>
          </a:xfrm>
        </p:grpSpPr>
        <p:pic>
          <p:nvPicPr>
            <p:cNvPr id="40" name="Image 8" descr="TEMP_Z_ORDER_18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330200" y="-635000"/>
              <a:ext cx="487680" cy="4876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41" name="Text 10" descr="TEMP_Z_ORDER_19"/>
            <p:cNvSpPr/>
            <p:nvPr>
              <p:custDataLst>
                <p:tags r:id="rId34"/>
              </p:custDataLst>
            </p:nvPr>
          </p:nvSpPr>
          <p:spPr>
            <a:xfrm>
              <a:off x="-167569" y="-568384"/>
              <a:ext cx="171561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3</a:t>
              </a:r>
              <a:endParaRPr lang="en-US" sz="1920"/>
            </a:p>
          </p:txBody>
        </p:sp>
        <p:sp>
          <p:nvSpPr>
            <p:cNvPr id="42" name="Text 11" descr="TEMP_Z_ORDER_20"/>
            <p:cNvSpPr/>
            <p:nvPr>
              <p:custDataLst>
                <p:tags r:id="rId35"/>
              </p:custDataLst>
            </p:nvPr>
          </p:nvSpPr>
          <p:spPr>
            <a:xfrm>
              <a:off x="-511493" y="-2540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输出刷新</a:t>
              </a:r>
              <a:endParaRPr lang="en-US" sz="1680"/>
            </a:p>
          </p:txBody>
        </p:sp>
        <p:sp>
          <p:nvSpPr>
            <p:cNvPr id="43" name="Text 12" descr="TEMP_Z_ORDER_21"/>
            <p:cNvSpPr/>
            <p:nvPr>
              <p:custDataLst>
                <p:tags r:id="rId36"/>
              </p:custDataLst>
            </p:nvPr>
          </p:nvSpPr>
          <p:spPr>
            <a:xfrm>
              <a:off x="-635000" y="340360"/>
              <a:ext cx="1121664" cy="4553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运算结果输出(电机/阀门等)</a:t>
              </a:r>
              <a:endParaRPr lang="en-US" sz="1440"/>
            </a:p>
          </p:txBody>
        </p:sp>
      </p:grpSp>
      <p:graphicFrame>
        <p:nvGraphicFramePr>
          <p:cNvPr id="28" name="Table 0"/>
          <p:cNvGraphicFramePr>
            <a:graphicFrameLocks noGrp="1"/>
          </p:cNvGraphicFramePr>
          <p:nvPr>
            <p:custDataLst>
              <p:tags r:id="rId37"/>
            </p:custDataLst>
          </p:nvPr>
        </p:nvGraphicFramePr>
        <p:xfrm>
          <a:off x="2587938" y="1844040"/>
          <a:ext cx="7016123" cy="1691124"/>
        </p:xfrm>
        <a:graphic>
          <a:graphicData uri="http://schemas.openxmlformats.org/drawingml/2006/table">
            <a:tbl>
              <a:tblPr/>
              <a:tblGrid>
                <a:gridCol w="2315907"/>
                <a:gridCol w="2511342"/>
                <a:gridCol w="2188874"/>
              </a:tblGrid>
              <a:tr h="16123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组成部分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功能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安全关注点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23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CPU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逻辑与数学运算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固件安全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23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存储器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存储程序与数据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程序篡改风险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23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输入/输出模块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接收/输出信号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I/O接口安全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23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通信接口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与其他设备通信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协议安全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23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电源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提供电力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供电安全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58631" marR="58631" marT="58631" marB="5863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5" name="Image 9" descr="https://test.web.static.jianzeppt.com/ppt-temp-img3/fa4926aca6f6b5da7bf1cc21640d6310.png?x-oss-process=image/resize,w_1440,h_800,m_lfit/format,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/>
          <a:stretch>
            <a:fillRect/>
          </a:stretch>
        </p:blipFill>
        <p:spPr>
          <a:xfrm>
            <a:off x="3276600" y="4953000"/>
            <a:ext cx="1630680" cy="274320"/>
          </a:xfrm>
          <a:prstGeom prst="rect">
            <a:avLst/>
          </a:prstGeom>
        </p:spPr>
      </p:pic>
      <p:pic>
        <p:nvPicPr>
          <p:cNvPr id="26" name="Image 10" descr="https://test.web.static.jianzeppt.com/ppt-temp-img3/fa4926aca6f6b5da7bf1cc21640d6310.png?x-oss-process=image/resize,w_1440,h_800,m_lfit/format,png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39"/>
          <a:stretch>
            <a:fillRect/>
          </a:stretch>
        </p:blipFill>
        <p:spPr>
          <a:xfrm>
            <a:off x="7284720" y="4953000"/>
            <a:ext cx="1630680" cy="274320"/>
          </a:xfrm>
          <a:prstGeom prst="rect">
            <a:avLst/>
          </a:prstGeom>
        </p:spPr>
      </p:pic>
      <p:sp>
        <p:nvSpPr>
          <p:cNvPr id="27" name="Text 13"/>
          <p:cNvSpPr/>
          <p:nvPr>
            <p:custDataLst>
              <p:tags r:id="rId4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PLC（可编程逻辑控制器）——工控系统的“执行器”</a:t>
            </a:r>
            <a:endParaRPr lang="en-US" sz="2760"/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87000" y="24384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" showAsIcon="1" r:id="rId42" imgW="971550" imgH="666750" progId="Word.Document.12">
                  <p:embed/>
                </p:oleObj>
              </mc:Choice>
              <mc:Fallback>
                <p:oleObj name="" showAsIcon="1" r:id="rId42" imgW="971550" imgH="666750" progId="Word.Document.12">
                  <p:embed/>
                  <p:pic>
                    <p:nvPicPr>
                      <p:cNvPr id="0" name="图片 6144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0287000" y="24384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649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62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312"/>
                            </p:stCondLst>
                            <p:childTnLst>
                              <p:par>
                                <p:cTn id="26" presetID="3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62"/>
                            </p:stCondLst>
                            <p:childTnLst>
                              <p:par>
                                <p:cTn id="33" presetID="3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812"/>
                            </p:stCondLst>
                            <p:childTnLst>
                              <p:par>
                                <p:cTn id="40" presetID="3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62"/>
                            </p:stCondLst>
                            <p:childTnLst>
                              <p:par>
                                <p:cTn id="47" presetID="3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312"/>
                            </p:stCondLst>
                            <p:childTnLst>
                              <p:par>
                                <p:cTn id="54" presetID="3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62"/>
                            </p:stCondLst>
                            <p:childTnLst>
                              <p:par>
                                <p:cTn id="61" presetID="3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1" animBg="1"/>
      <p:bldP spid="5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5" name="组合 54"/>
          <p:cNvGrpSpPr/>
          <p:nvPr>
            <p:custDataLst>
              <p:tags r:id="rId7"/>
            </p:custDataLst>
          </p:nvPr>
        </p:nvGrpSpPr>
        <p:grpSpPr>
          <a:xfrm>
            <a:off x="1158240" y="1371600"/>
            <a:ext cx="9875520" cy="4267200"/>
            <a:chOff x="-635000" y="-635000"/>
            <a:chExt cx="9875520" cy="4267200"/>
          </a:xfrm>
        </p:grpSpPr>
        <p:pic>
          <p:nvPicPr>
            <p:cNvPr id="56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9875520" cy="42672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7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19760" y="-619760"/>
              <a:ext cx="9845040" cy="746760"/>
            </a:xfrm>
            <a:prstGeom prst="rect">
              <a:avLst/>
            </a:prstGeom>
          </p:spPr>
        </p:pic>
        <p:sp>
          <p:nvSpPr>
            <p:cNvPr id="58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120872" y="-431277"/>
              <a:ext cx="49383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维度</a:t>
              </a:r>
              <a:endParaRPr lang="en-US" sz="1920"/>
            </a:p>
          </p:txBody>
        </p:sp>
        <p:pic>
          <p:nvPicPr>
            <p:cNvPr id="59" name="Image 5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333856" y="-619760"/>
              <a:ext cx="15240" cy="731520"/>
            </a:xfrm>
            <a:prstGeom prst="rect">
              <a:avLst/>
            </a:prstGeom>
          </p:spPr>
        </p:pic>
        <p:sp>
          <p:nvSpPr>
            <p:cNvPr id="60" name="Text 1" descr="TEMP_Z_ORDER_7"/>
            <p:cNvSpPr/>
            <p:nvPr>
              <p:custDataLst>
                <p:tags r:id="rId16"/>
              </p:custDataLst>
            </p:nvPr>
          </p:nvSpPr>
          <p:spPr>
            <a:xfrm>
              <a:off x="2851356" y="-431224"/>
              <a:ext cx="945991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SCADA</a:t>
              </a:r>
              <a:endParaRPr lang="en-US" sz="1920"/>
            </a:p>
          </p:txBody>
        </p:sp>
        <p:pic>
          <p:nvPicPr>
            <p:cNvPr id="61" name="Image 6" descr="TEMP_Z_ORDER_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5271719" y="-619760"/>
              <a:ext cx="15240" cy="731520"/>
            </a:xfrm>
            <a:prstGeom prst="rect">
              <a:avLst/>
            </a:prstGeom>
          </p:spPr>
        </p:pic>
        <p:sp>
          <p:nvSpPr>
            <p:cNvPr id="62" name="Text 2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6987033" y="-431224"/>
              <a:ext cx="56895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DCS</a:t>
              </a:r>
              <a:endParaRPr lang="en-US" sz="1920"/>
            </a:p>
          </p:txBody>
        </p:sp>
        <p:pic>
          <p:nvPicPr>
            <p:cNvPr id="63" name="Image 7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619760" y="127000"/>
              <a:ext cx="9845040" cy="15240"/>
            </a:xfrm>
            <a:prstGeom prst="rect">
              <a:avLst/>
            </a:prstGeom>
          </p:spPr>
        </p:pic>
        <p:pic>
          <p:nvPicPr>
            <p:cNvPr id="64" name="Image 8" descr="TEMP_Z_ORDER_1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-619760" y="127000"/>
              <a:ext cx="9845040" cy="594360"/>
            </a:xfrm>
            <a:prstGeom prst="rect">
              <a:avLst/>
            </a:prstGeom>
          </p:spPr>
        </p:pic>
        <p:sp>
          <p:nvSpPr>
            <p:cNvPr id="65" name="Text 3" descr="TEMP_Z_ORDER_12"/>
            <p:cNvSpPr/>
            <p:nvPr>
              <p:custDataLst>
                <p:tags r:id="rId23"/>
              </p:custDataLst>
            </p:nvPr>
          </p:nvSpPr>
          <p:spPr>
            <a:xfrm>
              <a:off x="-69533" y="246202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地理分布</a:t>
              </a:r>
              <a:endParaRPr lang="en-US" sz="1680"/>
            </a:p>
          </p:txBody>
        </p:sp>
        <p:pic>
          <p:nvPicPr>
            <p:cNvPr id="66" name="Image 9" descr="TEMP_Z_ORDER_13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333856" y="127000"/>
              <a:ext cx="15240" cy="569062"/>
            </a:xfrm>
            <a:prstGeom prst="rect">
              <a:avLst/>
            </a:prstGeom>
          </p:spPr>
        </p:pic>
        <p:sp>
          <p:nvSpPr>
            <p:cNvPr id="67" name="Text 4" descr="TEMP_Z_ORDER_14"/>
            <p:cNvSpPr/>
            <p:nvPr>
              <p:custDataLst>
                <p:tags r:id="rId27"/>
              </p:custDataLst>
            </p:nvPr>
          </p:nvSpPr>
          <p:spPr>
            <a:xfrm>
              <a:off x="2242470" y="246202"/>
              <a:ext cx="214852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广域（跨城市、跨省）</a:t>
              </a:r>
              <a:endParaRPr lang="en-US" sz="1680"/>
            </a:p>
          </p:txBody>
        </p:sp>
        <p:pic>
          <p:nvPicPr>
            <p:cNvPr id="68" name="Image 10" descr="TEMP_Z_ORDER_15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271719" y="127000"/>
              <a:ext cx="15240" cy="569062"/>
            </a:xfrm>
            <a:prstGeom prst="rect">
              <a:avLst/>
            </a:prstGeom>
          </p:spPr>
        </p:pic>
        <p:sp>
          <p:nvSpPr>
            <p:cNvPr id="69" name="Text 5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6412103" y="261442"/>
              <a:ext cx="1718818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局域（工厂内部）</a:t>
              </a:r>
              <a:endParaRPr lang="en-US" sz="1680"/>
            </a:p>
          </p:txBody>
        </p:sp>
        <p:pic>
          <p:nvPicPr>
            <p:cNvPr id="70" name="Image 11" descr="TEMP_Z_ORDER_17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619760" y="711302"/>
              <a:ext cx="9845040" cy="15240"/>
            </a:xfrm>
            <a:prstGeom prst="rect">
              <a:avLst/>
            </a:prstGeom>
          </p:spPr>
        </p:pic>
        <p:pic>
          <p:nvPicPr>
            <p:cNvPr id="71" name="Image 12" descr="TEMP_Z_ORDER_18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619760" y="706120"/>
              <a:ext cx="9845040" cy="594360"/>
            </a:xfrm>
            <a:prstGeom prst="rect">
              <a:avLst/>
            </a:prstGeom>
          </p:spPr>
        </p:pic>
        <p:sp>
          <p:nvSpPr>
            <p:cNvPr id="72" name="Text 6" descr="TEMP_Z_ORDER_19"/>
            <p:cNvSpPr/>
            <p:nvPr>
              <p:custDataLst>
                <p:tags r:id="rId36"/>
              </p:custDataLst>
            </p:nvPr>
          </p:nvSpPr>
          <p:spPr>
            <a:xfrm>
              <a:off x="-69533" y="840562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通信方式</a:t>
              </a:r>
              <a:endParaRPr lang="en-US" sz="1680"/>
            </a:p>
          </p:txBody>
        </p:sp>
        <p:pic>
          <p:nvPicPr>
            <p:cNvPr id="73" name="Image 13" descr="TEMP_Z_ORDER_20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333856" y="711302"/>
              <a:ext cx="15240" cy="568909"/>
            </a:xfrm>
            <a:prstGeom prst="rect">
              <a:avLst/>
            </a:prstGeom>
          </p:spPr>
        </p:pic>
        <p:sp>
          <p:nvSpPr>
            <p:cNvPr id="74" name="Text 7" descr="TEMP_Z_ORDER_21"/>
            <p:cNvSpPr/>
            <p:nvPr>
              <p:custDataLst>
                <p:tags r:id="rId39"/>
              </p:custDataLst>
            </p:nvPr>
          </p:nvSpPr>
          <p:spPr>
            <a:xfrm>
              <a:off x="2457323" y="840562"/>
              <a:ext cx="1718818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无线、卫星、公网</a:t>
              </a:r>
              <a:endParaRPr lang="en-US" sz="1680"/>
            </a:p>
          </p:txBody>
        </p:sp>
        <p:pic>
          <p:nvPicPr>
            <p:cNvPr id="75" name="Image 14" descr="TEMP_Z_ORDER_22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5271719" y="711302"/>
              <a:ext cx="15240" cy="568909"/>
            </a:xfrm>
            <a:prstGeom prst="rect">
              <a:avLst/>
            </a:prstGeom>
          </p:spPr>
        </p:pic>
        <p:sp>
          <p:nvSpPr>
            <p:cNvPr id="76" name="Text 8" descr="TEMP_Z_ORDER_23"/>
            <p:cNvSpPr/>
            <p:nvPr>
              <p:custDataLst>
                <p:tags r:id="rId41"/>
              </p:custDataLst>
            </p:nvPr>
          </p:nvSpPr>
          <p:spPr>
            <a:xfrm>
              <a:off x="5982398" y="840562"/>
              <a:ext cx="2578227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有线工业以太网、现场总线</a:t>
              </a:r>
              <a:endParaRPr lang="en-US" sz="1680"/>
            </a:p>
          </p:txBody>
        </p:sp>
        <p:pic>
          <p:nvPicPr>
            <p:cNvPr id="77" name="Image 15" descr="TEMP_Z_ORDER_24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619760" y="1295451"/>
              <a:ext cx="9845040" cy="15240"/>
            </a:xfrm>
            <a:prstGeom prst="rect">
              <a:avLst/>
            </a:prstGeom>
          </p:spPr>
        </p:pic>
        <p:pic>
          <p:nvPicPr>
            <p:cNvPr id="78" name="Image 16" descr="TEMP_Z_ORDER_25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-619760" y="1300480"/>
              <a:ext cx="9845040" cy="594360"/>
            </a:xfrm>
            <a:prstGeom prst="rect">
              <a:avLst/>
            </a:prstGeom>
          </p:spPr>
        </p:pic>
        <p:sp>
          <p:nvSpPr>
            <p:cNvPr id="79" name="Text 9" descr="TEMP_Z_ORDER_26"/>
            <p:cNvSpPr/>
            <p:nvPr>
              <p:custDataLst>
                <p:tags r:id="rId44"/>
              </p:custDataLst>
            </p:nvPr>
          </p:nvSpPr>
          <p:spPr>
            <a:xfrm>
              <a:off x="-69533" y="1419682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控制对象</a:t>
              </a:r>
              <a:endParaRPr lang="en-US" sz="1680"/>
            </a:p>
          </p:txBody>
        </p:sp>
        <p:pic>
          <p:nvPicPr>
            <p:cNvPr id="80" name="Image 17" descr="TEMP_Z_ORDER_27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333856" y="1295451"/>
              <a:ext cx="15240" cy="569062"/>
            </a:xfrm>
            <a:prstGeom prst="rect">
              <a:avLst/>
            </a:prstGeom>
          </p:spPr>
        </p:pic>
        <p:sp>
          <p:nvSpPr>
            <p:cNvPr id="81" name="Text 10" descr="TEMP_Z_ORDER_28"/>
            <p:cNvSpPr/>
            <p:nvPr>
              <p:custDataLst>
                <p:tags r:id="rId46"/>
              </p:custDataLst>
            </p:nvPr>
          </p:nvSpPr>
          <p:spPr>
            <a:xfrm>
              <a:off x="2564749" y="1419682"/>
              <a:ext cx="1503966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分散的远程设备</a:t>
              </a:r>
              <a:endParaRPr lang="en-US" sz="1680"/>
            </a:p>
          </p:txBody>
        </p:sp>
        <p:pic>
          <p:nvPicPr>
            <p:cNvPr id="82" name="Image 18" descr="TEMP_Z_ORDER_29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271719" y="1295451"/>
              <a:ext cx="15240" cy="569062"/>
            </a:xfrm>
            <a:prstGeom prst="rect">
              <a:avLst/>
            </a:prstGeom>
          </p:spPr>
        </p:pic>
        <p:sp>
          <p:nvSpPr>
            <p:cNvPr id="83" name="Text 11" descr="TEMP_Z_ORDER_30"/>
            <p:cNvSpPr/>
            <p:nvPr>
              <p:custDataLst>
                <p:tags r:id="rId48"/>
              </p:custDataLst>
            </p:nvPr>
          </p:nvSpPr>
          <p:spPr>
            <a:xfrm>
              <a:off x="6519529" y="1434922"/>
              <a:ext cx="1503966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集中的过程设备</a:t>
              </a:r>
              <a:endParaRPr lang="en-US" sz="1680"/>
            </a:p>
          </p:txBody>
        </p:sp>
        <p:pic>
          <p:nvPicPr>
            <p:cNvPr id="84" name="Image 19" descr="TEMP_Z_ORDER_31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619760" y="1879905"/>
              <a:ext cx="9845040" cy="15240"/>
            </a:xfrm>
            <a:prstGeom prst="rect">
              <a:avLst/>
            </a:prstGeom>
          </p:spPr>
        </p:pic>
        <p:pic>
          <p:nvPicPr>
            <p:cNvPr id="85" name="Image 20" descr="TEMP_Z_ORDER_32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619760" y="1879600"/>
              <a:ext cx="9845040" cy="594360"/>
            </a:xfrm>
            <a:prstGeom prst="rect">
              <a:avLst/>
            </a:prstGeom>
          </p:spPr>
        </p:pic>
        <p:sp>
          <p:nvSpPr>
            <p:cNvPr id="86" name="Text 12" descr="TEMP_Z_ORDER_33"/>
            <p:cNvSpPr/>
            <p:nvPr>
              <p:custDataLst>
                <p:tags r:id="rId51"/>
              </p:custDataLst>
            </p:nvPr>
          </p:nvSpPr>
          <p:spPr>
            <a:xfrm>
              <a:off x="-176959" y="1998802"/>
              <a:ext cx="1074261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实时性要求</a:t>
              </a:r>
              <a:endParaRPr lang="en-US" sz="1680"/>
            </a:p>
          </p:txBody>
        </p:sp>
        <p:pic>
          <p:nvPicPr>
            <p:cNvPr id="87" name="Image 21" descr="TEMP_Z_ORDER_34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333856" y="1879905"/>
              <a:ext cx="15240" cy="568909"/>
            </a:xfrm>
            <a:prstGeom prst="rect">
              <a:avLst/>
            </a:prstGeom>
          </p:spPr>
        </p:pic>
        <p:sp>
          <p:nvSpPr>
            <p:cNvPr id="88" name="Text 13" descr="TEMP_Z_ORDER_35"/>
            <p:cNvSpPr/>
            <p:nvPr>
              <p:custDataLst>
                <p:tags r:id="rId53"/>
              </p:custDataLst>
            </p:nvPr>
          </p:nvSpPr>
          <p:spPr>
            <a:xfrm>
              <a:off x="2696631" y="1998849"/>
              <a:ext cx="1255443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秒级~分钟级</a:t>
              </a:r>
              <a:endParaRPr lang="en-US" sz="1680"/>
            </a:p>
          </p:txBody>
        </p:sp>
        <p:pic>
          <p:nvPicPr>
            <p:cNvPr id="89" name="Image 22" descr="TEMP_Z_ORDER_36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5271719" y="1879905"/>
              <a:ext cx="15240" cy="568909"/>
            </a:xfrm>
            <a:prstGeom prst="rect">
              <a:avLst/>
            </a:prstGeom>
          </p:spPr>
        </p:pic>
        <p:sp>
          <p:nvSpPr>
            <p:cNvPr id="90" name="Text 14" descr="TEMP_Z_ORDER_37"/>
            <p:cNvSpPr/>
            <p:nvPr>
              <p:custDataLst>
                <p:tags r:id="rId55"/>
              </p:custDataLst>
            </p:nvPr>
          </p:nvSpPr>
          <p:spPr>
            <a:xfrm>
              <a:off x="6949233" y="2014042"/>
              <a:ext cx="644557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毫秒级</a:t>
              </a:r>
              <a:endParaRPr lang="en-US" sz="1680"/>
            </a:p>
          </p:txBody>
        </p:sp>
        <p:pic>
          <p:nvPicPr>
            <p:cNvPr id="91" name="Image 23" descr="TEMP_Z_ORDER_38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619760" y="2463902"/>
              <a:ext cx="9845040" cy="15240"/>
            </a:xfrm>
            <a:prstGeom prst="rect">
              <a:avLst/>
            </a:prstGeom>
          </p:spPr>
        </p:pic>
        <p:pic>
          <p:nvPicPr>
            <p:cNvPr id="92" name="Image 24" descr="TEMP_Z_ORDER_39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-619760" y="2458720"/>
              <a:ext cx="9845040" cy="594360"/>
            </a:xfrm>
            <a:prstGeom prst="rect">
              <a:avLst/>
            </a:prstGeom>
          </p:spPr>
        </p:pic>
        <p:sp>
          <p:nvSpPr>
            <p:cNvPr id="93" name="Text 15" descr="TEMP_Z_ORDER_40"/>
            <p:cNvSpPr/>
            <p:nvPr>
              <p:custDataLst>
                <p:tags r:id="rId58"/>
              </p:custDataLst>
            </p:nvPr>
          </p:nvSpPr>
          <p:spPr>
            <a:xfrm>
              <a:off x="-69533" y="2593162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典型应用</a:t>
              </a:r>
              <a:endParaRPr lang="en-US" sz="1680"/>
            </a:p>
          </p:txBody>
        </p:sp>
        <p:pic>
          <p:nvPicPr>
            <p:cNvPr id="94" name="Image 25" descr="TEMP_Z_ORDER_41"/>
            <p:cNvPicPr>
              <a:picLocks noChangeAspect="1"/>
            </p:cNvPicPr>
            <p:nvPr>
              <p:custDataLst>
                <p:tags r:id="rId59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333856" y="2463902"/>
              <a:ext cx="15240" cy="568909"/>
            </a:xfrm>
            <a:prstGeom prst="rect">
              <a:avLst/>
            </a:prstGeom>
          </p:spPr>
        </p:pic>
        <p:sp>
          <p:nvSpPr>
            <p:cNvPr id="95" name="Text 16" descr="TEMP_Z_ORDER_42"/>
            <p:cNvSpPr/>
            <p:nvPr>
              <p:custDataLst>
                <p:tags r:id="rId60"/>
              </p:custDataLst>
            </p:nvPr>
          </p:nvSpPr>
          <p:spPr>
            <a:xfrm>
              <a:off x="2349896" y="2593162"/>
              <a:ext cx="1933670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电网调度、输油管道</a:t>
              </a:r>
              <a:endParaRPr lang="en-US" sz="1680"/>
            </a:p>
          </p:txBody>
        </p:sp>
        <p:pic>
          <p:nvPicPr>
            <p:cNvPr id="96" name="Image 26" descr="TEMP_Z_ORDER_43"/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5271719" y="2463902"/>
              <a:ext cx="15240" cy="568909"/>
            </a:xfrm>
            <a:prstGeom prst="rect">
              <a:avLst/>
            </a:prstGeom>
          </p:spPr>
        </p:pic>
        <p:sp>
          <p:nvSpPr>
            <p:cNvPr id="97" name="Text 17" descr="TEMP_Z_ORDER_44"/>
            <p:cNvSpPr/>
            <p:nvPr>
              <p:custDataLst>
                <p:tags r:id="rId62"/>
              </p:custDataLst>
            </p:nvPr>
          </p:nvSpPr>
          <p:spPr>
            <a:xfrm>
              <a:off x="6519529" y="2593162"/>
              <a:ext cx="1503966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化工厂、炼油厂</a:t>
              </a:r>
              <a:endParaRPr lang="en-US" sz="1680"/>
            </a:p>
          </p:txBody>
        </p:sp>
        <p:pic>
          <p:nvPicPr>
            <p:cNvPr id="98" name="Image 27" descr="TEMP_Z_ORDER_45"/>
            <p:cNvPicPr>
              <a:picLocks noChangeAspect="1"/>
            </p:cNvPicPr>
            <p:nvPr>
              <p:custDataLst>
                <p:tags r:id="rId63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619760" y="3048051"/>
              <a:ext cx="9845040" cy="15240"/>
            </a:xfrm>
            <a:prstGeom prst="rect">
              <a:avLst/>
            </a:prstGeom>
          </p:spPr>
        </p:pic>
        <p:pic>
          <p:nvPicPr>
            <p:cNvPr id="99" name="Image 28" descr="TEMP_Z_ORDER_46"/>
            <p:cNvPicPr>
              <a:picLocks noChangeAspect="1"/>
            </p:cNvPicPr>
            <p:nvPr>
              <p:custDataLst>
                <p:tags r:id="rId64"/>
              </p:custDataLst>
            </p:nvPr>
          </p:nvPicPr>
          <p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/>
            </a:stretch>
          </p:blipFill>
          <p:spPr>
            <a:xfrm>
              <a:off x="-619760" y="3053080"/>
              <a:ext cx="9845040" cy="563880"/>
            </a:xfrm>
            <a:prstGeom prst="rect">
              <a:avLst/>
            </a:prstGeom>
          </p:spPr>
        </p:pic>
        <p:sp>
          <p:nvSpPr>
            <p:cNvPr id="100" name="Text 18" descr="TEMP_Z_ORDER_47"/>
            <p:cNvSpPr/>
            <p:nvPr>
              <p:custDataLst>
                <p:tags r:id="rId67"/>
              </p:custDataLst>
            </p:nvPr>
          </p:nvSpPr>
          <p:spPr>
            <a:xfrm>
              <a:off x="-69533" y="3172282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通信协议</a:t>
              </a:r>
              <a:endParaRPr lang="en-US" sz="1680"/>
            </a:p>
          </p:txBody>
        </p:sp>
        <p:pic>
          <p:nvPicPr>
            <p:cNvPr id="101" name="Image 29" descr="TEMP_Z_ORDER_48"/>
            <p:cNvPicPr>
              <a:picLocks noChangeAspect="1"/>
            </p:cNvPicPr>
            <p:nvPr>
              <p:custDataLst>
                <p:tags r:id="rId68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333856" y="3048051"/>
              <a:ext cx="15240" cy="568909"/>
            </a:xfrm>
            <a:prstGeom prst="rect">
              <a:avLst/>
            </a:prstGeom>
          </p:spPr>
        </p:pic>
        <p:sp>
          <p:nvSpPr>
            <p:cNvPr id="102" name="Text 19" descr="TEMP_Z_ORDER_49"/>
            <p:cNvSpPr/>
            <p:nvPr>
              <p:custDataLst>
                <p:tags r:id="rId69"/>
              </p:custDataLst>
            </p:nvPr>
          </p:nvSpPr>
          <p:spPr>
            <a:xfrm>
              <a:off x="2257306" y="3172329"/>
              <a:ext cx="2134092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IEC 60870-5、DNP3</a:t>
              </a:r>
              <a:endParaRPr lang="en-US" sz="1680"/>
            </a:p>
          </p:txBody>
        </p:sp>
        <p:pic>
          <p:nvPicPr>
            <p:cNvPr id="103" name="Image 30" descr="TEMP_Z_ORDER_50"/>
            <p:cNvPicPr>
              <a:picLocks noChangeAspect="1"/>
            </p:cNvPicPr>
            <p:nvPr>
              <p:custDataLst>
                <p:tags r:id="rId70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5271719" y="3048051"/>
              <a:ext cx="15240" cy="568909"/>
            </a:xfrm>
            <a:prstGeom prst="rect">
              <a:avLst/>
            </a:prstGeom>
          </p:spPr>
        </p:pic>
        <p:sp>
          <p:nvSpPr>
            <p:cNvPr id="104" name="Text 20" descr="TEMP_Z_ORDER_51"/>
            <p:cNvSpPr/>
            <p:nvPr>
              <p:custDataLst>
                <p:tags r:id="rId71"/>
              </p:custDataLst>
            </p:nvPr>
          </p:nvSpPr>
          <p:spPr>
            <a:xfrm>
              <a:off x="5977488" y="3187568"/>
              <a:ext cx="2588048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Modbus TCP、PROFINET</a:t>
              </a:r>
              <a:endParaRPr lang="en-US" sz="1680"/>
            </a:p>
          </p:txBody>
        </p:sp>
      </p:grpSp>
      <p:sp>
        <p:nvSpPr>
          <p:cNvPr id="54" name="Text 21"/>
          <p:cNvSpPr/>
          <p:nvPr>
            <p:custDataLst>
              <p:tags r:id="rId7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SCADA与DCS的区别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97536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buNone/>
            </a:pPr>
            <a:r>
              <a:rPr lang="en-US" sz="1680">
                <a:solidFill>
                  <a:srgbClr val="00234E">
                    <a:alpha val="7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依据IEC 62264-1标准，工控系统从上到下分为5个层级。</a:t>
            </a:r>
            <a:endParaRPr lang="en-US" sz="1680"/>
          </a:p>
        </p:txBody>
      </p:sp>
      <p:grpSp>
        <p:nvGrpSpPr>
          <p:cNvPr id="53" name="组合 52"/>
          <p:cNvGrpSpPr/>
          <p:nvPr>
            <p:custDataLst>
              <p:tags r:id="rId8"/>
            </p:custDataLst>
          </p:nvPr>
        </p:nvGrpSpPr>
        <p:grpSpPr>
          <a:xfrm>
            <a:off x="3901440" y="1417320"/>
            <a:ext cx="4389120" cy="990600"/>
            <a:chOff x="-635000" y="-635000"/>
            <a:chExt cx="4389120" cy="990600"/>
          </a:xfrm>
        </p:grpSpPr>
        <p:pic>
          <p:nvPicPr>
            <p:cNvPr id="54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389120" cy="9906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5" name="Image 4" descr="TEMP_Z_ORDER_5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528320" y="-528320"/>
              <a:ext cx="4175760" cy="335280"/>
            </a:xfrm>
            <a:prstGeom prst="rect">
              <a:avLst/>
            </a:prstGeom>
          </p:spPr>
        </p:pic>
        <p:sp>
          <p:nvSpPr>
            <p:cNvPr id="56" name="Text 1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263977" y="-513080"/>
              <a:ext cx="1762109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L5: 资源层(ERP)</a:t>
              </a:r>
              <a:endParaRPr lang="en-US" sz="1680"/>
            </a:p>
          </p:txBody>
        </p:sp>
        <p:pic>
          <p:nvPicPr>
            <p:cNvPr id="57" name="Image 5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2047240" y="-467360"/>
              <a:ext cx="731520" cy="228600"/>
            </a:xfrm>
            <a:prstGeom prst="rect">
              <a:avLst/>
            </a:prstGeom>
          </p:spPr>
        </p:pic>
        <p:sp>
          <p:nvSpPr>
            <p:cNvPr id="58" name="Text 2" descr="TEMP_Z_ORDER_8"/>
            <p:cNvSpPr/>
            <p:nvPr>
              <p:custDataLst>
                <p:tags r:id="rId18"/>
              </p:custDataLst>
            </p:nvPr>
          </p:nvSpPr>
          <p:spPr>
            <a:xfrm>
              <a:off x="2109724" y="-467360"/>
              <a:ext cx="615696" cy="2215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实时性低</a:t>
              </a:r>
              <a:endParaRPr lang="en-US" sz="1200"/>
            </a:p>
          </p:txBody>
        </p:sp>
        <p:sp>
          <p:nvSpPr>
            <p:cNvPr id="59" name="Text 3" descr="TEMP_Z_ORDER_9"/>
            <p:cNvSpPr/>
            <p:nvPr>
              <p:custDataLst>
                <p:tags r:id="rId19"/>
              </p:custDataLst>
            </p:nvPr>
          </p:nvSpPr>
          <p:spPr>
            <a:xfrm>
              <a:off x="454152" y="5080"/>
              <a:ext cx="22352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企业决策、财务、供应链</a:t>
              </a:r>
              <a:endParaRPr lang="en-US" sz="160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20"/>
            </p:custDataLst>
          </p:nvPr>
        </p:nvGrpSpPr>
        <p:grpSpPr>
          <a:xfrm>
            <a:off x="3078480" y="2392680"/>
            <a:ext cx="6035040" cy="1021080"/>
            <a:chOff x="-635000" y="-635000"/>
            <a:chExt cx="6035040" cy="1021080"/>
          </a:xfrm>
        </p:grpSpPr>
        <p:pic>
          <p:nvPicPr>
            <p:cNvPr id="44" name="Image 6" descr="TEMP_Z_ORDER_10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035040" cy="10210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5" name="Image 7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528320" y="-528320"/>
              <a:ext cx="5821680" cy="381000"/>
            </a:xfrm>
            <a:prstGeom prst="rect">
              <a:avLst/>
            </a:prstGeom>
          </p:spPr>
        </p:pic>
        <p:sp>
          <p:nvSpPr>
            <p:cNvPr id="46" name="Text 4" descr="TEMP_Z_ORDER_12"/>
            <p:cNvSpPr/>
            <p:nvPr>
              <p:custDataLst>
                <p:tags r:id="rId26"/>
              </p:custDataLst>
            </p:nvPr>
          </p:nvSpPr>
          <p:spPr>
            <a:xfrm>
              <a:off x="1482788" y="-497840"/>
              <a:ext cx="180860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L4: 管理层(MES)</a:t>
              </a:r>
              <a:endParaRPr lang="en-US" sz="1680"/>
            </a:p>
          </p:txBody>
        </p:sp>
        <p:sp>
          <p:nvSpPr>
            <p:cNvPr id="47" name="Text 5" descr="TEMP_Z_ORDER_13"/>
            <p:cNvSpPr/>
            <p:nvPr>
              <p:custDataLst>
                <p:tags r:id="rId27"/>
              </p:custDataLst>
            </p:nvPr>
          </p:nvSpPr>
          <p:spPr>
            <a:xfrm>
              <a:off x="972313" y="35560"/>
              <a:ext cx="28448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生产调度、数据管理、质量追溯</a:t>
              </a:r>
              <a:endParaRPr lang="en-US" sz="160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28"/>
            </p:custDataLst>
          </p:nvPr>
        </p:nvGrpSpPr>
        <p:grpSpPr>
          <a:xfrm>
            <a:off x="2255520" y="3398520"/>
            <a:ext cx="7680960" cy="1021080"/>
            <a:chOff x="-635000" y="-635000"/>
            <a:chExt cx="7680960" cy="1021080"/>
          </a:xfrm>
        </p:grpSpPr>
        <p:pic>
          <p:nvPicPr>
            <p:cNvPr id="49" name="Image 8" descr="TEMP_Z_ORDER_14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7680960" cy="10210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0" name="Image 9" descr="TEMP_Z_ORDER_15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-528320" y="-528320"/>
              <a:ext cx="7467600" cy="381000"/>
            </a:xfrm>
            <a:prstGeom prst="rect">
              <a:avLst/>
            </a:prstGeom>
          </p:spPr>
        </p:pic>
        <p:sp>
          <p:nvSpPr>
            <p:cNvPr id="51" name="Text 6" descr="TEMP_Z_ORDER_16"/>
            <p:cNvSpPr/>
            <p:nvPr>
              <p:custDataLst>
                <p:tags r:id="rId34"/>
              </p:custDataLst>
            </p:nvPr>
          </p:nvSpPr>
          <p:spPr>
            <a:xfrm>
              <a:off x="2073259" y="-497840"/>
              <a:ext cx="2273586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L3: 监控层(HMI/监控)</a:t>
              </a:r>
              <a:endParaRPr lang="en-US" sz="1680"/>
            </a:p>
          </p:txBody>
        </p:sp>
        <p:sp>
          <p:nvSpPr>
            <p:cNvPr id="52" name="Text 7" descr="TEMP_Z_ORDER_17"/>
            <p:cNvSpPr/>
            <p:nvPr>
              <p:custDataLst>
                <p:tags r:id="rId35"/>
              </p:custDataLst>
            </p:nvPr>
          </p:nvSpPr>
          <p:spPr>
            <a:xfrm>
              <a:off x="1795272" y="50801"/>
              <a:ext cx="28448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数据采集、过程监控、人机交互</a:t>
              </a:r>
              <a:endParaRPr lang="en-US" sz="160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36"/>
            </p:custDataLst>
          </p:nvPr>
        </p:nvGrpSpPr>
        <p:grpSpPr>
          <a:xfrm>
            <a:off x="1432560" y="4419600"/>
            <a:ext cx="9326880" cy="990600"/>
            <a:chOff x="-635000" y="-635000"/>
            <a:chExt cx="9326880" cy="990600"/>
          </a:xfrm>
        </p:grpSpPr>
        <p:pic>
          <p:nvPicPr>
            <p:cNvPr id="32" name="Image 10" descr="TEMP_Z_ORDER_18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9326880" cy="9906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3" name="Image 11" descr="TEMP_Z_ORDER_19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-528320" y="-528320"/>
              <a:ext cx="9113520" cy="335280"/>
            </a:xfrm>
            <a:prstGeom prst="rect">
              <a:avLst/>
            </a:prstGeom>
          </p:spPr>
        </p:pic>
        <p:sp>
          <p:nvSpPr>
            <p:cNvPr id="34" name="Text 8" descr="TEMP_Z_ORDER_20"/>
            <p:cNvSpPr/>
            <p:nvPr>
              <p:custDataLst>
                <p:tags r:id="rId42"/>
              </p:custDataLst>
            </p:nvPr>
          </p:nvSpPr>
          <p:spPr>
            <a:xfrm>
              <a:off x="2445053" y="-528320"/>
              <a:ext cx="2322479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L2: 控制层(PLC/DCS)</a:t>
              </a:r>
              <a:endParaRPr lang="en-US" sz="1680"/>
            </a:p>
          </p:txBody>
        </p:sp>
        <p:pic>
          <p:nvPicPr>
            <p:cNvPr id="35" name="Image 12" descr="TEMP_Z_ORDER_21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44"/>
            <a:stretch>
              <a:fillRect/>
            </a:stretch>
          </p:blipFill>
          <p:spPr>
            <a:xfrm>
              <a:off x="4759960" y="-482600"/>
              <a:ext cx="731520" cy="228600"/>
            </a:xfrm>
            <a:prstGeom prst="rect">
              <a:avLst/>
            </a:prstGeom>
          </p:spPr>
        </p:pic>
        <p:sp>
          <p:nvSpPr>
            <p:cNvPr id="36" name="Text 9" descr="TEMP_Z_ORDER_22"/>
            <p:cNvSpPr/>
            <p:nvPr>
              <p:custDataLst>
                <p:tags r:id="rId45"/>
              </p:custDataLst>
            </p:nvPr>
          </p:nvSpPr>
          <p:spPr>
            <a:xfrm>
              <a:off x="4822444" y="-482600"/>
              <a:ext cx="615696" cy="2215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实时性高</a:t>
              </a:r>
              <a:endParaRPr lang="en-US" sz="1200">
                <a:solidFill>
                  <a:schemeClr val="accent4">
                    <a:lumMod val="20000"/>
                    <a:lumOff val="80000"/>
                  </a:scheme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37" name="Text 10" descr="TEMP_Z_ORDER_23"/>
            <p:cNvSpPr/>
            <p:nvPr>
              <p:custDataLst>
                <p:tags r:id="rId46"/>
              </p:custDataLst>
            </p:nvPr>
          </p:nvSpPr>
          <p:spPr>
            <a:xfrm>
              <a:off x="2773045" y="-17780"/>
              <a:ext cx="2559050" cy="2889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逻辑控制、PID调节、控制策略</a:t>
              </a:r>
              <a:endParaRPr lang="en-US" sz="160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47"/>
            </p:custDataLst>
          </p:nvPr>
        </p:nvGrpSpPr>
        <p:grpSpPr>
          <a:xfrm>
            <a:off x="609600" y="5394960"/>
            <a:ext cx="10972800" cy="1021080"/>
            <a:chOff x="-635000" y="-635000"/>
            <a:chExt cx="10972800" cy="1021080"/>
          </a:xfrm>
        </p:grpSpPr>
        <p:pic>
          <p:nvPicPr>
            <p:cNvPr id="39" name="Image 13" descr="TEMP_Z_ORDER_24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0210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0" name="Image 14" descr="TEMP_Z_ORDER_25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52"/>
            <a:stretch>
              <a:fillRect/>
            </a:stretch>
          </p:blipFill>
          <p:spPr>
            <a:xfrm>
              <a:off x="-528320" y="-528320"/>
              <a:ext cx="10759440" cy="381000"/>
            </a:xfrm>
            <a:prstGeom prst="rect">
              <a:avLst/>
            </a:prstGeom>
          </p:spPr>
        </p:pic>
        <p:sp>
          <p:nvSpPr>
            <p:cNvPr id="41" name="Text 11" descr="TEMP_Z_ORDER_26"/>
            <p:cNvSpPr/>
            <p:nvPr>
              <p:custDataLst>
                <p:tags r:id="rId53"/>
              </p:custDataLst>
            </p:nvPr>
          </p:nvSpPr>
          <p:spPr>
            <a:xfrm>
              <a:off x="3534394" y="-497840"/>
              <a:ext cx="2658396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L1: 设备层(传感器/执行器)</a:t>
              </a:r>
              <a:endParaRPr lang="en-US" sz="1680"/>
            </a:p>
          </p:txBody>
        </p:sp>
        <p:sp>
          <p:nvSpPr>
            <p:cNvPr id="42" name="Text 12" descr="TEMP_Z_ORDER_27"/>
            <p:cNvSpPr/>
            <p:nvPr>
              <p:custDataLst>
                <p:tags r:id="rId54"/>
              </p:custDataLst>
            </p:nvPr>
          </p:nvSpPr>
          <p:spPr>
            <a:xfrm>
              <a:off x="3230372" y="35560"/>
              <a:ext cx="32512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温度/压力/流量传感器、阀门、电机</a:t>
              </a:r>
              <a:endParaRPr lang="en-US" sz="160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sp>
        <p:nvSpPr>
          <p:cNvPr id="30" name="Text 13"/>
          <p:cNvSpPr/>
          <p:nvPr>
            <p:custDataLst>
              <p:tags r:id="rId5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工控系统的五层架构模型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1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2" presetClass="entr" presetSubtype="1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1" animBg="1"/>
      <p:bldP spid="5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12" name="组合 11"/>
          <p:cNvGrpSpPr/>
          <p:nvPr>
            <p:custDataLst>
              <p:tags r:id="rId7"/>
            </p:custDataLst>
          </p:nvPr>
        </p:nvGrpSpPr>
        <p:grpSpPr>
          <a:xfrm>
            <a:off x="762000" y="1371600"/>
            <a:ext cx="10668000" cy="4267200"/>
            <a:chOff x="-635000" y="-635000"/>
            <a:chExt cx="10668000" cy="4267200"/>
          </a:xfrm>
        </p:grpSpPr>
        <p:pic>
          <p:nvPicPr>
            <p:cNvPr id="13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668000" cy="42672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</p:grpSp>
      <p:graphicFrame>
        <p:nvGraphicFramePr>
          <p:cNvPr id="11" name="Table 0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777240" y="1386840"/>
          <a:ext cx="10637520" cy="4236720"/>
        </p:xfrm>
        <a:graphic>
          <a:graphicData uri="http://schemas.openxmlformats.org/drawingml/2006/table">
            <a:tbl>
              <a:tblPr/>
              <a:tblGrid>
                <a:gridCol w="717308"/>
                <a:gridCol w="1480401"/>
                <a:gridCol w="2487684"/>
                <a:gridCol w="3006587"/>
                <a:gridCol w="2945540"/>
              </a:tblGrid>
              <a:tr h="70612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层次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层级名称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核心设备/系统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核心功能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直观比喻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612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企业资源层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ERP系统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企业决策、供应链管理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类似于企业OA/财务系统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612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生产管理层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MES系统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生产调度、工艺管理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生产指挥中心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612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过程监控层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HMI、SCADA服务器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数据采集、人机交互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生产仪表盘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612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现场控制层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PLC、DCS控制器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逻辑控制、实时响应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生产大脑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612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现场设备层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传感器、执行器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感知物理世界、执行动作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生产手和眼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>
            <p:custDataLst>
              <p:tags r:id="rId1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五层架构各层详解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63200" y="5334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3" imgW="971550" imgH="666750" progId="Word.Document.12">
                  <p:embed/>
                </p:oleObj>
              </mc:Choice>
              <mc:Fallback>
                <p:oleObj name="" showAsIcon="1" r:id="rId13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363200" y="5334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1386840"/>
            <a:ext cx="10981944" cy="403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6000"/>
              </a:lnSpc>
              <a:buNone/>
            </a:pPr>
            <a:r>
              <a:rPr lang="en-US" sz="168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理解工控系统的</a:t>
            </a:r>
            <a:r>
              <a:rPr lang="en-US" sz="192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“四个优先”</a:t>
            </a:r>
            <a:r>
              <a:rPr lang="en-US" sz="168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：实时优先、可靠优先、安全优先于可用性优先——这与IT系统完全不同。</a:t>
            </a:r>
            <a:endParaRPr lang="en-US" sz="168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609600" y="2011680"/>
          <a:ext cx="10972800" cy="3627120"/>
        </p:xfrm>
        <a:graphic>
          <a:graphicData uri="http://schemas.openxmlformats.org/drawingml/2006/table">
            <a:tbl>
              <a:tblPr/>
              <a:tblGrid>
                <a:gridCol w="2194560"/>
                <a:gridCol w="3703320"/>
                <a:gridCol w="5074920"/>
              </a:tblGrid>
              <a:tr h="5181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维度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传统IT系统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工控系统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首要目标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机密性完整性可用性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可用性完整性机密性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实时性要求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秒级分钟级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毫秒级（PLC扫描周期10-100ms）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系统生命周期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3-5年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15-20年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补丁更新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频繁、可随时重启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极少、重启需停产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通信协议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TCP/IP、HTTP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Modbus、PROFINET、S7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物理隔离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通常连接互联网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传统上物理隔离，现正打破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1"/>
          <p:cNvSpPr/>
          <p:nvPr>
            <p:custDataLst>
              <p:tags r:id="rId9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工控系统 vs 传统IT系统——根本区别</a:t>
            </a:r>
            <a:endParaRPr lang="en-US" sz="2760"/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515600" y="4572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10" imgW="971550" imgH="666750" progId="Word.Document.12">
                  <p:embed/>
                </p:oleObj>
              </mc:Choice>
              <mc:Fallback>
                <p:oleObj name="" showAsIcon="1" r:id="rId10" imgW="971550" imgH="666750" progId="Word.Document.12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515600" y="4572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animBg="1"/>
      <p:bldP spid="5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1" name="组合 40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716280"/>
            <a:chOff x="-635000" y="-635000"/>
            <a:chExt cx="10972800" cy="716280"/>
          </a:xfrm>
        </p:grpSpPr>
        <p:pic>
          <p:nvPicPr>
            <p:cNvPr id="42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716280"/>
            </a:xfrm>
            <a:prstGeom prst="rect">
              <a:avLst/>
            </a:prstGeom>
          </p:spPr>
        </p:pic>
        <p:pic>
          <p:nvPicPr>
            <p:cNvPr id="43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853440" cy="716280"/>
            </a:xfrm>
            <a:prstGeom prst="rect">
              <a:avLst/>
            </a:prstGeom>
          </p:spPr>
        </p:pic>
        <p:sp>
          <p:nvSpPr>
            <p:cNvPr id="44" name="Text 0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311134" y="-513630"/>
              <a:ext cx="214852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</a:t>
              </a:r>
              <a:endParaRPr lang="en-US" sz="2400"/>
            </a:p>
          </p:txBody>
        </p:sp>
        <p:sp>
          <p:nvSpPr>
            <p:cNvPr id="45" name="Text 1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462280" y="-436880"/>
              <a:ext cx="9640824" cy="3070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定向攻击：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针对特定工控系统的网络攻击（典型案例：震网病毒 Stuxnet）</a:t>
              </a:r>
              <a:endParaRPr lang="en-US" sz="1680"/>
            </a:p>
          </p:txBody>
        </p:sp>
      </p:grpSp>
      <p:grpSp>
        <p:nvGrpSpPr>
          <p:cNvPr id="46" name="组合 45"/>
          <p:cNvGrpSpPr/>
          <p:nvPr>
            <p:custDataLst>
              <p:tags r:id="rId14"/>
            </p:custDataLst>
          </p:nvPr>
        </p:nvGrpSpPr>
        <p:grpSpPr>
          <a:xfrm>
            <a:off x="609600" y="2255520"/>
            <a:ext cx="10972800" cy="716280"/>
            <a:chOff x="-635000" y="-635000"/>
            <a:chExt cx="10972800" cy="716280"/>
          </a:xfrm>
        </p:grpSpPr>
        <p:pic>
          <p:nvPicPr>
            <p:cNvPr id="47" name="Image 5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716280"/>
            </a:xfrm>
            <a:prstGeom prst="rect">
              <a:avLst/>
            </a:prstGeom>
          </p:spPr>
        </p:pic>
        <p:pic>
          <p:nvPicPr>
            <p:cNvPr id="48" name="Image 6" descr="TEMP_Z_ORDER_8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853440" cy="716280"/>
            </a:xfrm>
            <a:prstGeom prst="rect">
              <a:avLst/>
            </a:prstGeom>
          </p:spPr>
        </p:pic>
        <p:sp>
          <p:nvSpPr>
            <p:cNvPr id="49" name="Text 2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-311134" y="-498391"/>
              <a:ext cx="214852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</a:t>
              </a:r>
              <a:endParaRPr lang="en-US" sz="2400"/>
            </a:p>
          </p:txBody>
        </p:sp>
        <p:sp>
          <p:nvSpPr>
            <p:cNvPr id="50" name="Text 3" descr="TEMP_Z_ORDER_10"/>
            <p:cNvSpPr/>
            <p:nvPr>
              <p:custDataLst>
                <p:tags r:id="rId18"/>
              </p:custDataLst>
            </p:nvPr>
          </p:nvSpPr>
          <p:spPr>
            <a:xfrm>
              <a:off x="462280" y="-436880"/>
              <a:ext cx="9640824" cy="3071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勒索软件：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加密工控系统文件，勒索赎金（多家制造企业已遭遇）</a:t>
              </a:r>
              <a:endParaRPr lang="en-US" sz="1680"/>
            </a:p>
          </p:txBody>
        </p:sp>
      </p:grpSp>
      <p:grpSp>
        <p:nvGrpSpPr>
          <p:cNvPr id="26" name="组合 25"/>
          <p:cNvGrpSpPr/>
          <p:nvPr>
            <p:custDataLst>
              <p:tags r:id="rId19"/>
            </p:custDataLst>
          </p:nvPr>
        </p:nvGrpSpPr>
        <p:grpSpPr>
          <a:xfrm>
            <a:off x="609600" y="3154680"/>
            <a:ext cx="10972800" cy="716280"/>
            <a:chOff x="-635000" y="-635000"/>
            <a:chExt cx="10972800" cy="716280"/>
          </a:xfrm>
        </p:grpSpPr>
        <p:pic>
          <p:nvPicPr>
            <p:cNvPr id="27" name="Image 7" descr="TEMP_Z_ORDER_1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716280"/>
            </a:xfrm>
            <a:prstGeom prst="rect">
              <a:avLst/>
            </a:prstGeom>
          </p:spPr>
        </p:pic>
        <p:pic>
          <p:nvPicPr>
            <p:cNvPr id="28" name="Image 8" descr="TEMP_Z_ORDER_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853440" cy="716280"/>
            </a:xfrm>
            <a:prstGeom prst="rect">
              <a:avLst/>
            </a:prstGeom>
          </p:spPr>
        </p:pic>
        <p:sp>
          <p:nvSpPr>
            <p:cNvPr id="29" name="Text 4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311134" y="-513631"/>
              <a:ext cx="214852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3</a:t>
              </a:r>
              <a:endParaRPr lang="en-US" sz="2400"/>
            </a:p>
          </p:txBody>
        </p:sp>
        <p:sp>
          <p:nvSpPr>
            <p:cNvPr id="30" name="Text 5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462280" y="-436880"/>
              <a:ext cx="9640824" cy="3071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内部威胁：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内部人员误操作或恶意破坏（配置错误导致停产）</a:t>
              </a:r>
              <a:endParaRPr lang="en-US" sz="1680"/>
            </a:p>
          </p:txBody>
        </p:sp>
      </p:grpSp>
      <p:grpSp>
        <p:nvGrpSpPr>
          <p:cNvPr id="36" name="组合 35"/>
          <p:cNvGrpSpPr/>
          <p:nvPr>
            <p:custDataLst>
              <p:tags r:id="rId24"/>
            </p:custDataLst>
          </p:nvPr>
        </p:nvGrpSpPr>
        <p:grpSpPr>
          <a:xfrm>
            <a:off x="609600" y="4038600"/>
            <a:ext cx="10972800" cy="716280"/>
            <a:chOff x="-635000" y="-635000"/>
            <a:chExt cx="10972800" cy="716280"/>
          </a:xfrm>
        </p:grpSpPr>
        <p:pic>
          <p:nvPicPr>
            <p:cNvPr id="37" name="Image 9" descr="TEMP_Z_ORDER_15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716280"/>
            </a:xfrm>
            <a:prstGeom prst="rect">
              <a:avLst/>
            </a:prstGeom>
          </p:spPr>
        </p:pic>
        <p:pic>
          <p:nvPicPr>
            <p:cNvPr id="38" name="Image 10" descr="TEMP_Z_ORDER_16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853440" cy="716280"/>
            </a:xfrm>
            <a:prstGeom prst="rect">
              <a:avLst/>
            </a:prstGeom>
          </p:spPr>
        </p:pic>
        <p:sp>
          <p:nvSpPr>
            <p:cNvPr id="39" name="Text 6" descr="TEMP_Z_ORDER_17"/>
            <p:cNvSpPr/>
            <p:nvPr>
              <p:custDataLst>
                <p:tags r:id="rId27"/>
              </p:custDataLst>
            </p:nvPr>
          </p:nvSpPr>
          <p:spPr>
            <a:xfrm>
              <a:off x="-311134" y="-513631"/>
              <a:ext cx="214852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4</a:t>
              </a:r>
              <a:endParaRPr lang="en-US" sz="2400"/>
            </a:p>
          </p:txBody>
        </p:sp>
        <p:sp>
          <p:nvSpPr>
            <p:cNvPr id="40" name="Text 7" descr="TEMP_Z_ORDER_18"/>
            <p:cNvSpPr/>
            <p:nvPr>
              <p:custDataLst>
                <p:tags r:id="rId28"/>
              </p:custDataLst>
            </p:nvPr>
          </p:nvSpPr>
          <p:spPr>
            <a:xfrm>
              <a:off x="462280" y="-436880"/>
              <a:ext cx="9640824" cy="3070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协议漏洞：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工控协议设计时未考虑安全（Modbus无认证机制）</a:t>
              </a:r>
              <a:endParaRPr lang="en-US" sz="1680"/>
            </a:p>
          </p:txBody>
        </p:sp>
      </p:grpSp>
      <p:grpSp>
        <p:nvGrpSpPr>
          <p:cNvPr id="31" name="组合 30"/>
          <p:cNvGrpSpPr/>
          <p:nvPr>
            <p:custDataLst>
              <p:tags r:id="rId29"/>
            </p:custDataLst>
          </p:nvPr>
        </p:nvGrpSpPr>
        <p:grpSpPr>
          <a:xfrm>
            <a:off x="609600" y="4937760"/>
            <a:ext cx="10972800" cy="716280"/>
            <a:chOff x="-635000" y="-635000"/>
            <a:chExt cx="10972800" cy="716280"/>
          </a:xfrm>
        </p:grpSpPr>
        <p:pic>
          <p:nvPicPr>
            <p:cNvPr id="32" name="Image 11" descr="TEMP_Z_ORDER_19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716280"/>
            </a:xfrm>
            <a:prstGeom prst="rect">
              <a:avLst/>
            </a:prstGeom>
          </p:spPr>
        </p:pic>
        <p:pic>
          <p:nvPicPr>
            <p:cNvPr id="33" name="Image 12" descr="TEMP_Z_ORDER_20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853440" cy="716280"/>
            </a:xfrm>
            <a:prstGeom prst="rect">
              <a:avLst/>
            </a:prstGeom>
          </p:spPr>
        </p:pic>
        <p:sp>
          <p:nvSpPr>
            <p:cNvPr id="34" name="Text 8" descr="TEMP_Z_ORDER_21"/>
            <p:cNvSpPr/>
            <p:nvPr>
              <p:custDataLst>
                <p:tags r:id="rId32"/>
              </p:custDataLst>
            </p:nvPr>
          </p:nvSpPr>
          <p:spPr>
            <a:xfrm>
              <a:off x="-311134" y="-513631"/>
              <a:ext cx="214852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5</a:t>
              </a:r>
              <a:endParaRPr lang="en-US" sz="2400"/>
            </a:p>
          </p:txBody>
        </p:sp>
        <p:sp>
          <p:nvSpPr>
            <p:cNvPr id="35" name="Text 9" descr="TEMP_Z_ORDER_22"/>
            <p:cNvSpPr/>
            <p:nvPr>
              <p:custDataLst>
                <p:tags r:id="rId33"/>
              </p:custDataLst>
            </p:nvPr>
          </p:nvSpPr>
          <p:spPr>
            <a:xfrm>
              <a:off x="462280" y="-452120"/>
              <a:ext cx="9640824" cy="3070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供应链攻击：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通过第三方设备/软件植入后门（固件后门事件）</a:t>
              </a:r>
              <a:endParaRPr lang="en-US" sz="1680"/>
            </a:p>
          </p:txBody>
        </p:sp>
      </p:grpSp>
      <p:sp>
        <p:nvSpPr>
          <p:cNvPr id="25" name="Text 10"/>
          <p:cNvSpPr/>
          <p:nvPr>
            <p:custDataLst>
              <p:tags r:id="rId34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工控系统面临的五大安全威胁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80" name="组合 79"/>
          <p:cNvGrpSpPr/>
          <p:nvPr>
            <p:custDataLst>
              <p:tags r:id="rId7"/>
            </p:custDataLst>
          </p:nvPr>
        </p:nvGrpSpPr>
        <p:grpSpPr>
          <a:xfrm>
            <a:off x="6400800" y="1417320"/>
            <a:ext cx="5181600" cy="1310640"/>
            <a:chOff x="-635000" y="-635000"/>
            <a:chExt cx="5181600" cy="1310640"/>
          </a:xfrm>
        </p:grpSpPr>
        <p:pic>
          <p:nvPicPr>
            <p:cNvPr id="81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181600" cy="1310640"/>
            </a:xfrm>
            <a:prstGeom prst="rect">
              <a:avLst/>
            </a:prstGeom>
            <a:effectLst>
              <a:outerShdw blurRad="182880" dist="60960" dir="5400000" algn="bl" rotWithShape="0">
                <a:srgbClr val="00234E">
                  <a:alpha val="8000"/>
                </a:srgbClr>
              </a:outerShdw>
            </a:effectLst>
          </p:spPr>
        </p:pic>
        <p:sp>
          <p:nvSpPr>
            <p:cNvPr id="82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269240" y="-269240"/>
              <a:ext cx="83376" cy="39600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✅</a:t>
              </a:r>
              <a:endParaRPr lang="en-US" sz="2160"/>
            </a:p>
          </p:txBody>
        </p:sp>
        <p:sp>
          <p:nvSpPr>
            <p:cNvPr id="83" name="Text 1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187960" y="-314960"/>
              <a:ext cx="4062984" cy="6770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工控系统即使在</a:t>
              </a: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物理隔离环境</a:t>
              </a: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下也可能被攻击</a:t>
              </a:r>
              <a:endParaRPr lang="en-US" sz="1680"/>
            </a:p>
          </p:txBody>
        </p:sp>
      </p:grpSp>
      <p:grpSp>
        <p:nvGrpSpPr>
          <p:cNvPr id="84" name="组合 83"/>
          <p:cNvGrpSpPr/>
          <p:nvPr>
            <p:custDataLst>
              <p:tags r:id="rId13"/>
            </p:custDataLst>
          </p:nvPr>
        </p:nvGrpSpPr>
        <p:grpSpPr>
          <a:xfrm>
            <a:off x="6400800" y="2971800"/>
            <a:ext cx="5181600" cy="1082040"/>
            <a:chOff x="-635000" y="-635000"/>
            <a:chExt cx="5181600" cy="1082040"/>
          </a:xfrm>
        </p:grpSpPr>
        <p:pic>
          <p:nvPicPr>
            <p:cNvPr id="85" name="Image 4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181600" cy="1082040"/>
            </a:xfrm>
            <a:prstGeom prst="rect">
              <a:avLst/>
            </a:prstGeom>
            <a:effectLst>
              <a:outerShdw blurRad="182880" dist="60960" dir="5400000" algn="bl" rotWithShape="0">
                <a:srgbClr val="00234E">
                  <a:alpha val="8000"/>
                </a:srgbClr>
              </a:outerShdw>
            </a:effectLst>
          </p:spPr>
        </p:pic>
        <p:sp>
          <p:nvSpPr>
            <p:cNvPr id="86" name="Text 2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-269240" y="-269240"/>
              <a:ext cx="83376" cy="39600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✅</a:t>
              </a:r>
              <a:endParaRPr lang="en-US" sz="2160"/>
            </a:p>
          </p:txBody>
        </p:sp>
        <p:sp>
          <p:nvSpPr>
            <p:cNvPr id="87" name="Text 3" descr="TEMP_Z_ORDER_8"/>
            <p:cNvSpPr/>
            <p:nvPr>
              <p:custDataLst>
                <p:tags r:id="rId18"/>
              </p:custDataLst>
            </p:nvPr>
          </p:nvSpPr>
          <p:spPr>
            <a:xfrm>
              <a:off x="187960" y="-314960"/>
              <a:ext cx="4110355" cy="294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攻击不仅影响IT系统，还会造成</a:t>
              </a: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物理破坏</a:t>
              </a:r>
              <a:endParaRPr lang="en-US" sz="1680"/>
            </a:p>
          </p:txBody>
        </p:sp>
      </p:grpSp>
      <p:grpSp>
        <p:nvGrpSpPr>
          <p:cNvPr id="62" name="组合 61"/>
          <p:cNvGrpSpPr/>
          <p:nvPr>
            <p:custDataLst>
              <p:tags r:id="rId19"/>
            </p:custDataLst>
          </p:nvPr>
        </p:nvGrpSpPr>
        <p:grpSpPr>
          <a:xfrm>
            <a:off x="6400800" y="4297680"/>
            <a:ext cx="5181600" cy="1310640"/>
            <a:chOff x="-635000" y="-635000"/>
            <a:chExt cx="5181600" cy="1310640"/>
          </a:xfrm>
        </p:grpSpPr>
        <p:pic>
          <p:nvPicPr>
            <p:cNvPr id="63" name="Image 5" descr="TEMP_Z_ORDER_9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181600" cy="1310640"/>
            </a:xfrm>
            <a:prstGeom prst="rect">
              <a:avLst/>
            </a:prstGeom>
            <a:effectLst>
              <a:outerShdw blurRad="182880" dist="60960" dir="5400000" algn="bl" rotWithShape="0">
                <a:srgbClr val="00234E">
                  <a:alpha val="8000"/>
                </a:srgbClr>
              </a:outerShdw>
            </a:effectLst>
          </p:spPr>
        </p:pic>
        <p:sp>
          <p:nvSpPr>
            <p:cNvPr id="64" name="Text 4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-269240" y="-269240"/>
              <a:ext cx="83376" cy="39600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✅</a:t>
              </a:r>
              <a:endParaRPr lang="en-US" sz="2160"/>
            </a:p>
          </p:txBody>
        </p:sp>
        <p:sp>
          <p:nvSpPr>
            <p:cNvPr id="65" name="Text 5" descr="TEMP_Z_ORDER_11"/>
            <p:cNvSpPr/>
            <p:nvPr>
              <p:custDataLst>
                <p:tags r:id="rId22"/>
              </p:custDataLst>
            </p:nvPr>
          </p:nvSpPr>
          <p:spPr>
            <a:xfrm>
              <a:off x="187960" y="-314960"/>
              <a:ext cx="4062984" cy="6770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监控系统显示“正常”不代表真的正常——</a:t>
              </a: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可能已被欺骗</a:t>
              </a:r>
              <a:endParaRPr lang="en-US" sz="1680"/>
            </a:p>
          </p:txBody>
        </p:sp>
      </p:grpSp>
      <p:grpSp>
        <p:nvGrpSpPr>
          <p:cNvPr id="66" name="组合 65"/>
          <p:cNvGrpSpPr/>
          <p:nvPr>
            <p:custDataLst>
              <p:tags r:id="rId23"/>
            </p:custDataLst>
          </p:nvPr>
        </p:nvGrpSpPr>
        <p:grpSpPr>
          <a:xfrm>
            <a:off x="609600" y="1371600"/>
            <a:ext cx="5425440" cy="4267200"/>
            <a:chOff x="-635000" y="-635000"/>
            <a:chExt cx="5425440" cy="4267200"/>
          </a:xfrm>
        </p:grpSpPr>
        <p:pic>
          <p:nvPicPr>
            <p:cNvPr id="67" name="Image 6" descr="TEMP_Z_ORDER_12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635000"/>
              <a:ext cx="5425440" cy="4267200"/>
            </a:xfrm>
            <a:prstGeom prst="rect">
              <a:avLst/>
            </a:prstGeom>
          </p:spPr>
        </p:pic>
        <p:sp>
          <p:nvSpPr>
            <p:cNvPr id="68" name="Text 6" descr="TEMP_Z_ORDER_13"/>
            <p:cNvSpPr/>
            <p:nvPr>
              <p:custDataLst>
                <p:tags r:id="rId26"/>
              </p:custDataLst>
            </p:nvPr>
          </p:nvSpPr>
          <p:spPr>
            <a:xfrm>
              <a:off x="-330200" y="-323716"/>
              <a:ext cx="4824984" cy="62711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374151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震网病毒（Stuxnet）是世界上第一个被确认的“网络战武器”。</a:t>
              </a:r>
              <a:endParaRPr lang="en-US" sz="1680"/>
            </a:p>
          </p:txBody>
        </p:sp>
      </p:grpSp>
      <p:grpSp>
        <p:nvGrpSpPr>
          <p:cNvPr id="74" name="组合 73"/>
          <p:cNvGrpSpPr/>
          <p:nvPr>
            <p:custDataLst>
              <p:tags r:id="rId27"/>
            </p:custDataLst>
          </p:nvPr>
        </p:nvGrpSpPr>
        <p:grpSpPr>
          <a:xfrm>
            <a:off x="1172581" y="2770520"/>
            <a:ext cx="2103778" cy="2281378"/>
            <a:chOff x="-797066" y="-635000"/>
            <a:chExt cx="2051826" cy="2225040"/>
          </a:xfrm>
        </p:grpSpPr>
        <p:pic>
          <p:nvPicPr>
            <p:cNvPr id="75" name="Image 7" descr="TEMP_Z_ORDER_14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1224280" y="-635000"/>
              <a:ext cx="30480" cy="2225040"/>
            </a:xfrm>
            <a:prstGeom prst="rect">
              <a:avLst/>
            </a:prstGeom>
          </p:spPr>
        </p:pic>
        <p:sp>
          <p:nvSpPr>
            <p:cNvPr id="76" name="Text 7" descr="TEMP_Z_ORDER_15"/>
            <p:cNvSpPr/>
            <p:nvPr>
              <p:custDataLst>
                <p:tags r:id="rId30"/>
              </p:custDataLst>
            </p:nvPr>
          </p:nvSpPr>
          <p:spPr>
            <a:xfrm>
              <a:off x="-342265" y="-604520"/>
              <a:ext cx="859409" cy="3146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初始渗透</a:t>
              </a:r>
              <a:endParaRPr lang="en-US" sz="1680"/>
            </a:p>
          </p:txBody>
        </p:sp>
        <p:pic>
          <p:nvPicPr>
            <p:cNvPr id="77" name="Image 8" descr="TEMP_Z_ORDER_16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629920" y="-635000"/>
              <a:ext cx="365760" cy="365760"/>
            </a:xfrm>
            <a:prstGeom prst="rect">
              <a:avLst/>
            </a:prstGeom>
          </p:spPr>
        </p:pic>
        <p:sp>
          <p:nvSpPr>
            <p:cNvPr id="78" name="Text 8" descr="TEMP_Z_ORDER_17"/>
            <p:cNvSpPr/>
            <p:nvPr>
              <p:custDataLst>
                <p:tags r:id="rId34"/>
              </p:custDataLst>
            </p:nvPr>
          </p:nvSpPr>
          <p:spPr>
            <a:xfrm>
              <a:off x="768477" y="-594751"/>
              <a:ext cx="128270" cy="2700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</a:t>
              </a:r>
              <a:endParaRPr lang="en-US" sz="1440"/>
            </a:p>
          </p:txBody>
        </p:sp>
        <p:sp>
          <p:nvSpPr>
            <p:cNvPr id="79" name="Text 9" descr="TEMP_Z_ORDER_18"/>
            <p:cNvSpPr/>
            <p:nvPr>
              <p:custDataLst>
                <p:tags r:id="rId35"/>
              </p:custDataLst>
            </p:nvPr>
          </p:nvSpPr>
          <p:spPr>
            <a:xfrm>
              <a:off x="-797066" y="-281979"/>
              <a:ext cx="1669113" cy="2700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通过USB驱动器传播</a:t>
              </a:r>
              <a:endParaRPr lang="en-US" sz="1440"/>
            </a:p>
          </p:txBody>
        </p:sp>
      </p:grpSp>
      <p:grpSp>
        <p:nvGrpSpPr>
          <p:cNvPr id="42" name="组合 41"/>
          <p:cNvGrpSpPr/>
          <p:nvPr>
            <p:custDataLst>
              <p:tags r:id="rId36"/>
            </p:custDataLst>
          </p:nvPr>
        </p:nvGrpSpPr>
        <p:grpSpPr>
          <a:xfrm>
            <a:off x="3510748" y="3083037"/>
            <a:ext cx="2101025" cy="638820"/>
            <a:chOff x="-635000" y="-635000"/>
            <a:chExt cx="2049141" cy="623044"/>
          </a:xfrm>
        </p:grpSpPr>
        <p:sp>
          <p:nvSpPr>
            <p:cNvPr id="43" name="Text 10" descr="TEMP_Z_ORDER_19"/>
            <p:cNvSpPr/>
            <p:nvPr>
              <p:custDataLst>
                <p:tags r:id="rId37"/>
              </p:custDataLst>
            </p:nvPr>
          </p:nvSpPr>
          <p:spPr>
            <a:xfrm>
              <a:off x="-147320" y="-604520"/>
              <a:ext cx="859409" cy="3146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横向移动</a:t>
              </a:r>
              <a:endParaRPr lang="en-US" sz="1680"/>
            </a:p>
          </p:txBody>
        </p:sp>
        <p:pic>
          <p:nvPicPr>
            <p:cNvPr id="44" name="Image 9" descr="TEMP_Z_ORDER_20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65760" cy="365760"/>
            </a:xfrm>
            <a:prstGeom prst="rect">
              <a:avLst/>
            </a:prstGeom>
          </p:spPr>
        </p:pic>
        <p:sp>
          <p:nvSpPr>
            <p:cNvPr id="45" name="Text 11" descr="TEMP_Z_ORDER_21"/>
            <p:cNvSpPr/>
            <p:nvPr>
              <p:custDataLst>
                <p:tags r:id="rId39"/>
              </p:custDataLst>
            </p:nvPr>
          </p:nvSpPr>
          <p:spPr>
            <a:xfrm>
              <a:off x="-511683" y="-594751"/>
              <a:ext cx="128270" cy="2700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</a:t>
              </a:r>
              <a:endParaRPr lang="en-US" sz="1440"/>
            </a:p>
          </p:txBody>
        </p:sp>
        <p:sp>
          <p:nvSpPr>
            <p:cNvPr id="46" name="Text 12" descr="TEMP_Z_ORDER_22"/>
            <p:cNvSpPr/>
            <p:nvPr>
              <p:custDataLst>
                <p:tags r:id="rId40"/>
              </p:custDataLst>
            </p:nvPr>
          </p:nvSpPr>
          <p:spPr>
            <a:xfrm>
              <a:off x="-515471" y="-281979"/>
              <a:ext cx="1929612" cy="2700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利用Windows零日漏洞</a:t>
              </a:r>
              <a:endParaRPr lang="en-US" sz="1440"/>
            </a:p>
          </p:txBody>
        </p:sp>
      </p:grpSp>
      <p:grpSp>
        <p:nvGrpSpPr>
          <p:cNvPr id="47" name="组合 46"/>
          <p:cNvGrpSpPr/>
          <p:nvPr>
            <p:custDataLst>
              <p:tags r:id="rId41"/>
            </p:custDataLst>
          </p:nvPr>
        </p:nvGrpSpPr>
        <p:grpSpPr>
          <a:xfrm>
            <a:off x="826770" y="3411181"/>
            <a:ext cx="2243876" cy="685136"/>
            <a:chOff x="-600937" y="-635000"/>
            <a:chExt cx="2188464" cy="668217"/>
          </a:xfrm>
        </p:grpSpPr>
        <p:sp>
          <p:nvSpPr>
            <p:cNvPr id="48" name="Text 13" descr="TEMP_Z_ORDER_23"/>
            <p:cNvSpPr/>
            <p:nvPr>
              <p:custDataLst>
                <p:tags r:id="rId42"/>
              </p:custDataLst>
            </p:nvPr>
          </p:nvSpPr>
          <p:spPr>
            <a:xfrm>
              <a:off x="191135" y="-604520"/>
              <a:ext cx="859409" cy="3146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目标识别</a:t>
              </a:r>
              <a:endParaRPr lang="en-US" sz="1680"/>
            </a:p>
          </p:txBody>
        </p:sp>
        <p:pic>
          <p:nvPicPr>
            <p:cNvPr id="49" name="Image 10" descr="TEMP_Z_ORDER_24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163320" y="-635000"/>
              <a:ext cx="365760" cy="365760"/>
            </a:xfrm>
            <a:prstGeom prst="rect">
              <a:avLst/>
            </a:prstGeom>
          </p:spPr>
        </p:pic>
        <p:sp>
          <p:nvSpPr>
            <p:cNvPr id="50" name="Text 14" descr="TEMP_Z_ORDER_25"/>
            <p:cNvSpPr/>
            <p:nvPr>
              <p:custDataLst>
                <p:tags r:id="rId44"/>
              </p:custDataLst>
            </p:nvPr>
          </p:nvSpPr>
          <p:spPr>
            <a:xfrm>
              <a:off x="1301877" y="-594751"/>
              <a:ext cx="128270" cy="2700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3</a:t>
              </a:r>
              <a:endParaRPr lang="en-US" sz="1440"/>
            </a:p>
          </p:txBody>
        </p:sp>
        <p:sp>
          <p:nvSpPr>
            <p:cNvPr id="51" name="Text 15" descr="TEMP_Z_ORDER_26"/>
            <p:cNvSpPr/>
            <p:nvPr>
              <p:custDataLst>
                <p:tags r:id="rId45"/>
              </p:custDataLst>
            </p:nvPr>
          </p:nvSpPr>
          <p:spPr>
            <a:xfrm>
              <a:off x="-600937" y="-236806"/>
              <a:ext cx="2188464" cy="2700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识别西门子S7-300/400 PLC</a:t>
              </a:r>
              <a:endParaRPr lang="en-US" sz="1440"/>
            </a:p>
          </p:txBody>
        </p:sp>
      </p:grpSp>
      <p:grpSp>
        <p:nvGrpSpPr>
          <p:cNvPr id="52" name="组合 51"/>
          <p:cNvGrpSpPr/>
          <p:nvPr>
            <p:custDataLst>
              <p:tags r:id="rId46"/>
            </p:custDataLst>
          </p:nvPr>
        </p:nvGrpSpPr>
        <p:grpSpPr>
          <a:xfrm>
            <a:off x="3510748" y="3723698"/>
            <a:ext cx="2344841" cy="674975"/>
            <a:chOff x="-635000" y="-635000"/>
            <a:chExt cx="2286936" cy="658307"/>
          </a:xfrm>
        </p:grpSpPr>
        <p:sp>
          <p:nvSpPr>
            <p:cNvPr id="53" name="Text 16" descr="TEMP_Z_ORDER_27"/>
            <p:cNvSpPr/>
            <p:nvPr>
              <p:custDataLst>
                <p:tags r:id="rId47"/>
              </p:custDataLst>
            </p:nvPr>
          </p:nvSpPr>
          <p:spPr>
            <a:xfrm>
              <a:off x="-147320" y="-604520"/>
              <a:ext cx="859409" cy="3146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载荷注入</a:t>
              </a:r>
              <a:endParaRPr lang="en-US" sz="1680"/>
            </a:p>
          </p:txBody>
        </p:sp>
        <p:pic>
          <p:nvPicPr>
            <p:cNvPr id="54" name="Image 11" descr="TEMP_Z_ORDER_28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65760" cy="365760"/>
            </a:xfrm>
            <a:prstGeom prst="rect">
              <a:avLst/>
            </a:prstGeom>
          </p:spPr>
        </p:pic>
        <p:sp>
          <p:nvSpPr>
            <p:cNvPr id="55" name="Text 17" descr="TEMP_Z_ORDER_29"/>
            <p:cNvSpPr/>
            <p:nvPr>
              <p:custDataLst>
                <p:tags r:id="rId49"/>
              </p:custDataLst>
            </p:nvPr>
          </p:nvSpPr>
          <p:spPr>
            <a:xfrm>
              <a:off x="-511683" y="-594751"/>
              <a:ext cx="128270" cy="2700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4</a:t>
              </a:r>
              <a:endParaRPr lang="en-US" sz="1440"/>
            </a:p>
          </p:txBody>
        </p:sp>
        <p:sp>
          <p:nvSpPr>
            <p:cNvPr id="56" name="Text 18" descr="TEMP_Z_ORDER_30"/>
            <p:cNvSpPr/>
            <p:nvPr>
              <p:custDataLst>
                <p:tags r:id="rId50"/>
              </p:custDataLst>
            </p:nvPr>
          </p:nvSpPr>
          <p:spPr>
            <a:xfrm>
              <a:off x="-536528" y="-246716"/>
              <a:ext cx="2188464" cy="2700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修改PLC的代码块（DB/FC）</a:t>
              </a:r>
              <a:endParaRPr lang="en-US" sz="1440"/>
            </a:p>
          </p:txBody>
        </p:sp>
      </p:grpSp>
      <p:grpSp>
        <p:nvGrpSpPr>
          <p:cNvPr id="57" name="组合 56"/>
          <p:cNvGrpSpPr/>
          <p:nvPr>
            <p:custDataLst>
              <p:tags r:id="rId51"/>
            </p:custDataLst>
          </p:nvPr>
        </p:nvGrpSpPr>
        <p:grpSpPr>
          <a:xfrm>
            <a:off x="1273885" y="4333108"/>
            <a:ext cx="1736835" cy="644536"/>
            <a:chOff x="-683024" y="-635000"/>
            <a:chExt cx="1693944" cy="628618"/>
          </a:xfrm>
        </p:grpSpPr>
        <p:sp>
          <p:nvSpPr>
            <p:cNvPr id="58" name="Text 19" descr="TEMP_Z_ORDER_31"/>
            <p:cNvSpPr/>
            <p:nvPr>
              <p:custDataLst>
                <p:tags r:id="rId52"/>
              </p:custDataLst>
            </p:nvPr>
          </p:nvSpPr>
          <p:spPr>
            <a:xfrm>
              <a:off x="-327025" y="-619760"/>
              <a:ext cx="859409" cy="3146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破坏执行</a:t>
              </a:r>
              <a:endParaRPr lang="en-US" sz="1680"/>
            </a:p>
          </p:txBody>
        </p:sp>
        <p:pic>
          <p:nvPicPr>
            <p:cNvPr id="59" name="Image 12" descr="TEMP_Z_ORDER_32"/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645160" y="-635000"/>
              <a:ext cx="365760" cy="365760"/>
            </a:xfrm>
            <a:prstGeom prst="rect">
              <a:avLst/>
            </a:prstGeom>
          </p:spPr>
        </p:pic>
        <p:sp>
          <p:nvSpPr>
            <p:cNvPr id="60" name="Text 20" descr="TEMP_Z_ORDER_33"/>
            <p:cNvSpPr/>
            <p:nvPr>
              <p:custDataLst>
                <p:tags r:id="rId54"/>
              </p:custDataLst>
            </p:nvPr>
          </p:nvSpPr>
          <p:spPr>
            <a:xfrm>
              <a:off x="783717" y="-594750"/>
              <a:ext cx="128270" cy="2700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5</a:t>
              </a:r>
              <a:endParaRPr lang="en-US" sz="1440"/>
            </a:p>
          </p:txBody>
        </p:sp>
        <p:sp>
          <p:nvSpPr>
            <p:cNvPr id="61" name="Text 21" descr="TEMP_Z_ORDER_34"/>
            <p:cNvSpPr/>
            <p:nvPr>
              <p:custDataLst>
                <p:tags r:id="rId55"/>
              </p:custDataLst>
            </p:nvPr>
          </p:nvSpPr>
          <p:spPr>
            <a:xfrm>
              <a:off x="-683024" y="-276405"/>
              <a:ext cx="1659493" cy="2700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修改离心机转速参数</a:t>
              </a:r>
              <a:endParaRPr lang="en-US" sz="1440"/>
            </a:p>
          </p:txBody>
        </p:sp>
      </p:grpSp>
      <p:grpSp>
        <p:nvGrpSpPr>
          <p:cNvPr id="69" name="组合 68"/>
          <p:cNvGrpSpPr/>
          <p:nvPr>
            <p:custDataLst>
              <p:tags r:id="rId56"/>
            </p:custDataLst>
          </p:nvPr>
        </p:nvGrpSpPr>
        <p:grpSpPr>
          <a:xfrm>
            <a:off x="3510748" y="4645625"/>
            <a:ext cx="2114550" cy="644536"/>
            <a:chOff x="-635000" y="-635000"/>
            <a:chExt cx="2062332" cy="628618"/>
          </a:xfrm>
        </p:grpSpPr>
        <p:sp>
          <p:nvSpPr>
            <p:cNvPr id="70" name="Text 22" descr="TEMP_Z_ORDER_35"/>
            <p:cNvSpPr/>
            <p:nvPr>
              <p:custDataLst>
                <p:tags r:id="rId57"/>
              </p:custDataLst>
            </p:nvPr>
          </p:nvSpPr>
          <p:spPr>
            <a:xfrm>
              <a:off x="-147320" y="-619760"/>
              <a:ext cx="859409" cy="3146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痕迹清理</a:t>
              </a:r>
              <a:endParaRPr lang="en-US" sz="1680"/>
            </a:p>
          </p:txBody>
        </p:sp>
        <p:pic>
          <p:nvPicPr>
            <p:cNvPr id="71" name="Image 13" descr="TEMP_Z_ORDER_36"/>
            <p:cNvPicPr>
              <a:picLocks noChangeAspect="1"/>
            </p:cNvPicPr>
            <p:nvPr>
              <p:custDataLst>
                <p:tags r:id="rId58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65760" cy="365760"/>
            </a:xfrm>
            <a:prstGeom prst="rect">
              <a:avLst/>
            </a:prstGeom>
          </p:spPr>
        </p:pic>
        <p:sp>
          <p:nvSpPr>
            <p:cNvPr id="72" name="Text 23" descr="TEMP_Z_ORDER_37"/>
            <p:cNvSpPr/>
            <p:nvPr>
              <p:custDataLst>
                <p:tags r:id="rId59"/>
              </p:custDataLst>
            </p:nvPr>
          </p:nvSpPr>
          <p:spPr>
            <a:xfrm>
              <a:off x="-511683" y="-594750"/>
              <a:ext cx="128270" cy="2700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6</a:t>
              </a:r>
              <a:endParaRPr lang="en-US" sz="1440"/>
            </a:p>
          </p:txBody>
        </p:sp>
        <p:sp>
          <p:nvSpPr>
            <p:cNvPr id="73" name="Text 24" descr="TEMP_Z_ORDER_38"/>
            <p:cNvSpPr/>
            <p:nvPr>
              <p:custDataLst>
                <p:tags r:id="rId60"/>
              </p:custDataLst>
            </p:nvPr>
          </p:nvSpPr>
          <p:spPr>
            <a:xfrm>
              <a:off x="-600937" y="-276405"/>
              <a:ext cx="2028269" cy="2700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向监控系统回传伪造数据</a:t>
              </a:r>
              <a:endParaRPr lang="en-US" sz="1440"/>
            </a:p>
          </p:txBody>
        </p:sp>
      </p:grpSp>
      <p:sp>
        <p:nvSpPr>
          <p:cNvPr id="41" name="Text 25"/>
          <p:cNvSpPr/>
          <p:nvPr>
            <p:custDataLst>
              <p:tags r:id="rId6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典型工控安全事件——“震网病毒”深度解析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2" presetClass="entr" presetSubtype="8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ID="2" presetClass="entr" presetSubtype="8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0"/>
                            </p:stCondLst>
                            <p:childTnLst>
                              <p:par>
                                <p:cTn id="50" presetID="2" presetClass="entr" presetSubtype="8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55" presetID="2" presetClass="entr" presetSubtype="8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8" name="组合 67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81944" cy="807720"/>
            <a:chOff x="-635000" y="-635000"/>
            <a:chExt cx="10981944" cy="807720"/>
          </a:xfrm>
        </p:grpSpPr>
        <p:sp>
          <p:nvSpPr>
            <p:cNvPr id="69" name="Text 0" descr="TEMP_Z_ORDER_3"/>
            <p:cNvSpPr/>
            <p:nvPr>
              <p:custDataLst>
                <p:tags r:id="rId8"/>
              </p:custDataLst>
            </p:nvPr>
          </p:nvSpPr>
          <p:spPr>
            <a:xfrm>
              <a:off x="-635000" y="-635000"/>
              <a:ext cx="6160167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GB/T 22239-2019 安全扩展要求 → 工业控制系统安全扩展要求</a:t>
              </a:r>
              <a:endParaRPr lang="en-US" sz="1680"/>
            </a:p>
          </p:txBody>
        </p:sp>
        <p:sp>
          <p:nvSpPr>
            <p:cNvPr id="70" name="Text 1" descr="TEMP_Z_ORDER_4"/>
            <p:cNvSpPr/>
            <p:nvPr>
              <p:custDataLst>
                <p:tags r:id="rId9"/>
              </p:custDataLst>
            </p:nvPr>
          </p:nvSpPr>
          <p:spPr>
            <a:xfrm>
              <a:off x="-635000" y="-193040"/>
              <a:ext cx="3456877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工控安全扩展要求的六个维度：</a:t>
              </a:r>
              <a:endParaRPr lang="en-US" sz="1920"/>
            </a:p>
          </p:txBody>
        </p:sp>
      </p:grpSp>
      <p:grpSp>
        <p:nvGrpSpPr>
          <p:cNvPr id="71" name="组合 70"/>
          <p:cNvGrpSpPr/>
          <p:nvPr>
            <p:custDataLst>
              <p:tags r:id="rId10"/>
            </p:custDataLst>
          </p:nvPr>
        </p:nvGrpSpPr>
        <p:grpSpPr>
          <a:xfrm>
            <a:off x="609600" y="2606040"/>
            <a:ext cx="2545080" cy="960755"/>
            <a:chOff x="-635000" y="-635000"/>
            <a:chExt cx="2545080" cy="960755"/>
          </a:xfrm>
        </p:grpSpPr>
        <p:pic>
          <p:nvPicPr>
            <p:cNvPr id="72" name="Image 3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45080" cy="548640"/>
            </a:xfrm>
            <a:prstGeom prst="rect">
              <a:avLst/>
            </a:prstGeom>
          </p:spPr>
        </p:pic>
        <p:sp>
          <p:nvSpPr>
            <p:cNvPr id="73" name="Text 2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391160" y="-543560"/>
              <a:ext cx="299720" cy="384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00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01</a:t>
              </a:r>
              <a:endParaRPr lang="en-US" sz="200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74" name="Image 4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35560" y="-467360"/>
              <a:ext cx="15240" cy="213360"/>
            </a:xfrm>
            <a:prstGeom prst="rect">
              <a:avLst/>
            </a:prstGeom>
          </p:spPr>
        </p:pic>
        <p:sp>
          <p:nvSpPr>
            <p:cNvPr id="75" name="Text 3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203200" y="-543560"/>
              <a:ext cx="152400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安全物理环境</a:t>
              </a:r>
              <a:endParaRPr lang="en-US" sz="200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76" name="Text 4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-513080" y="96520"/>
              <a:ext cx="2286000" cy="229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室外控制设备物理防护</a:t>
              </a:r>
              <a:endParaRPr lang="en-US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56" name="组合 55"/>
          <p:cNvGrpSpPr/>
          <p:nvPr>
            <p:custDataLst>
              <p:tags r:id="rId19"/>
            </p:custDataLst>
          </p:nvPr>
        </p:nvGrpSpPr>
        <p:grpSpPr>
          <a:xfrm>
            <a:off x="4434840" y="2606040"/>
            <a:ext cx="3093719" cy="960755"/>
            <a:chOff x="-635000" y="-635000"/>
            <a:chExt cx="3093719" cy="960755"/>
          </a:xfrm>
        </p:grpSpPr>
        <p:pic>
          <p:nvPicPr>
            <p:cNvPr id="57" name="Image 5" descr="TEMP_Z_ORDER_10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45080" cy="548640"/>
            </a:xfrm>
            <a:prstGeom prst="rect">
              <a:avLst/>
            </a:prstGeom>
          </p:spPr>
        </p:pic>
        <p:sp>
          <p:nvSpPr>
            <p:cNvPr id="58" name="Text 5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-391160" y="-543560"/>
              <a:ext cx="299720" cy="384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00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02</a:t>
              </a:r>
              <a:endParaRPr lang="en-US" sz="200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59" name="Image 6" descr="TEMP_Z_ORDER_1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20319" y="-467360"/>
              <a:ext cx="15240" cy="213360"/>
            </a:xfrm>
            <a:prstGeom prst="rect">
              <a:avLst/>
            </a:prstGeom>
          </p:spPr>
        </p:pic>
        <p:sp>
          <p:nvSpPr>
            <p:cNvPr id="60" name="Text 6" descr="TEMP_Z_ORDER_13"/>
            <p:cNvSpPr/>
            <p:nvPr>
              <p:custDataLst>
                <p:tags r:id="rId23"/>
              </p:custDataLst>
            </p:nvPr>
          </p:nvSpPr>
          <p:spPr>
            <a:xfrm>
              <a:off x="187960" y="-543560"/>
              <a:ext cx="152400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安全通信网络</a:t>
              </a:r>
              <a:endParaRPr lang="en-US" sz="200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61" name="Text 7" descr="TEMP_Z_ORDER_14"/>
            <p:cNvSpPr/>
            <p:nvPr>
              <p:custDataLst>
                <p:tags r:id="rId24"/>
              </p:custDataLst>
            </p:nvPr>
          </p:nvSpPr>
          <p:spPr>
            <a:xfrm>
              <a:off x="-513081" y="96520"/>
              <a:ext cx="2971800" cy="229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网络架构（区域划分、隔离）</a:t>
              </a:r>
              <a:endParaRPr lang="en-US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25"/>
            </p:custDataLst>
          </p:nvPr>
        </p:nvGrpSpPr>
        <p:grpSpPr>
          <a:xfrm>
            <a:off x="8244840" y="2606040"/>
            <a:ext cx="3208019" cy="960755"/>
            <a:chOff x="-635000" y="-635000"/>
            <a:chExt cx="3208019" cy="960755"/>
          </a:xfrm>
        </p:grpSpPr>
        <p:pic>
          <p:nvPicPr>
            <p:cNvPr id="63" name="Image 7" descr="TEMP_Z_ORDER_1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45080" cy="548640"/>
            </a:xfrm>
            <a:prstGeom prst="rect">
              <a:avLst/>
            </a:prstGeom>
          </p:spPr>
        </p:pic>
        <p:sp>
          <p:nvSpPr>
            <p:cNvPr id="64" name="Text 8" descr="TEMP_Z_ORDER_16"/>
            <p:cNvSpPr/>
            <p:nvPr>
              <p:custDataLst>
                <p:tags r:id="rId27"/>
              </p:custDataLst>
            </p:nvPr>
          </p:nvSpPr>
          <p:spPr>
            <a:xfrm>
              <a:off x="-391160" y="-543560"/>
              <a:ext cx="299720" cy="384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00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03</a:t>
              </a:r>
              <a:endParaRPr lang="en-US" sz="200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65" name="Image 8" descr="TEMP_Z_ORDER_17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35560" y="-467360"/>
              <a:ext cx="15240" cy="213360"/>
            </a:xfrm>
            <a:prstGeom prst="rect">
              <a:avLst/>
            </a:prstGeom>
          </p:spPr>
        </p:pic>
        <p:sp>
          <p:nvSpPr>
            <p:cNvPr id="66" name="Text 9" descr="TEMP_Z_ORDER_18"/>
            <p:cNvSpPr/>
            <p:nvPr>
              <p:custDataLst>
                <p:tags r:id="rId29"/>
              </p:custDataLst>
            </p:nvPr>
          </p:nvSpPr>
          <p:spPr>
            <a:xfrm>
              <a:off x="203200" y="-543560"/>
              <a:ext cx="152400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安全区域边界</a:t>
              </a:r>
              <a:endParaRPr lang="en-US" sz="200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67" name="Text 10" descr="TEMP_Z_ORDER_19"/>
            <p:cNvSpPr/>
            <p:nvPr>
              <p:custDataLst>
                <p:tags r:id="rId30"/>
              </p:custDataLst>
            </p:nvPr>
          </p:nvSpPr>
          <p:spPr>
            <a:xfrm>
              <a:off x="-513081" y="96520"/>
              <a:ext cx="3086100" cy="229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访问控制、拨号/无线使用控制</a:t>
              </a:r>
              <a:endParaRPr lang="en-US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31"/>
            </p:custDataLst>
          </p:nvPr>
        </p:nvGrpSpPr>
        <p:grpSpPr>
          <a:xfrm>
            <a:off x="609600" y="4373880"/>
            <a:ext cx="2545080" cy="960755"/>
            <a:chOff x="-635000" y="-635000"/>
            <a:chExt cx="2545080" cy="960755"/>
          </a:xfrm>
        </p:grpSpPr>
        <p:pic>
          <p:nvPicPr>
            <p:cNvPr id="39" name="Image 9" descr="TEMP_Z_ORDER_20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45080" cy="548640"/>
            </a:xfrm>
            <a:prstGeom prst="rect">
              <a:avLst/>
            </a:prstGeom>
          </p:spPr>
        </p:pic>
        <p:sp>
          <p:nvSpPr>
            <p:cNvPr id="40" name="Text 11" descr="TEMP_Z_ORDER_21"/>
            <p:cNvSpPr/>
            <p:nvPr>
              <p:custDataLst>
                <p:tags r:id="rId33"/>
              </p:custDataLst>
            </p:nvPr>
          </p:nvSpPr>
          <p:spPr>
            <a:xfrm>
              <a:off x="-391160" y="-543560"/>
              <a:ext cx="299720" cy="384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00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04</a:t>
              </a:r>
              <a:endParaRPr lang="en-US" sz="200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41" name="Image 10" descr="TEMP_Z_ORDER_22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35560" y="-467360"/>
              <a:ext cx="15240" cy="213360"/>
            </a:xfrm>
            <a:prstGeom prst="rect">
              <a:avLst/>
            </a:prstGeom>
          </p:spPr>
        </p:pic>
        <p:sp>
          <p:nvSpPr>
            <p:cNvPr id="42" name="Text 12" descr="TEMP_Z_ORDER_23"/>
            <p:cNvSpPr/>
            <p:nvPr>
              <p:custDataLst>
                <p:tags r:id="rId35"/>
              </p:custDataLst>
            </p:nvPr>
          </p:nvSpPr>
          <p:spPr>
            <a:xfrm>
              <a:off x="203200" y="-543560"/>
              <a:ext cx="152400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安全计算环境</a:t>
              </a:r>
              <a:endParaRPr lang="en-US" sz="200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43" name="Text 13" descr="TEMP_Z_ORDER_24"/>
            <p:cNvSpPr/>
            <p:nvPr>
              <p:custDataLst>
                <p:tags r:id="rId36"/>
              </p:custDataLst>
            </p:nvPr>
          </p:nvSpPr>
          <p:spPr>
            <a:xfrm>
              <a:off x="-513080" y="96520"/>
              <a:ext cx="1371600" cy="229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控制设备安全</a:t>
              </a:r>
              <a:endParaRPr lang="en-US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44" name="组合 43"/>
          <p:cNvGrpSpPr/>
          <p:nvPr>
            <p:custDataLst>
              <p:tags r:id="rId37"/>
            </p:custDataLst>
          </p:nvPr>
        </p:nvGrpSpPr>
        <p:grpSpPr>
          <a:xfrm>
            <a:off x="4434840" y="4373880"/>
            <a:ext cx="2636519" cy="960755"/>
            <a:chOff x="-635000" y="-635000"/>
            <a:chExt cx="2636519" cy="960755"/>
          </a:xfrm>
        </p:grpSpPr>
        <p:pic>
          <p:nvPicPr>
            <p:cNvPr id="45" name="Image 11" descr="TEMP_Z_ORDER_25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45080" cy="548640"/>
            </a:xfrm>
            <a:prstGeom prst="rect">
              <a:avLst/>
            </a:prstGeom>
          </p:spPr>
        </p:pic>
        <p:sp>
          <p:nvSpPr>
            <p:cNvPr id="46" name="Text 14" descr="TEMP_Z_ORDER_26"/>
            <p:cNvSpPr/>
            <p:nvPr>
              <p:custDataLst>
                <p:tags r:id="rId39"/>
              </p:custDataLst>
            </p:nvPr>
          </p:nvSpPr>
          <p:spPr>
            <a:xfrm>
              <a:off x="-391160" y="-543560"/>
              <a:ext cx="299720" cy="384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00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05</a:t>
              </a:r>
              <a:endParaRPr lang="en-US" sz="200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47" name="Image 12" descr="TEMP_Z_ORDER_27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20319" y="-467360"/>
              <a:ext cx="15240" cy="213360"/>
            </a:xfrm>
            <a:prstGeom prst="rect">
              <a:avLst/>
            </a:prstGeom>
          </p:spPr>
        </p:pic>
        <p:sp>
          <p:nvSpPr>
            <p:cNvPr id="48" name="Text 15" descr="TEMP_Z_ORDER_28"/>
            <p:cNvSpPr/>
            <p:nvPr>
              <p:custDataLst>
                <p:tags r:id="rId41"/>
              </p:custDataLst>
            </p:nvPr>
          </p:nvSpPr>
          <p:spPr>
            <a:xfrm>
              <a:off x="187960" y="-543560"/>
              <a:ext cx="152400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安全建设管理</a:t>
              </a:r>
              <a:endParaRPr lang="en-US" sz="200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49" name="Text 16" descr="TEMP_Z_ORDER_29"/>
            <p:cNvSpPr/>
            <p:nvPr>
              <p:custDataLst>
                <p:tags r:id="rId42"/>
              </p:custDataLst>
            </p:nvPr>
          </p:nvSpPr>
          <p:spPr>
            <a:xfrm>
              <a:off x="-513081" y="96520"/>
              <a:ext cx="2514600" cy="229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产品采购、外包软件开发</a:t>
              </a:r>
              <a:endParaRPr lang="en-US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43"/>
            </p:custDataLst>
          </p:nvPr>
        </p:nvGrpSpPr>
        <p:grpSpPr>
          <a:xfrm>
            <a:off x="8244840" y="4373880"/>
            <a:ext cx="2545080" cy="960755"/>
            <a:chOff x="-635000" y="-635000"/>
            <a:chExt cx="2545080" cy="960755"/>
          </a:xfrm>
        </p:grpSpPr>
        <p:pic>
          <p:nvPicPr>
            <p:cNvPr id="51" name="Image 13" descr="TEMP_Z_ORDER_30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45080" cy="548640"/>
            </a:xfrm>
            <a:prstGeom prst="rect">
              <a:avLst/>
            </a:prstGeom>
          </p:spPr>
        </p:pic>
        <p:sp>
          <p:nvSpPr>
            <p:cNvPr id="52" name="Text 17" descr="TEMP_Z_ORDER_31"/>
            <p:cNvSpPr/>
            <p:nvPr>
              <p:custDataLst>
                <p:tags r:id="rId45"/>
              </p:custDataLst>
            </p:nvPr>
          </p:nvSpPr>
          <p:spPr>
            <a:xfrm>
              <a:off x="-391160" y="-543560"/>
              <a:ext cx="299720" cy="384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00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06</a:t>
              </a:r>
              <a:endParaRPr lang="en-US" sz="200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53" name="Image 14" descr="TEMP_Z_ORDER_32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35560" y="-467360"/>
              <a:ext cx="15240" cy="213360"/>
            </a:xfrm>
            <a:prstGeom prst="rect">
              <a:avLst/>
            </a:prstGeom>
          </p:spPr>
        </p:pic>
        <p:sp>
          <p:nvSpPr>
            <p:cNvPr id="54" name="Text 18" descr="TEMP_Z_ORDER_33"/>
            <p:cNvSpPr/>
            <p:nvPr>
              <p:custDataLst>
                <p:tags r:id="rId47"/>
              </p:custDataLst>
            </p:nvPr>
          </p:nvSpPr>
          <p:spPr>
            <a:xfrm>
              <a:off x="203200" y="-543560"/>
              <a:ext cx="152400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安全运维管理</a:t>
              </a:r>
              <a:endParaRPr lang="en-US" sz="200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55" name="Text 19" descr="TEMP_Z_ORDER_34"/>
            <p:cNvSpPr/>
            <p:nvPr>
              <p:custDataLst>
                <p:tags r:id="rId48"/>
              </p:custDataLst>
            </p:nvPr>
          </p:nvSpPr>
          <p:spPr>
            <a:xfrm>
              <a:off x="-513082" y="96520"/>
              <a:ext cx="1828800" cy="229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工控环境运维管理</a:t>
              </a:r>
              <a:endParaRPr lang="en-US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sp>
        <p:nvSpPr>
          <p:cNvPr id="37" name="Text 20"/>
          <p:cNvSpPr/>
          <p:nvPr>
            <p:custDataLst>
              <p:tags r:id="rId49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等保2.0对工控安全的基本要求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74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5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75"/>
                            </p:stCondLst>
                            <p:childTnLst>
                              <p:par>
                                <p:cTn id="26" presetID="3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25"/>
                            </p:stCondLst>
                            <p:childTnLst>
                              <p:par>
                                <p:cTn id="33" presetID="3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275"/>
                            </p:stCondLst>
                            <p:childTnLst>
                              <p:par>
                                <p:cTn id="40" presetID="3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25"/>
                            </p:stCondLst>
                            <p:childTnLst>
                              <p:par>
                                <p:cTn id="47" presetID="3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775"/>
                            </p:stCondLst>
                            <p:childTnLst>
                              <p:par>
                                <p:cTn id="54" presetID="3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1097280"/>
            <a:ext cx="2438400" cy="2038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1600">
                <a:solidFill>
                  <a:srgbClr val="59595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本节重点掌握（第三级）：</a:t>
            </a:r>
            <a:endParaRPr lang="en-US" sz="1600">
              <a:solidFill>
                <a:srgbClr val="595959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6" name="Text 20"/>
          <p:cNvSpPr/>
          <p:nvPr>
            <p:custDataLst>
              <p:tags r:id="rId8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工控安全扩展要求——核心指标</a:t>
            </a:r>
            <a:endParaRPr lang="en-US" sz="2760"/>
          </a:p>
        </p:txBody>
      </p:sp>
      <p:graphicFrame>
        <p:nvGraphicFramePr>
          <p:cNvPr id="6" name="表格 5"/>
          <p:cNvGraphicFramePr/>
          <p:nvPr/>
        </p:nvGraphicFramePr>
        <p:xfrm>
          <a:off x="950595" y="1546225"/>
          <a:ext cx="10415905" cy="4293870"/>
        </p:xfrm>
        <a:graphic>
          <a:graphicData uri="http://schemas.openxmlformats.org/drawingml/2006/table">
            <a:tbl>
              <a:tblPr/>
              <a:tblGrid>
                <a:gridCol w="1728470"/>
                <a:gridCol w="4039870"/>
                <a:gridCol w="4647565"/>
              </a:tblGrid>
              <a:tr h="441960">
                <a:tc>
                  <a:txBody>
                    <a:bodyPr/>
                    <a:p>
                      <a:pPr algn="ctr" fontAlgn="ctr"/>
                      <a:r>
                        <a:rPr lang="zh-CN" altLang="en-US" sz="2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维度</a:t>
                      </a:r>
                      <a:endParaRPr lang="zh-CN" altLang="en-US" sz="2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核心检查项</a:t>
                      </a:r>
                      <a:endParaRPr lang="zh-CN" altLang="en-US" sz="2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标准要求</a:t>
                      </a:r>
                      <a:endParaRPr lang="zh-CN" altLang="en-US" sz="2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访问控制</a:t>
                      </a:r>
                      <a:endParaRPr lang="zh-CN" altLang="en-US" sz="1800" b="1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工控系统与企业其他系统之间区域隔离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应采用单向技术隔离手段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0225">
                <a:tc>
                  <a:txBody>
                    <a:bodyPr/>
                    <a:p>
                      <a:pPr algn="ctr" fontAlgn="ctr"/>
                      <a:endParaRPr sz="1800" b="1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工控系统内部安全域隔离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应根据业务特点划分不同安全域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0225">
                <a:tc>
                  <a:txBody>
                    <a:bodyPr/>
                    <a:p>
                      <a:pPr algn="ctr" fontAlgn="ctr"/>
                      <a:endParaRPr sz="1800" b="1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实时控制系统物理隔离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应使用独立网络设备组网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0225">
                <a:tc>
                  <a:txBody>
                    <a:bodyPr/>
                    <a:p>
                      <a:pPr algn="ctr" fontAlgn="ctr"/>
                      <a:endParaRPr sz="1800" b="1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穿越边界的通用服务限制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禁止</a:t>
                      </a:r>
                      <a:r>
                        <a:rPr lang="en-US" altLang="zh-CN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E-Mail/Web/Telnet/FTP</a:t>
                      </a:r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穿越边界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7700"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控制设备安全</a:t>
                      </a:r>
                      <a:endParaRPr lang="zh-CN" altLang="en-US" sz="1800" b="1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控制设备身份鉴别</a:t>
                      </a:r>
                      <a:r>
                        <a:rPr lang="en-US" altLang="zh-CN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访问控制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应由上位机或管理手段实现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65835"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无线使用</a:t>
                      </a:r>
                      <a:endParaRPr lang="zh-CN" altLang="en-US" sz="1800" b="1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无线通信加密认证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应提供唯一性标识和鉴别，且通信过程应采用加密技术保障数据机密性与完整性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F8F8FA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1" animBg="1"/>
      <p:bldP spid="5" grpId="2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5" name="组合 44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5754624" cy="853440"/>
            <a:chOff x="-635000" y="-635000"/>
            <a:chExt cx="5754624" cy="853440"/>
          </a:xfrm>
        </p:grpSpPr>
        <p:pic>
          <p:nvPicPr>
            <p:cNvPr id="46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91440" cy="243840"/>
            </a:xfrm>
            <a:prstGeom prst="rect">
              <a:avLst/>
            </a:prstGeom>
          </p:spPr>
        </p:pic>
        <p:sp>
          <p:nvSpPr>
            <p:cNvPr id="47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421640" y="-63500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任务名称</a:t>
              </a:r>
              <a:endParaRPr lang="en-US" sz="2160"/>
            </a:p>
          </p:txBody>
        </p:sp>
        <p:sp>
          <p:nvSpPr>
            <p:cNvPr id="48" name="Text 1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452120" y="-101600"/>
              <a:ext cx="2148523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工控系统五层架构认知</a:t>
              </a:r>
              <a:endParaRPr lang="en-US" sz="1680"/>
            </a:p>
          </p:txBody>
        </p:sp>
      </p:grpSp>
      <p:grpSp>
        <p:nvGrpSpPr>
          <p:cNvPr id="49" name="组合 48"/>
          <p:cNvGrpSpPr/>
          <p:nvPr>
            <p:custDataLst>
              <p:tags r:id="rId13"/>
            </p:custDataLst>
          </p:nvPr>
        </p:nvGrpSpPr>
        <p:grpSpPr>
          <a:xfrm>
            <a:off x="609600" y="2468880"/>
            <a:ext cx="5754624" cy="853440"/>
            <a:chOff x="-635000" y="-635000"/>
            <a:chExt cx="5754624" cy="853440"/>
          </a:xfrm>
        </p:grpSpPr>
        <p:pic>
          <p:nvPicPr>
            <p:cNvPr id="50" name="Image 4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91440" cy="243840"/>
            </a:xfrm>
            <a:prstGeom prst="rect">
              <a:avLst/>
            </a:prstGeom>
          </p:spPr>
        </p:pic>
        <p:sp>
          <p:nvSpPr>
            <p:cNvPr id="51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421640" y="-63500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任务场景</a:t>
              </a:r>
              <a:endParaRPr lang="en-US" sz="2160"/>
            </a:p>
          </p:txBody>
        </p:sp>
        <p:sp>
          <p:nvSpPr>
            <p:cNvPr id="52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-452120" y="-101600"/>
              <a:ext cx="3469703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教师提供“某化工厂DCS系统架构图”</a:t>
              </a:r>
              <a:endParaRPr lang="en-US" sz="1680"/>
            </a:p>
          </p:txBody>
        </p:sp>
      </p:grpSp>
      <p:grpSp>
        <p:nvGrpSpPr>
          <p:cNvPr id="27" name="组合 26"/>
          <p:cNvGrpSpPr/>
          <p:nvPr>
            <p:custDataLst>
              <p:tags r:id="rId17"/>
            </p:custDataLst>
          </p:nvPr>
        </p:nvGrpSpPr>
        <p:grpSpPr>
          <a:xfrm>
            <a:off x="609600" y="3505200"/>
            <a:ext cx="4105836" cy="2087251"/>
            <a:chOff x="-635000" y="-635000"/>
            <a:chExt cx="3740944" cy="2054847"/>
          </a:xfrm>
        </p:grpSpPr>
        <p:pic>
          <p:nvPicPr>
            <p:cNvPr id="28" name="Image 5" descr="TEMP_Z_ORDER_9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91440" cy="243840"/>
            </a:xfrm>
            <a:prstGeom prst="rect">
              <a:avLst/>
            </a:prstGeom>
          </p:spPr>
        </p:pic>
        <p:sp>
          <p:nvSpPr>
            <p:cNvPr id="29" name="Text 4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-421640" y="-635000"/>
              <a:ext cx="1109535" cy="2713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任务内容</a:t>
              </a:r>
              <a:endParaRPr lang="en-US" sz="2160"/>
            </a:p>
          </p:txBody>
        </p:sp>
        <p:sp>
          <p:nvSpPr>
            <p:cNvPr id="30" name="Text 5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452120" y="-71120"/>
              <a:ext cx="208439" cy="36320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①</a:t>
              </a:r>
              <a:endParaRPr lang="en-US" sz="1920"/>
            </a:p>
          </p:txBody>
        </p:sp>
        <p:sp>
          <p:nvSpPr>
            <p:cNvPr id="31" name="Text 6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116840" y="-101600"/>
              <a:ext cx="2363375" cy="21067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识别架构图中的五层划分</a:t>
              </a:r>
              <a:endParaRPr lang="en-US" sz="1680"/>
            </a:p>
          </p:txBody>
        </p:sp>
        <p:sp>
          <p:nvSpPr>
            <p:cNvPr id="32" name="Text 7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452120" y="309880"/>
              <a:ext cx="208439" cy="36320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②</a:t>
              </a:r>
              <a:endParaRPr lang="en-US" sz="1920"/>
            </a:p>
          </p:txBody>
        </p:sp>
        <p:sp>
          <p:nvSpPr>
            <p:cNvPr id="33" name="Text 8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-116840" y="279400"/>
              <a:ext cx="1933670" cy="21067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标注各层的主要设备</a:t>
              </a:r>
              <a:endParaRPr lang="en-US" sz="1680"/>
            </a:p>
          </p:txBody>
        </p:sp>
        <p:sp>
          <p:nvSpPr>
            <p:cNvPr id="34" name="Text 9" descr="TEMP_Z_ORDER_15"/>
            <p:cNvSpPr/>
            <p:nvPr>
              <p:custDataLst>
                <p:tags r:id="rId24"/>
              </p:custDataLst>
            </p:nvPr>
          </p:nvSpPr>
          <p:spPr>
            <a:xfrm>
              <a:off x="-452120" y="675640"/>
              <a:ext cx="208439" cy="36320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③</a:t>
              </a:r>
              <a:endParaRPr lang="en-US" sz="1920"/>
            </a:p>
          </p:txBody>
        </p:sp>
        <p:sp>
          <p:nvSpPr>
            <p:cNvPr id="35" name="Text 10" descr="TEMP_Z_ORDER_16"/>
            <p:cNvSpPr/>
            <p:nvPr>
              <p:custDataLst>
                <p:tags r:id="rId25"/>
              </p:custDataLst>
            </p:nvPr>
          </p:nvSpPr>
          <p:spPr>
            <a:xfrm>
              <a:off x="-116840" y="645160"/>
              <a:ext cx="2148523" cy="21067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找出架构中的安全隐患</a:t>
              </a:r>
              <a:endParaRPr lang="en-US" sz="1680"/>
            </a:p>
          </p:txBody>
        </p:sp>
        <p:sp>
          <p:nvSpPr>
            <p:cNvPr id="36" name="Text 11" descr="TEMP_Z_ORDER_17"/>
            <p:cNvSpPr/>
            <p:nvPr>
              <p:custDataLst>
                <p:tags r:id="rId26"/>
              </p:custDataLst>
            </p:nvPr>
          </p:nvSpPr>
          <p:spPr>
            <a:xfrm>
              <a:off x="-452120" y="1056640"/>
              <a:ext cx="208439" cy="36320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④</a:t>
              </a:r>
              <a:endParaRPr lang="en-US" sz="1920"/>
            </a:p>
          </p:txBody>
        </p:sp>
        <p:sp>
          <p:nvSpPr>
            <p:cNvPr id="37" name="Text 12" descr="TEMP_Z_ORDER_18"/>
            <p:cNvSpPr/>
            <p:nvPr>
              <p:custDataLst>
                <p:tags r:id="rId27"/>
              </p:custDataLst>
            </p:nvPr>
          </p:nvSpPr>
          <p:spPr>
            <a:xfrm>
              <a:off x="-116840" y="1026160"/>
              <a:ext cx="3222784" cy="21067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填写《工控系统架构认知记录表》</a:t>
              </a:r>
              <a:endParaRPr lang="en-US" sz="1680"/>
            </a:p>
          </p:txBody>
        </p:sp>
      </p:grpSp>
      <p:grpSp>
        <p:nvGrpSpPr>
          <p:cNvPr id="41" name="组合 40"/>
          <p:cNvGrpSpPr/>
          <p:nvPr>
            <p:custDataLst>
              <p:tags r:id="rId28"/>
            </p:custDataLst>
          </p:nvPr>
        </p:nvGrpSpPr>
        <p:grpSpPr>
          <a:xfrm>
            <a:off x="609600" y="5654040"/>
            <a:ext cx="2895600" cy="594360"/>
            <a:chOff x="-635000" y="-635000"/>
            <a:chExt cx="2895600" cy="594360"/>
          </a:xfrm>
        </p:grpSpPr>
        <p:pic>
          <p:nvPicPr>
            <p:cNvPr id="42" name="Image 6" descr="TEMP_Z_ORDER_19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-635000" y="-635000"/>
              <a:ext cx="2895600" cy="594360"/>
            </a:xfrm>
            <a:prstGeom prst="rect">
              <a:avLst/>
            </a:prstGeom>
          </p:spPr>
        </p:pic>
        <p:pic>
          <p:nvPicPr>
            <p:cNvPr id="43" name="Image 7" descr="TEMP_Z_ORDER_20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375920" y="-452120"/>
              <a:ext cx="243840" cy="243840"/>
            </a:xfrm>
            <a:prstGeom prst="rect">
              <a:avLst/>
            </a:prstGeom>
          </p:spPr>
        </p:pic>
        <p:sp>
          <p:nvSpPr>
            <p:cNvPr id="44" name="Text 13" descr="TEMP_Z_ORDER_21"/>
            <p:cNvSpPr/>
            <p:nvPr>
              <p:custDataLst>
                <p:tags r:id="rId34"/>
              </p:custDataLst>
            </p:nvPr>
          </p:nvSpPr>
          <p:spPr>
            <a:xfrm>
              <a:off x="-10160" y="-497840"/>
              <a:ext cx="2020252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</a:rPr>
                <a:t>时间安排：约20分钟</a:t>
              </a:r>
              <a:endParaRPr lang="en-US" sz="1680"/>
            </a:p>
          </p:txBody>
        </p:sp>
      </p:grpSp>
      <p:grpSp>
        <p:nvGrpSpPr>
          <p:cNvPr id="38" name="组合 37"/>
          <p:cNvGrpSpPr/>
          <p:nvPr>
            <p:custDataLst>
              <p:tags r:id="rId35"/>
            </p:custDataLst>
          </p:nvPr>
        </p:nvGrpSpPr>
        <p:grpSpPr>
          <a:xfrm>
            <a:off x="6720840" y="1371600"/>
            <a:ext cx="4876800" cy="4876800"/>
            <a:chOff x="-635000" y="-635000"/>
            <a:chExt cx="4876800" cy="4876800"/>
          </a:xfrm>
        </p:grpSpPr>
        <p:pic>
          <p:nvPicPr>
            <p:cNvPr id="39" name="Image 8" descr="TEMP_Z_ORDER_22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-635000" y="-635000"/>
              <a:ext cx="4876800" cy="4876800"/>
            </a:xfrm>
            <a:prstGeom prst="rect">
              <a:avLst/>
            </a:prstGeom>
          </p:spPr>
        </p:pic>
        <p:pic>
          <p:nvPicPr>
            <p:cNvPr id="40" name="Image 9" descr="TEMP_Z_ORDER_23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/>
            <a:stretch>
              <a:fillRect/>
            </a:stretch>
          </p:blipFill>
          <p:spPr>
            <a:xfrm>
              <a:off x="-497840" y="-497840"/>
              <a:ext cx="4602480" cy="4602480"/>
            </a:xfrm>
            <a:prstGeom prst="rect">
              <a:avLst/>
            </a:prstGeom>
          </p:spPr>
        </p:pic>
      </p:grpSp>
      <p:sp>
        <p:nvSpPr>
          <p:cNvPr id="26" name="Text 14"/>
          <p:cNvSpPr/>
          <p:nvPr>
            <p:custDataLst>
              <p:tags r:id="rId4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实践任务1——工控系统架构认知（20分钟）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915400" y="28956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showAsIcon="1" r:id="rId41" imgW="971550" imgH="666750" progId="Word.Document.12">
                  <p:embed/>
                </p:oleObj>
              </mc:Choice>
              <mc:Fallback>
                <p:oleObj name="" showAsIcon="1" r:id="rId41" imgW="971550" imgH="666750" progId="Word.Document.12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8915400" y="28956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609600" y="1615440"/>
          <a:ext cx="10972801" cy="4023360"/>
        </p:xfrm>
        <a:graphic>
          <a:graphicData uri="http://schemas.openxmlformats.org/drawingml/2006/table">
            <a:tbl>
              <a:tblPr/>
              <a:tblGrid>
                <a:gridCol w="4013695"/>
                <a:gridCol w="5646643"/>
                <a:gridCol w="1312463"/>
              </a:tblGrid>
              <a:tr h="6705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观察项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安全说明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记录内容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五层架构是否完整？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各层缺失将影响整体安全防护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各层主要设备是什么？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识别设备类型是安全分析的前提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层间隔离措施是什么？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等保要求区域间采取技术隔离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企业层与工控层的连接方式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工控系统与企业其他系统之间应采用单向隔离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是否存在可被利用的安全弱点？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识别脆弱性是风险评估的基础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>
            <p:custDataLst>
              <p:tags r:id="rId8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实践任务1——《工控系统架构认知记录表》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1" name="组合 50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5730240" cy="4876800"/>
            <a:chOff x="-635000" y="-635000"/>
            <a:chExt cx="5730240" cy="4876800"/>
          </a:xfrm>
        </p:grpSpPr>
        <p:pic>
          <p:nvPicPr>
            <p:cNvPr id="52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730240" cy="4876800"/>
            </a:xfrm>
            <a:prstGeom prst="rect">
              <a:avLst/>
            </a:prstGeom>
          </p:spPr>
        </p:pic>
        <p:pic>
          <p:nvPicPr>
            <p:cNvPr id="53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75920" y="-284480"/>
              <a:ext cx="91440" cy="243840"/>
            </a:xfrm>
            <a:prstGeom prst="rect">
              <a:avLst/>
            </a:prstGeom>
          </p:spPr>
        </p:pic>
        <p:sp>
          <p:nvSpPr>
            <p:cNvPr id="54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162560" y="-375920"/>
              <a:ext cx="1664303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安全缺陷清单</a:t>
              </a:r>
              <a:endParaRPr lang="en-US" sz="2160"/>
            </a:p>
          </p:txBody>
        </p:sp>
        <p:pic>
          <p:nvPicPr>
            <p:cNvPr id="55" name="Image 5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375920" y="218440"/>
              <a:ext cx="5212080" cy="533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6" name="Image 6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208280" y="325120"/>
              <a:ext cx="304800" cy="304800"/>
            </a:xfrm>
            <a:prstGeom prst="rect">
              <a:avLst/>
            </a:prstGeom>
          </p:spPr>
        </p:pic>
        <p:sp>
          <p:nvSpPr>
            <p:cNvPr id="57" name="Text 1" descr="TEMP_Z_ORDER_8"/>
            <p:cNvSpPr/>
            <p:nvPr>
              <p:custDataLst>
                <p:tags r:id="rId20"/>
              </p:custDataLst>
            </p:nvPr>
          </p:nvSpPr>
          <p:spPr>
            <a:xfrm>
              <a:off x="-115443" y="336982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</a:t>
              </a:r>
              <a:endParaRPr lang="en-US" sz="1440"/>
            </a:p>
          </p:txBody>
        </p:sp>
        <p:sp>
          <p:nvSpPr>
            <p:cNvPr id="58" name="Text 2" descr="TEMP_Z_ORDER_9"/>
            <p:cNvSpPr/>
            <p:nvPr>
              <p:custDataLst>
                <p:tags r:id="rId21"/>
              </p:custDataLst>
            </p:nvPr>
          </p:nvSpPr>
          <p:spPr>
            <a:xfrm>
              <a:off x="279400" y="325120"/>
              <a:ext cx="3007932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工控设备使用默认口令或弱口令</a:t>
              </a:r>
              <a:endParaRPr lang="en-US" sz="1680"/>
            </a:p>
          </p:txBody>
        </p:sp>
        <p:pic>
          <p:nvPicPr>
            <p:cNvPr id="59" name="Image 7" descr="TEMP_Z_ORDER_10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375920" y="873760"/>
              <a:ext cx="5212080" cy="533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0" name="Image 8" descr="TEMP_Z_ORDER_11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208280" y="980440"/>
              <a:ext cx="304800" cy="304800"/>
            </a:xfrm>
            <a:prstGeom prst="rect">
              <a:avLst/>
            </a:prstGeom>
          </p:spPr>
        </p:pic>
        <p:sp>
          <p:nvSpPr>
            <p:cNvPr id="61" name="Text 3" descr="TEMP_Z_ORDER_12"/>
            <p:cNvSpPr/>
            <p:nvPr>
              <p:custDataLst>
                <p:tags r:id="rId24"/>
              </p:custDataLst>
            </p:nvPr>
          </p:nvSpPr>
          <p:spPr>
            <a:xfrm>
              <a:off x="-115443" y="992302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</a:t>
              </a:r>
              <a:endParaRPr lang="en-US" sz="1440"/>
            </a:p>
          </p:txBody>
        </p:sp>
        <p:sp>
          <p:nvSpPr>
            <p:cNvPr id="62" name="Text 4" descr="TEMP_Z_ORDER_13"/>
            <p:cNvSpPr/>
            <p:nvPr>
              <p:custDataLst>
                <p:tags r:id="rId25"/>
              </p:custDataLst>
            </p:nvPr>
          </p:nvSpPr>
          <p:spPr>
            <a:xfrm>
              <a:off x="279400" y="965200"/>
              <a:ext cx="3222784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工控系统与企业办公网络直接连接</a:t>
              </a:r>
              <a:endParaRPr lang="en-US" sz="1680"/>
            </a:p>
          </p:txBody>
        </p:sp>
        <p:pic>
          <p:nvPicPr>
            <p:cNvPr id="63" name="Image 9" descr="TEMP_Z_ORDER_1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375920" y="1513840"/>
              <a:ext cx="5212080" cy="533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4" name="Image 10" descr="TEMP_Z_ORDER_15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208280" y="1620520"/>
              <a:ext cx="304800" cy="304800"/>
            </a:xfrm>
            <a:prstGeom prst="rect">
              <a:avLst/>
            </a:prstGeom>
          </p:spPr>
        </p:pic>
        <p:sp>
          <p:nvSpPr>
            <p:cNvPr id="65" name="Text 5" descr="TEMP_Z_ORDER_16"/>
            <p:cNvSpPr/>
            <p:nvPr>
              <p:custDataLst>
                <p:tags r:id="rId28"/>
              </p:custDataLst>
            </p:nvPr>
          </p:nvSpPr>
          <p:spPr>
            <a:xfrm>
              <a:off x="-115443" y="1632382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3</a:t>
              </a:r>
              <a:endParaRPr lang="en-US" sz="1440"/>
            </a:p>
          </p:txBody>
        </p:sp>
        <p:sp>
          <p:nvSpPr>
            <p:cNvPr id="66" name="Text 6" descr="TEMP_Z_ORDER_17"/>
            <p:cNvSpPr/>
            <p:nvPr>
              <p:custDataLst>
                <p:tags r:id="rId29"/>
              </p:custDataLst>
            </p:nvPr>
          </p:nvSpPr>
          <p:spPr>
            <a:xfrm>
              <a:off x="279400" y="1620520"/>
              <a:ext cx="3918648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工控协议（如Modbus）无认证/加密机制</a:t>
              </a:r>
              <a:endParaRPr lang="en-US" sz="1680"/>
            </a:p>
          </p:txBody>
        </p:sp>
        <p:pic>
          <p:nvPicPr>
            <p:cNvPr id="67" name="Image 11" descr="TEMP_Z_ORDER_18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375920" y="2169160"/>
              <a:ext cx="5212080" cy="533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8" name="Image 12" descr="TEMP_Z_ORDER_19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208280" y="2275840"/>
              <a:ext cx="304800" cy="304800"/>
            </a:xfrm>
            <a:prstGeom prst="rect">
              <a:avLst/>
            </a:prstGeom>
          </p:spPr>
        </p:pic>
        <p:sp>
          <p:nvSpPr>
            <p:cNvPr id="69" name="Text 7" descr="TEMP_Z_ORDER_20"/>
            <p:cNvSpPr/>
            <p:nvPr>
              <p:custDataLst>
                <p:tags r:id="rId32"/>
              </p:custDataLst>
            </p:nvPr>
          </p:nvSpPr>
          <p:spPr>
            <a:xfrm>
              <a:off x="-115443" y="2287702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4</a:t>
              </a:r>
              <a:endParaRPr lang="en-US" sz="1440"/>
            </a:p>
          </p:txBody>
        </p:sp>
        <p:sp>
          <p:nvSpPr>
            <p:cNvPr id="70" name="Text 8" descr="TEMP_Z_ORDER_21"/>
            <p:cNvSpPr/>
            <p:nvPr>
              <p:custDataLst>
                <p:tags r:id="rId33"/>
              </p:custDataLst>
            </p:nvPr>
          </p:nvSpPr>
          <p:spPr>
            <a:xfrm>
              <a:off x="279400" y="2260600"/>
              <a:ext cx="214852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工控设备补丁更新困难</a:t>
              </a:r>
              <a:endParaRPr lang="en-US" sz="1680"/>
            </a:p>
          </p:txBody>
        </p:sp>
        <p:pic>
          <p:nvPicPr>
            <p:cNvPr id="71" name="Image 13" descr="TEMP_Z_ORDER_22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375920" y="2809240"/>
              <a:ext cx="5212080" cy="533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72" name="Image 14" descr="TEMP_Z_ORDER_23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208280" y="2915920"/>
              <a:ext cx="304800" cy="304800"/>
            </a:xfrm>
            <a:prstGeom prst="rect">
              <a:avLst/>
            </a:prstGeom>
          </p:spPr>
        </p:pic>
        <p:sp>
          <p:nvSpPr>
            <p:cNvPr id="73" name="Text 9" descr="TEMP_Z_ORDER_24"/>
            <p:cNvSpPr/>
            <p:nvPr>
              <p:custDataLst>
                <p:tags r:id="rId36"/>
              </p:custDataLst>
            </p:nvPr>
          </p:nvSpPr>
          <p:spPr>
            <a:xfrm>
              <a:off x="-115443" y="2927782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5</a:t>
              </a:r>
              <a:endParaRPr lang="en-US" sz="1440"/>
            </a:p>
          </p:txBody>
        </p:sp>
        <p:sp>
          <p:nvSpPr>
            <p:cNvPr id="74" name="Text 10" descr="TEMP_Z_ORDER_25"/>
            <p:cNvSpPr/>
            <p:nvPr>
              <p:custDataLst>
                <p:tags r:id="rId37"/>
              </p:custDataLst>
            </p:nvPr>
          </p:nvSpPr>
          <p:spPr>
            <a:xfrm>
              <a:off x="279400" y="2915920"/>
              <a:ext cx="279307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远程维护端口直接暴露在公网</a:t>
              </a:r>
              <a:endParaRPr lang="en-US" sz="1680"/>
            </a:p>
          </p:txBody>
        </p:sp>
        <p:pic>
          <p:nvPicPr>
            <p:cNvPr id="75" name="Image 15" descr="TEMP_Z_ORDER_26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375920" y="3464560"/>
              <a:ext cx="5212080" cy="533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76" name="Image 16" descr="TEMP_Z_ORDER_27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208280" y="3571240"/>
              <a:ext cx="304800" cy="304800"/>
            </a:xfrm>
            <a:prstGeom prst="rect">
              <a:avLst/>
            </a:prstGeom>
          </p:spPr>
        </p:pic>
        <p:sp>
          <p:nvSpPr>
            <p:cNvPr id="77" name="Text 11" descr="TEMP_Z_ORDER_28"/>
            <p:cNvSpPr/>
            <p:nvPr>
              <p:custDataLst>
                <p:tags r:id="rId40"/>
              </p:custDataLst>
            </p:nvPr>
          </p:nvSpPr>
          <p:spPr>
            <a:xfrm>
              <a:off x="-115443" y="3583102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6</a:t>
              </a:r>
              <a:endParaRPr lang="en-US" sz="1440"/>
            </a:p>
          </p:txBody>
        </p:sp>
        <p:sp>
          <p:nvSpPr>
            <p:cNvPr id="78" name="Text 12" descr="TEMP_Z_ORDER_29"/>
            <p:cNvSpPr/>
            <p:nvPr>
              <p:custDataLst>
                <p:tags r:id="rId41"/>
              </p:custDataLst>
            </p:nvPr>
          </p:nvSpPr>
          <p:spPr>
            <a:xfrm>
              <a:off x="279400" y="3556000"/>
              <a:ext cx="1718818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缺乏日志审计功能</a:t>
              </a:r>
              <a:endParaRPr lang="en-US" sz="1680"/>
            </a:p>
          </p:txBody>
        </p:sp>
      </p:grpSp>
      <p:grpSp>
        <p:nvGrpSpPr>
          <p:cNvPr id="92" name="组合 91"/>
          <p:cNvGrpSpPr/>
          <p:nvPr>
            <p:custDataLst>
              <p:tags r:id="rId42"/>
            </p:custDataLst>
          </p:nvPr>
        </p:nvGrpSpPr>
        <p:grpSpPr>
          <a:xfrm>
            <a:off x="6705600" y="1371600"/>
            <a:ext cx="4876800" cy="2484120"/>
            <a:chOff x="-635000" y="-635000"/>
            <a:chExt cx="4876800" cy="2484120"/>
          </a:xfrm>
        </p:grpSpPr>
        <p:pic>
          <p:nvPicPr>
            <p:cNvPr id="93" name="Image 17" descr="TEMP_Z_ORDER_30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876800" cy="24841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94" name="Text 13" descr="TEMP_Z_ORDER_31"/>
            <p:cNvSpPr/>
            <p:nvPr>
              <p:custDataLst>
                <p:tags r:id="rId46"/>
              </p:custDataLst>
            </p:nvPr>
          </p:nvSpPr>
          <p:spPr>
            <a:xfrm>
              <a:off x="-375920" y="-375920"/>
              <a:ext cx="737553" cy="2659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6B7280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任务名称</a:t>
              </a:r>
              <a:endParaRPr lang="en-US" sz="1440"/>
            </a:p>
          </p:txBody>
        </p:sp>
        <p:sp>
          <p:nvSpPr>
            <p:cNvPr id="95" name="Text 14" descr="TEMP_Z_ORDER_32"/>
            <p:cNvSpPr/>
            <p:nvPr>
              <p:custDataLst>
                <p:tags r:id="rId47"/>
              </p:custDataLst>
            </p:nvPr>
          </p:nvSpPr>
          <p:spPr>
            <a:xfrm>
              <a:off x="-375920" y="-40640"/>
              <a:ext cx="2363375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工控系统安全脆弱点分析</a:t>
              </a:r>
              <a:endParaRPr lang="en-US" sz="1680"/>
            </a:p>
          </p:txBody>
        </p:sp>
        <p:pic>
          <p:nvPicPr>
            <p:cNvPr id="96" name="Image 18" descr="TEMP_Z_ORDER_33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-375920" y="462280"/>
              <a:ext cx="4358640" cy="15240"/>
            </a:xfrm>
            <a:prstGeom prst="rect">
              <a:avLst/>
            </a:prstGeom>
          </p:spPr>
        </p:pic>
        <p:sp>
          <p:nvSpPr>
            <p:cNvPr id="97" name="Text 15" descr="TEMP_Z_ORDER_34"/>
            <p:cNvSpPr/>
            <p:nvPr>
              <p:custDataLst>
                <p:tags r:id="rId51"/>
              </p:custDataLst>
            </p:nvPr>
          </p:nvSpPr>
          <p:spPr>
            <a:xfrm>
              <a:off x="-375920" y="660400"/>
              <a:ext cx="737553" cy="2659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6B7280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任务场景</a:t>
              </a:r>
              <a:endParaRPr lang="en-US" sz="1440"/>
            </a:p>
          </p:txBody>
        </p:sp>
        <p:sp>
          <p:nvSpPr>
            <p:cNvPr id="98" name="Text 16" descr="TEMP_Z_ORDER_35"/>
            <p:cNvSpPr/>
            <p:nvPr>
              <p:custDataLst>
                <p:tags r:id="rId52"/>
              </p:custDataLst>
            </p:nvPr>
          </p:nvSpPr>
          <p:spPr>
            <a:xfrm>
              <a:off x="-375920" y="1144270"/>
              <a:ext cx="4617720" cy="2965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教师提供工控系统常见安全缺陷清单，学生分析</a:t>
              </a:r>
              <a:endParaRPr lang="en-US" sz="1680"/>
            </a:p>
          </p:txBody>
        </p:sp>
      </p:grpSp>
      <p:grpSp>
        <p:nvGrpSpPr>
          <p:cNvPr id="79" name="组合 78"/>
          <p:cNvGrpSpPr/>
          <p:nvPr>
            <p:custDataLst>
              <p:tags r:id="rId53"/>
            </p:custDataLst>
          </p:nvPr>
        </p:nvGrpSpPr>
        <p:grpSpPr>
          <a:xfrm>
            <a:off x="6705600" y="3940810"/>
            <a:ext cx="4876800" cy="2520950"/>
            <a:chOff x="-635000" y="-635000"/>
            <a:chExt cx="4876800" cy="2590800"/>
          </a:xfrm>
        </p:grpSpPr>
        <p:pic>
          <p:nvPicPr>
            <p:cNvPr id="80" name="Image 19" descr="TEMP_Z_ORDER_36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876800" cy="25908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81" name="Text 17" descr="TEMP_Z_ORDER_37"/>
            <p:cNvSpPr/>
            <p:nvPr>
              <p:custDataLst>
                <p:tags r:id="rId57"/>
              </p:custDataLst>
            </p:nvPr>
          </p:nvSpPr>
          <p:spPr>
            <a:xfrm>
              <a:off x="-391160" y="-391160"/>
              <a:ext cx="1109535" cy="42679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任务内容</a:t>
              </a:r>
              <a:endParaRPr lang="en-US" sz="2160"/>
            </a:p>
          </p:txBody>
        </p:sp>
        <p:pic>
          <p:nvPicPr>
            <p:cNvPr id="82" name="Image 20" descr="TEMP_Z_ORDER_38"/>
            <p:cNvPicPr>
              <a:picLocks noChangeAspect="1"/>
            </p:cNvPicPr>
            <p:nvPr>
              <p:custDataLst>
                <p:tags r:id="rId58"/>
              </p:custDataLst>
            </p:nvPr>
          </p:nvPicPr>
          <p:blipFill>
            <a:blip r:embed="rId59"/>
            <a:stretch>
              <a:fillRect/>
            </a:stretch>
          </p:blipFill>
          <p:spPr>
            <a:xfrm>
              <a:off x="-391160" y="149860"/>
              <a:ext cx="4389120" cy="15240"/>
            </a:xfrm>
            <a:prstGeom prst="rect">
              <a:avLst/>
            </a:prstGeom>
          </p:spPr>
        </p:pic>
        <p:pic>
          <p:nvPicPr>
            <p:cNvPr id="83" name="Image 21" descr="TEMP_Z_ORDER_39"/>
            <p:cNvPicPr>
              <a:picLocks noChangeAspect="1"/>
            </p:cNvPicPr>
            <p:nvPr>
              <p:custDataLst>
                <p:tags r:id="rId60"/>
              </p:custDataLst>
            </p:nvPr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-391160" y="370840"/>
              <a:ext cx="304800" cy="304800"/>
            </a:xfrm>
            <a:prstGeom prst="rect">
              <a:avLst/>
            </a:prstGeom>
          </p:spPr>
        </p:pic>
        <p:sp>
          <p:nvSpPr>
            <p:cNvPr id="84" name="Text 18" descr="TEMP_Z_ORDER_40"/>
            <p:cNvSpPr/>
            <p:nvPr>
              <p:custDataLst>
                <p:tags r:id="rId63"/>
              </p:custDataLst>
            </p:nvPr>
          </p:nvSpPr>
          <p:spPr>
            <a:xfrm>
              <a:off x="-298323" y="373355"/>
              <a:ext cx="128270" cy="2845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</a:t>
              </a:r>
              <a:endParaRPr lang="en-US" sz="1440"/>
            </a:p>
          </p:txBody>
        </p:sp>
        <p:sp>
          <p:nvSpPr>
            <p:cNvPr id="85" name="Text 19" descr="TEMP_Z_ORDER_41"/>
            <p:cNvSpPr/>
            <p:nvPr>
              <p:custDataLst>
                <p:tags r:id="rId64"/>
              </p:custDataLst>
            </p:nvPr>
          </p:nvSpPr>
          <p:spPr>
            <a:xfrm>
              <a:off x="96520" y="340360"/>
              <a:ext cx="1718818" cy="30476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逐项分析安全风险</a:t>
              </a:r>
              <a:endParaRPr lang="en-US" sz="1680"/>
            </a:p>
          </p:txBody>
        </p:sp>
        <p:pic>
          <p:nvPicPr>
            <p:cNvPr id="86" name="Image 22" descr="TEMP_Z_ORDER_42"/>
            <p:cNvPicPr>
              <a:picLocks noChangeAspect="1"/>
            </p:cNvPicPr>
            <p:nvPr>
              <p:custDataLst>
                <p:tags r:id="rId65"/>
              </p:custDataLst>
            </p:nvPr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-391160" y="889000"/>
              <a:ext cx="304800" cy="304800"/>
            </a:xfrm>
            <a:prstGeom prst="rect">
              <a:avLst/>
            </a:prstGeom>
          </p:spPr>
        </p:pic>
        <p:sp>
          <p:nvSpPr>
            <p:cNvPr id="87" name="Text 20" descr="TEMP_Z_ORDER_43"/>
            <p:cNvSpPr/>
            <p:nvPr>
              <p:custDataLst>
                <p:tags r:id="rId66"/>
              </p:custDataLst>
            </p:nvPr>
          </p:nvSpPr>
          <p:spPr>
            <a:xfrm>
              <a:off x="-298323" y="891515"/>
              <a:ext cx="128270" cy="2845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</a:t>
              </a:r>
              <a:endParaRPr lang="en-US" sz="1440"/>
            </a:p>
          </p:txBody>
        </p:sp>
        <p:sp>
          <p:nvSpPr>
            <p:cNvPr id="88" name="Text 21" descr="TEMP_Z_ORDER_44"/>
            <p:cNvSpPr/>
            <p:nvPr>
              <p:custDataLst>
                <p:tags r:id="rId67"/>
              </p:custDataLst>
            </p:nvPr>
          </p:nvSpPr>
          <p:spPr>
            <a:xfrm>
              <a:off x="96520" y="858520"/>
              <a:ext cx="2148523" cy="30476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判断是否符合等保要求</a:t>
              </a:r>
              <a:endParaRPr lang="en-US" sz="1680"/>
            </a:p>
          </p:txBody>
        </p:sp>
        <p:pic>
          <p:nvPicPr>
            <p:cNvPr id="89" name="Image 23" descr="TEMP_Z_ORDER_45"/>
            <p:cNvPicPr>
              <a:picLocks noChangeAspect="1"/>
            </p:cNvPicPr>
            <p:nvPr>
              <p:custDataLst>
                <p:tags r:id="rId68"/>
              </p:custDataLst>
            </p:nvPr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-391160" y="1407160"/>
              <a:ext cx="304800" cy="304800"/>
            </a:xfrm>
            <a:prstGeom prst="rect">
              <a:avLst/>
            </a:prstGeom>
          </p:spPr>
        </p:pic>
        <p:sp>
          <p:nvSpPr>
            <p:cNvPr id="90" name="Text 22" descr="TEMP_Z_ORDER_46"/>
            <p:cNvSpPr/>
            <p:nvPr>
              <p:custDataLst>
                <p:tags r:id="rId69"/>
              </p:custDataLst>
            </p:nvPr>
          </p:nvSpPr>
          <p:spPr>
            <a:xfrm>
              <a:off x="-298323" y="1409675"/>
              <a:ext cx="128270" cy="2845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3</a:t>
              </a:r>
              <a:endParaRPr lang="en-US" sz="1440"/>
            </a:p>
          </p:txBody>
        </p:sp>
        <p:sp>
          <p:nvSpPr>
            <p:cNvPr id="91" name="Text 23" descr="TEMP_Z_ORDER_47"/>
            <p:cNvSpPr/>
            <p:nvPr>
              <p:custDataLst>
                <p:tags r:id="rId70"/>
              </p:custDataLst>
            </p:nvPr>
          </p:nvSpPr>
          <p:spPr>
            <a:xfrm>
              <a:off x="96519" y="1376681"/>
              <a:ext cx="1718818" cy="30476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提出初步改进建议</a:t>
              </a:r>
              <a:endParaRPr lang="en-US" sz="1680"/>
            </a:p>
          </p:txBody>
        </p:sp>
      </p:grpSp>
      <p:sp>
        <p:nvSpPr>
          <p:cNvPr id="50" name="Text 24"/>
          <p:cNvSpPr/>
          <p:nvPr>
            <p:custDataLst>
              <p:tags r:id="rId7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实践任务2——工控安全脆弱点分析（15分钟）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39400" y="14478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showAsIcon="1" r:id="rId72" imgW="971550" imgH="666750" progId="Word.Document.12">
                  <p:embed/>
                </p:oleObj>
              </mc:Choice>
              <mc:Fallback>
                <p:oleObj name="" showAsIcon="1" r:id="rId72" imgW="971550" imgH="666750" progId="Word.Document.12">
                  <p:embed/>
                  <p:pic>
                    <p:nvPicPr>
                      <p:cNvPr id="0" name="图片 5120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0439400" y="14478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8" name="组合 47"/>
          <p:cNvGrpSpPr/>
          <p:nvPr>
            <p:custDataLst>
              <p:tags r:id="rId7"/>
            </p:custDataLst>
          </p:nvPr>
        </p:nvGrpSpPr>
        <p:grpSpPr>
          <a:xfrm>
            <a:off x="594360" y="5437505"/>
            <a:ext cx="10972800" cy="751840"/>
            <a:chOff x="-650240" y="-699135"/>
            <a:chExt cx="10972800" cy="751840"/>
          </a:xfrm>
        </p:grpSpPr>
        <p:pic>
          <p:nvPicPr>
            <p:cNvPr id="49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50240" y="-699135"/>
              <a:ext cx="10972800" cy="751840"/>
            </a:xfrm>
            <a:prstGeom prst="rect">
              <a:avLst/>
            </a:prstGeom>
          </p:spPr>
        </p:pic>
        <p:sp>
          <p:nvSpPr>
            <p:cNvPr id="51" name="Text 0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1864360" y="-391161"/>
              <a:ext cx="665721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C00000"/>
                  </a:solidFill>
                </a:rPr>
                <a:t>工控安全无小事，一处疏忽可能造成不可挽回的损失。</a:t>
              </a:r>
              <a:endParaRPr lang="en-US" sz="2160" b="1">
                <a:solidFill>
                  <a:srgbClr val="C00000"/>
                </a:solidFill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2"/>
            </p:custDataLst>
          </p:nvPr>
        </p:nvGrpSpPr>
        <p:grpSpPr>
          <a:xfrm>
            <a:off x="609600" y="1371600"/>
            <a:ext cx="3413760" cy="3531235"/>
            <a:chOff x="-635000" y="-635000"/>
            <a:chExt cx="3413760" cy="3531235"/>
          </a:xfrm>
        </p:grpSpPr>
        <p:pic>
          <p:nvPicPr>
            <p:cNvPr id="28" name="Image 5" descr="TEMP_Z_ORDER_6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635000" y="-25400"/>
              <a:ext cx="3413760" cy="2921635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29" name="Text 1" descr="TEMP_Z_ORDER_7"/>
            <p:cNvSpPr/>
            <p:nvPr>
              <p:custDataLst>
                <p:tags r:id="rId16"/>
              </p:custDataLst>
            </p:nvPr>
          </p:nvSpPr>
          <p:spPr>
            <a:xfrm>
              <a:off x="-314960" y="355600"/>
              <a:ext cx="1109535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国家安全</a:t>
              </a:r>
              <a:endParaRPr lang="en-US" sz="2160"/>
            </a:p>
          </p:txBody>
        </p:sp>
        <p:sp>
          <p:nvSpPr>
            <p:cNvPr id="30" name="Text 2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455930" y="720725"/>
              <a:ext cx="3137535" cy="20078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1920" indent="-121920">
                <a:lnSpc>
                  <a:spcPct val="136000"/>
                </a:lnSpc>
                <a:buSzTx/>
                <a:buChar char="•"/>
              </a:pPr>
              <a:r>
                <a:rPr lang="en-US" sz="1600">
                  <a:solidFill>
                    <a:srgbClr val="374151"/>
                  </a:solidFill>
                </a:rPr>
                <a:t>工业控制系统是“关键信息基础设施”的核心</a:t>
              </a:r>
              <a:endParaRPr lang="en-US" sz="1600"/>
            </a:p>
            <a:p>
              <a:pPr marL="121920" indent="-121920">
                <a:lnSpc>
                  <a:spcPct val="136000"/>
                </a:lnSpc>
                <a:buSzTx/>
                <a:buChar char="•"/>
              </a:pPr>
              <a:r>
                <a:rPr lang="en-US" sz="1600">
                  <a:solidFill>
                    <a:srgbClr val="374151"/>
                  </a:solidFill>
                </a:rPr>
                <a:t>电力、石油、交通、供水——任何一个出问题，都将影响国计民生</a:t>
              </a:r>
              <a:endParaRPr lang="en-US" sz="1600"/>
            </a:p>
            <a:p>
              <a:pPr marL="121920" indent="-121920">
                <a:lnSpc>
                  <a:spcPct val="136000"/>
                </a:lnSpc>
                <a:buSzTx/>
                <a:buChar char="•"/>
              </a:pPr>
              <a:r>
                <a:rPr lang="en-US" sz="1600">
                  <a:solidFill>
                    <a:srgbClr val="374151"/>
                  </a:solidFill>
                </a:rPr>
                <a:t>震网病毒告诉我们：网络攻击可以摧毁物理设备</a:t>
              </a:r>
              <a:endParaRPr lang="en-US" sz="1600">
                <a:solidFill>
                  <a:srgbClr val="374151"/>
                </a:solidFill>
              </a:endParaRPr>
            </a:p>
          </p:txBody>
        </p:sp>
        <p:pic>
          <p:nvPicPr>
            <p:cNvPr id="31" name="Image 6" descr="TEMP_Z_ORDER_9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619760" y="-10160"/>
              <a:ext cx="3383280" cy="60960"/>
            </a:xfrm>
            <a:prstGeom prst="rect">
              <a:avLst/>
            </a:prstGeom>
          </p:spPr>
        </p:pic>
        <p:pic>
          <p:nvPicPr>
            <p:cNvPr id="32" name="Image 7" descr="TEMP_Z_ORDER_10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853440" cy="85344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33" name="Image 8" descr="TEMP_Z_ORDER_11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452120" y="-452120"/>
              <a:ext cx="487680" cy="487680"/>
            </a:xfrm>
            <a:prstGeom prst="rect">
              <a:avLst/>
            </a:prstGeom>
          </p:spPr>
        </p:pic>
      </p:grpSp>
      <p:grpSp>
        <p:nvGrpSpPr>
          <p:cNvPr id="41" name="组合 40"/>
          <p:cNvGrpSpPr/>
          <p:nvPr>
            <p:custDataLst>
              <p:tags r:id="rId26"/>
            </p:custDataLst>
          </p:nvPr>
        </p:nvGrpSpPr>
        <p:grpSpPr>
          <a:xfrm>
            <a:off x="4389120" y="1371600"/>
            <a:ext cx="3413760" cy="3531235"/>
            <a:chOff x="-635000" y="-635000"/>
            <a:chExt cx="3413760" cy="3531235"/>
          </a:xfrm>
        </p:grpSpPr>
        <p:pic>
          <p:nvPicPr>
            <p:cNvPr id="42" name="Image 9" descr="TEMP_Z_ORDER_12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635000" y="-25400"/>
              <a:ext cx="3413760" cy="2921635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43" name="Text 3" descr="TEMP_Z_ORDER_13"/>
            <p:cNvSpPr/>
            <p:nvPr>
              <p:custDataLst>
                <p:tags r:id="rId28"/>
              </p:custDataLst>
            </p:nvPr>
          </p:nvSpPr>
          <p:spPr>
            <a:xfrm>
              <a:off x="-314960" y="355600"/>
              <a:ext cx="1109535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自主可控</a:t>
              </a:r>
              <a:endParaRPr lang="en-US" sz="2160"/>
            </a:p>
          </p:txBody>
        </p:sp>
        <p:sp>
          <p:nvSpPr>
            <p:cNvPr id="44" name="Text 4" descr="TEMP_Z_ORDER_14"/>
            <p:cNvSpPr/>
            <p:nvPr>
              <p:custDataLst>
                <p:tags r:id="rId29"/>
              </p:custDataLst>
            </p:nvPr>
          </p:nvSpPr>
          <p:spPr>
            <a:xfrm>
              <a:off x="-372745" y="933450"/>
              <a:ext cx="2980055" cy="12312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2880" indent="-182880">
                <a:lnSpc>
                  <a:spcPct val="136000"/>
                </a:lnSpc>
                <a:buSzTx/>
                <a:buChar char="•"/>
              </a:pPr>
              <a:r>
                <a:rPr lang="en-US" sz="1600">
                  <a:solidFill>
                    <a:srgbClr val="374151"/>
                  </a:solidFill>
                </a:rPr>
                <a:t>工控设备自主可控是国家战略</a:t>
              </a:r>
              <a:endParaRPr lang="en-US" sz="1600"/>
            </a:p>
            <a:p>
              <a:pPr marL="182880" indent="-182880">
                <a:lnSpc>
                  <a:spcPct val="136000"/>
                </a:lnSpc>
                <a:buSzTx/>
                <a:buChar char="•"/>
              </a:pPr>
              <a:r>
                <a:rPr lang="en-US" sz="1600">
                  <a:solidFill>
                    <a:srgbClr val="374151"/>
                  </a:solidFill>
                </a:rPr>
                <a:t>进口设备可能潜藏后门</a:t>
              </a:r>
              <a:endParaRPr lang="en-US" sz="1600"/>
            </a:p>
            <a:p>
              <a:pPr marL="182880" indent="-182880">
                <a:lnSpc>
                  <a:spcPct val="136000"/>
                </a:lnSpc>
                <a:buSzTx/>
                <a:buChar char="•"/>
              </a:pPr>
              <a:r>
                <a:rPr lang="en-US" sz="1600">
                  <a:solidFill>
                    <a:srgbClr val="374151"/>
                  </a:solidFill>
                </a:rPr>
                <a:t>等保2.0强调“产品采购符合国家规定”</a:t>
              </a:r>
              <a:endParaRPr lang="en-US" sz="1600">
                <a:solidFill>
                  <a:srgbClr val="374151"/>
                </a:solidFill>
              </a:endParaRPr>
            </a:p>
          </p:txBody>
        </p:sp>
        <p:pic>
          <p:nvPicPr>
            <p:cNvPr id="45" name="Image 10" descr="TEMP_Z_ORDER_15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619760" y="-10160"/>
              <a:ext cx="3383280" cy="60960"/>
            </a:xfrm>
            <a:prstGeom prst="rect">
              <a:avLst/>
            </a:prstGeom>
          </p:spPr>
        </p:pic>
        <p:pic>
          <p:nvPicPr>
            <p:cNvPr id="46" name="Image 11" descr="TEMP_Z_ORDER_16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853440" cy="85344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47" name="Image 12" descr="TEMP_Z_ORDER_17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452120" y="-452120"/>
              <a:ext cx="487680" cy="487680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>
            <p:custDataLst>
              <p:tags r:id="rId33"/>
            </p:custDataLst>
          </p:nvPr>
        </p:nvGrpSpPr>
        <p:grpSpPr>
          <a:xfrm>
            <a:off x="8168639" y="1371600"/>
            <a:ext cx="3413760" cy="3531235"/>
            <a:chOff x="-635000" y="-635000"/>
            <a:chExt cx="3413760" cy="3531235"/>
          </a:xfrm>
        </p:grpSpPr>
        <p:pic>
          <p:nvPicPr>
            <p:cNvPr id="35" name="Image 13" descr="TEMP_Z_ORDER_18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635000" y="-25400"/>
              <a:ext cx="3413760" cy="2921635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36" name="Text 5" descr="TEMP_Z_ORDER_19"/>
            <p:cNvSpPr/>
            <p:nvPr>
              <p:custDataLst>
                <p:tags r:id="rId35"/>
              </p:custDataLst>
            </p:nvPr>
          </p:nvSpPr>
          <p:spPr>
            <a:xfrm>
              <a:off x="-314960" y="355600"/>
              <a:ext cx="1109535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使命担当</a:t>
              </a:r>
              <a:endParaRPr lang="en-US" sz="2160"/>
            </a:p>
          </p:txBody>
        </p:sp>
        <p:sp>
          <p:nvSpPr>
            <p:cNvPr id="37" name="Text 6" descr="TEMP_Z_ORDER_20"/>
            <p:cNvSpPr/>
            <p:nvPr>
              <p:custDataLst>
                <p:tags r:id="rId36"/>
              </p:custDataLst>
            </p:nvPr>
          </p:nvSpPr>
          <p:spPr>
            <a:xfrm>
              <a:off x="-447040" y="835025"/>
              <a:ext cx="2914650" cy="15125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7640" indent="-167640">
                <a:lnSpc>
                  <a:spcPct val="136000"/>
                </a:lnSpc>
                <a:buSzTx/>
                <a:buChar char="•"/>
              </a:pPr>
              <a:r>
                <a:rPr lang="en-US" sz="1600">
                  <a:solidFill>
                    <a:srgbClr val="374151"/>
                  </a:solidFill>
                </a:rPr>
                <a:t>工控安全测评师是“国门卫士”</a:t>
              </a:r>
              <a:endParaRPr lang="en-US" sz="1600"/>
            </a:p>
            <a:p>
              <a:pPr marL="167640" indent="-167640">
                <a:lnSpc>
                  <a:spcPct val="136000"/>
                </a:lnSpc>
                <a:buSzTx/>
                <a:buChar char="•"/>
              </a:pPr>
              <a:r>
                <a:rPr lang="en-US" sz="1600">
                  <a:solidFill>
                    <a:srgbClr val="374151"/>
                  </a:solidFill>
                </a:rPr>
                <a:t>每一次测评都在守护工业“生命线”</a:t>
              </a:r>
              <a:endParaRPr lang="en-US" sz="1600"/>
            </a:p>
            <a:p>
              <a:pPr marL="167640" indent="-167640">
                <a:lnSpc>
                  <a:spcPct val="136000"/>
                </a:lnSpc>
                <a:buSzTx/>
                <a:buChar char="•"/>
              </a:pPr>
              <a:r>
                <a:rPr lang="en-US" sz="1600">
                  <a:solidFill>
                    <a:srgbClr val="374151"/>
                  </a:solidFill>
                </a:rPr>
                <a:t>做信息安全从业者，要有家国情怀</a:t>
              </a:r>
              <a:endParaRPr lang="en-US" sz="1600">
                <a:solidFill>
                  <a:srgbClr val="374151"/>
                </a:solidFill>
              </a:endParaRPr>
            </a:p>
          </p:txBody>
        </p:sp>
        <p:pic>
          <p:nvPicPr>
            <p:cNvPr id="38" name="Image 14" descr="TEMP_Z_ORDER_21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619759" y="-10160"/>
              <a:ext cx="3383280" cy="60960"/>
            </a:xfrm>
            <a:prstGeom prst="rect">
              <a:avLst/>
            </a:prstGeom>
          </p:spPr>
        </p:pic>
        <p:pic>
          <p:nvPicPr>
            <p:cNvPr id="39" name="Image 15" descr="TEMP_Z_ORDER_22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853440" cy="85344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40" name="Image 16" descr="TEMP_Z_ORDER_23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452120" y="-452120"/>
              <a:ext cx="487680" cy="487680"/>
            </a:xfrm>
            <a:prstGeom prst="rect">
              <a:avLst/>
            </a:prstGeom>
          </p:spPr>
        </p:pic>
      </p:grpSp>
      <p:sp>
        <p:nvSpPr>
          <p:cNvPr id="26" name="Text 7"/>
          <p:cNvSpPr/>
          <p:nvPr>
            <p:custDataLst>
              <p:tags r:id="rId4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思政融入——工控安全关乎国家安全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5" name="组合 54"/>
          <p:cNvGrpSpPr/>
          <p:nvPr>
            <p:custDataLst>
              <p:tags r:id="rId7"/>
            </p:custDataLst>
          </p:nvPr>
        </p:nvGrpSpPr>
        <p:grpSpPr>
          <a:xfrm>
            <a:off x="609600" y="2895600"/>
            <a:ext cx="3169920" cy="1234440"/>
            <a:chOff x="-635000" y="-635000"/>
            <a:chExt cx="3169920" cy="1234440"/>
          </a:xfrm>
        </p:grpSpPr>
        <p:pic>
          <p:nvPicPr>
            <p:cNvPr id="56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438400" cy="1234440"/>
            </a:xfrm>
            <a:prstGeom prst="rect">
              <a:avLst/>
            </a:prstGeom>
            <a:effectLst>
              <a:outerShdw blurRad="228600" dist="15240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57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104688" y="-391160"/>
              <a:ext cx="1386919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知识点回顾</a:t>
              </a:r>
              <a:endParaRPr lang="en-US" sz="2160"/>
            </a:p>
          </p:txBody>
        </p:sp>
        <p:sp>
          <p:nvSpPr>
            <p:cNvPr id="58" name="Text 1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161473" y="81280"/>
              <a:ext cx="854599" cy="192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440">
                  <a:solidFill>
                    <a:srgbClr val="FFFFFF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（5分钟）</a:t>
              </a:r>
              <a:endParaRPr lang="en-US" sz="1440"/>
            </a:p>
          </p:txBody>
        </p:sp>
        <p:pic>
          <p:nvPicPr>
            <p:cNvPr id="59" name="Image 4" descr="TEMP_Z_ORDER_6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alphaModFix amt="3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803400" y="-40640"/>
              <a:ext cx="731520" cy="30480"/>
            </a:xfrm>
            <a:prstGeom prst="rect">
              <a:avLst/>
            </a:prstGeom>
          </p:spPr>
        </p:pic>
      </p:grpSp>
      <p:grpSp>
        <p:nvGrpSpPr>
          <p:cNvPr id="40" name="组合 39"/>
          <p:cNvGrpSpPr/>
          <p:nvPr>
            <p:custDataLst>
              <p:tags r:id="rId16"/>
            </p:custDataLst>
          </p:nvPr>
        </p:nvGrpSpPr>
        <p:grpSpPr>
          <a:xfrm>
            <a:off x="3779520" y="1341120"/>
            <a:ext cx="3749040" cy="1325880"/>
            <a:chOff x="-635000" y="-635000"/>
            <a:chExt cx="3749040" cy="1325880"/>
          </a:xfrm>
        </p:grpSpPr>
        <p:pic>
          <p:nvPicPr>
            <p:cNvPr id="41" name="Image 5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749040" cy="13258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42" name="Text 2" descr="TEMP_Z_ORDER_8"/>
            <p:cNvSpPr/>
            <p:nvPr>
              <p:custDataLst>
                <p:tags r:id="rId20"/>
              </p:custDataLst>
            </p:nvPr>
          </p:nvSpPr>
          <p:spPr>
            <a:xfrm>
              <a:off x="-436880" y="-406400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>
                      <a:alpha val="8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01</a:t>
              </a:r>
              <a:endParaRPr lang="en-US" sz="1680"/>
            </a:p>
          </p:txBody>
        </p:sp>
        <p:sp>
          <p:nvSpPr>
            <p:cNvPr id="43" name="Text 3" descr="TEMP_Z_ORDER_9"/>
            <p:cNvSpPr/>
            <p:nvPr>
              <p:custDataLst>
                <p:tags r:id="rId21"/>
              </p:custDataLst>
            </p:nvPr>
          </p:nvSpPr>
          <p:spPr>
            <a:xfrm>
              <a:off x="-55880" y="-436880"/>
              <a:ext cx="1033936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ICS 概述</a:t>
              </a:r>
              <a:endParaRPr lang="en-US" sz="1920"/>
            </a:p>
          </p:txBody>
        </p:sp>
        <p:sp>
          <p:nvSpPr>
            <p:cNvPr id="44" name="Text 4" descr="TEMP_Z_ORDER_10"/>
            <p:cNvSpPr/>
            <p:nvPr>
              <p:custDataLst>
                <p:tags r:id="rId22"/>
              </p:custDataLst>
            </p:nvPr>
          </p:nvSpPr>
          <p:spPr>
            <a:xfrm>
              <a:off x="-55880" y="-10160"/>
              <a:ext cx="2996184" cy="5651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0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定义与应用；三大类型：SCADA / DCS / PLC</a:t>
              </a:r>
              <a:endParaRPr lang="en-US" sz="160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45" name="组合 44"/>
          <p:cNvGrpSpPr/>
          <p:nvPr>
            <p:custDataLst>
              <p:tags r:id="rId23"/>
            </p:custDataLst>
          </p:nvPr>
        </p:nvGrpSpPr>
        <p:grpSpPr>
          <a:xfrm>
            <a:off x="7833361" y="1341120"/>
            <a:ext cx="3749040" cy="1325880"/>
            <a:chOff x="-635000" y="-635000"/>
            <a:chExt cx="3749040" cy="1325880"/>
          </a:xfrm>
        </p:grpSpPr>
        <p:pic>
          <p:nvPicPr>
            <p:cNvPr id="46" name="Image 6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749040" cy="13258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47" name="Text 5" descr="TEMP_Z_ORDER_12"/>
            <p:cNvSpPr/>
            <p:nvPr>
              <p:custDataLst>
                <p:tags r:id="rId25"/>
              </p:custDataLst>
            </p:nvPr>
          </p:nvSpPr>
          <p:spPr>
            <a:xfrm>
              <a:off x="-436880" y="-406400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>
                      <a:alpha val="8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02</a:t>
              </a:r>
              <a:endParaRPr lang="en-US" sz="1680"/>
            </a:p>
          </p:txBody>
        </p:sp>
        <p:sp>
          <p:nvSpPr>
            <p:cNvPr id="48" name="Text 6" descr="TEMP_Z_ORDER_13"/>
            <p:cNvSpPr/>
            <p:nvPr>
              <p:custDataLst>
                <p:tags r:id="rId26"/>
              </p:custDataLst>
            </p:nvPr>
          </p:nvSpPr>
          <p:spPr>
            <a:xfrm>
              <a:off x="-55880" y="-436880"/>
              <a:ext cx="1975358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工控系统五层架构</a:t>
              </a:r>
              <a:endParaRPr lang="en-US" sz="1920"/>
            </a:p>
          </p:txBody>
        </p:sp>
        <p:sp>
          <p:nvSpPr>
            <p:cNvPr id="49" name="Text 7" descr="TEMP_Z_ORDER_14"/>
            <p:cNvSpPr/>
            <p:nvPr>
              <p:custDataLst>
                <p:tags r:id="rId27"/>
              </p:custDataLst>
            </p:nvPr>
          </p:nvSpPr>
          <p:spPr>
            <a:xfrm>
              <a:off x="-55880" y="-10160"/>
              <a:ext cx="2996184" cy="5651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0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L5(ERP) → L4(MES) → L3(HMI) → L2(核心) → L1(设备)</a:t>
              </a:r>
              <a:endParaRPr lang="en-US" sz="160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28"/>
            </p:custDataLst>
          </p:nvPr>
        </p:nvGrpSpPr>
        <p:grpSpPr>
          <a:xfrm>
            <a:off x="3779520" y="2849880"/>
            <a:ext cx="3749040" cy="1325880"/>
            <a:chOff x="-635000" y="-635000"/>
            <a:chExt cx="3749040" cy="1325880"/>
          </a:xfrm>
        </p:grpSpPr>
        <p:pic>
          <p:nvPicPr>
            <p:cNvPr id="51" name="Image 7" descr="TEMP_Z_ORDER_15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749040" cy="13258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52" name="Text 8" descr="TEMP_Z_ORDER_16"/>
            <p:cNvSpPr/>
            <p:nvPr>
              <p:custDataLst>
                <p:tags r:id="rId30"/>
              </p:custDataLst>
            </p:nvPr>
          </p:nvSpPr>
          <p:spPr>
            <a:xfrm>
              <a:off x="-436880" y="-406400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>
                      <a:alpha val="8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03</a:t>
              </a:r>
              <a:endParaRPr lang="en-US" sz="1680"/>
            </a:p>
          </p:txBody>
        </p:sp>
        <p:sp>
          <p:nvSpPr>
            <p:cNvPr id="53" name="Text 9" descr="TEMP_Z_ORDER_17"/>
            <p:cNvSpPr/>
            <p:nvPr>
              <p:custDataLst>
                <p:tags r:id="rId31"/>
              </p:custDataLst>
            </p:nvPr>
          </p:nvSpPr>
          <p:spPr>
            <a:xfrm>
              <a:off x="-55880" y="-436880"/>
              <a:ext cx="1723628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工控 vs IT系统</a:t>
              </a:r>
              <a:endParaRPr lang="en-US" sz="1920"/>
            </a:p>
          </p:txBody>
        </p:sp>
        <p:sp>
          <p:nvSpPr>
            <p:cNvPr id="54" name="Text 10" descr="TEMP_Z_ORDER_18"/>
            <p:cNvSpPr/>
            <p:nvPr>
              <p:custDataLst>
                <p:tags r:id="rId32"/>
              </p:custDataLst>
            </p:nvPr>
          </p:nvSpPr>
          <p:spPr>
            <a:xfrm>
              <a:off x="-55880" y="-10160"/>
              <a:ext cx="2996184" cy="5651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0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首要目标：可用性 &gt; 完整性 &gt; 机密性；实时性等差异</a:t>
              </a:r>
              <a:endParaRPr lang="en-US" sz="160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33"/>
            </p:custDataLst>
          </p:nvPr>
        </p:nvGrpSpPr>
        <p:grpSpPr>
          <a:xfrm>
            <a:off x="7833361" y="2849880"/>
            <a:ext cx="3749040" cy="1325880"/>
            <a:chOff x="-635000" y="-635000"/>
            <a:chExt cx="3749040" cy="1325880"/>
          </a:xfrm>
        </p:grpSpPr>
        <p:pic>
          <p:nvPicPr>
            <p:cNvPr id="31" name="Image 8" descr="TEMP_Z_ORDER_19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749040" cy="13258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32" name="Text 11" descr="TEMP_Z_ORDER_20"/>
            <p:cNvSpPr/>
            <p:nvPr>
              <p:custDataLst>
                <p:tags r:id="rId35"/>
              </p:custDataLst>
            </p:nvPr>
          </p:nvSpPr>
          <p:spPr>
            <a:xfrm>
              <a:off x="-436880" y="-406400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>
                      <a:alpha val="8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04</a:t>
              </a:r>
              <a:endParaRPr lang="en-US" sz="1680"/>
            </a:p>
          </p:txBody>
        </p:sp>
        <p:sp>
          <p:nvSpPr>
            <p:cNvPr id="33" name="Text 12" descr="TEMP_Z_ORDER_21"/>
            <p:cNvSpPr/>
            <p:nvPr>
              <p:custDataLst>
                <p:tags r:id="rId36"/>
              </p:custDataLst>
            </p:nvPr>
          </p:nvSpPr>
          <p:spPr>
            <a:xfrm>
              <a:off x="-55880" y="-436880"/>
              <a:ext cx="1481518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核心安全威胁</a:t>
              </a:r>
              <a:endParaRPr lang="en-US" sz="1920"/>
            </a:p>
          </p:txBody>
        </p:sp>
        <p:sp>
          <p:nvSpPr>
            <p:cNvPr id="34" name="Text 13" descr="TEMP_Z_ORDER_22"/>
            <p:cNvSpPr/>
            <p:nvPr>
              <p:custDataLst>
                <p:tags r:id="rId37"/>
              </p:custDataLst>
            </p:nvPr>
          </p:nvSpPr>
          <p:spPr>
            <a:xfrm>
              <a:off x="-55880" y="-10160"/>
              <a:ext cx="2996184" cy="5651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0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震网病毒(Stuxnet)、勒索软件、协议漏洞、内部威胁</a:t>
              </a:r>
              <a:endParaRPr lang="en-US" sz="160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38"/>
            </p:custDataLst>
          </p:nvPr>
        </p:nvGrpSpPr>
        <p:grpSpPr>
          <a:xfrm>
            <a:off x="3779520" y="4358640"/>
            <a:ext cx="3749040" cy="1325880"/>
            <a:chOff x="-635000" y="-635000"/>
            <a:chExt cx="3749040" cy="1325880"/>
          </a:xfrm>
        </p:grpSpPr>
        <p:pic>
          <p:nvPicPr>
            <p:cNvPr id="36" name="Image 9" descr="TEMP_Z_ORDER_23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749040" cy="13258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37" name="Text 14" descr="TEMP_Z_ORDER_24"/>
            <p:cNvSpPr/>
            <p:nvPr>
              <p:custDataLst>
                <p:tags r:id="rId40"/>
              </p:custDataLst>
            </p:nvPr>
          </p:nvSpPr>
          <p:spPr>
            <a:xfrm>
              <a:off x="-436880" y="-406400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>
                      <a:alpha val="8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05</a:t>
              </a:r>
              <a:endParaRPr lang="en-US" sz="1680"/>
            </a:p>
          </p:txBody>
        </p:sp>
        <p:sp>
          <p:nvSpPr>
            <p:cNvPr id="38" name="Text 15" descr="TEMP_Z_ORDER_25"/>
            <p:cNvSpPr/>
            <p:nvPr>
              <p:custDataLst>
                <p:tags r:id="rId41"/>
              </p:custDataLst>
            </p:nvPr>
          </p:nvSpPr>
          <p:spPr>
            <a:xfrm>
              <a:off x="-55880" y="-436880"/>
              <a:ext cx="1917636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等保2.0工控扩展</a:t>
              </a:r>
              <a:endParaRPr lang="en-US" sz="1920"/>
            </a:p>
          </p:txBody>
        </p:sp>
        <p:sp>
          <p:nvSpPr>
            <p:cNvPr id="39" name="Text 16" descr="TEMP_Z_ORDER_26"/>
            <p:cNvSpPr/>
            <p:nvPr>
              <p:custDataLst>
                <p:tags r:id="rId42"/>
              </p:custDataLst>
            </p:nvPr>
          </p:nvSpPr>
          <p:spPr>
            <a:xfrm>
              <a:off x="-55880" y="-10160"/>
              <a:ext cx="2996184" cy="5651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0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网络架构(单向隔离)、访问控制、控制设备安全</a:t>
              </a:r>
              <a:endParaRPr lang="en-US" sz="160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sp>
        <p:nvSpPr>
          <p:cNvPr id="29" name="Text 17"/>
          <p:cNvSpPr/>
          <p:nvPr>
            <p:custDataLst>
              <p:tags r:id="rId43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工控系统架构认知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1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1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2" name="组合 31"/>
          <p:cNvGrpSpPr/>
          <p:nvPr>
            <p:custDataLst>
              <p:tags r:id="rId7"/>
            </p:custDataLst>
          </p:nvPr>
        </p:nvGrpSpPr>
        <p:grpSpPr>
          <a:xfrm>
            <a:off x="914400" y="1554480"/>
            <a:ext cx="10363200" cy="853440"/>
            <a:chOff x="-635000" y="-635000"/>
            <a:chExt cx="10363200" cy="853440"/>
          </a:xfrm>
        </p:grpSpPr>
        <p:pic>
          <p:nvPicPr>
            <p:cNvPr id="33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363200" cy="853440"/>
            </a:xfrm>
            <a:prstGeom prst="rect">
              <a:avLst/>
            </a:prstGeom>
          </p:spPr>
        </p:pic>
        <p:pic>
          <p:nvPicPr>
            <p:cNvPr id="34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219200" cy="853440"/>
            </a:xfrm>
            <a:prstGeom prst="rect">
              <a:avLst/>
            </a:prstGeom>
          </p:spPr>
        </p:pic>
        <p:sp>
          <p:nvSpPr>
            <p:cNvPr id="35" name="Text 0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260128" y="-393124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</a:rPr>
                <a:t>必做</a:t>
              </a:r>
              <a:endParaRPr lang="en-US" sz="1920"/>
            </a:p>
          </p:txBody>
        </p:sp>
        <p:sp>
          <p:nvSpPr>
            <p:cNvPr id="36" name="Text 1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949960" y="-391160"/>
              <a:ext cx="5926074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完成《工控系统架构认知记录表》，提交至学习通平台</a:t>
              </a:r>
              <a:endParaRPr lang="en-US" sz="1920"/>
            </a:p>
          </p:txBody>
        </p:sp>
      </p:grpSp>
      <p:grpSp>
        <p:nvGrpSpPr>
          <p:cNvPr id="37" name="组合 36"/>
          <p:cNvGrpSpPr/>
          <p:nvPr>
            <p:custDataLst>
              <p:tags r:id="rId14"/>
            </p:custDataLst>
          </p:nvPr>
        </p:nvGrpSpPr>
        <p:grpSpPr>
          <a:xfrm>
            <a:off x="914400" y="2773680"/>
            <a:ext cx="10363200" cy="853440"/>
            <a:chOff x="-635000" y="-635000"/>
            <a:chExt cx="10363200" cy="853440"/>
          </a:xfrm>
        </p:grpSpPr>
        <p:pic>
          <p:nvPicPr>
            <p:cNvPr id="38" name="Image 5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363200" cy="853440"/>
            </a:xfrm>
            <a:prstGeom prst="rect">
              <a:avLst/>
            </a:prstGeom>
          </p:spPr>
        </p:pic>
        <p:pic>
          <p:nvPicPr>
            <p:cNvPr id="39" name="Image 6" descr="TEMP_Z_ORDER_8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219200" cy="853440"/>
            </a:xfrm>
            <a:prstGeom prst="rect">
              <a:avLst/>
            </a:prstGeom>
          </p:spPr>
        </p:pic>
        <p:sp>
          <p:nvSpPr>
            <p:cNvPr id="40" name="Text 2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-260128" y="-393124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</a:rPr>
                <a:t>必做</a:t>
              </a:r>
              <a:endParaRPr lang="en-US" sz="1920"/>
            </a:p>
          </p:txBody>
        </p:sp>
        <p:sp>
          <p:nvSpPr>
            <p:cNvPr id="41" name="Text 3" descr="TEMP_Z_ORDER_10"/>
            <p:cNvSpPr/>
            <p:nvPr>
              <p:custDataLst>
                <p:tags r:id="rId18"/>
              </p:custDataLst>
            </p:nvPr>
          </p:nvSpPr>
          <p:spPr>
            <a:xfrm>
              <a:off x="949960" y="-391160"/>
              <a:ext cx="5841095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完成活动7.4.1在线测试（选择题+判断题，共15题）</a:t>
              </a:r>
              <a:endParaRPr lang="en-US" sz="1920"/>
            </a:p>
          </p:txBody>
        </p:sp>
      </p:grpSp>
      <p:grpSp>
        <p:nvGrpSpPr>
          <p:cNvPr id="22" name="组合 21"/>
          <p:cNvGrpSpPr/>
          <p:nvPr>
            <p:custDataLst>
              <p:tags r:id="rId19"/>
            </p:custDataLst>
          </p:nvPr>
        </p:nvGrpSpPr>
        <p:grpSpPr>
          <a:xfrm>
            <a:off x="914400" y="3992880"/>
            <a:ext cx="10363200" cy="853440"/>
            <a:chOff x="-635000" y="-635000"/>
            <a:chExt cx="10363200" cy="853440"/>
          </a:xfrm>
        </p:grpSpPr>
        <p:pic>
          <p:nvPicPr>
            <p:cNvPr id="23" name="Image 7" descr="TEMP_Z_ORDER_1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363200" cy="853440"/>
            </a:xfrm>
            <a:prstGeom prst="rect">
              <a:avLst/>
            </a:prstGeom>
          </p:spPr>
        </p:pic>
        <p:pic>
          <p:nvPicPr>
            <p:cNvPr id="24" name="Image 8" descr="TEMP_Z_ORDER_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219200" cy="853440"/>
            </a:xfrm>
            <a:prstGeom prst="rect">
              <a:avLst/>
            </a:prstGeom>
          </p:spPr>
        </p:pic>
        <p:sp>
          <p:nvSpPr>
            <p:cNvPr id="25" name="Text 4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260128" y="-393124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</a:rPr>
                <a:t>选做</a:t>
              </a:r>
              <a:endParaRPr lang="en-US" sz="1920"/>
            </a:p>
          </p:txBody>
        </p:sp>
        <p:sp>
          <p:nvSpPr>
            <p:cNvPr id="26" name="Text 5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949960" y="-391159"/>
              <a:ext cx="6900926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搜索资料，了解“震网病毒”的详细攻击过程，写一份200字心得</a:t>
              </a:r>
              <a:endParaRPr lang="en-US" sz="1920"/>
            </a:p>
          </p:txBody>
        </p:sp>
      </p:grpSp>
      <p:grpSp>
        <p:nvGrpSpPr>
          <p:cNvPr id="27" name="组合 26"/>
          <p:cNvGrpSpPr/>
          <p:nvPr>
            <p:custDataLst>
              <p:tags r:id="rId24"/>
            </p:custDataLst>
          </p:nvPr>
        </p:nvGrpSpPr>
        <p:grpSpPr>
          <a:xfrm>
            <a:off x="914400" y="5212080"/>
            <a:ext cx="10363200" cy="853440"/>
            <a:chOff x="-635000" y="-635000"/>
            <a:chExt cx="10363200" cy="853440"/>
          </a:xfrm>
        </p:grpSpPr>
        <p:pic>
          <p:nvPicPr>
            <p:cNvPr id="28" name="Image 9" descr="TEMP_Z_ORDER_15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363200" cy="853440"/>
            </a:xfrm>
            <a:prstGeom prst="rect">
              <a:avLst/>
            </a:prstGeom>
          </p:spPr>
        </p:pic>
        <p:pic>
          <p:nvPicPr>
            <p:cNvPr id="29" name="Image 10" descr="TEMP_Z_ORDER_16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219200" cy="853440"/>
            </a:xfrm>
            <a:prstGeom prst="rect">
              <a:avLst/>
            </a:prstGeom>
          </p:spPr>
        </p:pic>
        <p:sp>
          <p:nvSpPr>
            <p:cNvPr id="30" name="Text 6" descr="TEMP_Z_ORDER_17"/>
            <p:cNvSpPr/>
            <p:nvPr>
              <p:custDataLst>
                <p:tags r:id="rId27"/>
              </p:custDataLst>
            </p:nvPr>
          </p:nvSpPr>
          <p:spPr>
            <a:xfrm>
              <a:off x="-260128" y="-393124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</a:rPr>
                <a:t>预习</a:t>
              </a:r>
              <a:endParaRPr lang="en-US" sz="1920"/>
            </a:p>
          </p:txBody>
        </p:sp>
        <p:sp>
          <p:nvSpPr>
            <p:cNvPr id="31" name="Text 7" descr="TEMP_Z_ORDER_18"/>
            <p:cNvSpPr/>
            <p:nvPr>
              <p:custDataLst>
                <p:tags r:id="rId28"/>
              </p:custDataLst>
            </p:nvPr>
          </p:nvSpPr>
          <p:spPr>
            <a:xfrm>
              <a:off x="949960" y="-391159"/>
              <a:ext cx="4341940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预习7.4.2“工控安全配置核查”相关内容</a:t>
              </a:r>
              <a:endParaRPr lang="en-US" sz="1920"/>
            </a:p>
          </p:txBody>
        </p:sp>
      </p:grpSp>
      <p:sp>
        <p:nvSpPr>
          <p:cNvPr id="21" name="Text 8"/>
          <p:cNvSpPr/>
          <p:nvPr>
            <p:custDataLst>
              <p:tags r:id="rId29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课后作业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1" name="组合 40"/>
          <p:cNvGrpSpPr/>
          <p:nvPr>
            <p:custDataLst>
              <p:tags r:id="rId7"/>
            </p:custDataLst>
          </p:nvPr>
        </p:nvGrpSpPr>
        <p:grpSpPr>
          <a:xfrm>
            <a:off x="4556760" y="1158240"/>
            <a:ext cx="3087624" cy="320040"/>
            <a:chOff x="-635000" y="-635000"/>
            <a:chExt cx="3087624" cy="320040"/>
          </a:xfrm>
        </p:grpSpPr>
        <p:sp>
          <p:nvSpPr>
            <p:cNvPr id="42" name="Text 0" descr="TEMP_Z_ORDER_3"/>
            <p:cNvSpPr/>
            <p:nvPr>
              <p:custDataLst>
                <p:tags r:id="rId8"/>
              </p:custDataLst>
            </p:nvPr>
          </p:nvSpPr>
          <p:spPr>
            <a:xfrm>
              <a:off x="-296124" y="-635000"/>
              <a:ext cx="2409873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</a:rPr>
                <a:t>7.4.2 工控安全配置核查</a:t>
              </a:r>
              <a:endParaRPr lang="en-US" sz="1680"/>
            </a:p>
          </p:txBody>
        </p:sp>
      </p:grpSp>
      <p:grpSp>
        <p:nvGrpSpPr>
          <p:cNvPr id="23" name="组合 22"/>
          <p:cNvGrpSpPr/>
          <p:nvPr>
            <p:custDataLst>
              <p:tags r:id="rId9"/>
            </p:custDataLst>
          </p:nvPr>
        </p:nvGrpSpPr>
        <p:grpSpPr>
          <a:xfrm>
            <a:off x="1524000" y="1828800"/>
            <a:ext cx="9144000" cy="1783080"/>
            <a:chOff x="-635000" y="-635000"/>
            <a:chExt cx="9144000" cy="1783080"/>
          </a:xfrm>
        </p:grpSpPr>
        <p:pic>
          <p:nvPicPr>
            <p:cNvPr id="24" name="Image 3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9144000" cy="17830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25" name="Image 4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314960" y="-314960"/>
              <a:ext cx="91440" cy="243840"/>
            </a:xfrm>
            <a:prstGeom prst="rect">
              <a:avLst/>
            </a:prstGeom>
          </p:spPr>
        </p:pic>
        <p:sp>
          <p:nvSpPr>
            <p:cNvPr id="26" name="Text 1" descr="TEMP_Z_ORDER_6"/>
            <p:cNvSpPr/>
            <p:nvPr>
              <p:custDataLst>
                <p:tags r:id="rId16"/>
              </p:custDataLst>
            </p:nvPr>
          </p:nvSpPr>
          <p:spPr>
            <a:xfrm>
              <a:off x="-101600" y="-377884"/>
              <a:ext cx="98767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预告内容</a:t>
              </a:r>
              <a:endParaRPr lang="en-US" sz="1920"/>
            </a:p>
          </p:txBody>
        </p:sp>
        <p:sp>
          <p:nvSpPr>
            <p:cNvPr id="27" name="Text 2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-193040" y="142240"/>
              <a:ext cx="203629" cy="26718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00234E"/>
                  </a:solidFill>
                </a:rPr>
                <a:t>■</a:t>
              </a:r>
              <a:endParaRPr lang="en-US" sz="1680"/>
            </a:p>
          </p:txBody>
        </p:sp>
        <p:sp>
          <p:nvSpPr>
            <p:cNvPr id="28" name="Text 3" descr="TEMP_Z_ORDER_8"/>
            <p:cNvSpPr/>
            <p:nvPr>
              <p:custDataLst>
                <p:tags r:id="rId18"/>
              </p:custDataLst>
            </p:nvPr>
          </p:nvSpPr>
          <p:spPr>
            <a:xfrm>
              <a:off x="127000" y="111760"/>
              <a:ext cx="3007932" cy="26718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374151"/>
                  </a:solidFill>
                </a:rPr>
                <a:t>工控安全扩展要求测评指标详解</a:t>
              </a:r>
              <a:endParaRPr lang="en-US" sz="1680"/>
            </a:p>
          </p:txBody>
        </p:sp>
        <p:sp>
          <p:nvSpPr>
            <p:cNvPr id="29" name="Text 4" descr="TEMP_Z_ORDER_9"/>
            <p:cNvSpPr/>
            <p:nvPr>
              <p:custDataLst>
                <p:tags r:id="rId19"/>
              </p:custDataLst>
            </p:nvPr>
          </p:nvSpPr>
          <p:spPr>
            <a:xfrm>
              <a:off x="-193040" y="416560"/>
              <a:ext cx="203629" cy="26718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00234E"/>
                  </a:solidFill>
                </a:rPr>
                <a:t>■</a:t>
              </a:r>
              <a:endParaRPr lang="en-US" sz="1680"/>
            </a:p>
          </p:txBody>
        </p:sp>
        <p:sp>
          <p:nvSpPr>
            <p:cNvPr id="30" name="Text 5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127000" y="386080"/>
              <a:ext cx="2578227" cy="26718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374151"/>
                  </a:solidFill>
                </a:rPr>
                <a:t>工控系统安全配置核查方法</a:t>
              </a:r>
              <a:endParaRPr lang="en-US" sz="1680"/>
            </a:p>
          </p:txBody>
        </p:sp>
        <p:sp>
          <p:nvSpPr>
            <p:cNvPr id="31" name="Text 6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-193040" y="706120"/>
              <a:ext cx="203629" cy="26718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00234E"/>
                  </a:solidFill>
                </a:rPr>
                <a:t>■</a:t>
              </a:r>
              <a:endParaRPr lang="en-US" sz="1680"/>
            </a:p>
          </p:txBody>
        </p:sp>
        <p:sp>
          <p:nvSpPr>
            <p:cNvPr id="32" name="Text 7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127000" y="675640"/>
              <a:ext cx="3652488" cy="26718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374151"/>
                  </a:solidFill>
                </a:rPr>
                <a:t>《工业控制系统安全测评记录表》填写</a:t>
              </a:r>
              <a:endParaRPr lang="en-US" sz="1680"/>
            </a:p>
          </p:txBody>
        </p:sp>
      </p:grpSp>
      <p:grpSp>
        <p:nvGrpSpPr>
          <p:cNvPr id="33" name="组合 32"/>
          <p:cNvGrpSpPr/>
          <p:nvPr>
            <p:custDataLst>
              <p:tags r:id="rId23"/>
            </p:custDataLst>
          </p:nvPr>
        </p:nvGrpSpPr>
        <p:grpSpPr>
          <a:xfrm>
            <a:off x="1524000" y="3855720"/>
            <a:ext cx="9144000" cy="1783080"/>
            <a:chOff x="-635000" y="-635000"/>
            <a:chExt cx="9144000" cy="1783080"/>
          </a:xfrm>
        </p:grpSpPr>
        <p:pic>
          <p:nvPicPr>
            <p:cNvPr id="34" name="Image 5" descr="TEMP_Z_ORDER_13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635000"/>
              <a:ext cx="9144000" cy="1783080"/>
            </a:xfrm>
            <a:prstGeom prst="rect">
              <a:avLst/>
            </a:prstGeom>
          </p:spPr>
        </p:pic>
        <p:pic>
          <p:nvPicPr>
            <p:cNvPr id="35" name="Image 6" descr="TEMP_Z_ORDER_1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314960" y="-269240"/>
              <a:ext cx="91440" cy="243840"/>
            </a:xfrm>
            <a:prstGeom prst="rect">
              <a:avLst/>
            </a:prstGeom>
          </p:spPr>
        </p:pic>
        <p:sp>
          <p:nvSpPr>
            <p:cNvPr id="36" name="Text 8" descr="TEMP_Z_ORDER_15"/>
            <p:cNvSpPr/>
            <p:nvPr>
              <p:custDataLst>
                <p:tags r:id="rId27"/>
              </p:custDataLst>
            </p:nvPr>
          </p:nvSpPr>
          <p:spPr>
            <a:xfrm>
              <a:off x="-101600" y="-332164"/>
              <a:ext cx="98767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课前准备</a:t>
              </a:r>
              <a:endParaRPr lang="en-US" sz="1920"/>
            </a:p>
          </p:txBody>
        </p:sp>
        <p:sp>
          <p:nvSpPr>
            <p:cNvPr id="37" name="Text 9" descr="TEMP_Z_ORDER_16"/>
            <p:cNvSpPr/>
            <p:nvPr>
              <p:custDataLst>
                <p:tags r:id="rId28"/>
              </p:custDataLst>
            </p:nvPr>
          </p:nvSpPr>
          <p:spPr>
            <a:xfrm>
              <a:off x="-193040" y="218440"/>
              <a:ext cx="203629" cy="26718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00234E"/>
                  </a:solidFill>
                </a:rPr>
                <a:t>■</a:t>
              </a:r>
              <a:endParaRPr lang="en-US" sz="1680"/>
            </a:p>
          </p:txBody>
        </p:sp>
        <p:sp>
          <p:nvSpPr>
            <p:cNvPr id="38" name="Text 10" descr="TEMP_Z_ORDER_17"/>
            <p:cNvSpPr/>
            <p:nvPr>
              <p:custDataLst>
                <p:tags r:id="rId29"/>
              </p:custDataLst>
            </p:nvPr>
          </p:nvSpPr>
          <p:spPr>
            <a:xfrm>
              <a:off x="127000" y="187960"/>
              <a:ext cx="2995104" cy="26718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374151"/>
                  </a:solidFill>
                </a:rPr>
                <a:t>复习GB/T 22239工控扩展要求</a:t>
              </a:r>
              <a:endParaRPr lang="en-US" sz="1680"/>
            </a:p>
          </p:txBody>
        </p:sp>
        <p:sp>
          <p:nvSpPr>
            <p:cNvPr id="39" name="Text 11" descr="TEMP_Z_ORDER_18"/>
            <p:cNvSpPr/>
            <p:nvPr>
              <p:custDataLst>
                <p:tags r:id="rId30"/>
              </p:custDataLst>
            </p:nvPr>
          </p:nvSpPr>
          <p:spPr>
            <a:xfrm>
              <a:off x="-193040" y="599440"/>
              <a:ext cx="203629" cy="26718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00234E"/>
                  </a:solidFill>
                </a:rPr>
                <a:t>■</a:t>
              </a:r>
              <a:endParaRPr lang="en-US" sz="1680"/>
            </a:p>
          </p:txBody>
        </p:sp>
        <p:sp>
          <p:nvSpPr>
            <p:cNvPr id="40" name="Text 12" descr="TEMP_Z_ORDER_19"/>
            <p:cNvSpPr/>
            <p:nvPr>
              <p:custDataLst>
                <p:tags r:id="rId31"/>
              </p:custDataLst>
            </p:nvPr>
          </p:nvSpPr>
          <p:spPr>
            <a:xfrm>
              <a:off x="127000" y="568961"/>
              <a:ext cx="2578227" cy="26718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374151"/>
                  </a:solidFill>
                </a:rPr>
                <a:t>了解工控安全审计相关工具</a:t>
              </a:r>
              <a:endParaRPr lang="en-US" sz="1680"/>
            </a:p>
          </p:txBody>
        </p:sp>
      </p:grpSp>
      <p:grpSp>
        <p:nvGrpSpPr>
          <p:cNvPr id="43" name="组合 42"/>
          <p:cNvGrpSpPr/>
          <p:nvPr>
            <p:custDataLst>
              <p:tags r:id="rId32"/>
            </p:custDataLst>
          </p:nvPr>
        </p:nvGrpSpPr>
        <p:grpSpPr>
          <a:xfrm>
            <a:off x="822497" y="529635"/>
            <a:ext cx="10918068" cy="426482"/>
            <a:chOff x="-635000" y="-635000"/>
            <a:chExt cx="10918068" cy="426482"/>
          </a:xfrm>
        </p:grpSpPr>
        <p:sp>
          <p:nvSpPr>
            <p:cNvPr id="44" name="Text 13" descr="TEMP_Z_ORDER_20"/>
            <p:cNvSpPr/>
            <p:nvPr>
              <p:custDataLst>
                <p:tags r:id="rId33"/>
              </p:custDataLst>
            </p:nvPr>
          </p:nvSpPr>
          <p:spPr>
            <a:xfrm>
              <a:off x="-635000" y="-576887"/>
              <a:ext cx="1771729" cy="36836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760">
                  <a:solidFill>
                    <a:srgbClr val="1E1E1E"/>
                  </a:solidFill>
                </a:rPr>
                <a:t>下节课预告</a:t>
              </a:r>
              <a:endParaRPr lang="en-US" sz="276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custDataLst>
              <p:tags r:id="rId3"/>
            </p:custDataLst>
          </p:nvPr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6360">
                <a:solidFill>
                  <a:srgbClr val="FFFFFF"/>
                </a:solidFill>
              </a:rPr>
              <a:t>感谢观看</a:t>
            </a:r>
            <a:endParaRPr lang="en-US" sz="63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</p:bldLst>
  </p:timing>
</p:sld>
</file>

<file path=ppt/tags/tag1.xml><?xml version="1.0" encoding="utf-8"?>
<p:tagLst xmlns:p="http://schemas.openxmlformats.org/presentationml/2006/main">
  <p:tag name="AS_UNIQUEID" val="539"/>
</p:tagLst>
</file>

<file path=ppt/tags/tag2.xml><?xml version="1.0" encoding="utf-8"?>
<p:tagLst xmlns:p="http://schemas.openxmlformats.org/presentationml/2006/main">
  <p:tag name="AS_UNIQUEID" val="540"/>
</p:tagLst>
</file>

<file path=ppt/tags/tag3.xml><?xml version="1.0" encoding="utf-8"?>
<p:tagLst xmlns:p="http://schemas.openxmlformats.org/presentationml/2006/main">
  <p:tag name="AS_UNIQUEID" val="556"/>
</p:tagLst>
</file>

<file path=ppt/tags/tag4.xml><?xml version="1.0" encoding="utf-8"?>
<p:tagLst xmlns:p="http://schemas.openxmlformats.org/presentationml/2006/main">
  <p:tag name="AS_UNIQUEID" val="550"/>
</p:tagLst>
</file>

<file path=ppt/tags/tag5.xml><?xml version="1.0" encoding="utf-8"?>
<p:tagLst xmlns:p="http://schemas.openxmlformats.org/presentationml/2006/main">
  <p:tag name="AS_UNIQUEID" val="551"/>
</p:tagLst>
</file>

<file path=ppt/tags/tag6.xml><?xml version="1.0" encoding="utf-8"?>
<p:tagLst xmlns:p="http://schemas.openxmlformats.org/presentationml/2006/main">
  <p:tag name="AS_UNIQUEID" val="557"/>
</p:tagLst>
</file>

<file path=ppt/tags/tag7.xml><?xml version="1.0" encoding="utf-8"?>
<p:tagLst xmlns:p="http://schemas.openxmlformats.org/presentationml/2006/main">
  <p:tag name="AS_UNIQUEID" val="552"/>
</p:tagLst>
</file>

<file path=ppt/tags/tag8.xml><?xml version="1.0" encoding="utf-8"?>
<p:tagLst xmlns:p="http://schemas.openxmlformats.org/presentationml/2006/main">
  <p:tag name="AS_UNIQUEID" val="558"/>
</p:tagLst>
</file>

<file path=ppt/tags/tag9.xml><?xml version="1.0" encoding="utf-8"?>
<p:tagLst xmlns:p="http://schemas.openxmlformats.org/presentationml/2006/main">
  <p:tag name="AS_UNIQUEID" val="554"/>
</p:tagLst>
</file>

<file path=ppt/tags/tag10.xml><?xml version="1.0" encoding="utf-8"?>
<p:tagLst xmlns:p="http://schemas.openxmlformats.org/presentationml/2006/main">
  <p:tag name="AS_UNIQUEID" val="545"/>
</p:tagLst>
</file>

<file path=ppt/tags/tag11.xml><?xml version="1.0" encoding="utf-8"?>
<p:tagLst xmlns:p="http://schemas.openxmlformats.org/presentationml/2006/main">
  <p:tag name="AS_UNIQUEID" val="559"/>
</p:tagLst>
</file>

<file path=ppt/tags/tag12.xml><?xml version="1.0" encoding="utf-8"?>
<p:tagLst xmlns:p="http://schemas.openxmlformats.org/presentationml/2006/main">
  <p:tag name="AS_UNIQUEID" val="555"/>
</p:tagLst>
</file>

<file path=ppt/tags/tag13.xml><?xml version="1.0" encoding="utf-8"?>
<p:tagLst xmlns:p="http://schemas.openxmlformats.org/presentationml/2006/main">
  <p:tag name="AS_UNIQUEID" val="560"/>
</p:tagLst>
</file>

<file path=ppt/tags/tag14.xml><?xml version="1.0" encoding="utf-8"?>
<p:tagLst xmlns:p="http://schemas.openxmlformats.org/presentationml/2006/main">
  <p:tag name="AS_UNIQUEID" val="553"/>
</p:tagLst>
</file>

<file path=ppt/tags/tag15.xml><?xml version="1.0" encoding="utf-8"?>
<p:tagLst xmlns:p="http://schemas.openxmlformats.org/presentationml/2006/main">
  <p:tag name="AS_UNIQUEID" val="548"/>
</p:tagLst>
</file>

<file path=ppt/tags/tag16.xml><?xml version="1.0" encoding="utf-8"?>
<p:tagLst xmlns:p="http://schemas.openxmlformats.org/presentationml/2006/main">
  <p:tag name="AS_UNIQUEID" val="549"/>
</p:tagLst>
</file>

<file path=ppt/tags/tag17.xml><?xml version="1.0" encoding="utf-8"?>
<p:tagLst xmlns:p="http://schemas.openxmlformats.org/presentationml/2006/main">
  <p:tag name="AS_UNIQUEID" val="1044"/>
</p:tagLst>
</file>

<file path=ppt/tags/tag18.xml><?xml version="1.0" encoding="utf-8"?>
<p:tagLst xmlns:p="http://schemas.openxmlformats.org/presentationml/2006/main">
  <p:tag name="AS_UNIQUEID" val="1045"/>
</p:tagLst>
</file>

<file path=ppt/tags/tag19.xml><?xml version="1.0" encoding="utf-8"?>
<p:tagLst xmlns:p="http://schemas.openxmlformats.org/presentationml/2006/main">
  <p:tag name="AS_UNIQUEID" val="1046"/>
</p:tagLst>
</file>

<file path=ppt/tags/tag20.xml><?xml version="1.0" encoding="utf-8"?>
<p:tagLst xmlns:p="http://schemas.openxmlformats.org/presentationml/2006/main">
  <p:tag name="AS_UNIQUEID" val="561"/>
</p:tagLst>
</file>

<file path=ppt/tags/tag21.xml><?xml version="1.0" encoding="utf-8"?>
<p:tagLst xmlns:p="http://schemas.openxmlformats.org/presentationml/2006/main">
  <p:tag name="AS_UNIQUEID" val="562"/>
</p:tagLst>
</file>

<file path=ppt/tags/tag22.xml><?xml version="1.0" encoding="utf-8"?>
<p:tagLst xmlns:p="http://schemas.openxmlformats.org/presentationml/2006/main">
  <p:tag name="AS_UNIQUEID" val="563"/>
</p:tagLst>
</file>

<file path=ppt/tags/tag23.xml><?xml version="1.0" encoding="utf-8"?>
<p:tagLst xmlns:p="http://schemas.openxmlformats.org/presentationml/2006/main">
  <p:tag name="AS_UNIQUEID" val="564"/>
</p:tagLst>
</file>

<file path=ppt/tags/tag24.xml><?xml version="1.0" encoding="utf-8"?>
<p:tagLst xmlns:p="http://schemas.openxmlformats.org/presentationml/2006/main">
  <p:tag name="AS_UNIQUEID" val="565"/>
</p:tagLst>
</file>

<file path=ppt/tags/tag25.xml><?xml version="1.0" encoding="utf-8"?>
<p:tagLst xmlns:p="http://schemas.openxmlformats.org/presentationml/2006/main">
  <p:tag name="AS_UNIQUEID" val="566"/>
</p:tagLst>
</file>

<file path=ppt/tags/tag26.xml><?xml version="1.0" encoding="utf-8"?>
<p:tagLst xmlns:p="http://schemas.openxmlformats.org/presentationml/2006/main">
  <p:tag name="AS_UNIQUEID" val="567"/>
</p:tagLst>
</file>

<file path=ppt/tags/tag27.xml><?xml version="1.0" encoding="utf-8"?>
<p:tagLst xmlns:p="http://schemas.openxmlformats.org/presentationml/2006/main">
  <p:tag name="AS_UNIQUEID" val="568"/>
</p:tagLst>
</file>

<file path=ppt/tags/tag28.xml><?xml version="1.0" encoding="utf-8"?>
<p:tagLst xmlns:p="http://schemas.openxmlformats.org/presentationml/2006/main">
  <p:tag name="AS_UNIQUEID" val="569"/>
</p:tagLst>
</file>

<file path=ppt/tags/tag29.xml><?xml version="1.0" encoding="utf-8"?>
<p:tagLst xmlns:p="http://schemas.openxmlformats.org/presentationml/2006/main">
  <p:tag name="AS_UNIQUEID" val="570"/>
</p:tagLst>
</file>

<file path=ppt/tags/tag30.xml><?xml version="1.0" encoding="utf-8"?>
<p:tagLst xmlns:p="http://schemas.openxmlformats.org/presentationml/2006/main">
  <p:tag name="AS_UNIQUEID" val="571"/>
</p:tagLst>
</file>

<file path=ppt/tags/tag31.xml><?xml version="1.0" encoding="utf-8"?>
<p:tagLst xmlns:p="http://schemas.openxmlformats.org/presentationml/2006/main">
  <p:tag name="AS_UNIQUEID" val="572"/>
</p:tagLst>
</file>

<file path=ppt/tags/tag32.xml><?xml version="1.0" encoding="utf-8"?>
<p:tagLst xmlns:p="http://schemas.openxmlformats.org/presentationml/2006/main">
  <p:tag name="AS_UNIQUEID" val="1049"/>
</p:tagLst>
</file>

<file path=ppt/tags/tag33.xml><?xml version="1.0" encoding="utf-8"?>
<p:tagLst xmlns:p="http://schemas.openxmlformats.org/presentationml/2006/main">
  <p:tag name="AS_UNIQUEID" val="1050"/>
</p:tagLst>
</file>

<file path=ppt/tags/tag34.xml><?xml version="1.0" encoding="utf-8"?>
<p:tagLst xmlns:p="http://schemas.openxmlformats.org/presentationml/2006/main">
  <p:tag name="AS_UNIQUEID" val="1051"/>
</p:tagLst>
</file>

<file path=ppt/tags/tag35.xml><?xml version="1.0" encoding="utf-8"?>
<p:tagLst xmlns:p="http://schemas.openxmlformats.org/presentationml/2006/main">
  <p:tag name="AS_UNIQUEID" val="573"/>
</p:tagLst>
</file>

<file path=ppt/tags/tag36.xml><?xml version="1.0" encoding="utf-8"?>
<p:tagLst xmlns:p="http://schemas.openxmlformats.org/presentationml/2006/main">
  <p:tag name="AS_UNIQUEID" val="574"/>
</p:tagLst>
</file>

<file path=ppt/tags/tag37.xml><?xml version="1.0" encoding="utf-8"?>
<p:tagLst xmlns:p="http://schemas.openxmlformats.org/presentationml/2006/main">
  <p:tag name="AS_UNIQUEID" val="575"/>
</p:tagLst>
</file>

<file path=ppt/tags/tag38.xml><?xml version="1.0" encoding="utf-8"?>
<p:tagLst xmlns:p="http://schemas.openxmlformats.org/presentationml/2006/main">
  <p:tag name="AS_UNIQUEID" val="598"/>
</p:tagLst>
</file>

<file path=ppt/tags/tag39.xml><?xml version="1.0" encoding="utf-8"?>
<p:tagLst xmlns:p="http://schemas.openxmlformats.org/presentationml/2006/main">
  <p:tag name="AS_UNIQUEID" val="595"/>
</p:tagLst>
</file>

<file path=ppt/tags/tag40.xml><?xml version="1.0" encoding="utf-8"?>
<p:tagLst xmlns:p="http://schemas.openxmlformats.org/presentationml/2006/main">
  <p:tag name="AS_UNIQUEID" val="596"/>
</p:tagLst>
</file>

<file path=ppt/tags/tag41.xml><?xml version="1.0" encoding="utf-8"?>
<p:tagLst xmlns:p="http://schemas.openxmlformats.org/presentationml/2006/main">
  <p:tag name="AS_UNIQUEID" val="597"/>
</p:tagLst>
</file>

<file path=ppt/tags/tag42.xml><?xml version="1.0" encoding="utf-8"?>
<p:tagLst xmlns:p="http://schemas.openxmlformats.org/presentationml/2006/main">
  <p:tag name="AS_UNIQUEID" val="599"/>
</p:tagLst>
</file>

<file path=ppt/tags/tag43.xml><?xml version="1.0" encoding="utf-8"?>
<p:tagLst xmlns:p="http://schemas.openxmlformats.org/presentationml/2006/main">
  <p:tag name="AS_UNIQUEID" val="588"/>
</p:tagLst>
</file>

<file path=ppt/tags/tag44.xml><?xml version="1.0" encoding="utf-8"?>
<p:tagLst xmlns:p="http://schemas.openxmlformats.org/presentationml/2006/main">
  <p:tag name="AS_UNIQUEID" val="589"/>
</p:tagLst>
</file>

<file path=ppt/tags/tag45.xml><?xml version="1.0" encoding="utf-8"?>
<p:tagLst xmlns:p="http://schemas.openxmlformats.org/presentationml/2006/main">
  <p:tag name="AS_UNIQUEID" val="590"/>
</p:tagLst>
</file>

<file path=ppt/tags/tag46.xml><?xml version="1.0" encoding="utf-8"?>
<p:tagLst xmlns:p="http://schemas.openxmlformats.org/presentationml/2006/main">
  <p:tag name="AS_UNIQUEID" val="591"/>
</p:tagLst>
</file>

<file path=ppt/tags/tag47.xml><?xml version="1.0" encoding="utf-8"?>
<p:tagLst xmlns:p="http://schemas.openxmlformats.org/presentationml/2006/main">
  <p:tag name="AS_UNIQUEID" val="592"/>
</p:tagLst>
</file>

<file path=ppt/tags/tag48.xml><?xml version="1.0" encoding="utf-8"?>
<p:tagLst xmlns:p="http://schemas.openxmlformats.org/presentationml/2006/main">
  <p:tag name="AS_UNIQUEID" val="593"/>
</p:tagLst>
</file>

<file path=ppt/tags/tag49.xml><?xml version="1.0" encoding="utf-8"?>
<p:tagLst xmlns:p="http://schemas.openxmlformats.org/presentationml/2006/main">
  <p:tag name="AS_UNIQUEID" val="594"/>
</p:tagLst>
</file>

<file path=ppt/tags/tag50.xml><?xml version="1.0" encoding="utf-8"?>
<p:tagLst xmlns:p="http://schemas.openxmlformats.org/presentationml/2006/main">
  <p:tag name="AS_UNIQUEID" val="586"/>
</p:tagLst>
</file>

<file path=ppt/tags/tag51.xml><?xml version="1.0" encoding="utf-8"?>
<p:tagLst xmlns:p="http://schemas.openxmlformats.org/presentationml/2006/main">
  <p:tag name="AS_UNIQUEID" val="587"/>
</p:tagLst>
</file>

<file path=ppt/tags/tag52.xml><?xml version="1.0" encoding="utf-8"?>
<p:tagLst xmlns:p="http://schemas.openxmlformats.org/presentationml/2006/main">
  <p:tag name="AS_UNIQUEID" val="1054"/>
</p:tagLst>
</file>

<file path=ppt/tags/tag53.xml><?xml version="1.0" encoding="utf-8"?>
<p:tagLst xmlns:p="http://schemas.openxmlformats.org/presentationml/2006/main">
  <p:tag name="AS_UNIQUEID" val="1055"/>
</p:tagLst>
</file>

<file path=ppt/tags/tag54.xml><?xml version="1.0" encoding="utf-8"?>
<p:tagLst xmlns:p="http://schemas.openxmlformats.org/presentationml/2006/main">
  <p:tag name="AS_UNIQUEID" val="1056"/>
</p:tagLst>
</file>

<file path=ppt/tags/tag55.xml><?xml version="1.0" encoding="utf-8"?>
<p:tagLst xmlns:p="http://schemas.openxmlformats.org/presentationml/2006/main">
  <p:tag name="AS_UNIQUEID" val="600"/>
</p:tagLst>
</file>

<file path=ppt/tags/tag56.xml><?xml version="1.0" encoding="utf-8"?>
<p:tagLst xmlns:p="http://schemas.openxmlformats.org/presentationml/2006/main">
  <p:tag name="AS_UNIQUEID" val="601"/>
</p:tagLst>
</file>

<file path=ppt/tags/tag57.xml><?xml version="1.0" encoding="utf-8"?>
<p:tagLst xmlns:p="http://schemas.openxmlformats.org/presentationml/2006/main">
  <p:tag name="AS_UNIQUEID" val="602"/>
</p:tagLst>
</file>

<file path=ppt/tags/tag58.xml><?xml version="1.0" encoding="utf-8"?>
<p:tagLst xmlns:p="http://schemas.openxmlformats.org/presentationml/2006/main">
  <p:tag name="AS_UNIQUEID" val="603"/>
</p:tagLst>
</file>

<file path=ppt/tags/tag59.xml><?xml version="1.0" encoding="utf-8"?>
<p:tagLst xmlns:p="http://schemas.openxmlformats.org/presentationml/2006/main">
  <p:tag name="AS_UNIQUEID" val="645"/>
</p:tagLst>
</file>

<file path=ppt/tags/tag60.xml><?xml version="1.0" encoding="utf-8"?>
<p:tagLst xmlns:p="http://schemas.openxmlformats.org/presentationml/2006/main">
  <p:tag name="AS_UNIQUEID" val="641"/>
</p:tagLst>
</file>

<file path=ppt/tags/tag61.xml><?xml version="1.0" encoding="utf-8"?>
<p:tagLst xmlns:p="http://schemas.openxmlformats.org/presentationml/2006/main">
  <p:tag name="AS_UNIQUEID" val="642"/>
</p:tagLst>
</file>

<file path=ppt/tags/tag62.xml><?xml version="1.0" encoding="utf-8"?>
<p:tagLst xmlns:p="http://schemas.openxmlformats.org/presentationml/2006/main">
  <p:tag name="AS_UNIQUEID" val="643"/>
</p:tagLst>
</file>

<file path=ppt/tags/tag63.xml><?xml version="1.0" encoding="utf-8"?>
<p:tagLst xmlns:p="http://schemas.openxmlformats.org/presentationml/2006/main">
  <p:tag name="AS_UNIQUEID" val="644"/>
</p:tagLst>
</file>

<file path=ppt/tags/tag64.xml><?xml version="1.0" encoding="utf-8"?>
<p:tagLst xmlns:p="http://schemas.openxmlformats.org/presentationml/2006/main">
  <p:tag name="AS_UNIQUEID" val="646"/>
</p:tagLst>
</file>

<file path=ppt/tags/tag65.xml><?xml version="1.0" encoding="utf-8"?>
<p:tagLst xmlns:p="http://schemas.openxmlformats.org/presentationml/2006/main">
  <p:tag name="AS_UNIQUEID" val="625"/>
</p:tagLst>
</file>

<file path=ppt/tags/tag66.xml><?xml version="1.0" encoding="utf-8"?>
<p:tagLst xmlns:p="http://schemas.openxmlformats.org/presentationml/2006/main">
  <p:tag name="AS_UNIQUEID" val="626"/>
</p:tagLst>
</file>

<file path=ppt/tags/tag67.xml><?xml version="1.0" encoding="utf-8"?>
<p:tagLst xmlns:p="http://schemas.openxmlformats.org/presentationml/2006/main">
  <p:tag name="AS_UNIQUEID" val="627"/>
</p:tagLst>
</file>

<file path=ppt/tags/tag68.xml><?xml version="1.0" encoding="utf-8"?>
<p:tagLst xmlns:p="http://schemas.openxmlformats.org/presentationml/2006/main">
  <p:tag name="AS_UNIQUEID" val="628"/>
</p:tagLst>
</file>

<file path=ppt/tags/tag69.xml><?xml version="1.0" encoding="utf-8"?>
<p:tagLst xmlns:p="http://schemas.openxmlformats.org/presentationml/2006/main">
  <p:tag name="AS_UNIQUEID" val="647"/>
</p:tagLst>
</file>

<file path=ppt/tags/tag70.xml><?xml version="1.0" encoding="utf-8"?>
<p:tagLst xmlns:p="http://schemas.openxmlformats.org/presentationml/2006/main">
  <p:tag name="AS_UNIQUEID" val="633"/>
</p:tagLst>
</file>

<file path=ppt/tags/tag71.xml><?xml version="1.0" encoding="utf-8"?>
<p:tagLst xmlns:p="http://schemas.openxmlformats.org/presentationml/2006/main">
  <p:tag name="AS_UNIQUEID" val="634"/>
</p:tagLst>
</file>

<file path=ppt/tags/tag72.xml><?xml version="1.0" encoding="utf-8"?>
<p:tagLst xmlns:p="http://schemas.openxmlformats.org/presentationml/2006/main">
  <p:tag name="AS_UNIQUEID" val="635"/>
</p:tagLst>
</file>

<file path=ppt/tags/tag73.xml><?xml version="1.0" encoding="utf-8"?>
<p:tagLst xmlns:p="http://schemas.openxmlformats.org/presentationml/2006/main">
  <p:tag name="AS_UNIQUEID" val="636"/>
</p:tagLst>
</file>

<file path=ppt/tags/tag74.xml><?xml version="1.0" encoding="utf-8"?>
<p:tagLst xmlns:p="http://schemas.openxmlformats.org/presentationml/2006/main">
  <p:tag name="AS_UNIQUEID" val="648"/>
</p:tagLst>
</file>

<file path=ppt/tags/tag75.xml><?xml version="1.0" encoding="utf-8"?>
<p:tagLst xmlns:p="http://schemas.openxmlformats.org/presentationml/2006/main">
  <p:tag name="AS_UNIQUEID" val="637"/>
</p:tagLst>
</file>

<file path=ppt/tags/tag76.xml><?xml version="1.0" encoding="utf-8"?>
<p:tagLst xmlns:p="http://schemas.openxmlformats.org/presentationml/2006/main">
  <p:tag name="AS_UNIQUEID" val="638"/>
</p:tagLst>
</file>

<file path=ppt/tags/tag77.xml><?xml version="1.0" encoding="utf-8"?>
<p:tagLst xmlns:p="http://schemas.openxmlformats.org/presentationml/2006/main">
  <p:tag name="AS_UNIQUEID" val="639"/>
</p:tagLst>
</file>

<file path=ppt/tags/tag78.xml><?xml version="1.0" encoding="utf-8"?>
<p:tagLst xmlns:p="http://schemas.openxmlformats.org/presentationml/2006/main">
  <p:tag name="AS_UNIQUEID" val="640"/>
</p:tagLst>
</file>

<file path=ppt/tags/tag79.xml><?xml version="1.0" encoding="utf-8"?>
<p:tagLst xmlns:p="http://schemas.openxmlformats.org/presentationml/2006/main">
  <p:tag name="AS_UNIQUEID" val="649"/>
</p:tagLst>
</file>

<file path=ppt/tags/tag80.xml><?xml version="1.0" encoding="utf-8"?>
<p:tagLst xmlns:p="http://schemas.openxmlformats.org/presentationml/2006/main">
  <p:tag name="AS_UNIQUEID" val="629"/>
</p:tagLst>
</file>

<file path=ppt/tags/tag81.xml><?xml version="1.0" encoding="utf-8"?>
<p:tagLst xmlns:p="http://schemas.openxmlformats.org/presentationml/2006/main">
  <p:tag name="AS_UNIQUEID" val="630"/>
</p:tagLst>
</file>

<file path=ppt/tags/tag82.xml><?xml version="1.0" encoding="utf-8"?>
<p:tagLst xmlns:p="http://schemas.openxmlformats.org/presentationml/2006/main">
  <p:tag name="AS_UNIQUEID" val="631"/>
</p:tagLst>
</file>

<file path=ppt/tags/tag83.xml><?xml version="1.0" encoding="utf-8"?>
<p:tagLst xmlns:p="http://schemas.openxmlformats.org/presentationml/2006/main">
  <p:tag name="AS_UNIQUEID" val="632"/>
</p:tagLst>
</file>

<file path=ppt/tags/tag84.xml><?xml version="1.0" encoding="utf-8"?>
<p:tagLst xmlns:p="http://schemas.openxmlformats.org/presentationml/2006/main">
  <p:tag name="AS_UNIQUEID" val="624"/>
</p:tagLst>
</file>

<file path=ppt/tags/tag85.xml><?xml version="1.0" encoding="utf-8"?>
<p:tagLst xmlns:p="http://schemas.openxmlformats.org/presentationml/2006/main">
  <p:tag name="AS_UNIQUEID" val="1059"/>
</p:tagLst>
</file>

<file path=ppt/tags/tag86.xml><?xml version="1.0" encoding="utf-8"?>
<p:tagLst xmlns:p="http://schemas.openxmlformats.org/presentationml/2006/main">
  <p:tag name="AS_UNIQUEID" val="1060"/>
</p:tagLst>
</file>

<file path=ppt/tags/tag87.xml><?xml version="1.0" encoding="utf-8"?>
<p:tagLst xmlns:p="http://schemas.openxmlformats.org/presentationml/2006/main">
  <p:tag name="AS_UNIQUEID" val="1061"/>
</p:tagLst>
</file>

<file path=ppt/tags/tag88.xml><?xml version="1.0" encoding="utf-8"?>
<p:tagLst xmlns:p="http://schemas.openxmlformats.org/presentationml/2006/main">
  <p:tag name="AS_UNIQUEID" val="650"/>
</p:tagLst>
</file>

<file path=ppt/tags/tag89.xml><?xml version="1.0" encoding="utf-8"?>
<p:tagLst xmlns:p="http://schemas.openxmlformats.org/presentationml/2006/main">
  <p:tag name="AS_UNIQUEID" val="651"/>
</p:tagLst>
</file>

<file path=ppt/tags/tag90.xml><?xml version="1.0" encoding="utf-8"?>
<p:tagLst xmlns:p="http://schemas.openxmlformats.org/presentationml/2006/main">
  <p:tag name="AS_UNIQUEID" val="652"/>
</p:tagLst>
</file>

<file path=ppt/tags/tag91.xml><?xml version="1.0" encoding="utf-8"?>
<p:tagLst xmlns:p="http://schemas.openxmlformats.org/presentationml/2006/main">
  <p:tag name="AS_UNIQUEID" val="681"/>
</p:tagLst>
</file>

<file path=ppt/tags/tag92.xml><?xml version="1.0" encoding="utf-8"?>
<p:tagLst xmlns:p="http://schemas.openxmlformats.org/presentationml/2006/main">
  <p:tag name="AS_UNIQUEID" val="676"/>
</p:tagLst>
</file>

<file path=ppt/tags/tag93.xml><?xml version="1.0" encoding="utf-8"?>
<p:tagLst xmlns:p="http://schemas.openxmlformats.org/presentationml/2006/main">
  <p:tag name="AS_UNIQUEID" val="677"/>
</p:tagLst>
</file>

<file path=ppt/tags/tag94.xml><?xml version="1.0" encoding="utf-8"?>
<p:tagLst xmlns:p="http://schemas.openxmlformats.org/presentationml/2006/main">
  <p:tag name="AS_UNIQUEID" val="678"/>
</p:tagLst>
</file>

<file path=ppt/tags/tag95.xml><?xml version="1.0" encoding="utf-8"?>
<p:tagLst xmlns:p="http://schemas.openxmlformats.org/presentationml/2006/main">
  <p:tag name="AS_UNIQUEID" val="679"/>
</p:tagLst>
</file>

<file path=ppt/tags/tag96.xml><?xml version="1.0" encoding="utf-8"?>
<p:tagLst xmlns:p="http://schemas.openxmlformats.org/presentationml/2006/main">
  <p:tag name="AS_UNIQUEID" val="680"/>
</p:tagLst>
</file>

<file path=ppt/tags/tag97.xml><?xml version="1.0" encoding="utf-8"?>
<p:tagLst xmlns:p="http://schemas.openxmlformats.org/presentationml/2006/main">
  <p:tag name="AS_UNIQUEID" val="682"/>
</p:tagLst>
</file>

<file path=ppt/tags/tag98.xml><?xml version="1.0" encoding="utf-8"?>
<p:tagLst xmlns:p="http://schemas.openxmlformats.org/presentationml/2006/main">
  <p:tag name="AS_UNIQUEID" val="668"/>
</p:tagLst>
</file>

<file path=ppt/tags/tag99.xml><?xml version="1.0" encoding="utf-8"?>
<p:tagLst xmlns:p="http://schemas.openxmlformats.org/presentationml/2006/main">
  <p:tag name="AS_UNIQUEID" val="669"/>
</p:tagLst>
</file>

<file path=ppt/tags/tag100.xml><?xml version="1.0" encoding="utf-8"?>
<p:tagLst xmlns:p="http://schemas.openxmlformats.org/presentationml/2006/main">
  <p:tag name="AS_UNIQUEID" val="670"/>
</p:tagLst>
</file>

<file path=ppt/tags/tag101.xml><?xml version="1.0" encoding="utf-8"?>
<p:tagLst xmlns:p="http://schemas.openxmlformats.org/presentationml/2006/main">
  <p:tag name="AS_UNIQUEID" val="671"/>
</p:tagLst>
</file>

<file path=ppt/tags/tag102.xml><?xml version="1.0" encoding="utf-8"?>
<p:tagLst xmlns:p="http://schemas.openxmlformats.org/presentationml/2006/main">
  <p:tag name="AS_UNIQUEID" val="672"/>
</p:tagLst>
</file>

<file path=ppt/tags/tag103.xml><?xml version="1.0" encoding="utf-8"?>
<p:tagLst xmlns:p="http://schemas.openxmlformats.org/presentationml/2006/main">
  <p:tag name="AS_UNIQUEID" val="673"/>
</p:tagLst>
</file>

<file path=ppt/tags/tag104.xml><?xml version="1.0" encoding="utf-8"?>
<p:tagLst xmlns:p="http://schemas.openxmlformats.org/presentationml/2006/main">
  <p:tag name="AS_UNIQUEID" val="674"/>
</p:tagLst>
</file>

<file path=ppt/tags/tag105.xml><?xml version="1.0" encoding="utf-8"?>
<p:tagLst xmlns:p="http://schemas.openxmlformats.org/presentationml/2006/main">
  <p:tag name="AS_UNIQUEID" val="675"/>
</p:tagLst>
</file>

<file path=ppt/tags/tag106.xml><?xml version="1.0" encoding="utf-8"?>
<p:tagLst xmlns:p="http://schemas.openxmlformats.org/presentationml/2006/main">
  <p:tag name="AS_UNIQUEID" val="666"/>
</p:tagLst>
</file>

<file path=ppt/tags/tag107.xml><?xml version="1.0" encoding="utf-8"?>
<p:tagLst xmlns:p="http://schemas.openxmlformats.org/presentationml/2006/main">
  <p:tag name="AS_UNIQUEID" val="667"/>
</p:tagLst>
</file>

<file path=ppt/tags/tag108.xml><?xml version="1.0" encoding="utf-8"?>
<p:tagLst xmlns:p="http://schemas.openxmlformats.org/presentationml/2006/main">
  <p:tag name="AS_UNIQUEID" val="1064"/>
</p:tagLst>
</file>

<file path=ppt/tags/tag109.xml><?xml version="1.0" encoding="utf-8"?>
<p:tagLst xmlns:p="http://schemas.openxmlformats.org/presentationml/2006/main">
  <p:tag name="AS_UNIQUEID" val="1065"/>
</p:tagLst>
</file>

<file path=ppt/tags/tag110.xml><?xml version="1.0" encoding="utf-8"?>
<p:tagLst xmlns:p="http://schemas.openxmlformats.org/presentationml/2006/main">
  <p:tag name="AS_UNIQUEID" val="1066"/>
</p:tagLst>
</file>

<file path=ppt/tags/tag111.xml><?xml version="1.0" encoding="utf-8"?>
<p:tagLst xmlns:p="http://schemas.openxmlformats.org/presentationml/2006/main">
  <p:tag name="AS_UNIQUEID" val="683"/>
</p:tagLst>
</file>

<file path=ppt/tags/tag112.xml><?xml version="1.0" encoding="utf-8"?>
<p:tagLst xmlns:p="http://schemas.openxmlformats.org/presentationml/2006/main">
  <p:tag name="AS_UNIQUEID" val="684"/>
</p:tagLst>
</file>

<file path=ppt/tags/tag113.xml><?xml version="1.0" encoding="utf-8"?>
<p:tagLst xmlns:p="http://schemas.openxmlformats.org/presentationml/2006/main">
  <p:tag name="AS_UNIQUEID" val="685"/>
</p:tagLst>
</file>

<file path=ppt/tags/tag114.xml><?xml version="1.0" encoding="utf-8"?>
<p:tagLst xmlns:p="http://schemas.openxmlformats.org/presentationml/2006/main">
  <p:tag name="AS_UNIQUEID" val="686"/>
</p:tagLst>
</file>

<file path=ppt/tags/tag115.xml><?xml version="1.0" encoding="utf-8"?>
<p:tagLst xmlns:p="http://schemas.openxmlformats.org/presentationml/2006/main">
  <p:tag name="AS_UNIQUEID" val="724"/>
  <p:tag name="KSO_WM_DIAGRAM_VIRTUALLY_FRAME" val="{&quot;height&quot;:301.2,&quot;left&quot;:48,&quot;top&quot;:142.8,&quot;width&quot;:864}"/>
</p:tagLst>
</file>

<file path=ppt/tags/tag116.xml><?xml version="1.0" encoding="utf-8"?>
<p:tagLst xmlns:p="http://schemas.openxmlformats.org/presentationml/2006/main">
  <p:tag name="AS_UNIQUEID" val="718"/>
  <p:tag name="KSO_WM_DIAGRAM_VIRTUALLY_FRAME" val="{&quot;height&quot;:301.2,&quot;left&quot;:48,&quot;top&quot;:142.8,&quot;width&quot;:864}"/>
</p:tagLst>
</file>

<file path=ppt/tags/tag117.xml><?xml version="1.0" encoding="utf-8"?>
<p:tagLst xmlns:p="http://schemas.openxmlformats.org/presentationml/2006/main">
  <p:tag name="AS_UNIQUEID" val="719"/>
  <p:tag name="KSO_WM_DIAGRAM_VIRTUALLY_FRAME" val="{&quot;height&quot;:301.2,&quot;left&quot;:48,&quot;top&quot;:142.8,&quot;width&quot;:864}"/>
</p:tagLst>
</file>

<file path=ppt/tags/tag118.xml><?xml version="1.0" encoding="utf-8"?>
<p:tagLst xmlns:p="http://schemas.openxmlformats.org/presentationml/2006/main">
  <p:tag name="AS_UNIQUEID" val="720"/>
  <p:tag name="KSO_WM_DIAGRAM_VIRTUALLY_FRAME" val="{&quot;height&quot;:301.2,&quot;left&quot;:48,&quot;top&quot;:142.8,&quot;width&quot;:864}"/>
</p:tagLst>
</file>

<file path=ppt/tags/tag119.xml><?xml version="1.0" encoding="utf-8"?>
<p:tagLst xmlns:p="http://schemas.openxmlformats.org/presentationml/2006/main">
  <p:tag name="AS_UNIQUEID" val="721"/>
  <p:tag name="KSO_WM_DIAGRAM_VIRTUALLY_FRAME" val="{&quot;height&quot;:301.2,&quot;left&quot;:48,&quot;top&quot;:142.8,&quot;width&quot;:864}"/>
</p:tagLst>
</file>

<file path=ppt/tags/tag120.xml><?xml version="1.0" encoding="utf-8"?>
<p:tagLst xmlns:p="http://schemas.openxmlformats.org/presentationml/2006/main">
  <p:tag name="AS_UNIQUEID" val="722"/>
  <p:tag name="KSO_WM_DIAGRAM_VIRTUALLY_FRAME" val="{&quot;height&quot;:301.2,&quot;left&quot;:48,&quot;top&quot;:142.8,&quot;width&quot;:864}"/>
</p:tagLst>
</file>

<file path=ppt/tags/tag121.xml><?xml version="1.0" encoding="utf-8"?>
<p:tagLst xmlns:p="http://schemas.openxmlformats.org/presentationml/2006/main">
  <p:tag name="AS_UNIQUEID" val="723"/>
  <p:tag name="KSO_WM_DIAGRAM_VIRTUALLY_FRAME" val="{&quot;height&quot;:301.2,&quot;left&quot;:48,&quot;top&quot;:142.8,&quot;width&quot;:864}"/>
</p:tagLst>
</file>

<file path=ppt/tags/tag122.xml><?xml version="1.0" encoding="utf-8"?>
<p:tagLst xmlns:p="http://schemas.openxmlformats.org/presentationml/2006/main">
  <p:tag name="AS_UNIQUEID" val="725"/>
  <p:tag name="KSO_WM_DIAGRAM_VIRTUALLY_FRAME" val="{&quot;height&quot;:301.2,&quot;left&quot;:48,&quot;top&quot;:142.8,&quot;width&quot;:864}"/>
</p:tagLst>
</file>

<file path=ppt/tags/tag123.xml><?xml version="1.0" encoding="utf-8"?>
<p:tagLst xmlns:p="http://schemas.openxmlformats.org/presentationml/2006/main">
  <p:tag name="AS_UNIQUEID" val="706"/>
  <p:tag name="KSO_WM_DIAGRAM_VIRTUALLY_FRAME" val="{&quot;height&quot;:301.2,&quot;left&quot;:48,&quot;top&quot;:142.8,&quot;width&quot;:864}"/>
</p:tagLst>
</file>

<file path=ppt/tags/tag124.xml><?xml version="1.0" encoding="utf-8"?>
<p:tagLst xmlns:p="http://schemas.openxmlformats.org/presentationml/2006/main">
  <p:tag name="AS_UNIQUEID" val="707"/>
  <p:tag name="KSO_WM_DIAGRAM_VIRTUALLY_FRAME" val="{&quot;height&quot;:301.2,&quot;left&quot;:48,&quot;top&quot;:142.8,&quot;width&quot;:864}"/>
</p:tagLst>
</file>

<file path=ppt/tags/tag125.xml><?xml version="1.0" encoding="utf-8"?>
<p:tagLst xmlns:p="http://schemas.openxmlformats.org/presentationml/2006/main">
  <p:tag name="AS_UNIQUEID" val="708"/>
  <p:tag name="KSO_WM_DIAGRAM_VIRTUALLY_FRAME" val="{&quot;height&quot;:301.2,&quot;left&quot;:48,&quot;top&quot;:142.8,&quot;width&quot;:864}"/>
</p:tagLst>
</file>

<file path=ppt/tags/tag126.xml><?xml version="1.0" encoding="utf-8"?>
<p:tagLst xmlns:p="http://schemas.openxmlformats.org/presentationml/2006/main">
  <p:tag name="AS_UNIQUEID" val="709"/>
  <p:tag name="KSO_WM_DIAGRAM_VIRTUALLY_FRAME" val="{&quot;height&quot;:301.2,&quot;left&quot;:48,&quot;top&quot;:142.8,&quot;width&quot;:864}"/>
</p:tagLst>
</file>

<file path=ppt/tags/tag127.xml><?xml version="1.0" encoding="utf-8"?>
<p:tagLst xmlns:p="http://schemas.openxmlformats.org/presentationml/2006/main">
  <p:tag name="AS_UNIQUEID" val="710"/>
  <p:tag name="KSO_WM_DIAGRAM_VIRTUALLY_FRAME" val="{&quot;height&quot;:301.2,&quot;left&quot;:48,&quot;top&quot;:142.8,&quot;width&quot;:864}"/>
</p:tagLst>
</file>

<file path=ppt/tags/tag128.xml><?xml version="1.0" encoding="utf-8"?>
<p:tagLst xmlns:p="http://schemas.openxmlformats.org/presentationml/2006/main">
  <p:tag name="AS_UNIQUEID" val="711"/>
  <p:tag name="KSO_WM_DIAGRAM_VIRTUALLY_FRAME" val="{&quot;height&quot;:301.2,&quot;left&quot;:48,&quot;top&quot;:142.8,&quot;width&quot;:864}"/>
</p:tagLst>
</file>

<file path=ppt/tags/tag129.xml><?xml version="1.0" encoding="utf-8"?>
<p:tagLst xmlns:p="http://schemas.openxmlformats.org/presentationml/2006/main">
  <p:tag name="AS_UNIQUEID" val="726"/>
  <p:tag name="KSO_WM_DIAGRAM_VIRTUALLY_FRAME" val="{&quot;height&quot;:301.2,&quot;left&quot;:48,&quot;top&quot;:142.8,&quot;width&quot;:864}"/>
</p:tagLst>
</file>

<file path=ppt/tags/tag130.xml><?xml version="1.0" encoding="utf-8"?>
<p:tagLst xmlns:p="http://schemas.openxmlformats.org/presentationml/2006/main">
  <p:tag name="AS_UNIQUEID" val="712"/>
  <p:tag name="KSO_WM_DIAGRAM_VIRTUALLY_FRAME" val="{&quot;height&quot;:301.2,&quot;left&quot;:48,&quot;top&quot;:142.8,&quot;width&quot;:864}"/>
</p:tagLst>
</file>

<file path=ppt/tags/tag131.xml><?xml version="1.0" encoding="utf-8"?>
<p:tagLst xmlns:p="http://schemas.openxmlformats.org/presentationml/2006/main">
  <p:tag name="AS_UNIQUEID" val="713"/>
  <p:tag name="KSO_WM_DIAGRAM_VIRTUALLY_FRAME" val="{&quot;height&quot;:301.2,&quot;left&quot;:48,&quot;top&quot;:142.8,&quot;width&quot;:864}"/>
</p:tagLst>
</file>

<file path=ppt/tags/tag132.xml><?xml version="1.0" encoding="utf-8"?>
<p:tagLst xmlns:p="http://schemas.openxmlformats.org/presentationml/2006/main">
  <p:tag name="AS_UNIQUEID" val="714"/>
  <p:tag name="KSO_WM_DIAGRAM_VIRTUALLY_FRAME" val="{&quot;height&quot;:301.2,&quot;left&quot;:48,&quot;top&quot;:142.8,&quot;width&quot;:864}"/>
</p:tagLst>
</file>

<file path=ppt/tags/tag133.xml><?xml version="1.0" encoding="utf-8"?>
<p:tagLst xmlns:p="http://schemas.openxmlformats.org/presentationml/2006/main">
  <p:tag name="AS_UNIQUEID" val="715"/>
  <p:tag name="KSO_WM_DIAGRAM_VIRTUALLY_FRAME" val="{&quot;height&quot;:301.2,&quot;left&quot;:48,&quot;top&quot;:142.8,&quot;width&quot;:864}"/>
</p:tagLst>
</file>

<file path=ppt/tags/tag134.xml><?xml version="1.0" encoding="utf-8"?>
<p:tagLst xmlns:p="http://schemas.openxmlformats.org/presentationml/2006/main">
  <p:tag name="AS_UNIQUEID" val="716"/>
  <p:tag name="KSO_WM_DIAGRAM_VIRTUALLY_FRAME" val="{&quot;height&quot;:301.2,&quot;left&quot;:48,&quot;top&quot;:142.8,&quot;width&quot;:864}"/>
</p:tagLst>
</file>

<file path=ppt/tags/tag135.xml><?xml version="1.0" encoding="utf-8"?>
<p:tagLst xmlns:p="http://schemas.openxmlformats.org/presentationml/2006/main">
  <p:tag name="AS_UNIQUEID" val="717"/>
  <p:tag name="KSO_WM_DIAGRAM_VIRTUALLY_FRAME" val="{&quot;height&quot;:301.2,&quot;left&quot;:48,&quot;top&quot;:142.8,&quot;width&quot;:864}"/>
</p:tagLst>
</file>

<file path=ppt/tags/tag136.xml><?xml version="1.0" encoding="utf-8"?>
<p:tagLst xmlns:p="http://schemas.openxmlformats.org/presentationml/2006/main">
  <p:tag name="AS_UNIQUEID" val="705"/>
</p:tagLst>
</file>

<file path=ppt/tags/tag137.xml><?xml version="1.0" encoding="utf-8"?>
<p:tagLst xmlns:p="http://schemas.openxmlformats.org/presentationml/2006/main">
  <p:tag name="AS_UNIQUEID" val="1069"/>
</p:tagLst>
</file>

<file path=ppt/tags/tag138.xml><?xml version="1.0" encoding="utf-8"?>
<p:tagLst xmlns:p="http://schemas.openxmlformats.org/presentationml/2006/main">
  <p:tag name="AS_UNIQUEID" val="1070"/>
</p:tagLst>
</file>

<file path=ppt/tags/tag139.xml><?xml version="1.0" encoding="utf-8"?>
<p:tagLst xmlns:p="http://schemas.openxmlformats.org/presentationml/2006/main">
  <p:tag name="AS_UNIQUEID" val="1071"/>
</p:tagLst>
</file>

<file path=ppt/tags/tag140.xml><?xml version="1.0" encoding="utf-8"?>
<p:tagLst xmlns:p="http://schemas.openxmlformats.org/presentationml/2006/main">
  <p:tag name="AS_UNIQUEID" val="727"/>
</p:tagLst>
</file>

<file path=ppt/tags/tag141.xml><?xml version="1.0" encoding="utf-8"?>
<p:tagLst xmlns:p="http://schemas.openxmlformats.org/presentationml/2006/main">
  <p:tag name="AS_UNIQUEID" val="728"/>
</p:tagLst>
</file>

<file path=ppt/tags/tag142.xml><?xml version="1.0" encoding="utf-8"?>
<p:tagLst xmlns:p="http://schemas.openxmlformats.org/presentationml/2006/main">
  <p:tag name="AS_UNIQUEID" val="729"/>
</p:tagLst>
</file>

<file path=ppt/tags/tag143.xml><?xml version="1.0" encoding="utf-8"?>
<p:tagLst xmlns:p="http://schemas.openxmlformats.org/presentationml/2006/main">
  <p:tag name="AS_UNIQUEID" val="730"/>
</p:tagLst>
</file>

<file path=ppt/tags/tag144.xml><?xml version="1.0" encoding="utf-8"?>
<p:tagLst xmlns:p="http://schemas.openxmlformats.org/presentationml/2006/main">
  <p:tag name="AS_UNIQUEID" val="771"/>
</p:tagLst>
</file>

<file path=ppt/tags/tag145.xml><?xml version="1.0" encoding="utf-8"?>
<p:tagLst xmlns:p="http://schemas.openxmlformats.org/presentationml/2006/main">
  <p:tag name="AS_UNIQUEID" val="765"/>
</p:tagLst>
</file>

<file path=ppt/tags/tag146.xml><?xml version="1.0" encoding="utf-8"?>
<p:tagLst xmlns:p="http://schemas.openxmlformats.org/presentationml/2006/main">
  <p:tag name="AS_UNIQUEID" val="766"/>
</p:tagLst>
</file>

<file path=ppt/tags/tag147.xml><?xml version="1.0" encoding="utf-8"?>
<p:tagLst xmlns:p="http://schemas.openxmlformats.org/presentationml/2006/main">
  <p:tag name="AS_UNIQUEID" val="767"/>
</p:tagLst>
</file>

<file path=ppt/tags/tag148.xml><?xml version="1.0" encoding="utf-8"?>
<p:tagLst xmlns:p="http://schemas.openxmlformats.org/presentationml/2006/main">
  <p:tag name="AS_UNIQUEID" val="772"/>
  <p:tag name="KSO_WM_DIAGRAM_VIRTUALLY_FRAME" val="{&quot;height&quot;:183.25,&quot;left&quot;:42,&quot;top&quot;:308.75,&quot;width&quot;:870}"/>
</p:tagLst>
</file>

<file path=ppt/tags/tag149.xml><?xml version="1.0" encoding="utf-8"?>
<p:tagLst xmlns:p="http://schemas.openxmlformats.org/presentationml/2006/main">
  <p:tag name="AS_UNIQUEID" val="768"/>
</p:tagLst>
</file>

<file path=ppt/tags/tag150.xml><?xml version="1.0" encoding="utf-8"?>
<p:tagLst xmlns:p="http://schemas.openxmlformats.org/presentationml/2006/main">
  <p:tag name="AS_UNIQUEID" val="769"/>
</p:tagLst>
</file>

<file path=ppt/tags/tag151.xml><?xml version="1.0" encoding="utf-8"?>
<p:tagLst xmlns:p="http://schemas.openxmlformats.org/presentationml/2006/main">
  <p:tag name="AS_UNIQUEID" val="770"/>
  <p:tag name="KSO_WM_DIAGRAM_VIRTUALLY_FRAME" val="{&quot;height&quot;:183.25,&quot;left&quot;:42,&quot;top&quot;:308.75,&quot;width&quot;:870}"/>
</p:tagLst>
</file>

<file path=ppt/tags/tag152.xml><?xml version="1.0" encoding="utf-8"?>
<p:tagLst xmlns:p="http://schemas.openxmlformats.org/presentationml/2006/main">
  <p:tag name="AS_UNIQUEID" val="773"/>
  <p:tag name="KSO_WM_DIAGRAM_VIRTUALLY_FRAME" val="{&quot;height&quot;:183.25,&quot;left&quot;:42,&quot;top&quot;:308.75,&quot;width&quot;:870}"/>
</p:tagLst>
</file>

<file path=ppt/tags/tag153.xml><?xml version="1.0" encoding="utf-8"?>
<p:tagLst xmlns:p="http://schemas.openxmlformats.org/presentationml/2006/main">
  <p:tag name="AS_UNIQUEID" val="753"/>
  <p:tag name="KSO_WM_DIAGRAM_VIRTUALLY_FRAME" val="{&quot;height&quot;:183.25,&quot;left&quot;:42,&quot;top&quot;:308.75,&quot;width&quot;:870}"/>
</p:tagLst>
</file>

<file path=ppt/tags/tag154.xml><?xml version="1.0" encoding="utf-8"?>
<p:tagLst xmlns:p="http://schemas.openxmlformats.org/presentationml/2006/main">
  <p:tag name="AS_UNIQUEID" val="754"/>
  <p:tag name="KSO_WM_DIAGRAM_VIRTUALLY_FRAME" val="{&quot;height&quot;:183.25,&quot;left&quot;:42,&quot;top&quot;:308.75,&quot;width&quot;:870}"/>
</p:tagLst>
</file>

<file path=ppt/tags/tag155.xml><?xml version="1.0" encoding="utf-8"?>
<p:tagLst xmlns:p="http://schemas.openxmlformats.org/presentationml/2006/main">
  <p:tag name="AS_UNIQUEID" val="755"/>
  <p:tag name="KSO_WM_DIAGRAM_VIRTUALLY_FRAME" val="{&quot;height&quot;:183.25,&quot;left&quot;:42,&quot;top&quot;:308.75,&quot;width&quot;:870}"/>
</p:tagLst>
</file>

<file path=ppt/tags/tag156.xml><?xml version="1.0" encoding="utf-8"?>
<p:tagLst xmlns:p="http://schemas.openxmlformats.org/presentationml/2006/main">
  <p:tag name="AS_UNIQUEID" val="756"/>
  <p:tag name="KSO_WM_DIAGRAM_VIRTUALLY_FRAME" val="{&quot;height&quot;:183.25,&quot;left&quot;:42,&quot;top&quot;:308.75,&quot;width&quot;:870}"/>
</p:tagLst>
</file>

<file path=ppt/tags/tag157.xml><?xml version="1.0" encoding="utf-8"?>
<p:tagLst xmlns:p="http://schemas.openxmlformats.org/presentationml/2006/main">
  <p:tag name="AS_UNIQUEID" val="774"/>
  <p:tag name="KSO_WM_DIAGRAM_VIRTUALLY_FRAME" val="{&quot;height&quot;:183.25,&quot;left&quot;:42,&quot;top&quot;:308.75,&quot;width&quot;:870}"/>
</p:tagLst>
</file>

<file path=ppt/tags/tag158.xml><?xml version="1.0" encoding="utf-8"?>
<p:tagLst xmlns:p="http://schemas.openxmlformats.org/presentationml/2006/main">
  <p:tag name="AS_UNIQUEID" val="757"/>
  <p:tag name="KSO_WM_DIAGRAM_VIRTUALLY_FRAME" val="{&quot;height&quot;:183.25,&quot;left&quot;:42,&quot;top&quot;:308.75,&quot;width&quot;:870}"/>
</p:tagLst>
</file>

<file path=ppt/tags/tag159.xml><?xml version="1.0" encoding="utf-8"?>
<p:tagLst xmlns:p="http://schemas.openxmlformats.org/presentationml/2006/main">
  <p:tag name="AS_UNIQUEID" val="758"/>
  <p:tag name="KSO_WM_DIAGRAM_VIRTUALLY_FRAME" val="{&quot;height&quot;:183.25,&quot;left&quot;:42,&quot;top&quot;:308.75,&quot;width&quot;:870}"/>
</p:tagLst>
</file>

<file path=ppt/tags/tag160.xml><?xml version="1.0" encoding="utf-8"?>
<p:tagLst xmlns:p="http://schemas.openxmlformats.org/presentationml/2006/main">
  <p:tag name="AS_UNIQUEID" val="759"/>
  <p:tag name="KSO_WM_DIAGRAM_VIRTUALLY_FRAME" val="{&quot;height&quot;:183.25,&quot;left&quot;:42,&quot;top&quot;:308.75,&quot;width&quot;:870}"/>
</p:tagLst>
</file>

<file path=ppt/tags/tag161.xml><?xml version="1.0" encoding="utf-8"?>
<p:tagLst xmlns:p="http://schemas.openxmlformats.org/presentationml/2006/main">
  <p:tag name="AS_UNIQUEID" val="760"/>
  <p:tag name="KSO_WM_DIAGRAM_VIRTUALLY_FRAME" val="{&quot;height&quot;:183.25,&quot;left&quot;:42,&quot;top&quot;:308.75,&quot;width&quot;:870}"/>
</p:tagLst>
</file>

<file path=ppt/tags/tag162.xml><?xml version="1.0" encoding="utf-8"?>
<p:tagLst xmlns:p="http://schemas.openxmlformats.org/presentationml/2006/main">
  <p:tag name="AS_UNIQUEID" val="775"/>
  <p:tag name="KSO_WM_DIAGRAM_VIRTUALLY_FRAME" val="{&quot;height&quot;:183.25,&quot;left&quot;:42,&quot;top&quot;:308.75,&quot;width&quot;:870}"/>
</p:tagLst>
</file>

<file path=ppt/tags/tag163.xml><?xml version="1.0" encoding="utf-8"?>
<p:tagLst xmlns:p="http://schemas.openxmlformats.org/presentationml/2006/main">
  <p:tag name="AS_UNIQUEID" val="761"/>
  <p:tag name="KSO_WM_DIAGRAM_VIRTUALLY_FRAME" val="{&quot;height&quot;:183.25,&quot;left&quot;:42,&quot;top&quot;:308.75,&quot;width&quot;:870}"/>
</p:tagLst>
</file>

<file path=ppt/tags/tag164.xml><?xml version="1.0" encoding="utf-8"?>
<p:tagLst xmlns:p="http://schemas.openxmlformats.org/presentationml/2006/main">
  <p:tag name="AS_UNIQUEID" val="762"/>
  <p:tag name="KSO_WM_DIAGRAM_VIRTUALLY_FRAME" val="{&quot;height&quot;:183.25,&quot;left&quot;:42,&quot;top&quot;:308.75,&quot;width&quot;:870}"/>
</p:tagLst>
</file>

<file path=ppt/tags/tag165.xml><?xml version="1.0" encoding="utf-8"?>
<p:tagLst xmlns:p="http://schemas.openxmlformats.org/presentationml/2006/main">
  <p:tag name="AS_UNIQUEID" val="763"/>
  <p:tag name="KSO_WM_DIAGRAM_VIRTUALLY_FRAME" val="{&quot;height&quot;:183.25,&quot;left&quot;:42,&quot;top&quot;:308.75,&quot;width&quot;:870}"/>
</p:tagLst>
</file>

<file path=ppt/tags/tag166.xml><?xml version="1.0" encoding="utf-8"?>
<p:tagLst xmlns:p="http://schemas.openxmlformats.org/presentationml/2006/main">
  <p:tag name="AS_UNIQUEID" val="764"/>
  <p:tag name="KSO_WM_DIAGRAM_VIRTUALLY_FRAME" val="{&quot;height&quot;:183.25,&quot;left&quot;:42,&quot;top&quot;:308.75,&quot;width&quot;:870}"/>
</p:tagLst>
</file>

<file path=ppt/tags/tag167.xml><?xml version="1.0" encoding="utf-8"?>
<p:tagLst xmlns:p="http://schemas.openxmlformats.org/presentationml/2006/main">
  <p:tag name="AS_UNIQUEID" val="749"/>
</p:tagLst>
</file>

<file path=ppt/tags/tag168.xml><?xml version="1.0" encoding="utf-8"?>
<p:tagLst xmlns:p="http://schemas.openxmlformats.org/presentationml/2006/main">
  <p:tag name="AS_UNIQUEID" val="750"/>
  <p:tag name="KSO_WM_DIAGRAM_VIRTUALLY_FRAME" val="{&quot;height&quot;:183.25,&quot;left&quot;:42,&quot;top&quot;:308.75,&quot;width&quot;:870}"/>
</p:tagLst>
</file>

<file path=ppt/tags/tag169.xml><?xml version="1.0" encoding="utf-8"?>
<p:tagLst xmlns:p="http://schemas.openxmlformats.org/presentationml/2006/main">
  <p:tag name="AS_UNIQUEID" val="751"/>
  <p:tag name="KSO_WM_DIAGRAM_VIRTUALLY_FRAME" val="{&quot;height&quot;:183.25,&quot;left&quot;:42,&quot;top&quot;:308.75,&quot;width&quot;:870}"/>
</p:tagLst>
</file>

<file path=ppt/tags/tag170.xml><?xml version="1.0" encoding="utf-8"?>
<p:tagLst xmlns:p="http://schemas.openxmlformats.org/presentationml/2006/main">
  <p:tag name="AS_UNIQUEID" val="752"/>
</p:tagLst>
</file>

<file path=ppt/tags/tag171.xml><?xml version="1.0" encoding="utf-8"?>
<p:tagLst xmlns:p="http://schemas.openxmlformats.org/presentationml/2006/main">
  <p:tag name="AS_UNIQUEID" val="1074"/>
</p:tagLst>
</file>

<file path=ppt/tags/tag172.xml><?xml version="1.0" encoding="utf-8"?>
<p:tagLst xmlns:p="http://schemas.openxmlformats.org/presentationml/2006/main">
  <p:tag name="AS_UNIQUEID" val="1075"/>
</p:tagLst>
</file>

<file path=ppt/tags/tag173.xml><?xml version="1.0" encoding="utf-8"?>
<p:tagLst xmlns:p="http://schemas.openxmlformats.org/presentationml/2006/main">
  <p:tag name="AS_UNIQUEID" val="1076"/>
</p:tagLst>
</file>

<file path=ppt/tags/tag174.xml><?xml version="1.0" encoding="utf-8"?>
<p:tagLst xmlns:p="http://schemas.openxmlformats.org/presentationml/2006/main">
  <p:tag name="AS_UNIQUEID" val="776"/>
</p:tagLst>
</file>

<file path=ppt/tags/tag175.xml><?xml version="1.0" encoding="utf-8"?>
<p:tagLst xmlns:p="http://schemas.openxmlformats.org/presentationml/2006/main">
  <p:tag name="AS_UNIQUEID" val="777"/>
</p:tagLst>
</file>

<file path=ppt/tags/tag176.xml><?xml version="1.0" encoding="utf-8"?>
<p:tagLst xmlns:p="http://schemas.openxmlformats.org/presentationml/2006/main">
  <p:tag name="AS_UNIQUEID" val="778"/>
</p:tagLst>
</file>

<file path=ppt/tags/tag177.xml><?xml version="1.0" encoding="utf-8"?>
<p:tagLst xmlns:p="http://schemas.openxmlformats.org/presentationml/2006/main">
  <p:tag name="AS_UNIQUEID" val="878"/>
</p:tagLst>
</file>

<file path=ppt/tags/tag178.xml><?xml version="1.0" encoding="utf-8"?>
<p:tagLst xmlns:p="http://schemas.openxmlformats.org/presentationml/2006/main">
  <p:tag name="AS_UNIQUEID" val="829"/>
</p:tagLst>
</file>

<file path=ppt/tags/tag179.xml><?xml version="1.0" encoding="utf-8"?>
<p:tagLst xmlns:p="http://schemas.openxmlformats.org/presentationml/2006/main">
  <p:tag name="AS_UNIQUEID" val="830"/>
</p:tagLst>
</file>

<file path=ppt/tags/tag180.xml><?xml version="1.0" encoding="utf-8"?>
<p:tagLst xmlns:p="http://schemas.openxmlformats.org/presentationml/2006/main">
  <p:tag name="AS_UNIQUEID" val="831"/>
</p:tagLst>
</file>

<file path=ppt/tags/tag181.xml><?xml version="1.0" encoding="utf-8"?>
<p:tagLst xmlns:p="http://schemas.openxmlformats.org/presentationml/2006/main">
  <p:tag name="AS_UNIQUEID" val="832"/>
</p:tagLst>
</file>

<file path=ppt/tags/tag182.xml><?xml version="1.0" encoding="utf-8"?>
<p:tagLst xmlns:p="http://schemas.openxmlformats.org/presentationml/2006/main">
  <p:tag name="AS_UNIQUEID" val="833"/>
</p:tagLst>
</file>

<file path=ppt/tags/tag183.xml><?xml version="1.0" encoding="utf-8"?>
<p:tagLst xmlns:p="http://schemas.openxmlformats.org/presentationml/2006/main">
  <p:tag name="AS_UNIQUEID" val="834"/>
</p:tagLst>
</file>

<file path=ppt/tags/tag184.xml><?xml version="1.0" encoding="utf-8"?>
<p:tagLst xmlns:p="http://schemas.openxmlformats.org/presentationml/2006/main">
  <p:tag name="AS_UNIQUEID" val="835"/>
</p:tagLst>
</file>

<file path=ppt/tags/tag185.xml><?xml version="1.0" encoding="utf-8"?>
<p:tagLst xmlns:p="http://schemas.openxmlformats.org/presentationml/2006/main">
  <p:tag name="AS_UNIQUEID" val="836"/>
</p:tagLst>
</file>

<file path=ppt/tags/tag186.xml><?xml version="1.0" encoding="utf-8"?>
<p:tagLst xmlns:p="http://schemas.openxmlformats.org/presentationml/2006/main">
  <p:tag name="AS_UNIQUEID" val="837"/>
</p:tagLst>
</file>

<file path=ppt/tags/tag187.xml><?xml version="1.0" encoding="utf-8"?>
<p:tagLst xmlns:p="http://schemas.openxmlformats.org/presentationml/2006/main">
  <p:tag name="AS_UNIQUEID" val="838"/>
</p:tagLst>
</file>

<file path=ppt/tags/tag188.xml><?xml version="1.0" encoding="utf-8"?>
<p:tagLst xmlns:p="http://schemas.openxmlformats.org/presentationml/2006/main">
  <p:tag name="AS_UNIQUEID" val="839"/>
</p:tagLst>
</file>

<file path=ppt/tags/tag189.xml><?xml version="1.0" encoding="utf-8"?>
<p:tagLst xmlns:p="http://schemas.openxmlformats.org/presentationml/2006/main">
  <p:tag name="AS_UNIQUEID" val="840"/>
</p:tagLst>
</file>

<file path=ppt/tags/tag190.xml><?xml version="1.0" encoding="utf-8"?>
<p:tagLst xmlns:p="http://schemas.openxmlformats.org/presentationml/2006/main">
  <p:tag name="AS_UNIQUEID" val="841"/>
</p:tagLst>
</file>

<file path=ppt/tags/tag191.xml><?xml version="1.0" encoding="utf-8"?>
<p:tagLst xmlns:p="http://schemas.openxmlformats.org/presentationml/2006/main">
  <p:tag name="AS_UNIQUEID" val="842"/>
</p:tagLst>
</file>

<file path=ppt/tags/tag192.xml><?xml version="1.0" encoding="utf-8"?>
<p:tagLst xmlns:p="http://schemas.openxmlformats.org/presentationml/2006/main">
  <p:tag name="AS_UNIQUEID" val="843"/>
</p:tagLst>
</file>

<file path=ppt/tags/tag193.xml><?xml version="1.0" encoding="utf-8"?>
<p:tagLst xmlns:p="http://schemas.openxmlformats.org/presentationml/2006/main">
  <p:tag name="AS_UNIQUEID" val="844"/>
</p:tagLst>
</file>

<file path=ppt/tags/tag194.xml><?xml version="1.0" encoding="utf-8"?>
<p:tagLst xmlns:p="http://schemas.openxmlformats.org/presentationml/2006/main">
  <p:tag name="AS_UNIQUEID" val="845"/>
</p:tagLst>
</file>

<file path=ppt/tags/tag195.xml><?xml version="1.0" encoding="utf-8"?>
<p:tagLst xmlns:p="http://schemas.openxmlformats.org/presentationml/2006/main">
  <p:tag name="AS_UNIQUEID" val="846"/>
</p:tagLst>
</file>

<file path=ppt/tags/tag196.xml><?xml version="1.0" encoding="utf-8"?>
<p:tagLst xmlns:p="http://schemas.openxmlformats.org/presentationml/2006/main">
  <p:tag name="AS_UNIQUEID" val="847"/>
</p:tagLst>
</file>

<file path=ppt/tags/tag197.xml><?xml version="1.0" encoding="utf-8"?>
<p:tagLst xmlns:p="http://schemas.openxmlformats.org/presentationml/2006/main">
  <p:tag name="AS_UNIQUEID" val="848"/>
</p:tagLst>
</file>

<file path=ppt/tags/tag198.xml><?xml version="1.0" encoding="utf-8"?>
<p:tagLst xmlns:p="http://schemas.openxmlformats.org/presentationml/2006/main">
  <p:tag name="AS_UNIQUEID" val="849"/>
</p:tagLst>
</file>

<file path=ppt/tags/tag199.xml><?xml version="1.0" encoding="utf-8"?>
<p:tagLst xmlns:p="http://schemas.openxmlformats.org/presentationml/2006/main">
  <p:tag name="AS_UNIQUEID" val="850"/>
</p:tagLst>
</file>

<file path=ppt/tags/tag200.xml><?xml version="1.0" encoding="utf-8"?>
<p:tagLst xmlns:p="http://schemas.openxmlformats.org/presentationml/2006/main">
  <p:tag name="AS_UNIQUEID" val="851"/>
</p:tagLst>
</file>

<file path=ppt/tags/tag201.xml><?xml version="1.0" encoding="utf-8"?>
<p:tagLst xmlns:p="http://schemas.openxmlformats.org/presentationml/2006/main">
  <p:tag name="AS_UNIQUEID" val="852"/>
</p:tagLst>
</file>

<file path=ppt/tags/tag202.xml><?xml version="1.0" encoding="utf-8"?>
<p:tagLst xmlns:p="http://schemas.openxmlformats.org/presentationml/2006/main">
  <p:tag name="AS_UNIQUEID" val="853"/>
</p:tagLst>
</file>

<file path=ppt/tags/tag203.xml><?xml version="1.0" encoding="utf-8"?>
<p:tagLst xmlns:p="http://schemas.openxmlformats.org/presentationml/2006/main">
  <p:tag name="AS_UNIQUEID" val="854"/>
</p:tagLst>
</file>

<file path=ppt/tags/tag204.xml><?xml version="1.0" encoding="utf-8"?>
<p:tagLst xmlns:p="http://schemas.openxmlformats.org/presentationml/2006/main">
  <p:tag name="AS_UNIQUEID" val="855"/>
</p:tagLst>
</file>

<file path=ppt/tags/tag205.xml><?xml version="1.0" encoding="utf-8"?>
<p:tagLst xmlns:p="http://schemas.openxmlformats.org/presentationml/2006/main">
  <p:tag name="AS_UNIQUEID" val="856"/>
</p:tagLst>
</file>

<file path=ppt/tags/tag206.xml><?xml version="1.0" encoding="utf-8"?>
<p:tagLst xmlns:p="http://schemas.openxmlformats.org/presentationml/2006/main">
  <p:tag name="AS_UNIQUEID" val="857"/>
</p:tagLst>
</file>

<file path=ppt/tags/tag207.xml><?xml version="1.0" encoding="utf-8"?>
<p:tagLst xmlns:p="http://schemas.openxmlformats.org/presentationml/2006/main">
  <p:tag name="AS_UNIQUEID" val="858"/>
</p:tagLst>
</file>

<file path=ppt/tags/tag208.xml><?xml version="1.0" encoding="utf-8"?>
<p:tagLst xmlns:p="http://schemas.openxmlformats.org/presentationml/2006/main">
  <p:tag name="AS_UNIQUEID" val="859"/>
</p:tagLst>
</file>

<file path=ppt/tags/tag209.xml><?xml version="1.0" encoding="utf-8"?>
<p:tagLst xmlns:p="http://schemas.openxmlformats.org/presentationml/2006/main">
  <p:tag name="AS_UNIQUEID" val="860"/>
</p:tagLst>
</file>

<file path=ppt/tags/tag210.xml><?xml version="1.0" encoding="utf-8"?>
<p:tagLst xmlns:p="http://schemas.openxmlformats.org/presentationml/2006/main">
  <p:tag name="AS_UNIQUEID" val="861"/>
</p:tagLst>
</file>

<file path=ppt/tags/tag211.xml><?xml version="1.0" encoding="utf-8"?>
<p:tagLst xmlns:p="http://schemas.openxmlformats.org/presentationml/2006/main">
  <p:tag name="AS_UNIQUEID" val="862"/>
</p:tagLst>
</file>

<file path=ppt/tags/tag212.xml><?xml version="1.0" encoding="utf-8"?>
<p:tagLst xmlns:p="http://schemas.openxmlformats.org/presentationml/2006/main">
  <p:tag name="AS_UNIQUEID" val="863"/>
</p:tagLst>
</file>

<file path=ppt/tags/tag213.xml><?xml version="1.0" encoding="utf-8"?>
<p:tagLst xmlns:p="http://schemas.openxmlformats.org/presentationml/2006/main">
  <p:tag name="AS_UNIQUEID" val="864"/>
</p:tagLst>
</file>

<file path=ppt/tags/tag214.xml><?xml version="1.0" encoding="utf-8"?>
<p:tagLst xmlns:p="http://schemas.openxmlformats.org/presentationml/2006/main">
  <p:tag name="AS_UNIQUEID" val="865"/>
</p:tagLst>
</file>

<file path=ppt/tags/tag215.xml><?xml version="1.0" encoding="utf-8"?>
<p:tagLst xmlns:p="http://schemas.openxmlformats.org/presentationml/2006/main">
  <p:tag name="AS_UNIQUEID" val="866"/>
</p:tagLst>
</file>

<file path=ppt/tags/tag216.xml><?xml version="1.0" encoding="utf-8"?>
<p:tagLst xmlns:p="http://schemas.openxmlformats.org/presentationml/2006/main">
  <p:tag name="AS_UNIQUEID" val="867"/>
</p:tagLst>
</file>

<file path=ppt/tags/tag217.xml><?xml version="1.0" encoding="utf-8"?>
<p:tagLst xmlns:p="http://schemas.openxmlformats.org/presentationml/2006/main">
  <p:tag name="AS_UNIQUEID" val="868"/>
</p:tagLst>
</file>

<file path=ppt/tags/tag218.xml><?xml version="1.0" encoding="utf-8"?>
<p:tagLst xmlns:p="http://schemas.openxmlformats.org/presentationml/2006/main">
  <p:tag name="AS_UNIQUEID" val="869"/>
</p:tagLst>
</file>

<file path=ppt/tags/tag219.xml><?xml version="1.0" encoding="utf-8"?>
<p:tagLst xmlns:p="http://schemas.openxmlformats.org/presentationml/2006/main">
  <p:tag name="AS_UNIQUEID" val="870"/>
</p:tagLst>
</file>

<file path=ppt/tags/tag220.xml><?xml version="1.0" encoding="utf-8"?>
<p:tagLst xmlns:p="http://schemas.openxmlformats.org/presentationml/2006/main">
  <p:tag name="AS_UNIQUEID" val="871"/>
</p:tagLst>
</file>

<file path=ppt/tags/tag221.xml><?xml version="1.0" encoding="utf-8"?>
<p:tagLst xmlns:p="http://schemas.openxmlformats.org/presentationml/2006/main">
  <p:tag name="AS_UNIQUEID" val="872"/>
</p:tagLst>
</file>

<file path=ppt/tags/tag222.xml><?xml version="1.0" encoding="utf-8"?>
<p:tagLst xmlns:p="http://schemas.openxmlformats.org/presentationml/2006/main">
  <p:tag name="AS_UNIQUEID" val="873"/>
</p:tagLst>
</file>

<file path=ppt/tags/tag223.xml><?xml version="1.0" encoding="utf-8"?>
<p:tagLst xmlns:p="http://schemas.openxmlformats.org/presentationml/2006/main">
  <p:tag name="AS_UNIQUEID" val="874"/>
</p:tagLst>
</file>

<file path=ppt/tags/tag224.xml><?xml version="1.0" encoding="utf-8"?>
<p:tagLst xmlns:p="http://schemas.openxmlformats.org/presentationml/2006/main">
  <p:tag name="AS_UNIQUEID" val="875"/>
</p:tagLst>
</file>

<file path=ppt/tags/tag225.xml><?xml version="1.0" encoding="utf-8"?>
<p:tagLst xmlns:p="http://schemas.openxmlformats.org/presentationml/2006/main">
  <p:tag name="AS_UNIQUEID" val="876"/>
</p:tagLst>
</file>

<file path=ppt/tags/tag226.xml><?xml version="1.0" encoding="utf-8"?>
<p:tagLst xmlns:p="http://schemas.openxmlformats.org/presentationml/2006/main">
  <p:tag name="AS_UNIQUEID" val="877"/>
</p:tagLst>
</file>

<file path=ppt/tags/tag227.xml><?xml version="1.0" encoding="utf-8"?>
<p:tagLst xmlns:p="http://schemas.openxmlformats.org/presentationml/2006/main">
  <p:tag name="AS_UNIQUEID" val="828"/>
</p:tagLst>
</file>

<file path=ppt/tags/tag228.xml><?xml version="1.0" encoding="utf-8"?>
<p:tagLst xmlns:p="http://schemas.openxmlformats.org/presentationml/2006/main">
  <p:tag name="AS_UNIQUEID" val="1079"/>
</p:tagLst>
</file>

<file path=ppt/tags/tag229.xml><?xml version="1.0" encoding="utf-8"?>
<p:tagLst xmlns:p="http://schemas.openxmlformats.org/presentationml/2006/main">
  <p:tag name="AS_UNIQUEID" val="1080"/>
</p:tagLst>
</file>

<file path=ppt/tags/tag230.xml><?xml version="1.0" encoding="utf-8"?>
<p:tagLst xmlns:p="http://schemas.openxmlformats.org/presentationml/2006/main">
  <p:tag name="AS_UNIQUEID" val="1081"/>
</p:tagLst>
</file>

<file path=ppt/tags/tag231.xml><?xml version="1.0" encoding="utf-8"?>
<p:tagLst xmlns:p="http://schemas.openxmlformats.org/presentationml/2006/main">
  <p:tag name="AS_UNIQUEID" val="879"/>
</p:tagLst>
</file>

<file path=ppt/tags/tag232.xml><?xml version="1.0" encoding="utf-8"?>
<p:tagLst xmlns:p="http://schemas.openxmlformats.org/presentationml/2006/main">
  <p:tag name="AS_UNIQUEID" val="880"/>
</p:tagLst>
</file>

<file path=ppt/tags/tag233.xml><?xml version="1.0" encoding="utf-8"?>
<p:tagLst xmlns:p="http://schemas.openxmlformats.org/presentationml/2006/main">
  <p:tag name="AS_UNIQUEID" val="881"/>
</p:tagLst>
</file>

<file path=ppt/tags/tag234.xml><?xml version="1.0" encoding="utf-8"?>
<p:tagLst xmlns:p="http://schemas.openxmlformats.org/presentationml/2006/main">
  <p:tag name="AS_UNIQUEID" val="882"/>
</p:tagLst>
</file>

<file path=ppt/tags/tag235.xml><?xml version="1.0" encoding="utf-8"?>
<p:tagLst xmlns:p="http://schemas.openxmlformats.org/presentationml/2006/main">
  <p:tag name="AS_UNIQUEID" val="932"/>
</p:tagLst>
</file>

<file path=ppt/tags/tag236.xml><?xml version="1.0" encoding="utf-8"?>
<p:tagLst xmlns:p="http://schemas.openxmlformats.org/presentationml/2006/main">
  <p:tag name="AS_UNIQUEID" val="926"/>
</p:tagLst>
</file>

<file path=ppt/tags/tag237.xml><?xml version="1.0" encoding="utf-8"?>
<p:tagLst xmlns:p="http://schemas.openxmlformats.org/presentationml/2006/main">
  <p:tag name="AS_UNIQUEID" val="927"/>
</p:tagLst>
</file>

<file path=ppt/tags/tag238.xml><?xml version="1.0" encoding="utf-8"?>
<p:tagLst xmlns:p="http://schemas.openxmlformats.org/presentationml/2006/main">
  <p:tag name="AS_UNIQUEID" val="928"/>
</p:tagLst>
</file>

<file path=ppt/tags/tag239.xml><?xml version="1.0" encoding="utf-8"?>
<p:tagLst xmlns:p="http://schemas.openxmlformats.org/presentationml/2006/main">
  <p:tag name="AS_UNIQUEID" val="929"/>
</p:tagLst>
</file>

<file path=ppt/tags/tag240.xml><?xml version="1.0" encoding="utf-8"?>
<p:tagLst xmlns:p="http://schemas.openxmlformats.org/presentationml/2006/main">
  <p:tag name="AS_UNIQUEID" val="930"/>
</p:tagLst>
</file>

<file path=ppt/tags/tag241.xml><?xml version="1.0" encoding="utf-8"?>
<p:tagLst xmlns:p="http://schemas.openxmlformats.org/presentationml/2006/main">
  <p:tag name="AS_UNIQUEID" val="931"/>
</p:tagLst>
</file>

<file path=ppt/tags/tag242.xml><?xml version="1.0" encoding="utf-8"?>
<p:tagLst xmlns:p="http://schemas.openxmlformats.org/presentationml/2006/main">
  <p:tag name="AS_UNIQUEID" val="933"/>
</p:tagLst>
</file>

<file path=ppt/tags/tag243.xml><?xml version="1.0" encoding="utf-8"?>
<p:tagLst xmlns:p="http://schemas.openxmlformats.org/presentationml/2006/main">
  <p:tag name="AS_UNIQUEID" val="918"/>
</p:tagLst>
</file>

<file path=ppt/tags/tag244.xml><?xml version="1.0" encoding="utf-8"?>
<p:tagLst xmlns:p="http://schemas.openxmlformats.org/presentationml/2006/main">
  <p:tag name="AS_UNIQUEID" val="919"/>
</p:tagLst>
</file>

<file path=ppt/tags/tag245.xml><?xml version="1.0" encoding="utf-8"?>
<p:tagLst xmlns:p="http://schemas.openxmlformats.org/presentationml/2006/main">
  <p:tag name="AS_UNIQUEID" val="920"/>
</p:tagLst>
</file>

<file path=ppt/tags/tag246.xml><?xml version="1.0" encoding="utf-8"?>
<p:tagLst xmlns:p="http://schemas.openxmlformats.org/presentationml/2006/main">
  <p:tag name="AS_UNIQUEID" val="921"/>
</p:tagLst>
</file>

<file path=ppt/tags/tag247.xml><?xml version="1.0" encoding="utf-8"?>
<p:tagLst xmlns:p="http://schemas.openxmlformats.org/presentationml/2006/main">
  <p:tag name="AS_UNIQUEID" val="934"/>
</p:tagLst>
</file>

<file path=ppt/tags/tag248.xml><?xml version="1.0" encoding="utf-8"?>
<p:tagLst xmlns:p="http://schemas.openxmlformats.org/presentationml/2006/main">
  <p:tag name="AS_UNIQUEID" val="922"/>
</p:tagLst>
</file>

<file path=ppt/tags/tag249.xml><?xml version="1.0" encoding="utf-8"?>
<p:tagLst xmlns:p="http://schemas.openxmlformats.org/presentationml/2006/main">
  <p:tag name="AS_UNIQUEID" val="923"/>
</p:tagLst>
</file>

<file path=ppt/tags/tag250.xml><?xml version="1.0" encoding="utf-8"?>
<p:tagLst xmlns:p="http://schemas.openxmlformats.org/presentationml/2006/main">
  <p:tag name="AS_UNIQUEID" val="924"/>
</p:tagLst>
</file>

<file path=ppt/tags/tag251.xml><?xml version="1.0" encoding="utf-8"?>
<p:tagLst xmlns:p="http://schemas.openxmlformats.org/presentationml/2006/main">
  <p:tag name="AS_UNIQUEID" val="925"/>
</p:tagLst>
</file>

<file path=ppt/tags/tag252.xml><?xml version="1.0" encoding="utf-8"?>
<p:tagLst xmlns:p="http://schemas.openxmlformats.org/presentationml/2006/main">
  <p:tag name="AS_UNIQUEID" val="935"/>
</p:tagLst>
</file>

<file path=ppt/tags/tag253.xml><?xml version="1.0" encoding="utf-8"?>
<p:tagLst xmlns:p="http://schemas.openxmlformats.org/presentationml/2006/main">
  <p:tag name="AS_UNIQUEID" val="908"/>
</p:tagLst>
</file>

<file path=ppt/tags/tag254.xml><?xml version="1.0" encoding="utf-8"?>
<p:tagLst xmlns:p="http://schemas.openxmlformats.org/presentationml/2006/main">
  <p:tag name="AS_UNIQUEID" val="909"/>
</p:tagLst>
</file>

<file path=ppt/tags/tag255.xml><?xml version="1.0" encoding="utf-8"?>
<p:tagLst xmlns:p="http://schemas.openxmlformats.org/presentationml/2006/main">
  <p:tag name="AS_UNIQUEID" val="910"/>
</p:tagLst>
</file>

<file path=ppt/tags/tag256.xml><?xml version="1.0" encoding="utf-8"?>
<p:tagLst xmlns:p="http://schemas.openxmlformats.org/presentationml/2006/main">
  <p:tag name="AS_UNIQUEID" val="911"/>
</p:tagLst>
</file>

<file path=ppt/tags/tag257.xml><?xml version="1.0" encoding="utf-8"?>
<p:tagLst xmlns:p="http://schemas.openxmlformats.org/presentationml/2006/main">
  <p:tag name="AS_UNIQUEID" val="912"/>
</p:tagLst>
</file>

<file path=ppt/tags/tag258.xml><?xml version="1.0" encoding="utf-8"?>
<p:tagLst xmlns:p="http://schemas.openxmlformats.org/presentationml/2006/main">
  <p:tag name="AS_UNIQUEID" val="913"/>
</p:tagLst>
</file>

<file path=ppt/tags/tag259.xml><?xml version="1.0" encoding="utf-8"?>
<p:tagLst xmlns:p="http://schemas.openxmlformats.org/presentationml/2006/main">
  <p:tag name="AS_UNIQUEID" val="936"/>
</p:tagLst>
</file>

<file path=ppt/tags/tag260.xml><?xml version="1.0" encoding="utf-8"?>
<p:tagLst xmlns:p="http://schemas.openxmlformats.org/presentationml/2006/main">
  <p:tag name="AS_UNIQUEID" val="914"/>
</p:tagLst>
</file>

<file path=ppt/tags/tag261.xml><?xml version="1.0" encoding="utf-8"?>
<p:tagLst xmlns:p="http://schemas.openxmlformats.org/presentationml/2006/main">
  <p:tag name="AS_UNIQUEID" val="915"/>
</p:tagLst>
</file>

<file path=ppt/tags/tag262.xml><?xml version="1.0" encoding="utf-8"?>
<p:tagLst xmlns:p="http://schemas.openxmlformats.org/presentationml/2006/main">
  <p:tag name="AS_UNIQUEID" val="916"/>
</p:tagLst>
</file>

<file path=ppt/tags/tag263.xml><?xml version="1.0" encoding="utf-8"?>
<p:tagLst xmlns:p="http://schemas.openxmlformats.org/presentationml/2006/main">
  <p:tag name="AS_UNIQUEID" val="917"/>
</p:tagLst>
</file>

<file path=ppt/tags/tag264.xml><?xml version="1.0" encoding="utf-8"?>
<p:tagLst xmlns:p="http://schemas.openxmlformats.org/presentationml/2006/main">
  <p:tag name="AS_UNIQUEID" val="907"/>
</p:tagLst>
</file>

<file path=ppt/tags/tag265.xml><?xml version="1.0" encoding="utf-8"?>
<p:tagLst xmlns:p="http://schemas.openxmlformats.org/presentationml/2006/main">
  <p:tag name="AS_UNIQUEID" val="1084"/>
</p:tagLst>
</file>

<file path=ppt/tags/tag266.xml><?xml version="1.0" encoding="utf-8"?>
<p:tagLst xmlns:p="http://schemas.openxmlformats.org/presentationml/2006/main">
  <p:tag name="AS_UNIQUEID" val="1085"/>
</p:tagLst>
</file>

<file path=ppt/tags/tag267.xml><?xml version="1.0" encoding="utf-8"?>
<p:tagLst xmlns:p="http://schemas.openxmlformats.org/presentationml/2006/main">
  <p:tag name="AS_UNIQUEID" val="1086"/>
</p:tagLst>
</file>

<file path=ppt/tags/tag268.xml><?xml version="1.0" encoding="utf-8"?>
<p:tagLst xmlns:p="http://schemas.openxmlformats.org/presentationml/2006/main">
  <p:tag name="AS_UNIQUEID" val="937"/>
</p:tagLst>
</file>

<file path=ppt/tags/tag269.xml><?xml version="1.0" encoding="utf-8"?>
<p:tagLst xmlns:p="http://schemas.openxmlformats.org/presentationml/2006/main">
  <p:tag name="AS_UNIQUEID" val="938"/>
</p:tagLst>
</file>

<file path=ppt/tags/tag270.xml><?xml version="1.0" encoding="utf-8"?>
<p:tagLst xmlns:p="http://schemas.openxmlformats.org/presentationml/2006/main">
  <p:tag name="AS_UNIQUEID" val="939"/>
</p:tagLst>
</file>

<file path=ppt/tags/tag271.xml><?xml version="1.0" encoding="utf-8"?>
<p:tagLst xmlns:p="http://schemas.openxmlformats.org/presentationml/2006/main">
  <p:tag name="AS_UNIQUEID" val="944"/>
</p:tagLst>
</file>

<file path=ppt/tags/tag272.xml><?xml version="1.0" encoding="utf-8"?>
<p:tagLst xmlns:p="http://schemas.openxmlformats.org/presentationml/2006/main">
  <p:tag name="AS_UNIQUEID" val="943"/>
</p:tagLst>
</file>

<file path=ppt/tags/tag273.xml><?xml version="1.0" encoding="utf-8"?>
<p:tagLst xmlns:p="http://schemas.openxmlformats.org/presentationml/2006/main">
  <p:tag name="AS_UNIQUEID" val="941"/>
</p:tagLst>
</file>

<file path=ppt/tags/tag274.xml><?xml version="1.0" encoding="utf-8"?>
<p:tagLst xmlns:p="http://schemas.openxmlformats.org/presentationml/2006/main">
  <p:tag name="AS_UNIQUEID" val="942"/>
</p:tagLst>
</file>

<file path=ppt/tags/tag275.xml><?xml version="1.0" encoding="utf-8"?>
<p:tagLst xmlns:p="http://schemas.openxmlformats.org/presentationml/2006/main">
  <p:tag name="AS_UNIQUEID" val="1089"/>
</p:tagLst>
</file>

<file path=ppt/tags/tag276.xml><?xml version="1.0" encoding="utf-8"?>
<p:tagLst xmlns:p="http://schemas.openxmlformats.org/presentationml/2006/main">
  <p:tag name="AS_UNIQUEID" val="1090"/>
</p:tagLst>
</file>

<file path=ppt/tags/tag277.xml><?xml version="1.0" encoding="utf-8"?>
<p:tagLst xmlns:p="http://schemas.openxmlformats.org/presentationml/2006/main">
  <p:tag name="AS_UNIQUEID" val="1091"/>
</p:tagLst>
</file>

<file path=ppt/tags/tag278.xml><?xml version="1.0" encoding="utf-8"?>
<p:tagLst xmlns:p="http://schemas.openxmlformats.org/presentationml/2006/main">
  <p:tag name="AS_UNIQUEID" val="985"/>
</p:tagLst>
</file>

<file path=ppt/tags/tag279.xml><?xml version="1.0" encoding="utf-8"?>
<p:tagLst xmlns:p="http://schemas.openxmlformats.org/presentationml/2006/main">
  <p:tag name="AS_UNIQUEID" val="986"/>
</p:tagLst>
</file>

<file path=ppt/tags/tag280.xml><?xml version="1.0" encoding="utf-8"?>
<p:tagLst xmlns:p="http://schemas.openxmlformats.org/presentationml/2006/main">
  <p:tag name="AS_UNIQUEID" val="987"/>
</p:tagLst>
</file>

<file path=ppt/tags/tag281.xml><?xml version="1.0" encoding="utf-8"?>
<p:tagLst xmlns:p="http://schemas.openxmlformats.org/presentationml/2006/main">
  <p:tag name="AS_UNIQUEID" val="988"/>
</p:tagLst>
</file>

<file path=ppt/tags/tag282.xml><?xml version="1.0" encoding="utf-8"?>
<p:tagLst xmlns:p="http://schemas.openxmlformats.org/presentationml/2006/main">
  <p:tag name="AS_UNIQUEID" val="989"/>
</p:tagLst>
</file>

<file path=ppt/tags/tag283.xml><?xml version="1.0" encoding="utf-8"?>
<p:tagLst xmlns:p="http://schemas.openxmlformats.org/presentationml/2006/main">
  <p:tag name="AS_UNIQUEID" val="990"/>
</p:tagLst>
</file>

<file path=ppt/tags/tag284.xml><?xml version="1.0" encoding="utf-8"?>
<p:tagLst xmlns:p="http://schemas.openxmlformats.org/presentationml/2006/main">
  <p:tag name="AS_UNIQUEID" val="1094"/>
</p:tagLst>
</file>

<file path=ppt/tags/tag285.xml><?xml version="1.0" encoding="utf-8"?>
<p:tagLst xmlns:p="http://schemas.openxmlformats.org/presentationml/2006/main">
  <p:tag name="AS_UNIQUEID" val="1095"/>
</p:tagLst>
</file>

<file path=ppt/tags/tag286.xml><?xml version="1.0" encoding="utf-8"?>
<p:tagLst xmlns:p="http://schemas.openxmlformats.org/presentationml/2006/main">
  <p:tag name="AS_UNIQUEID" val="1096"/>
</p:tagLst>
</file>

<file path=ppt/tags/tag287.xml><?xml version="1.0" encoding="utf-8"?>
<p:tagLst xmlns:p="http://schemas.openxmlformats.org/presentationml/2006/main">
  <p:tag name="AS_UNIQUEID" val="0"/>
</p:tagLst>
</file>

<file path=ppt/tags/tag288.xml><?xml version="1.0" encoding="utf-8"?>
<p:tagLst xmlns:p="http://schemas.openxmlformats.org/presentationml/2006/main">
  <p:tag name="AS_UNIQUEID" val="1"/>
</p:tagLst>
</file>

<file path=ppt/tags/tag289.xml><?xml version="1.0" encoding="utf-8"?>
<p:tagLst xmlns:p="http://schemas.openxmlformats.org/presentationml/2006/main">
  <p:tag name="AS_UNIQUEID" val="2"/>
</p:tagLst>
</file>

<file path=ppt/tags/tag290.xml><?xml version="1.0" encoding="utf-8"?>
<p:tagLst xmlns:p="http://schemas.openxmlformats.org/presentationml/2006/main">
  <p:tag name="AS_UNIQUEID" val="44"/>
  <p:tag name="KSO_WM_DIAGRAM_VIRTUALLY_FRAME" val="{&quot;height&quot;:409.2,&quot;left&quot;:48,&quot;top&quot;:36,&quot;width&quot;:864}"/>
</p:tagLst>
</file>

<file path=ppt/tags/tag291.xml><?xml version="1.0" encoding="utf-8"?>
<p:tagLst xmlns:p="http://schemas.openxmlformats.org/presentationml/2006/main">
  <p:tag name="AS_UNIQUEID" val="36"/>
  <p:tag name="KSO_WM_DIAGRAM_VIRTUALLY_FRAME" val="{&quot;height&quot;:409.2,&quot;left&quot;:48,&quot;top&quot;:36,&quot;width&quot;:864}"/>
</p:tagLst>
</file>

<file path=ppt/tags/tag292.xml><?xml version="1.0" encoding="utf-8"?>
<p:tagLst xmlns:p="http://schemas.openxmlformats.org/presentationml/2006/main">
  <p:tag name="AS_UNIQUEID" val="37"/>
  <p:tag name="KSO_WM_DIAGRAM_VIRTUALLY_FRAME" val="{&quot;height&quot;:409.2,&quot;left&quot;:48,&quot;top&quot;:36,&quot;width&quot;:864}"/>
</p:tagLst>
</file>

<file path=ppt/tags/tag293.xml><?xml version="1.0" encoding="utf-8"?>
<p:tagLst xmlns:p="http://schemas.openxmlformats.org/presentationml/2006/main">
  <p:tag name="AS_UNIQUEID" val="38"/>
  <p:tag name="KSO_WM_DIAGRAM_VIRTUALLY_FRAME" val="{&quot;height&quot;:409.2,&quot;left&quot;:48,&quot;top&quot;:36,&quot;width&quot;:864}"/>
</p:tagLst>
</file>

<file path=ppt/tags/tag294.xml><?xml version="1.0" encoding="utf-8"?>
<p:tagLst xmlns:p="http://schemas.openxmlformats.org/presentationml/2006/main">
  <p:tag name="AS_UNIQUEID" val="39"/>
  <p:tag name="KSO_WM_DIAGRAM_VIRTUALLY_FRAME" val="{&quot;height&quot;:409.2,&quot;left&quot;:48,&quot;top&quot;:36,&quot;width&quot;:864}"/>
</p:tagLst>
</file>

<file path=ppt/tags/tag295.xml><?xml version="1.0" encoding="utf-8"?>
<p:tagLst xmlns:p="http://schemas.openxmlformats.org/presentationml/2006/main">
  <p:tag name="AS_UNIQUEID" val="45"/>
  <p:tag name="KSO_WM_DIAGRAM_VIRTUALLY_FRAME" val="{&quot;height&quot;:409.2,&quot;left&quot;:48,&quot;top&quot;:36,&quot;width&quot;:864}"/>
</p:tagLst>
</file>

<file path=ppt/tags/tag296.xml><?xml version="1.0" encoding="utf-8"?>
<p:tagLst xmlns:p="http://schemas.openxmlformats.org/presentationml/2006/main">
  <p:tag name="AS_UNIQUEID" val="40"/>
  <p:tag name="KSO_WM_DIAGRAM_VIRTUALLY_FRAME" val="{&quot;height&quot;:409.2,&quot;left&quot;:48,&quot;top&quot;:36,&quot;width&quot;:864}"/>
</p:tagLst>
</file>

<file path=ppt/tags/tag297.xml><?xml version="1.0" encoding="utf-8"?>
<p:tagLst xmlns:p="http://schemas.openxmlformats.org/presentationml/2006/main">
  <p:tag name="AS_UNIQUEID" val="41"/>
  <p:tag name="KSO_WM_DIAGRAM_VIRTUALLY_FRAME" val="{&quot;height&quot;:409.2,&quot;left&quot;:48,&quot;top&quot;:36,&quot;width&quot;:864}"/>
</p:tagLst>
</file>

<file path=ppt/tags/tag298.xml><?xml version="1.0" encoding="utf-8"?>
<p:tagLst xmlns:p="http://schemas.openxmlformats.org/presentationml/2006/main">
  <p:tag name="AS_UNIQUEID" val="42"/>
  <p:tag name="KSO_WM_DIAGRAM_VIRTUALLY_FRAME" val="{&quot;height&quot;:409.2,&quot;left&quot;:48,&quot;top&quot;:36,&quot;width&quot;:864}"/>
</p:tagLst>
</file>

<file path=ppt/tags/tag299.xml><?xml version="1.0" encoding="utf-8"?>
<p:tagLst xmlns:p="http://schemas.openxmlformats.org/presentationml/2006/main">
  <p:tag name="AS_UNIQUEID" val="43"/>
  <p:tag name="KSO_WM_DIAGRAM_VIRTUALLY_FRAME" val="{&quot;height&quot;:409.2,&quot;left&quot;:48,&quot;top&quot;:36,&quot;width&quot;:864}"/>
</p:tagLst>
</file>

<file path=ppt/tags/tag300.xml><?xml version="1.0" encoding="utf-8"?>
<p:tagLst xmlns:p="http://schemas.openxmlformats.org/presentationml/2006/main">
  <p:tag name="AS_UNIQUEID" val="46"/>
  <p:tag name="KSO_WM_DIAGRAM_VIRTUALLY_FRAME" val="{&quot;height&quot;:409.2,&quot;left&quot;:48,&quot;top&quot;:36,&quot;width&quot;:864}"/>
</p:tagLst>
</file>

<file path=ppt/tags/tag301.xml><?xml version="1.0" encoding="utf-8"?>
<p:tagLst xmlns:p="http://schemas.openxmlformats.org/presentationml/2006/main">
  <p:tag name="AS_UNIQUEID" val="24"/>
  <p:tag name="KSO_WM_DIAGRAM_VIRTUALLY_FRAME" val="{&quot;height&quot;:409.2,&quot;left&quot;:48,&quot;top&quot;:36,&quot;width&quot;:864}"/>
</p:tagLst>
</file>

<file path=ppt/tags/tag302.xml><?xml version="1.0" encoding="utf-8"?>
<p:tagLst xmlns:p="http://schemas.openxmlformats.org/presentationml/2006/main">
  <p:tag name="AS_UNIQUEID" val="25"/>
  <p:tag name="KSO_WM_DIAGRAM_VIRTUALLY_FRAME" val="{&quot;height&quot;:409.2,&quot;left&quot;:48,&quot;top&quot;:36,&quot;width&quot;:864}"/>
</p:tagLst>
</file>

<file path=ppt/tags/tag303.xml><?xml version="1.0" encoding="utf-8"?>
<p:tagLst xmlns:p="http://schemas.openxmlformats.org/presentationml/2006/main">
  <p:tag name="AS_UNIQUEID" val="26"/>
  <p:tag name="KSO_WM_DIAGRAM_VIRTUALLY_FRAME" val="{&quot;height&quot;:409.2,&quot;left&quot;:48,&quot;top&quot;:36,&quot;width&quot;:864}"/>
</p:tagLst>
</file>

<file path=ppt/tags/tag304.xml><?xml version="1.0" encoding="utf-8"?>
<p:tagLst xmlns:p="http://schemas.openxmlformats.org/presentationml/2006/main">
  <p:tag name="AS_UNIQUEID" val="27"/>
  <p:tag name="KSO_WM_DIAGRAM_VIRTUALLY_FRAME" val="{&quot;height&quot;:409.2,&quot;left&quot;:48,&quot;top&quot;:36,&quot;width&quot;:864}"/>
</p:tagLst>
</file>

<file path=ppt/tags/tag305.xml><?xml version="1.0" encoding="utf-8"?>
<p:tagLst xmlns:p="http://schemas.openxmlformats.org/presentationml/2006/main">
  <p:tag name="AS_UNIQUEID" val="47"/>
  <p:tag name="KSO_WM_DIAGRAM_VIRTUALLY_FRAME" val="{&quot;height&quot;:409.2,&quot;left&quot;:48,&quot;top&quot;:36,&quot;width&quot;:864}"/>
</p:tagLst>
</file>

<file path=ppt/tags/tag306.xml><?xml version="1.0" encoding="utf-8"?>
<p:tagLst xmlns:p="http://schemas.openxmlformats.org/presentationml/2006/main">
  <p:tag name="AS_UNIQUEID" val="32"/>
  <p:tag name="KSO_WM_DIAGRAM_VIRTUALLY_FRAME" val="{&quot;height&quot;:409.2,&quot;left&quot;:48,&quot;top&quot;:36,&quot;width&quot;:864}"/>
</p:tagLst>
</file>

<file path=ppt/tags/tag307.xml><?xml version="1.0" encoding="utf-8"?>
<p:tagLst xmlns:p="http://schemas.openxmlformats.org/presentationml/2006/main">
  <p:tag name="AS_UNIQUEID" val="33"/>
  <p:tag name="KSO_WM_DIAGRAM_VIRTUALLY_FRAME" val="{&quot;height&quot;:409.2,&quot;left&quot;:48,&quot;top&quot;:36,&quot;width&quot;:864}"/>
</p:tagLst>
</file>

<file path=ppt/tags/tag308.xml><?xml version="1.0" encoding="utf-8"?>
<p:tagLst xmlns:p="http://schemas.openxmlformats.org/presentationml/2006/main">
  <p:tag name="AS_UNIQUEID" val="34"/>
  <p:tag name="KSO_WM_DIAGRAM_VIRTUALLY_FRAME" val="{&quot;height&quot;:409.2,&quot;left&quot;:48,&quot;top&quot;:36,&quot;width&quot;:864}"/>
</p:tagLst>
</file>

<file path=ppt/tags/tag309.xml><?xml version="1.0" encoding="utf-8"?>
<p:tagLst xmlns:p="http://schemas.openxmlformats.org/presentationml/2006/main">
  <p:tag name="AS_UNIQUEID" val="35"/>
  <p:tag name="KSO_WM_DIAGRAM_VIRTUALLY_FRAME" val="{&quot;height&quot;:409.2,&quot;left&quot;:48,&quot;top&quot;:36,&quot;width&quot;:864}"/>
</p:tagLst>
</file>

<file path=ppt/tags/tag310.xml><?xml version="1.0" encoding="utf-8"?>
<p:tagLst xmlns:p="http://schemas.openxmlformats.org/presentationml/2006/main">
  <p:tag name="AS_UNIQUEID" val="48"/>
  <p:tag name="KSO_WM_DIAGRAM_VIRTUALLY_FRAME" val="{&quot;height&quot;:409.2,&quot;left&quot;:48,&quot;top&quot;:36,&quot;width&quot;:864}"/>
</p:tagLst>
</file>

<file path=ppt/tags/tag311.xml><?xml version="1.0" encoding="utf-8"?>
<p:tagLst xmlns:p="http://schemas.openxmlformats.org/presentationml/2006/main">
  <p:tag name="AS_UNIQUEID" val="28"/>
  <p:tag name="KSO_WM_DIAGRAM_VIRTUALLY_FRAME" val="{&quot;height&quot;:409.2,&quot;left&quot;:48,&quot;top&quot;:36,&quot;width&quot;:864}"/>
</p:tagLst>
</file>

<file path=ppt/tags/tag312.xml><?xml version="1.0" encoding="utf-8"?>
<p:tagLst xmlns:p="http://schemas.openxmlformats.org/presentationml/2006/main">
  <p:tag name="AS_UNIQUEID" val="29"/>
  <p:tag name="KSO_WM_DIAGRAM_VIRTUALLY_FRAME" val="{&quot;height&quot;:409.2,&quot;left&quot;:48,&quot;top&quot;:36,&quot;width&quot;:864}"/>
</p:tagLst>
</file>

<file path=ppt/tags/tag313.xml><?xml version="1.0" encoding="utf-8"?>
<p:tagLst xmlns:p="http://schemas.openxmlformats.org/presentationml/2006/main">
  <p:tag name="AS_UNIQUEID" val="30"/>
  <p:tag name="KSO_WM_DIAGRAM_VIRTUALLY_FRAME" val="{&quot;height&quot;:409.2,&quot;left&quot;:48,&quot;top&quot;:36,&quot;width&quot;:864}"/>
</p:tagLst>
</file>

<file path=ppt/tags/tag314.xml><?xml version="1.0" encoding="utf-8"?>
<p:tagLst xmlns:p="http://schemas.openxmlformats.org/presentationml/2006/main">
  <p:tag name="AS_UNIQUEID" val="31"/>
  <p:tag name="KSO_WM_DIAGRAM_VIRTUALLY_FRAME" val="{&quot;height&quot;:409.2,&quot;left&quot;:48,&quot;top&quot;:36,&quot;width&quot;:864}"/>
</p:tagLst>
</file>

<file path=ppt/tags/tag315.xml><?xml version="1.0" encoding="utf-8"?>
<p:tagLst xmlns:p="http://schemas.openxmlformats.org/presentationml/2006/main">
  <p:tag name="AS_UNIQUEID" val="23"/>
</p:tagLst>
</file>

<file path=ppt/tags/tag316.xml><?xml version="1.0" encoding="utf-8"?>
<p:tagLst xmlns:p="http://schemas.openxmlformats.org/presentationml/2006/main">
  <p:tag name="AS_UNIQUEID" val="1099"/>
</p:tagLst>
</file>

<file path=ppt/tags/tag317.xml><?xml version="1.0" encoding="utf-8"?>
<p:tagLst xmlns:p="http://schemas.openxmlformats.org/presentationml/2006/main">
  <p:tag name="AS_UNIQUEID" val="1100"/>
</p:tagLst>
</file>

<file path=ppt/tags/tag318.xml><?xml version="1.0" encoding="utf-8"?>
<p:tagLst xmlns:p="http://schemas.openxmlformats.org/presentationml/2006/main">
  <p:tag name="AS_UNIQUEID" val="1101"/>
</p:tagLst>
</file>

<file path=ppt/tags/tag319.xml><?xml version="1.0" encoding="utf-8"?>
<p:tagLst xmlns:p="http://schemas.openxmlformats.org/presentationml/2006/main">
  <p:tag name="AS_UNIQUEID" val="51"/>
</p:tagLst>
</file>

<file path=ppt/tags/tag320.xml><?xml version="1.0" encoding="utf-8"?>
<p:tagLst xmlns:p="http://schemas.openxmlformats.org/presentationml/2006/main">
  <p:tag name="AS_UNIQUEID" val="52"/>
</p:tagLst>
</file>

<file path=ppt/tags/tag321.xml><?xml version="1.0" encoding="utf-8"?>
<p:tagLst xmlns:p="http://schemas.openxmlformats.org/presentationml/2006/main">
  <p:tag name="AS_UNIQUEID" val="53"/>
</p:tagLst>
</file>

<file path=ppt/tags/tag322.xml><?xml version="1.0" encoding="utf-8"?>
<p:tagLst xmlns:p="http://schemas.openxmlformats.org/presentationml/2006/main">
  <p:tag name="AS_UNIQUEID" val="127"/>
</p:tagLst>
</file>

<file path=ppt/tags/tag323.xml><?xml version="1.0" encoding="utf-8"?>
<p:tagLst xmlns:p="http://schemas.openxmlformats.org/presentationml/2006/main">
  <p:tag name="AS_UNIQUEID" val="121"/>
</p:tagLst>
</file>

<file path=ppt/tags/tag324.xml><?xml version="1.0" encoding="utf-8"?>
<p:tagLst xmlns:p="http://schemas.openxmlformats.org/presentationml/2006/main">
  <p:tag name="AS_UNIQUEID" val="122"/>
</p:tagLst>
</file>

<file path=ppt/tags/tag325.xml><?xml version="1.0" encoding="utf-8"?>
<p:tagLst xmlns:p="http://schemas.openxmlformats.org/presentationml/2006/main">
  <p:tag name="AS_UNIQUEID" val="123"/>
</p:tagLst>
</file>

<file path=ppt/tags/tag326.xml><?xml version="1.0" encoding="utf-8"?>
<p:tagLst xmlns:p="http://schemas.openxmlformats.org/presentationml/2006/main">
  <p:tag name="AS_UNIQUEID" val="128"/>
</p:tagLst>
</file>

<file path=ppt/tags/tag327.xml><?xml version="1.0" encoding="utf-8"?>
<p:tagLst xmlns:p="http://schemas.openxmlformats.org/presentationml/2006/main">
  <p:tag name="AS_UNIQUEID" val="124"/>
</p:tagLst>
</file>

<file path=ppt/tags/tag328.xml><?xml version="1.0" encoding="utf-8"?>
<p:tagLst xmlns:p="http://schemas.openxmlformats.org/presentationml/2006/main">
  <p:tag name="AS_UNIQUEID" val="125"/>
</p:tagLst>
</file>

<file path=ppt/tags/tag329.xml><?xml version="1.0" encoding="utf-8"?>
<p:tagLst xmlns:p="http://schemas.openxmlformats.org/presentationml/2006/main">
  <p:tag name="AS_UNIQUEID" val="126"/>
</p:tagLst>
</file>

<file path=ppt/tags/tag330.xml><?xml version="1.0" encoding="utf-8"?>
<p:tagLst xmlns:p="http://schemas.openxmlformats.org/presentationml/2006/main">
  <p:tag name="AS_UNIQUEID" val="129"/>
</p:tagLst>
</file>

<file path=ppt/tags/tag331.xml><?xml version="1.0" encoding="utf-8"?>
<p:tagLst xmlns:p="http://schemas.openxmlformats.org/presentationml/2006/main">
  <p:tag name="AS_UNIQUEID" val="107"/>
</p:tagLst>
</file>

<file path=ppt/tags/tag332.xml><?xml version="1.0" encoding="utf-8"?>
<p:tagLst xmlns:p="http://schemas.openxmlformats.org/presentationml/2006/main">
  <p:tag name="AS_UNIQUEID" val="108"/>
</p:tagLst>
</file>

<file path=ppt/tags/tag333.xml><?xml version="1.0" encoding="utf-8"?>
<p:tagLst xmlns:p="http://schemas.openxmlformats.org/presentationml/2006/main">
  <p:tag name="AS_UNIQUEID" val="109"/>
</p:tagLst>
</file>

<file path=ppt/tags/tag334.xml><?xml version="1.0" encoding="utf-8"?>
<p:tagLst xmlns:p="http://schemas.openxmlformats.org/presentationml/2006/main">
  <p:tag name="AS_UNIQUEID" val="130"/>
</p:tagLst>
</file>

<file path=ppt/tags/tag335.xml><?xml version="1.0" encoding="utf-8"?>
<p:tagLst xmlns:p="http://schemas.openxmlformats.org/presentationml/2006/main">
  <p:tag name="AS_UNIQUEID" val="110"/>
</p:tagLst>
</file>

<file path=ppt/tags/tag336.xml><?xml version="1.0" encoding="utf-8"?>
<p:tagLst xmlns:p="http://schemas.openxmlformats.org/presentationml/2006/main">
  <p:tag name="AS_UNIQUEID" val="111"/>
</p:tagLst>
</file>

<file path=ppt/tags/tag337.xml><?xml version="1.0" encoding="utf-8"?>
<p:tagLst xmlns:p="http://schemas.openxmlformats.org/presentationml/2006/main">
  <p:tag name="AS_UNIQUEID" val="131"/>
  <p:tag name="KSO_WM_DIAGRAM_VIRTUALLY_FRAME" val="{&quot;height&quot;:259.34883176583924,&quot;left&quot;:62.34999999999999,&quot;top&quot;:218.15116823416074,&quot;width&quot;:398.72002533767017}"/>
</p:tagLst>
</file>

<file path=ppt/tags/tag338.xml><?xml version="1.0" encoding="utf-8"?>
<p:tagLst xmlns:p="http://schemas.openxmlformats.org/presentationml/2006/main">
  <p:tag name="AS_UNIQUEID" val="116"/>
  <p:tag name="KSO_WM_DIAGRAM_VIRTUALLY_FRAME" val="{&quot;height&quot;:259.34883176583924,&quot;left&quot;:62.34999999999999,&quot;top&quot;:218.15116823416074,&quot;width&quot;:398.72002533767017}"/>
</p:tagLst>
</file>

<file path=ppt/tags/tag339.xml><?xml version="1.0" encoding="utf-8"?>
<p:tagLst xmlns:p="http://schemas.openxmlformats.org/presentationml/2006/main">
  <p:tag name="AS_UNIQUEID" val="117"/>
  <p:tag name="KSO_WM_DIAGRAM_VIRTUALLY_FRAME" val="{&quot;height&quot;:259.34883176583924,&quot;left&quot;:62.34999999999999,&quot;top&quot;:218.15116823416074,&quot;width&quot;:398.72002533767017}"/>
</p:tagLst>
</file>

<file path=ppt/tags/tag340.xml><?xml version="1.0" encoding="utf-8"?>
<p:tagLst xmlns:p="http://schemas.openxmlformats.org/presentationml/2006/main">
  <p:tag name="AS_UNIQUEID" val="118"/>
  <p:tag name="KSO_WM_DIAGRAM_VIRTUALLY_FRAME" val="{&quot;height&quot;:259.34883176583924,&quot;left&quot;:62.34999999999999,&quot;top&quot;:218.15116823416074,&quot;width&quot;:398.72002533767017}"/>
</p:tagLst>
</file>

<file path=ppt/tags/tag341.xml><?xml version="1.0" encoding="utf-8"?>
<p:tagLst xmlns:p="http://schemas.openxmlformats.org/presentationml/2006/main">
  <p:tag name="AS_UNIQUEID" val="119"/>
  <p:tag name="KSO_WM_DIAGRAM_VIRTUALLY_FRAME" val="{&quot;height&quot;:259.34883176583924,&quot;left&quot;:62.34999999999999,&quot;top&quot;:218.15116823416074,&quot;width&quot;:398.72002533767017}"/>
</p:tagLst>
</file>

<file path=ppt/tags/tag342.xml><?xml version="1.0" encoding="utf-8"?>
<p:tagLst xmlns:p="http://schemas.openxmlformats.org/presentationml/2006/main">
  <p:tag name="AS_UNIQUEID" val="120"/>
  <p:tag name="KSO_WM_DIAGRAM_VIRTUALLY_FRAME" val="{&quot;height&quot;:259.34883176583924,&quot;left&quot;:62.34999999999999,&quot;top&quot;:218.15116823416074,&quot;width&quot;:398.72002533767017}"/>
</p:tagLst>
</file>

<file path=ppt/tags/tag343.xml><?xml version="1.0" encoding="utf-8"?>
<p:tagLst xmlns:p="http://schemas.openxmlformats.org/presentationml/2006/main">
  <p:tag name="AS_UNIQUEID" val="132"/>
  <p:tag name="KSO_WM_DIAGRAM_VIRTUALLY_FRAME" val="{&quot;height&quot;:259.34883176583924,&quot;left&quot;:62.34999999999999,&quot;top&quot;:218.15116823416074,&quot;width&quot;:398.72002533767017}"/>
</p:tagLst>
</file>

<file path=ppt/tags/tag344.xml><?xml version="1.0" encoding="utf-8"?>
<p:tagLst xmlns:p="http://schemas.openxmlformats.org/presentationml/2006/main">
  <p:tag name="AS_UNIQUEID" val="91"/>
  <p:tag name="KSO_WM_DIAGRAM_VIRTUALLY_FRAME" val="{&quot;height&quot;:259.34883176583924,&quot;left&quot;:62.34999999999999,&quot;top&quot;:218.15116823416074,&quot;width&quot;:398.72002533767017}"/>
</p:tagLst>
</file>

<file path=ppt/tags/tag345.xml><?xml version="1.0" encoding="utf-8"?>
<p:tagLst xmlns:p="http://schemas.openxmlformats.org/presentationml/2006/main">
  <p:tag name="AS_UNIQUEID" val="92"/>
  <p:tag name="KSO_WM_DIAGRAM_VIRTUALLY_FRAME" val="{&quot;height&quot;:259.34883176583924,&quot;left&quot;:62.34999999999999,&quot;top&quot;:218.15116823416074,&quot;width&quot;:398.72002533767017}"/>
</p:tagLst>
</file>

<file path=ppt/tags/tag346.xml><?xml version="1.0" encoding="utf-8"?>
<p:tagLst xmlns:p="http://schemas.openxmlformats.org/presentationml/2006/main">
  <p:tag name="AS_UNIQUEID" val="93"/>
  <p:tag name="KSO_WM_DIAGRAM_VIRTUALLY_FRAME" val="{&quot;height&quot;:259.34883176583924,&quot;left&quot;:62.34999999999999,&quot;top&quot;:218.15116823416074,&quot;width&quot;:398.72002533767017}"/>
</p:tagLst>
</file>

<file path=ppt/tags/tag347.xml><?xml version="1.0" encoding="utf-8"?>
<p:tagLst xmlns:p="http://schemas.openxmlformats.org/presentationml/2006/main">
  <p:tag name="AS_UNIQUEID" val="94"/>
  <p:tag name="KSO_WM_DIAGRAM_VIRTUALLY_FRAME" val="{&quot;height&quot;:259.34883176583924,&quot;left&quot;:62.34999999999999,&quot;top&quot;:218.15116823416074,&quot;width&quot;:398.72002533767017}"/>
</p:tagLst>
</file>

<file path=ppt/tags/tag348.xml><?xml version="1.0" encoding="utf-8"?>
<p:tagLst xmlns:p="http://schemas.openxmlformats.org/presentationml/2006/main">
  <p:tag name="AS_UNIQUEID" val="133"/>
  <p:tag name="KSO_WM_DIAGRAM_VIRTUALLY_FRAME" val="{&quot;height&quot;:259.34883176583924,&quot;left&quot;:62.34999999999999,&quot;top&quot;:218.15116823416074,&quot;width&quot;:398.72002533767017}"/>
</p:tagLst>
</file>

<file path=ppt/tags/tag349.xml><?xml version="1.0" encoding="utf-8"?>
<p:tagLst xmlns:p="http://schemas.openxmlformats.org/presentationml/2006/main">
  <p:tag name="AS_UNIQUEID" val="95"/>
  <p:tag name="KSO_WM_DIAGRAM_VIRTUALLY_FRAME" val="{&quot;height&quot;:259.34883176583924,&quot;left&quot;:62.34999999999999,&quot;top&quot;:218.15116823416074,&quot;width&quot;:398.72002533767017}"/>
</p:tagLst>
</file>

<file path=ppt/tags/tag350.xml><?xml version="1.0" encoding="utf-8"?>
<p:tagLst xmlns:p="http://schemas.openxmlformats.org/presentationml/2006/main">
  <p:tag name="AS_UNIQUEID" val="96"/>
  <p:tag name="KSO_WM_DIAGRAM_VIRTUALLY_FRAME" val="{&quot;height&quot;:259.34883176583924,&quot;left&quot;:62.34999999999999,&quot;top&quot;:218.15116823416074,&quot;width&quot;:398.72002533767017}"/>
</p:tagLst>
</file>

<file path=ppt/tags/tag351.xml><?xml version="1.0" encoding="utf-8"?>
<p:tagLst xmlns:p="http://schemas.openxmlformats.org/presentationml/2006/main">
  <p:tag name="AS_UNIQUEID" val="97"/>
  <p:tag name="KSO_WM_DIAGRAM_VIRTUALLY_FRAME" val="{&quot;height&quot;:259.34883176583924,&quot;left&quot;:62.34999999999999,&quot;top&quot;:218.15116823416074,&quot;width&quot;:398.72002533767017}"/>
</p:tagLst>
</file>

<file path=ppt/tags/tag352.xml><?xml version="1.0" encoding="utf-8"?>
<p:tagLst xmlns:p="http://schemas.openxmlformats.org/presentationml/2006/main">
  <p:tag name="AS_UNIQUEID" val="98"/>
  <p:tag name="KSO_WM_DIAGRAM_VIRTUALLY_FRAME" val="{&quot;height&quot;:259.34883176583924,&quot;left&quot;:62.34999999999999,&quot;top&quot;:218.15116823416074,&quot;width&quot;:398.72002533767017}"/>
</p:tagLst>
</file>

<file path=ppt/tags/tag353.xml><?xml version="1.0" encoding="utf-8"?>
<p:tagLst xmlns:p="http://schemas.openxmlformats.org/presentationml/2006/main">
  <p:tag name="AS_UNIQUEID" val="134"/>
  <p:tag name="KSO_WM_DIAGRAM_VIRTUALLY_FRAME" val="{&quot;height&quot;:259.34883176583924,&quot;left&quot;:62.34999999999999,&quot;top&quot;:218.15116823416074,&quot;width&quot;:398.72002533767017}"/>
</p:tagLst>
</file>

<file path=ppt/tags/tag354.xml><?xml version="1.0" encoding="utf-8"?>
<p:tagLst xmlns:p="http://schemas.openxmlformats.org/presentationml/2006/main">
  <p:tag name="AS_UNIQUEID" val="99"/>
  <p:tag name="KSO_WM_DIAGRAM_VIRTUALLY_FRAME" val="{&quot;height&quot;:259.34883176583924,&quot;left&quot;:62.34999999999999,&quot;top&quot;:218.15116823416074,&quot;width&quot;:398.72002533767017}"/>
</p:tagLst>
</file>

<file path=ppt/tags/tag355.xml><?xml version="1.0" encoding="utf-8"?>
<p:tagLst xmlns:p="http://schemas.openxmlformats.org/presentationml/2006/main">
  <p:tag name="AS_UNIQUEID" val="100"/>
  <p:tag name="KSO_WM_DIAGRAM_VIRTUALLY_FRAME" val="{&quot;height&quot;:259.34883176583924,&quot;left&quot;:62.34999999999999,&quot;top&quot;:218.15116823416074,&quot;width&quot;:398.72002533767017}"/>
</p:tagLst>
</file>

<file path=ppt/tags/tag356.xml><?xml version="1.0" encoding="utf-8"?>
<p:tagLst xmlns:p="http://schemas.openxmlformats.org/presentationml/2006/main">
  <p:tag name="AS_UNIQUEID" val="101"/>
  <p:tag name="KSO_WM_DIAGRAM_VIRTUALLY_FRAME" val="{&quot;height&quot;:259.34883176583924,&quot;left&quot;:62.34999999999999,&quot;top&quot;:218.15116823416074,&quot;width&quot;:398.72002533767017}"/>
</p:tagLst>
</file>

<file path=ppt/tags/tag357.xml><?xml version="1.0" encoding="utf-8"?>
<p:tagLst xmlns:p="http://schemas.openxmlformats.org/presentationml/2006/main">
  <p:tag name="AS_UNIQUEID" val="102"/>
  <p:tag name="KSO_WM_DIAGRAM_VIRTUALLY_FRAME" val="{&quot;height&quot;:259.34883176583924,&quot;left&quot;:62.34999999999999,&quot;top&quot;:218.15116823416074,&quot;width&quot;:398.72002533767017}"/>
</p:tagLst>
</file>

<file path=ppt/tags/tag358.xml><?xml version="1.0" encoding="utf-8"?>
<p:tagLst xmlns:p="http://schemas.openxmlformats.org/presentationml/2006/main">
  <p:tag name="AS_UNIQUEID" val="135"/>
  <p:tag name="KSO_WM_DIAGRAM_VIRTUALLY_FRAME" val="{&quot;height&quot;:259.34883176583924,&quot;left&quot;:62.34999999999999,&quot;top&quot;:218.15116823416074,&quot;width&quot;:398.72002533767017}"/>
</p:tagLst>
</file>

<file path=ppt/tags/tag359.xml><?xml version="1.0" encoding="utf-8"?>
<p:tagLst xmlns:p="http://schemas.openxmlformats.org/presentationml/2006/main">
  <p:tag name="AS_UNIQUEID" val="103"/>
  <p:tag name="KSO_WM_DIAGRAM_VIRTUALLY_FRAME" val="{&quot;height&quot;:259.34883176583924,&quot;left&quot;:62.34999999999999,&quot;top&quot;:218.15116823416074,&quot;width&quot;:398.72002533767017}"/>
</p:tagLst>
</file>

<file path=ppt/tags/tag360.xml><?xml version="1.0" encoding="utf-8"?>
<p:tagLst xmlns:p="http://schemas.openxmlformats.org/presentationml/2006/main">
  <p:tag name="AS_UNIQUEID" val="104"/>
  <p:tag name="KSO_WM_DIAGRAM_VIRTUALLY_FRAME" val="{&quot;height&quot;:259.34883176583924,&quot;left&quot;:62.34999999999999,&quot;top&quot;:218.15116823416074,&quot;width&quot;:398.72002533767017}"/>
</p:tagLst>
</file>

<file path=ppt/tags/tag361.xml><?xml version="1.0" encoding="utf-8"?>
<p:tagLst xmlns:p="http://schemas.openxmlformats.org/presentationml/2006/main">
  <p:tag name="AS_UNIQUEID" val="105"/>
  <p:tag name="KSO_WM_DIAGRAM_VIRTUALLY_FRAME" val="{&quot;height&quot;:259.34883176583924,&quot;left&quot;:62.34999999999999,&quot;top&quot;:218.15116823416074,&quot;width&quot;:398.72002533767017}"/>
</p:tagLst>
</file>

<file path=ppt/tags/tag362.xml><?xml version="1.0" encoding="utf-8"?>
<p:tagLst xmlns:p="http://schemas.openxmlformats.org/presentationml/2006/main">
  <p:tag name="AS_UNIQUEID" val="106"/>
  <p:tag name="KSO_WM_DIAGRAM_VIRTUALLY_FRAME" val="{&quot;height&quot;:259.34883176583924,&quot;left&quot;:62.34999999999999,&quot;top&quot;:218.15116823416074,&quot;width&quot;:398.72002533767017}"/>
</p:tagLst>
</file>

<file path=ppt/tags/tag363.xml><?xml version="1.0" encoding="utf-8"?>
<p:tagLst xmlns:p="http://schemas.openxmlformats.org/presentationml/2006/main">
  <p:tag name="AS_UNIQUEID" val="136"/>
  <p:tag name="KSO_WM_DIAGRAM_VIRTUALLY_FRAME" val="{&quot;height&quot;:259.34883176583924,&quot;left&quot;:62.34999999999999,&quot;top&quot;:218.15116823416074,&quot;width&quot;:398.72002533767017}"/>
</p:tagLst>
</file>

<file path=ppt/tags/tag364.xml><?xml version="1.0" encoding="utf-8"?>
<p:tagLst xmlns:p="http://schemas.openxmlformats.org/presentationml/2006/main">
  <p:tag name="AS_UNIQUEID" val="112"/>
  <p:tag name="KSO_WM_DIAGRAM_VIRTUALLY_FRAME" val="{&quot;height&quot;:259.34883176583924,&quot;left&quot;:62.34999999999999,&quot;top&quot;:218.15116823416074,&quot;width&quot;:398.72002533767017}"/>
</p:tagLst>
</file>

<file path=ppt/tags/tag365.xml><?xml version="1.0" encoding="utf-8"?>
<p:tagLst xmlns:p="http://schemas.openxmlformats.org/presentationml/2006/main">
  <p:tag name="AS_UNIQUEID" val="113"/>
  <p:tag name="KSO_WM_DIAGRAM_VIRTUALLY_FRAME" val="{&quot;height&quot;:259.34883176583924,&quot;left&quot;:62.34999999999999,&quot;top&quot;:218.15116823416074,&quot;width&quot;:398.72002533767017}"/>
</p:tagLst>
</file>

<file path=ppt/tags/tag366.xml><?xml version="1.0" encoding="utf-8"?>
<p:tagLst xmlns:p="http://schemas.openxmlformats.org/presentationml/2006/main">
  <p:tag name="AS_UNIQUEID" val="114"/>
  <p:tag name="KSO_WM_DIAGRAM_VIRTUALLY_FRAME" val="{&quot;height&quot;:259.34883176583924,&quot;left&quot;:62.34999999999999,&quot;top&quot;:218.15116823416074,&quot;width&quot;:398.72002533767017}"/>
</p:tagLst>
</file>

<file path=ppt/tags/tag367.xml><?xml version="1.0" encoding="utf-8"?>
<p:tagLst xmlns:p="http://schemas.openxmlformats.org/presentationml/2006/main">
  <p:tag name="AS_UNIQUEID" val="115"/>
  <p:tag name="KSO_WM_DIAGRAM_VIRTUALLY_FRAME" val="{&quot;height&quot;:259.34883176583924,&quot;left&quot;:62.34999999999999,&quot;top&quot;:218.15116823416074,&quot;width&quot;:398.72002533767017}"/>
</p:tagLst>
</file>

<file path=ppt/tags/tag368.xml><?xml version="1.0" encoding="utf-8"?>
<p:tagLst xmlns:p="http://schemas.openxmlformats.org/presentationml/2006/main">
  <p:tag name="AS_UNIQUEID" val="90"/>
</p:tagLst>
</file>

<file path=ppt/tags/tag369.xml><?xml version="1.0" encoding="utf-8"?>
<p:tagLst xmlns:p="http://schemas.openxmlformats.org/presentationml/2006/main">
  <p:tag name="AS_UNIQUEID" val="1104"/>
</p:tagLst>
</file>

<file path=ppt/tags/tag370.xml><?xml version="1.0" encoding="utf-8"?>
<p:tagLst xmlns:p="http://schemas.openxmlformats.org/presentationml/2006/main">
  <p:tag name="AS_UNIQUEID" val="1105"/>
</p:tagLst>
</file>

<file path=ppt/tags/tag371.xml><?xml version="1.0" encoding="utf-8"?>
<p:tagLst xmlns:p="http://schemas.openxmlformats.org/presentationml/2006/main">
  <p:tag name="AS_UNIQUEID" val="1106"/>
</p:tagLst>
</file>

<file path=ppt/tags/tag372.xml><?xml version="1.0" encoding="utf-8"?>
<p:tagLst xmlns:p="http://schemas.openxmlformats.org/presentationml/2006/main">
  <p:tag name="AS_UNIQUEID" val="137"/>
</p:tagLst>
</file>

<file path=ppt/tags/tag373.xml><?xml version="1.0" encoding="utf-8"?>
<p:tagLst xmlns:p="http://schemas.openxmlformats.org/presentationml/2006/main">
  <p:tag name="AS_UNIQUEID" val="138"/>
</p:tagLst>
</file>

<file path=ppt/tags/tag374.xml><?xml version="1.0" encoding="utf-8"?>
<p:tagLst xmlns:p="http://schemas.openxmlformats.org/presentationml/2006/main">
  <p:tag name="AS_UNIQUEID" val="139"/>
</p:tagLst>
</file>

<file path=ppt/tags/tag375.xml><?xml version="1.0" encoding="utf-8"?>
<p:tagLst xmlns:p="http://schemas.openxmlformats.org/presentationml/2006/main">
  <p:tag name="AS_UNIQUEID" val="205"/>
</p:tagLst>
</file>

<file path=ppt/tags/tag376.xml><?xml version="1.0" encoding="utf-8"?>
<p:tagLst xmlns:p="http://schemas.openxmlformats.org/presentationml/2006/main">
  <p:tag name="AS_UNIQUEID" val="198"/>
</p:tagLst>
</file>

<file path=ppt/tags/tag377.xml><?xml version="1.0" encoding="utf-8"?>
<p:tagLst xmlns:p="http://schemas.openxmlformats.org/presentationml/2006/main">
  <p:tag name="AS_UNIQUEID" val="199"/>
</p:tagLst>
</file>

<file path=ppt/tags/tag378.xml><?xml version="1.0" encoding="utf-8"?>
<p:tagLst xmlns:p="http://schemas.openxmlformats.org/presentationml/2006/main">
  <p:tag name="AS_UNIQUEID" val="206"/>
</p:tagLst>
</file>

<file path=ppt/tags/tag379.xml><?xml version="1.0" encoding="utf-8"?>
<p:tagLst xmlns:p="http://schemas.openxmlformats.org/presentationml/2006/main">
  <p:tag name="AS_UNIQUEID" val="200"/>
</p:tagLst>
</file>

<file path=ppt/tags/tag380.xml><?xml version="1.0" encoding="utf-8"?>
<p:tagLst xmlns:p="http://schemas.openxmlformats.org/presentationml/2006/main">
  <p:tag name="AS_UNIQUEID" val="201"/>
</p:tagLst>
</file>

<file path=ppt/tags/tag381.xml><?xml version="1.0" encoding="utf-8"?>
<p:tagLst xmlns:p="http://schemas.openxmlformats.org/presentationml/2006/main">
  <p:tag name="AS_UNIQUEID" val="202"/>
</p:tagLst>
</file>

<file path=ppt/tags/tag382.xml><?xml version="1.0" encoding="utf-8"?>
<p:tagLst xmlns:p="http://schemas.openxmlformats.org/presentationml/2006/main">
  <p:tag name="AS_UNIQUEID" val="203"/>
</p:tagLst>
</file>

<file path=ppt/tags/tag383.xml><?xml version="1.0" encoding="utf-8"?>
<p:tagLst xmlns:p="http://schemas.openxmlformats.org/presentationml/2006/main">
  <p:tag name="AS_UNIQUEID" val="204"/>
</p:tagLst>
</file>

<file path=ppt/tags/tag384.xml><?xml version="1.0" encoding="utf-8"?>
<p:tagLst xmlns:p="http://schemas.openxmlformats.org/presentationml/2006/main">
  <p:tag name="AS_UNIQUEID" val="207"/>
</p:tagLst>
</file>

<file path=ppt/tags/tag385.xml><?xml version="1.0" encoding="utf-8"?>
<p:tagLst xmlns:p="http://schemas.openxmlformats.org/presentationml/2006/main">
  <p:tag name="AS_UNIQUEID" val="188"/>
</p:tagLst>
</file>

<file path=ppt/tags/tag386.xml><?xml version="1.0" encoding="utf-8"?>
<p:tagLst xmlns:p="http://schemas.openxmlformats.org/presentationml/2006/main">
  <p:tag name="AS_UNIQUEID" val="189"/>
</p:tagLst>
</file>

<file path=ppt/tags/tag387.xml><?xml version="1.0" encoding="utf-8"?>
<p:tagLst xmlns:p="http://schemas.openxmlformats.org/presentationml/2006/main">
  <p:tag name="AS_UNIQUEID" val="190"/>
</p:tagLst>
</file>

<file path=ppt/tags/tag388.xml><?xml version="1.0" encoding="utf-8"?>
<p:tagLst xmlns:p="http://schemas.openxmlformats.org/presentationml/2006/main">
  <p:tag name="AS_UNIQUEID" val="191"/>
</p:tagLst>
</file>

<file path=ppt/tags/tag389.xml><?xml version="1.0" encoding="utf-8"?>
<p:tagLst xmlns:p="http://schemas.openxmlformats.org/presentationml/2006/main">
  <p:tag name="AS_UNIQUEID" val="192"/>
</p:tagLst>
</file>

<file path=ppt/tags/tag390.xml><?xml version="1.0" encoding="utf-8"?>
<p:tagLst xmlns:p="http://schemas.openxmlformats.org/presentationml/2006/main">
  <p:tag name="AS_UNIQUEID" val="208"/>
</p:tagLst>
</file>

<file path=ppt/tags/tag391.xml><?xml version="1.0" encoding="utf-8"?>
<p:tagLst xmlns:p="http://schemas.openxmlformats.org/presentationml/2006/main">
  <p:tag name="AS_UNIQUEID" val="193"/>
</p:tagLst>
</file>

<file path=ppt/tags/tag392.xml><?xml version="1.0" encoding="utf-8"?>
<p:tagLst xmlns:p="http://schemas.openxmlformats.org/presentationml/2006/main">
  <p:tag name="AS_UNIQUEID" val="194"/>
</p:tagLst>
</file>

<file path=ppt/tags/tag393.xml><?xml version="1.0" encoding="utf-8"?>
<p:tagLst xmlns:p="http://schemas.openxmlformats.org/presentationml/2006/main">
  <p:tag name="AS_UNIQUEID" val="195"/>
</p:tagLst>
</file>

<file path=ppt/tags/tag394.xml><?xml version="1.0" encoding="utf-8"?>
<p:tagLst xmlns:p="http://schemas.openxmlformats.org/presentationml/2006/main">
  <p:tag name="AS_UNIQUEID" val="196"/>
</p:tagLst>
</file>

<file path=ppt/tags/tag395.xml><?xml version="1.0" encoding="utf-8"?>
<p:tagLst xmlns:p="http://schemas.openxmlformats.org/presentationml/2006/main">
  <p:tag name="AS_UNIQUEID" val="197"/>
</p:tagLst>
</file>

<file path=ppt/tags/tag396.xml><?xml version="1.0" encoding="utf-8"?>
<p:tagLst xmlns:p="http://schemas.openxmlformats.org/presentationml/2006/main">
  <p:tag name="AS_UNIQUEID" val="209"/>
</p:tagLst>
</file>

<file path=ppt/tags/tag397.xml><?xml version="1.0" encoding="utf-8"?>
<p:tagLst xmlns:p="http://schemas.openxmlformats.org/presentationml/2006/main">
  <p:tag name="AS_UNIQUEID" val="173"/>
</p:tagLst>
</file>

<file path=ppt/tags/tag398.xml><?xml version="1.0" encoding="utf-8"?>
<p:tagLst xmlns:p="http://schemas.openxmlformats.org/presentationml/2006/main">
  <p:tag name="AS_UNIQUEID" val="174"/>
</p:tagLst>
</file>

<file path=ppt/tags/tag399.xml><?xml version="1.0" encoding="utf-8"?>
<p:tagLst xmlns:p="http://schemas.openxmlformats.org/presentationml/2006/main">
  <p:tag name="AS_UNIQUEID" val="175"/>
</p:tagLst>
</file>

<file path=ppt/tags/tag400.xml><?xml version="1.0" encoding="utf-8"?>
<p:tagLst xmlns:p="http://schemas.openxmlformats.org/presentationml/2006/main">
  <p:tag name="AS_UNIQUEID" val="176"/>
</p:tagLst>
</file>

<file path=ppt/tags/tag401.xml><?xml version="1.0" encoding="utf-8"?>
<p:tagLst xmlns:p="http://schemas.openxmlformats.org/presentationml/2006/main">
  <p:tag name="AS_UNIQUEID" val="177"/>
</p:tagLst>
</file>

<file path=ppt/tags/tag402.xml><?xml version="1.0" encoding="utf-8"?>
<p:tagLst xmlns:p="http://schemas.openxmlformats.org/presentationml/2006/main">
  <p:tag name="AS_UNIQUEID" val="210"/>
</p:tagLst>
</file>

<file path=ppt/tags/tag403.xml><?xml version="1.0" encoding="utf-8"?>
<p:tagLst xmlns:p="http://schemas.openxmlformats.org/presentationml/2006/main">
  <p:tag name="AS_UNIQUEID" val="178"/>
</p:tagLst>
</file>

<file path=ppt/tags/tag404.xml><?xml version="1.0" encoding="utf-8"?>
<p:tagLst xmlns:p="http://schemas.openxmlformats.org/presentationml/2006/main">
  <p:tag name="AS_UNIQUEID" val="179"/>
</p:tagLst>
</file>

<file path=ppt/tags/tag405.xml><?xml version="1.0" encoding="utf-8"?>
<p:tagLst xmlns:p="http://schemas.openxmlformats.org/presentationml/2006/main">
  <p:tag name="AS_UNIQUEID" val="180"/>
</p:tagLst>
</file>

<file path=ppt/tags/tag406.xml><?xml version="1.0" encoding="utf-8"?>
<p:tagLst xmlns:p="http://schemas.openxmlformats.org/presentationml/2006/main">
  <p:tag name="AS_UNIQUEID" val="181"/>
</p:tagLst>
</file>

<file path=ppt/tags/tag407.xml><?xml version="1.0" encoding="utf-8"?>
<p:tagLst xmlns:p="http://schemas.openxmlformats.org/presentationml/2006/main">
  <p:tag name="AS_UNIQUEID" val="182"/>
</p:tagLst>
</file>

<file path=ppt/tags/tag408.xml><?xml version="1.0" encoding="utf-8"?>
<p:tagLst xmlns:p="http://schemas.openxmlformats.org/presentationml/2006/main">
  <p:tag name="AS_UNIQUEID" val="211"/>
</p:tagLst>
</file>

<file path=ppt/tags/tag409.xml><?xml version="1.0" encoding="utf-8"?>
<p:tagLst xmlns:p="http://schemas.openxmlformats.org/presentationml/2006/main">
  <p:tag name="AS_UNIQUEID" val="183"/>
</p:tagLst>
</file>

<file path=ppt/tags/tag410.xml><?xml version="1.0" encoding="utf-8"?>
<p:tagLst xmlns:p="http://schemas.openxmlformats.org/presentationml/2006/main">
  <p:tag name="AS_UNIQUEID" val="184"/>
</p:tagLst>
</file>

<file path=ppt/tags/tag411.xml><?xml version="1.0" encoding="utf-8"?>
<p:tagLst xmlns:p="http://schemas.openxmlformats.org/presentationml/2006/main">
  <p:tag name="AS_UNIQUEID" val="185"/>
</p:tagLst>
</file>

<file path=ppt/tags/tag412.xml><?xml version="1.0" encoding="utf-8"?>
<p:tagLst xmlns:p="http://schemas.openxmlformats.org/presentationml/2006/main">
  <p:tag name="AS_UNIQUEID" val="186"/>
</p:tagLst>
</file>

<file path=ppt/tags/tag413.xml><?xml version="1.0" encoding="utf-8"?>
<p:tagLst xmlns:p="http://schemas.openxmlformats.org/presentationml/2006/main">
  <p:tag name="AS_UNIQUEID" val="187"/>
</p:tagLst>
</file>

<file path=ppt/tags/tag414.xml><?xml version="1.0" encoding="utf-8"?>
<p:tagLst xmlns:p="http://schemas.openxmlformats.org/presentationml/2006/main">
  <p:tag name="AS_UNIQUEID" val="172"/>
</p:tagLst>
</file>

<file path=ppt/tags/tag415.xml><?xml version="1.0" encoding="utf-8"?>
<p:tagLst xmlns:p="http://schemas.openxmlformats.org/presentationml/2006/main">
  <p:tag name="AS_UNIQUEID" val="1109"/>
</p:tagLst>
</file>

<file path=ppt/tags/tag416.xml><?xml version="1.0" encoding="utf-8"?>
<p:tagLst xmlns:p="http://schemas.openxmlformats.org/presentationml/2006/main">
  <p:tag name="AS_UNIQUEID" val="1110"/>
</p:tagLst>
</file>

<file path=ppt/tags/tag417.xml><?xml version="1.0" encoding="utf-8"?>
<p:tagLst xmlns:p="http://schemas.openxmlformats.org/presentationml/2006/main">
  <p:tag name="AS_UNIQUEID" val="1111"/>
</p:tagLst>
</file>

<file path=ppt/tags/tag418.xml><?xml version="1.0" encoding="utf-8"?>
<p:tagLst xmlns:p="http://schemas.openxmlformats.org/presentationml/2006/main">
  <p:tag name="AS_UNIQUEID" val="212"/>
</p:tagLst>
</file>

<file path=ppt/tags/tag419.xml><?xml version="1.0" encoding="utf-8"?>
<p:tagLst xmlns:p="http://schemas.openxmlformats.org/presentationml/2006/main">
  <p:tag name="AS_UNIQUEID" val="213"/>
</p:tagLst>
</file>

<file path=ppt/tags/tag420.xml><?xml version="1.0" encoding="utf-8"?>
<p:tagLst xmlns:p="http://schemas.openxmlformats.org/presentationml/2006/main">
  <p:tag name="AS_UNIQUEID" val="214"/>
</p:tagLst>
</file>

<file path=ppt/tags/tag421.xml><?xml version="1.0" encoding="utf-8"?>
<p:tagLst xmlns:p="http://schemas.openxmlformats.org/presentationml/2006/main">
  <p:tag name="AS_UNIQUEID" val="215"/>
</p:tagLst>
</file>

<file path=ppt/tags/tag422.xml><?xml version="1.0" encoding="utf-8"?>
<p:tagLst xmlns:p="http://schemas.openxmlformats.org/presentationml/2006/main">
  <p:tag name="AS_UNIQUEID" val="246"/>
</p:tagLst>
</file>

<file path=ppt/tags/tag423.xml><?xml version="1.0" encoding="utf-8"?>
<p:tagLst xmlns:p="http://schemas.openxmlformats.org/presentationml/2006/main">
  <p:tag name="AS_UNIQUEID" val="1114"/>
</p:tagLst>
</file>

<file path=ppt/tags/tag424.xml><?xml version="1.0" encoding="utf-8"?>
<p:tagLst xmlns:p="http://schemas.openxmlformats.org/presentationml/2006/main">
  <p:tag name="AS_UNIQUEID" val="1115"/>
</p:tagLst>
</file>

<file path=ppt/tags/tag425.xml><?xml version="1.0" encoding="utf-8"?>
<p:tagLst xmlns:p="http://schemas.openxmlformats.org/presentationml/2006/main">
  <p:tag name="AS_UNIQUEID" val="1116"/>
</p:tagLst>
</file>

<file path=ppt/tags/tag426.xml><?xml version="1.0" encoding="utf-8"?>
<p:tagLst xmlns:p="http://schemas.openxmlformats.org/presentationml/2006/main">
  <p:tag name="AS_UNIQUEID" val="278"/>
</p:tagLst>
</file>

<file path=ppt/tags/tag427.xml><?xml version="1.0" encoding="utf-8"?>
<p:tagLst xmlns:p="http://schemas.openxmlformats.org/presentationml/2006/main">
  <p:tag name="AS_UNIQUEID" val="279"/>
</p:tagLst>
</file>

<file path=ppt/tags/tag428.xml><?xml version="1.0" encoding="utf-8"?>
<p:tagLst xmlns:p="http://schemas.openxmlformats.org/presentationml/2006/main">
  <p:tag name="AS_UNIQUEID" val="280"/>
</p:tagLst>
</file>

<file path=ppt/tags/tag429.xml><?xml version="1.0" encoding="utf-8"?>
<p:tagLst xmlns:p="http://schemas.openxmlformats.org/presentationml/2006/main">
  <p:tag name="AS_UNIQUEID" val="324"/>
</p:tagLst>
</file>

<file path=ppt/tags/tag430.xml><?xml version="1.0" encoding="utf-8"?>
<p:tagLst xmlns:p="http://schemas.openxmlformats.org/presentationml/2006/main">
  <p:tag name="AS_UNIQUEID" val="318"/>
</p:tagLst>
</file>

<file path=ppt/tags/tag431.xml><?xml version="1.0" encoding="utf-8"?>
<p:tagLst xmlns:p="http://schemas.openxmlformats.org/presentationml/2006/main">
  <p:tag name="AS_UNIQUEID" val="319"/>
</p:tagLst>
</file>

<file path=ppt/tags/tag432.xml><?xml version="1.0" encoding="utf-8"?>
<p:tagLst xmlns:p="http://schemas.openxmlformats.org/presentationml/2006/main">
  <p:tag name="AS_UNIQUEID" val="320"/>
</p:tagLst>
</file>

<file path=ppt/tags/tag433.xml><?xml version="1.0" encoding="utf-8"?>
<p:tagLst xmlns:p="http://schemas.openxmlformats.org/presentationml/2006/main">
  <p:tag name="AS_UNIQUEID" val="325"/>
</p:tagLst>
</file>

<file path=ppt/tags/tag434.xml><?xml version="1.0" encoding="utf-8"?>
<p:tagLst xmlns:p="http://schemas.openxmlformats.org/presentationml/2006/main">
  <p:tag name="AS_UNIQUEID" val="321"/>
</p:tagLst>
</file>

<file path=ppt/tags/tag435.xml><?xml version="1.0" encoding="utf-8"?>
<p:tagLst xmlns:p="http://schemas.openxmlformats.org/presentationml/2006/main">
  <p:tag name="AS_UNIQUEID" val="322"/>
</p:tagLst>
</file>

<file path=ppt/tags/tag436.xml><?xml version="1.0" encoding="utf-8"?>
<p:tagLst xmlns:p="http://schemas.openxmlformats.org/presentationml/2006/main">
  <p:tag name="AS_UNIQUEID" val="323"/>
</p:tagLst>
</file>

<file path=ppt/tags/tag437.xml><?xml version="1.0" encoding="utf-8"?>
<p:tagLst xmlns:p="http://schemas.openxmlformats.org/presentationml/2006/main">
  <p:tag name="AS_UNIQUEID" val="326"/>
</p:tagLst>
</file>

<file path=ppt/tags/tag438.xml><?xml version="1.0" encoding="utf-8"?>
<p:tagLst xmlns:p="http://schemas.openxmlformats.org/presentationml/2006/main">
  <p:tag name="AS_UNIQUEID" val="303"/>
</p:tagLst>
</file>

<file path=ppt/tags/tag439.xml><?xml version="1.0" encoding="utf-8"?>
<p:tagLst xmlns:p="http://schemas.openxmlformats.org/presentationml/2006/main">
  <p:tag name="AS_UNIQUEID" val="304"/>
</p:tagLst>
</file>

<file path=ppt/tags/tag440.xml><?xml version="1.0" encoding="utf-8"?>
<p:tagLst xmlns:p="http://schemas.openxmlformats.org/presentationml/2006/main">
  <p:tag name="AS_UNIQUEID" val="305"/>
</p:tagLst>
</file>

<file path=ppt/tags/tag441.xml><?xml version="1.0" encoding="utf-8"?>
<p:tagLst xmlns:p="http://schemas.openxmlformats.org/presentationml/2006/main">
  <p:tag name="AS_UNIQUEID" val="306"/>
</p:tagLst>
</file>

<file path=ppt/tags/tag442.xml><?xml version="1.0" encoding="utf-8"?>
<p:tagLst xmlns:p="http://schemas.openxmlformats.org/presentationml/2006/main">
  <p:tag name="AS_UNIQUEID" val="307"/>
</p:tagLst>
</file>

<file path=ppt/tags/tag443.xml><?xml version="1.0" encoding="utf-8"?>
<p:tagLst xmlns:p="http://schemas.openxmlformats.org/presentationml/2006/main">
  <p:tag name="AS_UNIQUEID" val="308"/>
</p:tagLst>
</file>

<file path=ppt/tags/tag444.xml><?xml version="1.0" encoding="utf-8"?>
<p:tagLst xmlns:p="http://schemas.openxmlformats.org/presentationml/2006/main">
  <p:tag name="AS_UNIQUEID" val="309"/>
</p:tagLst>
</file>

<file path=ppt/tags/tag445.xml><?xml version="1.0" encoding="utf-8"?>
<p:tagLst xmlns:p="http://schemas.openxmlformats.org/presentationml/2006/main">
  <p:tag name="AS_UNIQUEID" val="310"/>
</p:tagLst>
</file>

<file path=ppt/tags/tag446.xml><?xml version="1.0" encoding="utf-8"?>
<p:tagLst xmlns:p="http://schemas.openxmlformats.org/presentationml/2006/main">
  <p:tag name="AS_UNIQUEID" val="311"/>
</p:tagLst>
</file>

<file path=ppt/tags/tag447.xml><?xml version="1.0" encoding="utf-8"?>
<p:tagLst xmlns:p="http://schemas.openxmlformats.org/presentationml/2006/main">
  <p:tag name="AS_UNIQUEID" val="312"/>
</p:tagLst>
</file>

<file path=ppt/tags/tag448.xml><?xml version="1.0" encoding="utf-8"?>
<p:tagLst xmlns:p="http://schemas.openxmlformats.org/presentationml/2006/main">
  <p:tag name="AS_UNIQUEID" val="327"/>
</p:tagLst>
</file>

<file path=ppt/tags/tag449.xml><?xml version="1.0" encoding="utf-8"?>
<p:tagLst xmlns:p="http://schemas.openxmlformats.org/presentationml/2006/main">
  <p:tag name="AS_UNIQUEID" val="315"/>
</p:tagLst>
</file>

<file path=ppt/tags/tag450.xml><?xml version="1.0" encoding="utf-8"?>
<p:tagLst xmlns:p="http://schemas.openxmlformats.org/presentationml/2006/main">
  <p:tag name="AS_UNIQUEID" val="316"/>
</p:tagLst>
</file>

<file path=ppt/tags/tag451.xml><?xml version="1.0" encoding="utf-8"?>
<p:tagLst xmlns:p="http://schemas.openxmlformats.org/presentationml/2006/main">
  <p:tag name="AS_UNIQUEID" val="317"/>
</p:tagLst>
</file>

<file path=ppt/tags/tag452.xml><?xml version="1.0" encoding="utf-8"?>
<p:tagLst xmlns:p="http://schemas.openxmlformats.org/presentationml/2006/main">
  <p:tag name="AS_UNIQUEID" val="328"/>
</p:tagLst>
</file>

<file path=ppt/tags/tag453.xml><?xml version="1.0" encoding="utf-8"?>
<p:tagLst xmlns:p="http://schemas.openxmlformats.org/presentationml/2006/main">
  <p:tag name="AS_UNIQUEID" val="313"/>
</p:tagLst>
</file>

<file path=ppt/tags/tag454.xml><?xml version="1.0" encoding="utf-8"?>
<p:tagLst xmlns:p="http://schemas.openxmlformats.org/presentationml/2006/main">
  <p:tag name="AS_UNIQUEID" val="314"/>
</p:tagLst>
</file>

<file path=ppt/tags/tag455.xml><?xml version="1.0" encoding="utf-8"?>
<p:tagLst xmlns:p="http://schemas.openxmlformats.org/presentationml/2006/main">
  <p:tag name="AS_UNIQUEID" val="302"/>
</p:tagLst>
</file>

<file path=ppt/tags/tag456.xml><?xml version="1.0" encoding="utf-8"?>
<p:tagLst xmlns:p="http://schemas.openxmlformats.org/presentationml/2006/main">
  <p:tag name="AS_UNIQUEID" val="1119"/>
</p:tagLst>
</file>

<file path=ppt/tags/tag457.xml><?xml version="1.0" encoding="utf-8"?>
<p:tagLst xmlns:p="http://schemas.openxmlformats.org/presentationml/2006/main">
  <p:tag name="AS_UNIQUEID" val="1120"/>
</p:tagLst>
</file>

<file path=ppt/tags/tag458.xml><?xml version="1.0" encoding="utf-8"?>
<p:tagLst xmlns:p="http://schemas.openxmlformats.org/presentationml/2006/main">
  <p:tag name="AS_UNIQUEID" val="1121"/>
</p:tagLst>
</file>

<file path=ppt/tags/tag459.xml><?xml version="1.0" encoding="utf-8"?>
<p:tagLst xmlns:p="http://schemas.openxmlformats.org/presentationml/2006/main">
  <p:tag name="AS_UNIQUEID" val="329"/>
</p:tagLst>
</file>

<file path=ppt/tags/tag460.xml><?xml version="1.0" encoding="utf-8"?>
<p:tagLst xmlns:p="http://schemas.openxmlformats.org/presentationml/2006/main">
  <p:tag name="AS_UNIQUEID" val="330"/>
</p:tagLst>
</file>

<file path=ppt/tags/tag461.xml><?xml version="1.0" encoding="utf-8"?>
<p:tagLst xmlns:p="http://schemas.openxmlformats.org/presentationml/2006/main">
  <p:tag name="AS_UNIQUEID" val="331"/>
</p:tagLst>
</file>

<file path=ppt/tags/tag462.xml><?xml version="1.0" encoding="utf-8"?>
<p:tagLst xmlns:p="http://schemas.openxmlformats.org/presentationml/2006/main">
  <p:tag name="AS_UNIQUEID" val="332"/>
</p:tagLst>
</file>

<file path=ppt/tags/tag463.xml><?xml version="1.0" encoding="utf-8"?>
<p:tagLst xmlns:p="http://schemas.openxmlformats.org/presentationml/2006/main">
  <p:tag name="AS_UNIQUEID" val="333"/>
</p:tagLst>
</file>

<file path=ppt/tags/tag464.xml><?xml version="1.0" encoding="utf-8"?>
<p:tagLst xmlns:p="http://schemas.openxmlformats.org/presentationml/2006/main">
  <p:tag name="AS_UNIQUEID" val="1124"/>
</p:tagLst>
</file>

<file path=ppt/tags/tag465.xml><?xml version="1.0" encoding="utf-8"?>
<p:tagLst xmlns:p="http://schemas.openxmlformats.org/presentationml/2006/main">
  <p:tag name="AS_UNIQUEID" val="1125"/>
</p:tagLst>
</file>

<file path=ppt/tags/tag466.xml><?xml version="1.0" encoding="utf-8"?>
<p:tagLst xmlns:p="http://schemas.openxmlformats.org/presentationml/2006/main">
  <p:tag name="AS_UNIQUEID" val="1126"/>
</p:tagLst>
</file>

<file path=ppt/tags/tag467.xml><?xml version="1.0" encoding="utf-8"?>
<p:tagLst xmlns:p="http://schemas.openxmlformats.org/presentationml/2006/main">
  <p:tag name="AS_UNIQUEID" val="334"/>
</p:tagLst>
</file>

<file path=ppt/tags/tag468.xml><?xml version="1.0" encoding="utf-8"?>
<p:tagLst xmlns:p="http://schemas.openxmlformats.org/presentationml/2006/main">
  <p:tag name="AS_UNIQUEID" val="335"/>
</p:tagLst>
</file>

<file path=ppt/tags/tag469.xml><?xml version="1.0" encoding="utf-8"?>
<p:tagLst xmlns:p="http://schemas.openxmlformats.org/presentationml/2006/main">
  <p:tag name="AS_UNIQUEID" val="336"/>
</p:tagLst>
</file>

<file path=ppt/tags/tag470.xml><?xml version="1.0" encoding="utf-8"?>
<p:tagLst xmlns:p="http://schemas.openxmlformats.org/presentationml/2006/main">
  <p:tag name="AS_UNIQUEID" val="428"/>
</p:tagLst>
</file>

<file path=ppt/tags/tag471.xml><?xml version="1.0" encoding="utf-8"?>
<p:tagLst xmlns:p="http://schemas.openxmlformats.org/presentationml/2006/main">
  <p:tag name="AS_UNIQUEID" val="383"/>
</p:tagLst>
</file>

<file path=ppt/tags/tag472.xml><?xml version="1.0" encoding="utf-8"?>
<p:tagLst xmlns:p="http://schemas.openxmlformats.org/presentationml/2006/main">
  <p:tag name="AS_UNIQUEID" val="384"/>
</p:tagLst>
</file>

<file path=ppt/tags/tag473.xml><?xml version="1.0" encoding="utf-8"?>
<p:tagLst xmlns:p="http://schemas.openxmlformats.org/presentationml/2006/main">
  <p:tag name="AS_UNIQUEID" val="385"/>
</p:tagLst>
</file>

<file path=ppt/tags/tag474.xml><?xml version="1.0" encoding="utf-8"?>
<p:tagLst xmlns:p="http://schemas.openxmlformats.org/presentationml/2006/main">
  <p:tag name="AS_UNIQUEID" val="386"/>
</p:tagLst>
</file>

<file path=ppt/tags/tag475.xml><?xml version="1.0" encoding="utf-8"?>
<p:tagLst xmlns:p="http://schemas.openxmlformats.org/presentationml/2006/main">
  <p:tag name="AS_UNIQUEID" val="387"/>
</p:tagLst>
</file>

<file path=ppt/tags/tag476.xml><?xml version="1.0" encoding="utf-8"?>
<p:tagLst xmlns:p="http://schemas.openxmlformats.org/presentationml/2006/main">
  <p:tag name="AS_UNIQUEID" val="388"/>
</p:tagLst>
</file>

<file path=ppt/tags/tag477.xml><?xml version="1.0" encoding="utf-8"?>
<p:tagLst xmlns:p="http://schemas.openxmlformats.org/presentationml/2006/main">
  <p:tag name="AS_UNIQUEID" val="389"/>
</p:tagLst>
</file>

<file path=ppt/tags/tag478.xml><?xml version="1.0" encoding="utf-8"?>
<p:tagLst xmlns:p="http://schemas.openxmlformats.org/presentationml/2006/main">
  <p:tag name="AS_UNIQUEID" val="390"/>
</p:tagLst>
</file>

<file path=ppt/tags/tag479.xml><?xml version="1.0" encoding="utf-8"?>
<p:tagLst xmlns:p="http://schemas.openxmlformats.org/presentationml/2006/main">
  <p:tag name="AS_UNIQUEID" val="391"/>
</p:tagLst>
</file>

<file path=ppt/tags/tag480.xml><?xml version="1.0" encoding="utf-8"?>
<p:tagLst xmlns:p="http://schemas.openxmlformats.org/presentationml/2006/main">
  <p:tag name="AS_UNIQUEID" val="392"/>
</p:tagLst>
</file>

<file path=ppt/tags/tag481.xml><?xml version="1.0" encoding="utf-8"?>
<p:tagLst xmlns:p="http://schemas.openxmlformats.org/presentationml/2006/main">
  <p:tag name="AS_UNIQUEID" val="393"/>
</p:tagLst>
</file>

<file path=ppt/tags/tag482.xml><?xml version="1.0" encoding="utf-8"?>
<p:tagLst xmlns:p="http://schemas.openxmlformats.org/presentationml/2006/main">
  <p:tag name="AS_UNIQUEID" val="394"/>
</p:tagLst>
</file>

<file path=ppt/tags/tag483.xml><?xml version="1.0" encoding="utf-8"?>
<p:tagLst xmlns:p="http://schemas.openxmlformats.org/presentationml/2006/main">
  <p:tag name="AS_UNIQUEID" val="395"/>
</p:tagLst>
</file>

<file path=ppt/tags/tag484.xml><?xml version="1.0" encoding="utf-8"?>
<p:tagLst xmlns:p="http://schemas.openxmlformats.org/presentationml/2006/main">
  <p:tag name="AS_UNIQUEID" val="396"/>
</p:tagLst>
</file>

<file path=ppt/tags/tag485.xml><?xml version="1.0" encoding="utf-8"?>
<p:tagLst xmlns:p="http://schemas.openxmlformats.org/presentationml/2006/main">
  <p:tag name="AS_UNIQUEID" val="397"/>
</p:tagLst>
</file>

<file path=ppt/tags/tag486.xml><?xml version="1.0" encoding="utf-8"?>
<p:tagLst xmlns:p="http://schemas.openxmlformats.org/presentationml/2006/main">
  <p:tag name="AS_UNIQUEID" val="398"/>
</p:tagLst>
</file>

<file path=ppt/tags/tag487.xml><?xml version="1.0" encoding="utf-8"?>
<p:tagLst xmlns:p="http://schemas.openxmlformats.org/presentationml/2006/main">
  <p:tag name="AS_UNIQUEID" val="399"/>
</p:tagLst>
</file>

<file path=ppt/tags/tag488.xml><?xml version="1.0" encoding="utf-8"?>
<p:tagLst xmlns:p="http://schemas.openxmlformats.org/presentationml/2006/main">
  <p:tag name="AS_UNIQUEID" val="400"/>
</p:tagLst>
</file>

<file path=ppt/tags/tag489.xml><?xml version="1.0" encoding="utf-8"?>
<p:tagLst xmlns:p="http://schemas.openxmlformats.org/presentationml/2006/main">
  <p:tag name="AS_UNIQUEID" val="401"/>
</p:tagLst>
</file>

<file path=ppt/tags/tag490.xml><?xml version="1.0" encoding="utf-8"?>
<p:tagLst xmlns:p="http://schemas.openxmlformats.org/presentationml/2006/main">
  <p:tag name="AS_UNIQUEID" val="402"/>
</p:tagLst>
</file>

<file path=ppt/tags/tag491.xml><?xml version="1.0" encoding="utf-8"?>
<p:tagLst xmlns:p="http://schemas.openxmlformats.org/presentationml/2006/main">
  <p:tag name="AS_UNIQUEID" val="403"/>
</p:tagLst>
</file>

<file path=ppt/tags/tag492.xml><?xml version="1.0" encoding="utf-8"?>
<p:tagLst xmlns:p="http://schemas.openxmlformats.org/presentationml/2006/main">
  <p:tag name="AS_UNIQUEID" val="404"/>
</p:tagLst>
</file>

<file path=ppt/tags/tag493.xml><?xml version="1.0" encoding="utf-8"?>
<p:tagLst xmlns:p="http://schemas.openxmlformats.org/presentationml/2006/main">
  <p:tag name="AS_UNIQUEID" val="405"/>
</p:tagLst>
</file>

<file path=ppt/tags/tag494.xml><?xml version="1.0" encoding="utf-8"?>
<p:tagLst xmlns:p="http://schemas.openxmlformats.org/presentationml/2006/main">
  <p:tag name="AS_UNIQUEID" val="406"/>
</p:tagLst>
</file>

<file path=ppt/tags/tag495.xml><?xml version="1.0" encoding="utf-8"?>
<p:tagLst xmlns:p="http://schemas.openxmlformats.org/presentationml/2006/main">
  <p:tag name="AS_UNIQUEID" val="407"/>
</p:tagLst>
</file>

<file path=ppt/tags/tag496.xml><?xml version="1.0" encoding="utf-8"?>
<p:tagLst xmlns:p="http://schemas.openxmlformats.org/presentationml/2006/main">
  <p:tag name="AS_UNIQUEID" val="408"/>
</p:tagLst>
</file>

<file path=ppt/tags/tag497.xml><?xml version="1.0" encoding="utf-8"?>
<p:tagLst xmlns:p="http://schemas.openxmlformats.org/presentationml/2006/main">
  <p:tag name="AS_UNIQUEID" val="409"/>
</p:tagLst>
</file>

<file path=ppt/tags/tag498.xml><?xml version="1.0" encoding="utf-8"?>
<p:tagLst xmlns:p="http://schemas.openxmlformats.org/presentationml/2006/main">
  <p:tag name="AS_UNIQUEID" val="429"/>
</p:tagLst>
</file>

<file path=ppt/tags/tag499.xml><?xml version="1.0" encoding="utf-8"?>
<p:tagLst xmlns:p="http://schemas.openxmlformats.org/presentationml/2006/main">
  <p:tag name="AS_UNIQUEID" val="422"/>
</p:tagLst>
</file>

<file path=ppt/tags/tag500.xml><?xml version="1.0" encoding="utf-8"?>
<p:tagLst xmlns:p="http://schemas.openxmlformats.org/presentationml/2006/main">
  <p:tag name="AS_UNIQUEID" val="423"/>
</p:tagLst>
</file>

<file path=ppt/tags/tag501.xml><?xml version="1.0" encoding="utf-8"?>
<p:tagLst xmlns:p="http://schemas.openxmlformats.org/presentationml/2006/main">
  <p:tag name="AS_UNIQUEID" val="424"/>
</p:tagLst>
</file>

<file path=ppt/tags/tag502.xml><?xml version="1.0" encoding="utf-8"?>
<p:tagLst xmlns:p="http://schemas.openxmlformats.org/presentationml/2006/main">
  <p:tag name="AS_UNIQUEID" val="425"/>
</p:tagLst>
</file>

<file path=ppt/tags/tag503.xml><?xml version="1.0" encoding="utf-8"?>
<p:tagLst xmlns:p="http://schemas.openxmlformats.org/presentationml/2006/main">
  <p:tag name="AS_UNIQUEID" val="426"/>
</p:tagLst>
</file>

<file path=ppt/tags/tag504.xml><?xml version="1.0" encoding="utf-8"?>
<p:tagLst xmlns:p="http://schemas.openxmlformats.org/presentationml/2006/main">
  <p:tag name="AS_UNIQUEID" val="427"/>
</p:tagLst>
</file>

<file path=ppt/tags/tag505.xml><?xml version="1.0" encoding="utf-8"?>
<p:tagLst xmlns:p="http://schemas.openxmlformats.org/presentationml/2006/main">
  <p:tag name="AS_UNIQUEID" val="430"/>
</p:tagLst>
</file>

<file path=ppt/tags/tag506.xml><?xml version="1.0" encoding="utf-8"?>
<p:tagLst xmlns:p="http://schemas.openxmlformats.org/presentationml/2006/main">
  <p:tag name="AS_UNIQUEID" val="410"/>
</p:tagLst>
</file>

<file path=ppt/tags/tag507.xml><?xml version="1.0" encoding="utf-8"?>
<p:tagLst xmlns:p="http://schemas.openxmlformats.org/presentationml/2006/main">
  <p:tag name="AS_UNIQUEID" val="411"/>
</p:tagLst>
</file>

<file path=ppt/tags/tag508.xml><?xml version="1.0" encoding="utf-8"?>
<p:tagLst xmlns:p="http://schemas.openxmlformats.org/presentationml/2006/main">
  <p:tag name="AS_UNIQUEID" val="412"/>
</p:tagLst>
</file>

<file path=ppt/tags/tag509.xml><?xml version="1.0" encoding="utf-8"?>
<p:tagLst xmlns:p="http://schemas.openxmlformats.org/presentationml/2006/main">
  <p:tag name="AS_UNIQUEID" val="413"/>
</p:tagLst>
</file>

<file path=ppt/tags/tag510.xml><?xml version="1.0" encoding="utf-8"?>
<p:tagLst xmlns:p="http://schemas.openxmlformats.org/presentationml/2006/main">
  <p:tag name="AS_UNIQUEID" val="414"/>
</p:tagLst>
</file>

<file path=ppt/tags/tag511.xml><?xml version="1.0" encoding="utf-8"?>
<p:tagLst xmlns:p="http://schemas.openxmlformats.org/presentationml/2006/main">
  <p:tag name="AS_UNIQUEID" val="415"/>
</p:tagLst>
</file>

<file path=ppt/tags/tag512.xml><?xml version="1.0" encoding="utf-8"?>
<p:tagLst xmlns:p="http://schemas.openxmlformats.org/presentationml/2006/main">
  <p:tag name="AS_UNIQUEID" val="416"/>
</p:tagLst>
</file>

<file path=ppt/tags/tag513.xml><?xml version="1.0" encoding="utf-8"?>
<p:tagLst xmlns:p="http://schemas.openxmlformats.org/presentationml/2006/main">
  <p:tag name="AS_UNIQUEID" val="417"/>
</p:tagLst>
</file>

<file path=ppt/tags/tag514.xml><?xml version="1.0" encoding="utf-8"?>
<p:tagLst xmlns:p="http://schemas.openxmlformats.org/presentationml/2006/main">
  <p:tag name="AS_UNIQUEID" val="418"/>
</p:tagLst>
</file>

<file path=ppt/tags/tag515.xml><?xml version="1.0" encoding="utf-8"?>
<p:tagLst xmlns:p="http://schemas.openxmlformats.org/presentationml/2006/main">
  <p:tag name="AS_UNIQUEID" val="419"/>
</p:tagLst>
</file>

<file path=ppt/tags/tag516.xml><?xml version="1.0" encoding="utf-8"?>
<p:tagLst xmlns:p="http://schemas.openxmlformats.org/presentationml/2006/main">
  <p:tag name="AS_UNIQUEID" val="420"/>
</p:tagLst>
</file>

<file path=ppt/tags/tag517.xml><?xml version="1.0" encoding="utf-8"?>
<p:tagLst xmlns:p="http://schemas.openxmlformats.org/presentationml/2006/main">
  <p:tag name="AS_UNIQUEID" val="421"/>
</p:tagLst>
</file>

<file path=ppt/tags/tag518.xml><?xml version="1.0" encoding="utf-8"?>
<p:tagLst xmlns:p="http://schemas.openxmlformats.org/presentationml/2006/main">
  <p:tag name="AS_UNIQUEID" val="382"/>
</p:tagLst>
</file>

<file path=ppt/tags/tag519.xml><?xml version="1.0" encoding="utf-8"?>
<p:tagLst xmlns:p="http://schemas.openxmlformats.org/presentationml/2006/main">
  <p:tag name="AS_UNIQUEID" val="1129"/>
</p:tagLst>
</file>

<file path=ppt/tags/tag520.xml><?xml version="1.0" encoding="utf-8"?>
<p:tagLst xmlns:p="http://schemas.openxmlformats.org/presentationml/2006/main">
  <p:tag name="AS_UNIQUEID" val="1130"/>
</p:tagLst>
</file>

<file path=ppt/tags/tag521.xml><?xml version="1.0" encoding="utf-8"?>
<p:tagLst xmlns:p="http://schemas.openxmlformats.org/presentationml/2006/main">
  <p:tag name="AS_UNIQUEID" val="1131"/>
</p:tagLst>
</file>

<file path=ppt/tags/tag522.xml><?xml version="1.0" encoding="utf-8"?>
<p:tagLst xmlns:p="http://schemas.openxmlformats.org/presentationml/2006/main">
  <p:tag name="AS_UNIQUEID" val="431"/>
</p:tagLst>
</file>

<file path=ppt/tags/tag523.xml><?xml version="1.0" encoding="utf-8"?>
<p:tagLst xmlns:p="http://schemas.openxmlformats.org/presentationml/2006/main">
  <p:tag name="AS_UNIQUEID" val="432"/>
</p:tagLst>
</file>

<file path=ppt/tags/tag524.xml><?xml version="1.0" encoding="utf-8"?>
<p:tagLst xmlns:p="http://schemas.openxmlformats.org/presentationml/2006/main">
  <p:tag name="AS_UNIQUEID" val="433"/>
</p:tagLst>
</file>

<file path=ppt/tags/tag525.xml><?xml version="1.0" encoding="utf-8"?>
<p:tagLst xmlns:p="http://schemas.openxmlformats.org/presentationml/2006/main">
  <p:tag name="AS_UNIQUEID" val="477"/>
</p:tagLst>
</file>

<file path=ppt/tags/tag526.xml><?xml version="1.0" encoding="utf-8"?>
<p:tagLst xmlns:p="http://schemas.openxmlformats.org/presentationml/2006/main">
  <p:tag name="AS_UNIQUEID" val="474"/>
</p:tagLst>
</file>

<file path=ppt/tags/tag527.xml><?xml version="1.0" encoding="utf-8"?>
<p:tagLst xmlns:p="http://schemas.openxmlformats.org/presentationml/2006/main">
  <p:tag name="AS_UNIQUEID" val="476"/>
</p:tagLst>
</file>

<file path=ppt/tags/tag528.xml><?xml version="1.0" encoding="utf-8"?>
<p:tagLst xmlns:p="http://schemas.openxmlformats.org/presentationml/2006/main">
  <p:tag name="AS_UNIQUEID" val="478"/>
  <p:tag name="KSO_WM_DIAGRAM_VIRTUALLY_FRAME" val="{&quot;height&quot;:289.55,&quot;left&quot;:48,&quot;top&quot;:108,&quot;width&quot;:863.9999212598425}"/>
</p:tagLst>
</file>

<file path=ppt/tags/tag529.xml><?xml version="1.0" encoding="utf-8"?>
<p:tagLst xmlns:p="http://schemas.openxmlformats.org/presentationml/2006/main">
  <p:tag name="AS_UNIQUEID" val="456"/>
  <p:tag name="KSO_WM_DIAGRAM_VIRTUALLY_FRAME" val="{&quot;height&quot;:289.55,&quot;left&quot;:48,&quot;top&quot;:108,&quot;width&quot;:863.9999212598425}"/>
</p:tagLst>
</file>

<file path=ppt/tags/tag530.xml><?xml version="1.0" encoding="utf-8"?>
<p:tagLst xmlns:p="http://schemas.openxmlformats.org/presentationml/2006/main">
  <p:tag name="AS_UNIQUEID" val="457"/>
  <p:tag name="KSO_WM_DIAGRAM_VIRTUALLY_FRAME" val="{&quot;height&quot;:289.55,&quot;left&quot;:48,&quot;top&quot;:108,&quot;width&quot;:863.9999212598425}"/>
</p:tagLst>
</file>

<file path=ppt/tags/tag531.xml><?xml version="1.0" encoding="utf-8"?>
<p:tagLst xmlns:p="http://schemas.openxmlformats.org/presentationml/2006/main">
  <p:tag name="AS_UNIQUEID" val="458"/>
  <p:tag name="KSO_WM_DIAGRAM_VIRTUALLY_FRAME" val="{&quot;height&quot;:289.55,&quot;left&quot;:48,&quot;top&quot;:108,&quot;width&quot;:863.9999212598425}"/>
</p:tagLst>
</file>

<file path=ppt/tags/tag532.xml><?xml version="1.0" encoding="utf-8"?>
<p:tagLst xmlns:p="http://schemas.openxmlformats.org/presentationml/2006/main">
  <p:tag name="AS_UNIQUEID" val="459"/>
  <p:tag name="KSO_WM_DIAGRAM_VIRTUALLY_FRAME" val="{&quot;height&quot;:289.55,&quot;left&quot;:48,&quot;top&quot;:108,&quot;width&quot;:863.9999212598425}"/>
</p:tagLst>
</file>

<file path=ppt/tags/tag533.xml><?xml version="1.0" encoding="utf-8"?>
<p:tagLst xmlns:p="http://schemas.openxmlformats.org/presentationml/2006/main">
  <p:tag name="AS_UNIQUEID" val="460"/>
  <p:tag name="KSO_WM_DIAGRAM_VIRTUALLY_FRAME" val="{&quot;height&quot;:289.55,&quot;left&quot;:48,&quot;top&quot;:108,&quot;width&quot;:863.9999212598425}"/>
</p:tagLst>
</file>

<file path=ppt/tags/tag534.xml><?xml version="1.0" encoding="utf-8"?>
<p:tagLst xmlns:p="http://schemas.openxmlformats.org/presentationml/2006/main">
  <p:tag name="AS_UNIQUEID" val="461"/>
  <p:tag name="KSO_WM_DIAGRAM_VIRTUALLY_FRAME" val="{&quot;height&quot;:289.55,&quot;left&quot;:48,&quot;top&quot;:108,&quot;width&quot;:863.9999212598425}"/>
</p:tagLst>
</file>

<file path=ppt/tags/tag535.xml><?xml version="1.0" encoding="utf-8"?>
<p:tagLst xmlns:p="http://schemas.openxmlformats.org/presentationml/2006/main">
  <p:tag name="AS_UNIQUEID" val="479"/>
  <p:tag name="KSO_WM_DIAGRAM_VIRTUALLY_FRAME" val="{&quot;height&quot;:289.55,&quot;left&quot;:48,&quot;top&quot;:108,&quot;width&quot;:863.9999212598425}"/>
</p:tagLst>
</file>

<file path=ppt/tags/tag536.xml><?xml version="1.0" encoding="utf-8"?>
<p:tagLst xmlns:p="http://schemas.openxmlformats.org/presentationml/2006/main">
  <p:tag name="AS_UNIQUEID" val="468"/>
  <p:tag name="KSO_WM_DIAGRAM_VIRTUALLY_FRAME" val="{&quot;height&quot;:289.55,&quot;left&quot;:48,&quot;top&quot;:108,&quot;width&quot;:863.9999212598425}"/>
</p:tagLst>
</file>

<file path=ppt/tags/tag537.xml><?xml version="1.0" encoding="utf-8"?>
<p:tagLst xmlns:p="http://schemas.openxmlformats.org/presentationml/2006/main">
  <p:tag name="AS_UNIQUEID" val="469"/>
  <p:tag name="KSO_WM_DIAGRAM_VIRTUALLY_FRAME" val="{&quot;height&quot;:289.55,&quot;left&quot;:48,&quot;top&quot;:108,&quot;width&quot;:863.9999212598425}"/>
</p:tagLst>
</file>

<file path=ppt/tags/tag538.xml><?xml version="1.0" encoding="utf-8"?>
<p:tagLst xmlns:p="http://schemas.openxmlformats.org/presentationml/2006/main">
  <p:tag name="AS_UNIQUEID" val="470"/>
  <p:tag name="KSO_WM_DIAGRAM_VIRTUALLY_FRAME" val="{&quot;height&quot;:289.55,&quot;left&quot;:48,&quot;top&quot;:108,&quot;width&quot;:863.9999212598425}"/>
</p:tagLst>
</file>

<file path=ppt/tags/tag539.xml><?xml version="1.0" encoding="utf-8"?>
<p:tagLst xmlns:p="http://schemas.openxmlformats.org/presentationml/2006/main">
  <p:tag name="AS_UNIQUEID" val="471"/>
  <p:tag name="KSO_WM_DIAGRAM_VIRTUALLY_FRAME" val="{&quot;height&quot;:289.55,&quot;left&quot;:48,&quot;top&quot;:108,&quot;width&quot;:863.9999212598425}"/>
</p:tagLst>
</file>

<file path=ppt/tags/tag540.xml><?xml version="1.0" encoding="utf-8"?>
<p:tagLst xmlns:p="http://schemas.openxmlformats.org/presentationml/2006/main">
  <p:tag name="AS_UNIQUEID" val="472"/>
  <p:tag name="KSO_WM_DIAGRAM_VIRTUALLY_FRAME" val="{&quot;height&quot;:289.55,&quot;left&quot;:48,&quot;top&quot;:108,&quot;width&quot;:863.9999212598425}"/>
</p:tagLst>
</file>

<file path=ppt/tags/tag541.xml><?xml version="1.0" encoding="utf-8"?>
<p:tagLst xmlns:p="http://schemas.openxmlformats.org/presentationml/2006/main">
  <p:tag name="AS_UNIQUEID" val="473"/>
  <p:tag name="KSO_WM_DIAGRAM_VIRTUALLY_FRAME" val="{&quot;height&quot;:289.55,&quot;left&quot;:48,&quot;top&quot;:108,&quot;width&quot;:863.9999212598425}"/>
</p:tagLst>
</file>

<file path=ppt/tags/tag542.xml><?xml version="1.0" encoding="utf-8"?>
<p:tagLst xmlns:p="http://schemas.openxmlformats.org/presentationml/2006/main">
  <p:tag name="AS_UNIQUEID" val="480"/>
  <p:tag name="KSO_WM_DIAGRAM_VIRTUALLY_FRAME" val="{&quot;height&quot;:289.55,&quot;left&quot;:48,&quot;top&quot;:108,&quot;width&quot;:863.9999212598425}"/>
</p:tagLst>
</file>

<file path=ppt/tags/tag543.xml><?xml version="1.0" encoding="utf-8"?>
<p:tagLst xmlns:p="http://schemas.openxmlformats.org/presentationml/2006/main">
  <p:tag name="AS_UNIQUEID" val="462"/>
  <p:tag name="KSO_WM_DIAGRAM_VIRTUALLY_FRAME" val="{&quot;height&quot;:289.55,&quot;left&quot;:48,&quot;top&quot;:108,&quot;width&quot;:863.9999212598425}"/>
</p:tagLst>
</file>

<file path=ppt/tags/tag544.xml><?xml version="1.0" encoding="utf-8"?>
<p:tagLst xmlns:p="http://schemas.openxmlformats.org/presentationml/2006/main">
  <p:tag name="AS_UNIQUEID" val="463"/>
  <p:tag name="KSO_WM_DIAGRAM_VIRTUALLY_FRAME" val="{&quot;height&quot;:289.55,&quot;left&quot;:48,&quot;top&quot;:108,&quot;width&quot;:863.9999212598425}"/>
</p:tagLst>
</file>

<file path=ppt/tags/tag545.xml><?xml version="1.0" encoding="utf-8"?>
<p:tagLst xmlns:p="http://schemas.openxmlformats.org/presentationml/2006/main">
  <p:tag name="AS_UNIQUEID" val="464"/>
  <p:tag name="KSO_WM_DIAGRAM_VIRTUALLY_FRAME" val="{&quot;height&quot;:289.55,&quot;left&quot;:48,&quot;top&quot;:108,&quot;width&quot;:863.9999212598425}"/>
</p:tagLst>
</file>

<file path=ppt/tags/tag546.xml><?xml version="1.0" encoding="utf-8"?>
<p:tagLst xmlns:p="http://schemas.openxmlformats.org/presentationml/2006/main">
  <p:tag name="AS_UNIQUEID" val="465"/>
  <p:tag name="KSO_WM_DIAGRAM_VIRTUALLY_FRAME" val="{&quot;height&quot;:289.55,&quot;left&quot;:48,&quot;top&quot;:108,&quot;width&quot;:863.9999212598425}"/>
</p:tagLst>
</file>

<file path=ppt/tags/tag547.xml><?xml version="1.0" encoding="utf-8"?>
<p:tagLst xmlns:p="http://schemas.openxmlformats.org/presentationml/2006/main">
  <p:tag name="AS_UNIQUEID" val="466"/>
  <p:tag name="KSO_WM_DIAGRAM_VIRTUALLY_FRAME" val="{&quot;height&quot;:289.55,&quot;left&quot;:48,&quot;top&quot;:108,&quot;width&quot;:863.9999212598425}"/>
</p:tagLst>
</file>

<file path=ppt/tags/tag548.xml><?xml version="1.0" encoding="utf-8"?>
<p:tagLst xmlns:p="http://schemas.openxmlformats.org/presentationml/2006/main">
  <p:tag name="AS_UNIQUEID" val="467"/>
  <p:tag name="KSO_WM_DIAGRAM_VIRTUALLY_FRAME" val="{&quot;height&quot;:289.55,&quot;left&quot;:48,&quot;top&quot;:108,&quot;width&quot;:863.9999212598425}"/>
</p:tagLst>
</file>

<file path=ppt/tags/tag549.xml><?xml version="1.0" encoding="utf-8"?>
<p:tagLst xmlns:p="http://schemas.openxmlformats.org/presentationml/2006/main">
  <p:tag name="AS_UNIQUEID" val="455"/>
</p:tagLst>
</file>

<file path=ppt/tags/tag550.xml><?xml version="1.0" encoding="utf-8"?>
<p:tagLst xmlns:p="http://schemas.openxmlformats.org/presentationml/2006/main">
  <p:tag name="AS_UNIQUEID" val="1134"/>
</p:tagLst>
</file>

<file path=ppt/tags/tag551.xml><?xml version="1.0" encoding="utf-8"?>
<p:tagLst xmlns:p="http://schemas.openxmlformats.org/presentationml/2006/main">
  <p:tag name="AS_UNIQUEID" val="1135"/>
</p:tagLst>
</file>

<file path=ppt/tags/tag552.xml><?xml version="1.0" encoding="utf-8"?>
<p:tagLst xmlns:p="http://schemas.openxmlformats.org/presentationml/2006/main">
  <p:tag name="AS_UNIQUEID" val="1136"/>
</p:tagLst>
</file>

<file path=ppt/tags/tag553.xml><?xml version="1.0" encoding="utf-8"?>
<p:tagLst xmlns:p="http://schemas.openxmlformats.org/presentationml/2006/main">
  <p:tag name="AS_UNIQUEID" val="481"/>
</p:tagLst>
</file>

<file path=ppt/tags/tag554.xml><?xml version="1.0" encoding="utf-8"?>
<p:tagLst xmlns:p="http://schemas.openxmlformats.org/presentationml/2006/main">
  <p:tag name="AS_UNIQUEID" val="482"/>
</p:tagLst>
</file>

<file path=ppt/tags/tag555.xml><?xml version="1.0" encoding="utf-8"?>
<p:tagLst xmlns:p="http://schemas.openxmlformats.org/presentationml/2006/main">
  <p:tag name="AS_UNIQUEID" val="483"/>
</p:tagLst>
</file>

<file path=ppt/tags/tag556.xml><?xml version="1.0" encoding="utf-8"?>
<p:tagLst xmlns:p="http://schemas.openxmlformats.org/presentationml/2006/main">
  <p:tag name="AS_UNIQUEID" val="533"/>
</p:tagLst>
</file>

<file path=ppt/tags/tag557.xml><?xml version="1.0" encoding="utf-8"?>
<p:tagLst xmlns:p="http://schemas.openxmlformats.org/presentationml/2006/main">
  <p:tag name="AS_UNIQUEID" val="529"/>
</p:tagLst>
</file>

<file path=ppt/tags/tag558.xml><?xml version="1.0" encoding="utf-8"?>
<p:tagLst xmlns:p="http://schemas.openxmlformats.org/presentationml/2006/main">
  <p:tag name="AS_UNIQUEID" val="530"/>
</p:tagLst>
</file>

<file path=ppt/tags/tag559.xml><?xml version="1.0" encoding="utf-8"?>
<p:tagLst xmlns:p="http://schemas.openxmlformats.org/presentationml/2006/main">
  <p:tag name="AS_UNIQUEID" val="531"/>
</p:tagLst>
</file>

<file path=ppt/tags/tag560.xml><?xml version="1.0" encoding="utf-8"?>
<p:tagLst xmlns:p="http://schemas.openxmlformats.org/presentationml/2006/main">
  <p:tag name="AS_UNIQUEID" val="532"/>
</p:tagLst>
</file>

<file path=ppt/tags/tag561.xml><?xml version="1.0" encoding="utf-8"?>
<p:tagLst xmlns:p="http://schemas.openxmlformats.org/presentationml/2006/main">
  <p:tag name="AS_UNIQUEID" val="534"/>
</p:tagLst>
</file>

<file path=ppt/tags/tag562.xml><?xml version="1.0" encoding="utf-8"?>
<p:tagLst xmlns:p="http://schemas.openxmlformats.org/presentationml/2006/main">
  <p:tag name="AS_UNIQUEID" val="517"/>
</p:tagLst>
</file>

<file path=ppt/tags/tag563.xml><?xml version="1.0" encoding="utf-8"?>
<p:tagLst xmlns:p="http://schemas.openxmlformats.org/presentationml/2006/main">
  <p:tag name="AS_UNIQUEID" val="518"/>
</p:tagLst>
</file>

<file path=ppt/tags/tag564.xml><?xml version="1.0" encoding="utf-8"?>
<p:tagLst xmlns:p="http://schemas.openxmlformats.org/presentationml/2006/main">
  <p:tag name="AS_UNIQUEID" val="519"/>
</p:tagLst>
</file>

<file path=ppt/tags/tag565.xml><?xml version="1.0" encoding="utf-8"?>
<p:tagLst xmlns:p="http://schemas.openxmlformats.org/presentationml/2006/main">
  <p:tag name="AS_UNIQUEID" val="520"/>
</p:tagLst>
</file>

<file path=ppt/tags/tag566.xml><?xml version="1.0" encoding="utf-8"?>
<p:tagLst xmlns:p="http://schemas.openxmlformats.org/presentationml/2006/main">
  <p:tag name="AS_UNIQUEID" val="535"/>
</p:tagLst>
</file>

<file path=ppt/tags/tag567.xml><?xml version="1.0" encoding="utf-8"?>
<p:tagLst xmlns:p="http://schemas.openxmlformats.org/presentationml/2006/main">
  <p:tag name="AS_UNIQUEID" val="521"/>
</p:tagLst>
</file>

<file path=ppt/tags/tag568.xml><?xml version="1.0" encoding="utf-8"?>
<p:tagLst xmlns:p="http://schemas.openxmlformats.org/presentationml/2006/main">
  <p:tag name="AS_UNIQUEID" val="522"/>
</p:tagLst>
</file>

<file path=ppt/tags/tag569.xml><?xml version="1.0" encoding="utf-8"?>
<p:tagLst xmlns:p="http://schemas.openxmlformats.org/presentationml/2006/main">
  <p:tag name="AS_UNIQUEID" val="523"/>
</p:tagLst>
</file>

<file path=ppt/tags/tag570.xml><?xml version="1.0" encoding="utf-8"?>
<p:tagLst xmlns:p="http://schemas.openxmlformats.org/presentationml/2006/main">
  <p:tag name="AS_UNIQUEID" val="524"/>
</p:tagLst>
</file>

<file path=ppt/tags/tag571.xml><?xml version="1.0" encoding="utf-8"?>
<p:tagLst xmlns:p="http://schemas.openxmlformats.org/presentationml/2006/main">
  <p:tag name="AS_UNIQUEID" val="536"/>
</p:tagLst>
</file>

<file path=ppt/tags/tag572.xml><?xml version="1.0" encoding="utf-8"?>
<p:tagLst xmlns:p="http://schemas.openxmlformats.org/presentationml/2006/main">
  <p:tag name="AS_UNIQUEID" val="525"/>
</p:tagLst>
</file>

<file path=ppt/tags/tag573.xml><?xml version="1.0" encoding="utf-8"?>
<p:tagLst xmlns:p="http://schemas.openxmlformats.org/presentationml/2006/main">
  <p:tag name="AS_UNIQUEID" val="526"/>
</p:tagLst>
</file>

<file path=ppt/tags/tag574.xml><?xml version="1.0" encoding="utf-8"?>
<p:tagLst xmlns:p="http://schemas.openxmlformats.org/presentationml/2006/main">
  <p:tag name="AS_UNIQUEID" val="527"/>
</p:tagLst>
</file>

<file path=ppt/tags/tag575.xml><?xml version="1.0" encoding="utf-8"?>
<p:tagLst xmlns:p="http://schemas.openxmlformats.org/presentationml/2006/main">
  <p:tag name="AS_UNIQUEID" val="528"/>
</p:tagLst>
</file>

<file path=ppt/tags/tag576.xml><?xml version="1.0" encoding="utf-8"?>
<p:tagLst xmlns:p="http://schemas.openxmlformats.org/presentationml/2006/main">
  <p:tag name="AS_UNIQUEID" val="537"/>
</p:tagLst>
</file>

<file path=ppt/tags/tag577.xml><?xml version="1.0" encoding="utf-8"?>
<p:tagLst xmlns:p="http://schemas.openxmlformats.org/presentationml/2006/main">
  <p:tag name="AS_UNIQUEID" val="509"/>
</p:tagLst>
</file>

<file path=ppt/tags/tag578.xml><?xml version="1.0" encoding="utf-8"?>
<p:tagLst xmlns:p="http://schemas.openxmlformats.org/presentationml/2006/main">
  <p:tag name="AS_UNIQUEID" val="510"/>
</p:tagLst>
</file>

<file path=ppt/tags/tag579.xml><?xml version="1.0" encoding="utf-8"?>
<p:tagLst xmlns:p="http://schemas.openxmlformats.org/presentationml/2006/main">
  <p:tag name="AS_UNIQUEID" val="511"/>
</p:tagLst>
</file>

<file path=ppt/tags/tag580.xml><?xml version="1.0" encoding="utf-8"?>
<p:tagLst xmlns:p="http://schemas.openxmlformats.org/presentationml/2006/main">
  <p:tag name="AS_UNIQUEID" val="512"/>
</p:tagLst>
</file>

<file path=ppt/tags/tag581.xml><?xml version="1.0" encoding="utf-8"?>
<p:tagLst xmlns:p="http://schemas.openxmlformats.org/presentationml/2006/main">
  <p:tag name="AS_UNIQUEID" val="538"/>
</p:tagLst>
</file>

<file path=ppt/tags/tag582.xml><?xml version="1.0" encoding="utf-8"?>
<p:tagLst xmlns:p="http://schemas.openxmlformats.org/presentationml/2006/main">
  <p:tag name="AS_UNIQUEID" val="513"/>
</p:tagLst>
</file>

<file path=ppt/tags/tag583.xml><?xml version="1.0" encoding="utf-8"?>
<p:tagLst xmlns:p="http://schemas.openxmlformats.org/presentationml/2006/main">
  <p:tag name="AS_UNIQUEID" val="514"/>
</p:tagLst>
</file>

<file path=ppt/tags/tag584.xml><?xml version="1.0" encoding="utf-8"?>
<p:tagLst xmlns:p="http://schemas.openxmlformats.org/presentationml/2006/main">
  <p:tag name="AS_UNIQUEID" val="515"/>
</p:tagLst>
</file>

<file path=ppt/tags/tag585.xml><?xml version="1.0" encoding="utf-8"?>
<p:tagLst xmlns:p="http://schemas.openxmlformats.org/presentationml/2006/main">
  <p:tag name="AS_UNIQUEID" val="516"/>
</p:tagLst>
</file>

<file path=ppt/tags/tag586.xml><?xml version="1.0" encoding="utf-8"?>
<p:tagLst xmlns:p="http://schemas.openxmlformats.org/presentationml/2006/main">
  <p:tag name="AS_UNIQUEID" val="508"/>
</p:tagLst>
</file>

<file path=ppt/tags/tag587.xml><?xml version="1.0" encoding="utf-8"?>
<p:tagLst xmlns:p="http://schemas.openxmlformats.org/presentationml/2006/main">
  <p:tag name="AS_UNIQUEID" val="1139"/>
</p:tagLst>
</file>

<file path=ppt/tags/tag588.xml><?xml version="1.0" encoding="utf-8"?>
<p:tagLst xmlns:p="http://schemas.openxmlformats.org/presentationml/2006/main">
  <p:tag name="AS_UNIQUEID" val="1140"/>
</p:tagLst>
</file>

<file path=ppt/tags/tag589.xml><?xml version="1.0" encoding="utf-8"?>
<p:tagLst xmlns:p="http://schemas.openxmlformats.org/presentationml/2006/main">
  <p:tag name="AS_UNIQUEID" val="1141"/>
</p:tagLst>
</file>

<file path=ppt/tags/tag590.xml><?xml version="1.0" encoding="utf-8"?>
<p:tagLst xmlns:p="http://schemas.openxmlformats.org/presentationml/2006/main">
  <p:tag name="AS_UNIQUEID" val="945"/>
</p:tagLst>
</file>

<file path=ppt/tags/tag591.xml><?xml version="1.0" encoding="utf-8"?>
<p:tagLst xmlns:p="http://schemas.openxmlformats.org/presentationml/2006/main">
  <p:tag name="AS_UNIQUEID" val="946"/>
</p:tagLst>
</file>

<file path=ppt/tags/tag592.xml><?xml version="1.0" encoding="utf-8"?>
<p:tagLst xmlns:p="http://schemas.openxmlformats.org/presentationml/2006/main">
  <p:tag name="AS_UNIQUEID" val="947"/>
</p:tagLst>
</file>

<file path=ppt/tags/tag593.xml><?xml version="1.0" encoding="utf-8"?>
<p:tagLst xmlns:p="http://schemas.openxmlformats.org/presentationml/2006/main">
  <p:tag name="AS_UNIQUEID" val="981"/>
</p:tagLst>
</file>

<file path=ppt/tags/tag594.xml><?xml version="1.0" encoding="utf-8"?>
<p:tagLst xmlns:p="http://schemas.openxmlformats.org/presentationml/2006/main">
  <p:tag name="AS_UNIQUEID" val="973"/>
</p:tagLst>
</file>

<file path=ppt/tags/tag595.xml><?xml version="1.0" encoding="utf-8"?>
<p:tagLst xmlns:p="http://schemas.openxmlformats.org/presentationml/2006/main">
  <p:tag name="AS_UNIQUEID" val="974"/>
</p:tagLst>
</file>

<file path=ppt/tags/tag596.xml><?xml version="1.0" encoding="utf-8"?>
<p:tagLst xmlns:p="http://schemas.openxmlformats.org/presentationml/2006/main">
  <p:tag name="AS_UNIQUEID" val="975"/>
</p:tagLst>
</file>

<file path=ppt/tags/tag597.xml><?xml version="1.0" encoding="utf-8"?>
<p:tagLst xmlns:p="http://schemas.openxmlformats.org/presentationml/2006/main">
  <p:tag name="AS_UNIQUEID" val="976"/>
</p:tagLst>
</file>

<file path=ppt/tags/tag598.xml><?xml version="1.0" encoding="utf-8"?>
<p:tagLst xmlns:p="http://schemas.openxmlformats.org/presentationml/2006/main">
  <p:tag name="AS_UNIQUEID" val="982"/>
</p:tagLst>
</file>

<file path=ppt/tags/tag599.xml><?xml version="1.0" encoding="utf-8"?>
<p:tagLst xmlns:p="http://schemas.openxmlformats.org/presentationml/2006/main">
  <p:tag name="AS_UNIQUEID" val="977"/>
</p:tagLst>
</file>

<file path=ppt/tags/tag600.xml><?xml version="1.0" encoding="utf-8"?>
<p:tagLst xmlns:p="http://schemas.openxmlformats.org/presentationml/2006/main">
  <p:tag name="AS_UNIQUEID" val="978"/>
</p:tagLst>
</file>

<file path=ppt/tags/tag601.xml><?xml version="1.0" encoding="utf-8"?>
<p:tagLst xmlns:p="http://schemas.openxmlformats.org/presentationml/2006/main">
  <p:tag name="AS_UNIQUEID" val="979"/>
</p:tagLst>
</file>

<file path=ppt/tags/tag602.xml><?xml version="1.0" encoding="utf-8"?>
<p:tagLst xmlns:p="http://schemas.openxmlformats.org/presentationml/2006/main">
  <p:tag name="AS_UNIQUEID" val="980"/>
</p:tagLst>
</file>

<file path=ppt/tags/tag603.xml><?xml version="1.0" encoding="utf-8"?>
<p:tagLst xmlns:p="http://schemas.openxmlformats.org/presentationml/2006/main">
  <p:tag name="AS_UNIQUEID" val="983"/>
</p:tagLst>
</file>

<file path=ppt/tags/tag604.xml><?xml version="1.0" encoding="utf-8"?>
<p:tagLst xmlns:p="http://schemas.openxmlformats.org/presentationml/2006/main">
  <p:tag name="AS_UNIQUEID" val="965"/>
</p:tagLst>
</file>

<file path=ppt/tags/tag605.xml><?xml version="1.0" encoding="utf-8"?>
<p:tagLst xmlns:p="http://schemas.openxmlformats.org/presentationml/2006/main">
  <p:tag name="AS_UNIQUEID" val="966"/>
</p:tagLst>
</file>

<file path=ppt/tags/tag606.xml><?xml version="1.0" encoding="utf-8"?>
<p:tagLst xmlns:p="http://schemas.openxmlformats.org/presentationml/2006/main">
  <p:tag name="AS_UNIQUEID" val="967"/>
</p:tagLst>
</file>

<file path=ppt/tags/tag607.xml><?xml version="1.0" encoding="utf-8"?>
<p:tagLst xmlns:p="http://schemas.openxmlformats.org/presentationml/2006/main">
  <p:tag name="AS_UNIQUEID" val="968"/>
</p:tagLst>
</file>

<file path=ppt/tags/tag608.xml><?xml version="1.0" encoding="utf-8"?>
<p:tagLst xmlns:p="http://schemas.openxmlformats.org/presentationml/2006/main">
  <p:tag name="AS_UNIQUEID" val="984"/>
</p:tagLst>
</file>

<file path=ppt/tags/tag609.xml><?xml version="1.0" encoding="utf-8"?>
<p:tagLst xmlns:p="http://schemas.openxmlformats.org/presentationml/2006/main">
  <p:tag name="AS_UNIQUEID" val="969"/>
</p:tagLst>
</file>

<file path=ppt/tags/tag610.xml><?xml version="1.0" encoding="utf-8"?>
<p:tagLst xmlns:p="http://schemas.openxmlformats.org/presentationml/2006/main">
  <p:tag name="AS_UNIQUEID" val="970"/>
</p:tagLst>
</file>

<file path=ppt/tags/tag611.xml><?xml version="1.0" encoding="utf-8"?>
<p:tagLst xmlns:p="http://schemas.openxmlformats.org/presentationml/2006/main">
  <p:tag name="AS_UNIQUEID" val="971"/>
</p:tagLst>
</file>

<file path=ppt/tags/tag612.xml><?xml version="1.0" encoding="utf-8"?>
<p:tagLst xmlns:p="http://schemas.openxmlformats.org/presentationml/2006/main">
  <p:tag name="AS_UNIQUEID" val="972"/>
</p:tagLst>
</file>

<file path=ppt/tags/tag613.xml><?xml version="1.0" encoding="utf-8"?>
<p:tagLst xmlns:p="http://schemas.openxmlformats.org/presentationml/2006/main">
  <p:tag name="AS_UNIQUEID" val="964"/>
</p:tagLst>
</file>

<file path=ppt/tags/tag614.xml><?xml version="1.0" encoding="utf-8"?>
<p:tagLst xmlns:p="http://schemas.openxmlformats.org/presentationml/2006/main">
  <p:tag name="AS_UNIQUEID" val="1144"/>
</p:tagLst>
</file>

<file path=ppt/tags/tag615.xml><?xml version="1.0" encoding="utf-8"?>
<p:tagLst xmlns:p="http://schemas.openxmlformats.org/presentationml/2006/main">
  <p:tag name="AS_UNIQUEID" val="1145"/>
</p:tagLst>
</file>

<file path=ppt/tags/tag616.xml><?xml version="1.0" encoding="utf-8"?>
<p:tagLst xmlns:p="http://schemas.openxmlformats.org/presentationml/2006/main">
  <p:tag name="AS_UNIQUEID" val="1146"/>
</p:tagLst>
</file>

<file path=ppt/tags/tag617.xml><?xml version="1.0" encoding="utf-8"?>
<p:tagLst xmlns:p="http://schemas.openxmlformats.org/presentationml/2006/main">
  <p:tag name="AS_UNIQUEID" val="991"/>
</p:tagLst>
</file>

<file path=ppt/tags/tag618.xml><?xml version="1.0" encoding="utf-8"?>
<p:tagLst xmlns:p="http://schemas.openxmlformats.org/presentationml/2006/main">
  <p:tag name="AS_UNIQUEID" val="992"/>
</p:tagLst>
</file>

<file path=ppt/tags/tag619.xml><?xml version="1.0" encoding="utf-8"?>
<p:tagLst xmlns:p="http://schemas.openxmlformats.org/presentationml/2006/main">
  <p:tag name="AS_UNIQUEID" val="993"/>
</p:tagLst>
</file>

<file path=ppt/tags/tag620.xml><?xml version="1.0" encoding="utf-8"?>
<p:tagLst xmlns:p="http://schemas.openxmlformats.org/presentationml/2006/main">
  <p:tag name="AS_UNIQUEID" val="1030"/>
</p:tagLst>
</file>

<file path=ppt/tags/tag621.xml><?xml version="1.0" encoding="utf-8"?>
<p:tagLst xmlns:p="http://schemas.openxmlformats.org/presentationml/2006/main">
  <p:tag name="AS_UNIQUEID" val="1028"/>
</p:tagLst>
</file>

<file path=ppt/tags/tag622.xml><?xml version="1.0" encoding="utf-8"?>
<p:tagLst xmlns:p="http://schemas.openxmlformats.org/presentationml/2006/main">
  <p:tag name="AS_UNIQUEID" val="1031"/>
</p:tagLst>
</file>

<file path=ppt/tags/tag623.xml><?xml version="1.0" encoding="utf-8"?>
<p:tagLst xmlns:p="http://schemas.openxmlformats.org/presentationml/2006/main">
  <p:tag name="AS_UNIQUEID" val="1012"/>
</p:tagLst>
</file>

<file path=ppt/tags/tag624.xml><?xml version="1.0" encoding="utf-8"?>
<p:tagLst xmlns:p="http://schemas.openxmlformats.org/presentationml/2006/main">
  <p:tag name="AS_UNIQUEID" val="1013"/>
</p:tagLst>
</file>

<file path=ppt/tags/tag625.xml><?xml version="1.0" encoding="utf-8"?>
<p:tagLst xmlns:p="http://schemas.openxmlformats.org/presentationml/2006/main">
  <p:tag name="AS_UNIQUEID" val="1014"/>
</p:tagLst>
</file>

<file path=ppt/tags/tag626.xml><?xml version="1.0" encoding="utf-8"?>
<p:tagLst xmlns:p="http://schemas.openxmlformats.org/presentationml/2006/main">
  <p:tag name="AS_UNIQUEID" val="1015"/>
</p:tagLst>
</file>

<file path=ppt/tags/tag627.xml><?xml version="1.0" encoding="utf-8"?>
<p:tagLst xmlns:p="http://schemas.openxmlformats.org/presentationml/2006/main">
  <p:tag name="AS_UNIQUEID" val="1016"/>
</p:tagLst>
</file>

<file path=ppt/tags/tag628.xml><?xml version="1.0" encoding="utf-8"?>
<p:tagLst xmlns:p="http://schemas.openxmlformats.org/presentationml/2006/main">
  <p:tag name="AS_UNIQUEID" val="1017"/>
</p:tagLst>
</file>

<file path=ppt/tags/tag629.xml><?xml version="1.0" encoding="utf-8"?>
<p:tagLst xmlns:p="http://schemas.openxmlformats.org/presentationml/2006/main">
  <p:tag name="AS_UNIQUEID" val="1018"/>
</p:tagLst>
</file>

<file path=ppt/tags/tag630.xml><?xml version="1.0" encoding="utf-8"?>
<p:tagLst xmlns:p="http://schemas.openxmlformats.org/presentationml/2006/main">
  <p:tag name="AS_UNIQUEID" val="1019"/>
</p:tagLst>
</file>

<file path=ppt/tags/tag631.xml><?xml version="1.0" encoding="utf-8"?>
<p:tagLst xmlns:p="http://schemas.openxmlformats.org/presentationml/2006/main">
  <p:tag name="AS_UNIQUEID" val="1020"/>
</p:tagLst>
</file>

<file path=ppt/tags/tag632.xml><?xml version="1.0" encoding="utf-8"?>
<p:tagLst xmlns:p="http://schemas.openxmlformats.org/presentationml/2006/main">
  <p:tag name="AS_UNIQUEID" val="1032"/>
</p:tagLst>
</file>

<file path=ppt/tags/tag633.xml><?xml version="1.0" encoding="utf-8"?>
<p:tagLst xmlns:p="http://schemas.openxmlformats.org/presentationml/2006/main">
  <p:tag name="AS_UNIQUEID" val="1021"/>
</p:tagLst>
</file>

<file path=ppt/tags/tag634.xml><?xml version="1.0" encoding="utf-8"?>
<p:tagLst xmlns:p="http://schemas.openxmlformats.org/presentationml/2006/main">
  <p:tag name="AS_UNIQUEID" val="1022"/>
</p:tagLst>
</file>

<file path=ppt/tags/tag635.xml><?xml version="1.0" encoding="utf-8"?>
<p:tagLst xmlns:p="http://schemas.openxmlformats.org/presentationml/2006/main">
  <p:tag name="AS_UNIQUEID" val="1023"/>
</p:tagLst>
</file>

<file path=ppt/tags/tag636.xml><?xml version="1.0" encoding="utf-8"?>
<p:tagLst xmlns:p="http://schemas.openxmlformats.org/presentationml/2006/main">
  <p:tag name="AS_UNIQUEID" val="1024"/>
</p:tagLst>
</file>

<file path=ppt/tags/tag637.xml><?xml version="1.0" encoding="utf-8"?>
<p:tagLst xmlns:p="http://schemas.openxmlformats.org/presentationml/2006/main">
  <p:tag name="AS_UNIQUEID" val="1025"/>
</p:tagLst>
</file>

<file path=ppt/tags/tag638.xml><?xml version="1.0" encoding="utf-8"?>
<p:tagLst xmlns:p="http://schemas.openxmlformats.org/presentationml/2006/main">
  <p:tag name="AS_UNIQUEID" val="1026"/>
</p:tagLst>
</file>

<file path=ppt/tags/tag639.xml><?xml version="1.0" encoding="utf-8"?>
<p:tagLst xmlns:p="http://schemas.openxmlformats.org/presentationml/2006/main">
  <p:tag name="AS_UNIQUEID" val="1027"/>
</p:tagLst>
</file>

<file path=ppt/tags/tag640.xml><?xml version="1.0" encoding="utf-8"?>
<p:tagLst xmlns:p="http://schemas.openxmlformats.org/presentationml/2006/main">
  <p:tag name="AS_UNIQUEID" val="1033"/>
</p:tagLst>
</file>

<file path=ppt/tags/tag641.xml><?xml version="1.0" encoding="utf-8"?>
<p:tagLst xmlns:p="http://schemas.openxmlformats.org/presentationml/2006/main">
  <p:tag name="AS_UNIQUEID" val="1029"/>
</p:tagLst>
</file>

<file path=ppt/tags/tag642.xml><?xml version="1.0" encoding="utf-8"?>
<p:tagLst xmlns:p="http://schemas.openxmlformats.org/presentationml/2006/main">
  <p:tag name="AS_UNIQUEID" val="1149"/>
</p:tagLst>
</file>

<file path=ppt/tags/tag643.xml><?xml version="1.0" encoding="utf-8"?>
<p:tagLst xmlns:p="http://schemas.openxmlformats.org/presentationml/2006/main">
  <p:tag name="AS_UNIQUEID" val="1150"/>
</p:tagLst>
</file>

<file path=ppt/tags/tag644.xml><?xml version="1.0" encoding="utf-8"?>
<p:tagLst xmlns:p="http://schemas.openxmlformats.org/presentationml/2006/main">
  <p:tag name="AS_UNIQUEID" val="1151"/>
</p:tagLst>
</file>

<file path=ppt/tags/tag645.xml><?xml version="1.0" encoding="utf-8"?>
<p:tagLst xmlns:p="http://schemas.openxmlformats.org/presentationml/2006/main">
  <p:tag name="AS_UNIQUEID" val="49"/>
</p:tagLst>
</file>

<file path=ppt/tags/tag646.xml><?xml version="1.0" encoding="utf-8"?>
<p:tagLst xmlns:p="http://schemas.openxmlformats.org/presentationml/2006/main">
  <p:tag name="AS_UNIQUEID" val="50"/>
</p:tagLst>
</file>

<file path=ppt/tags/tag647.xml><?xml version="1.0" encoding="utf-8"?>
<p:tagLst xmlns:p="http://schemas.openxmlformats.org/presentationml/2006/main">
  <p:tag name="AS_UNIQUEID" val="1154"/>
</p:tagLst>
</file>

<file path=ppt/tags/tag648.xml><?xml version="1.0" encoding="utf-8"?>
<p:tagLst xmlns:p="http://schemas.openxmlformats.org/presentationml/2006/main">
  <p:tag name="AS_UNIQUEID" val="1155"/>
</p:tagLst>
</file>

<file path=ppt/tags/tag649.xml><?xml version="1.0" encoding="utf-8"?>
<p:tagLst xmlns:p="http://schemas.openxmlformats.org/presentationml/2006/main">
  <p:tag name="AS_UNIQUEID" val="1156"/>
</p:tagLst>
</file>

<file path=ppt/tags/tag650.xml><?xml version="1.0" encoding="utf-8"?>
<p:tagLst xmlns:p="http://schemas.openxmlformats.org/presentationml/2006/main">
  <p:tag name="AS_UNIQUEID" val="1037"/>
</p:tagLst>
</file>

<file path=ppt/tags/tag651.xml><?xml version="1.0" encoding="utf-8"?>
<p:tagLst xmlns:p="http://schemas.openxmlformats.org/presentationml/2006/main">
  <p:tag name="AS_UNIQUEID" val="1038"/>
</p:tagLst>
</file>

<file path=ppt/tags/tag652.xml><?xml version="1.0" encoding="utf-8"?>
<p:tagLst xmlns:p="http://schemas.openxmlformats.org/presentationml/2006/main">
  <p:tag name="AS_UNIQUEID" val="1039"/>
</p:tagLst>
</file>

<file path=ppt/tags/tag653.xml><?xml version="1.0" encoding="utf-8"?>
<p:tagLst xmlns:p="http://schemas.openxmlformats.org/presentationml/2006/main">
  <p:tag name="AS_UNIQUEID" val="1040"/>
</p:tagLst>
</file>

<file path=ppt/tags/tag654.xml><?xml version="1.0" encoding="utf-8"?>
<p:tagLst xmlns:p="http://schemas.openxmlformats.org/presentationml/2006/main">
  <p:tag name="AS_UNIQUEID" val="1041"/>
</p:tagLst>
</file>

<file path=ppt/tags/tag655.xml><?xml version="1.0" encoding="utf-8"?>
<p:tagLst xmlns:p="http://schemas.openxmlformats.org/presentationml/2006/main">
  <p:tag name="AS_UNIQUEID" val="1042"/>
</p:tagLst>
</file>

<file path=ppt/tags/tag656.xml><?xml version="1.0" encoding="utf-8"?>
<p:tagLst xmlns:p="http://schemas.openxmlformats.org/presentationml/2006/main">
  <p:tag name="AS_OS" val="Unix 5.10.134.13"/>
  <p:tag name="AS_RELEASE_DATE" val="2025.05.31"/>
  <p:tag name="AS_TITLE" val="Aspose.Slides for Java"/>
  <p:tag name="AS_VERSION" val="2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3934</Words>
  <Application>WPS 演示</Application>
  <PresentationFormat>On-screen Show (4:3)</PresentationFormat>
  <Paragraphs>782</Paragraphs>
  <Slides>23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23</vt:i4>
      </vt:variant>
    </vt:vector>
  </HeadingPairs>
  <TitlesOfParts>
    <vt:vector size="46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等线</vt:lpstr>
      <vt:lpstr>KSOFD72470BC</vt:lpstr>
      <vt:lpstr>FFont-Family</vt:lpstr>
      <vt:lpstr>KSOFD723FC5D</vt:lpstr>
      <vt:lpstr>Office Theme</vt:lpstr>
      <vt:lpstr>Word.Document.12</vt:lpstr>
      <vt:lpstr>Word.Document.12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杨传筠</cp:lastModifiedBy>
  <cp:revision>3</cp:revision>
  <cp:lastPrinted>2026-08-31T11:35:00Z</cp:lastPrinted>
  <dcterms:created xsi:type="dcterms:W3CDTF">2026-08-31T03:35:00Z</dcterms:created>
  <dcterms:modified xsi:type="dcterms:W3CDTF">2026-09-06T00:49:53Z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C4DBAF640AC04B90BC033156795684BE_12</vt:lpwstr>
  </property>
</Properties>
</file>