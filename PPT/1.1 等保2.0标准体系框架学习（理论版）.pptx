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0.svg" ContentType="image/svg+xml"/>
  <Override PartName="/ppt/media/image102.svg" ContentType="image/svg+xml"/>
  <Override PartName="/ppt/media/image104.svg" ContentType="image/svg+xml"/>
  <Override PartName="/ppt/media/image106.svg" ContentType="image/svg+xml"/>
  <Override PartName="/ppt/media/image108.svg" ContentType="image/svg+xml"/>
  <Override PartName="/ppt/media/image110.svg" ContentType="image/svg+xml"/>
  <Override PartName="/ppt/media/image113.svg" ContentType="image/svg+xml"/>
  <Override PartName="/ppt/media/image115.svg" ContentType="image/svg+xml"/>
  <Override PartName="/ppt/media/image117.svg" ContentType="image/svg+xml"/>
  <Override PartName="/ppt/media/image119.svg" ContentType="image/svg+xml"/>
  <Override PartName="/ppt/media/image13.svg" ContentType="image/svg+xml"/>
  <Override PartName="/ppt/media/image17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9.svg" ContentType="image/svg+xml"/>
  <Override PartName="/ppt/media/image31.svg" ContentType="image/svg+xml"/>
  <Override PartName="/ppt/media/image34.svg" ContentType="image/svg+xml"/>
  <Override PartName="/ppt/media/image36.svg" ContentType="image/svg+xml"/>
  <Override PartName="/ppt/media/image39.svg" ContentType="image/svg+xml"/>
  <Override PartName="/ppt/media/image41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1.svg" ContentType="image/svg+xml"/>
  <Override PartName="/ppt/media/image55.svg" ContentType="image/svg+xml"/>
  <Override PartName="/ppt/media/image59.svg" ContentType="image/svg+xml"/>
  <Override PartName="/ppt/media/image6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71.svg" ContentType="image/svg+xml"/>
  <Override PartName="/ppt/media/image73.svg" ContentType="image/svg+xml"/>
  <Override PartName="/ppt/media/image78.svg" ContentType="image/svg+xml"/>
  <Override PartName="/ppt/media/image81.svg" ContentType="image/svg+xml"/>
  <Override PartName="/ppt/media/image83.svg" ContentType="image/svg+xml"/>
  <Override PartName="/ppt/media/image85.svg" ContentType="image/svg+xml"/>
  <Override PartName="/ppt/media/image87.svg" ContentType="image/svg+xml"/>
  <Override PartName="/ppt/media/image89.svg" ContentType="image/svg+xml"/>
  <Override PartName="/ppt/media/image91.svg" ContentType="image/svg+xml"/>
  <Override PartName="/ppt/media/image93.svg" ContentType="image/svg+xml"/>
  <Override PartName="/ppt/media/image95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59.xml" ContentType="application/vnd.openxmlformats-officedocument.presentationml.tags+xml"/>
  <Override PartName="/ppt/tags/tag96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5"/>
  </p:notesMasterIdLst>
  <p:sldIdLst>
    <p:sldId id="259" r:id="rId4"/>
    <p:sldId id="265" r:id="rId7"/>
    <p:sldId id="271" r:id="rId8"/>
    <p:sldId id="274" r:id="rId9"/>
    <p:sldId id="277" r:id="rId10"/>
    <p:sldId id="280" r:id="rId11"/>
    <p:sldId id="363" r:id="rId12"/>
    <p:sldId id="362" r:id="rId13"/>
    <p:sldId id="283" r:id="rId14"/>
    <p:sldId id="286" r:id="rId15"/>
    <p:sldId id="289" r:id="rId16"/>
    <p:sldId id="292" r:id="rId17"/>
    <p:sldId id="295" r:id="rId18"/>
    <p:sldId id="298" r:id="rId19"/>
    <p:sldId id="301" r:id="rId20"/>
    <p:sldId id="304" r:id="rId21"/>
    <p:sldId id="307" r:id="rId22"/>
  </p:sldIdLst>
  <p:sldSz cx="12192000" cy="6858000"/>
  <p:notesSz cx="6858000" cy="9144000"/>
  <p:custDataLst>
    <p:tags r:id="rId4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 showGuides="1">
      <p:cViewPr>
        <p:scale>
          <a:sx n="73" d="100"/>
          <a:sy n="73" d="100"/>
        </p:scale>
        <p:origin x="0" y="0"/>
      </p:cViewPr>
      <p:guideLst>
        <p:guide orient="horz" pos="2160"/>
        <p:guide pos="2892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ableStyles" Target="tableStyles.xml"/><Relationship Id="rId45" Type="http://schemas.openxmlformats.org/officeDocument/2006/relationships/tags" Target="tags/tag9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ags" Target="../tags/tag959.xml"/><Relationship Id="rId2" Type="http://schemas.openxmlformats.org/officeDocument/2006/relationships/tags" Target="../tags/tag960.xml"/><Relationship Id="rId3" Type="http://schemas.openxmlformats.org/officeDocument/2006/relationships/tags" Target="../tags/tag961.xml"/><Relationship Id="rId4" Type="http://schemas.openxmlformats.org/officeDocument/2006/relationships/tags" Target="../tags/tag962.xml"/><Relationship Id="rId5" Type="http://schemas.openxmlformats.org/officeDocument/2006/relationships/tags" Target="../tags/tag963.xml"/><Relationship Id="rId6" Type="http://schemas.openxmlformats.org/officeDocument/2006/relationships/tags" Target="../tags/tag964.xml"/><Relationship Id="rId7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  <p:custDataLst>
              <p:tags r:id="rId2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  <p:custDataLst>
              <p:tags r:id="rId3"/>
            </p:custDataLst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5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  <p:custDataLst>
              <p:tags r:id="rId6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3" Type="http://schemas.openxmlformats.org/officeDocument/2006/relationships/tags" Target="../tags/tag43.xml"/><Relationship Id="rId4" Type="http://schemas.openxmlformats.org/officeDocument/2006/relationships/tags" Target="../tags/tag44.xml"/><Relationship Id="rId5" Type="http://schemas.openxmlformats.org/officeDocument/2006/relationships/tags" Target="../tags/tag4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3" Type="http://schemas.openxmlformats.org/officeDocument/2006/relationships/tags" Target="../tags/tag72.xml"/><Relationship Id="rId4" Type="http://schemas.openxmlformats.org/officeDocument/2006/relationships/tags" Target="../tags/tag73.xml"/><Relationship Id="rId5" Type="http://schemas.openxmlformats.org/officeDocument/2006/relationships/tags" Target="../tags/tag7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Relationship Id="rId3" Type="http://schemas.openxmlformats.org/officeDocument/2006/relationships/tags" Target="../tags/tag102.xml"/><Relationship Id="rId4" Type="http://schemas.openxmlformats.org/officeDocument/2006/relationships/tags" Target="../tags/tag103.xml"/><Relationship Id="rId5" Type="http://schemas.openxmlformats.org/officeDocument/2006/relationships/tags" Target="../tags/tag10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Relationship Id="rId3" Type="http://schemas.openxmlformats.org/officeDocument/2006/relationships/tags" Target="../tags/tag120.xml"/><Relationship Id="rId4" Type="http://schemas.openxmlformats.org/officeDocument/2006/relationships/tags" Target="../tags/tag121.xml"/><Relationship Id="rId5" Type="http://schemas.openxmlformats.org/officeDocument/2006/relationships/tags" Target="../tags/tag12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Relationship Id="rId3" Type="http://schemas.openxmlformats.org/officeDocument/2006/relationships/tags" Target="../tags/tag175.xml"/><Relationship Id="rId4" Type="http://schemas.openxmlformats.org/officeDocument/2006/relationships/tags" Target="../tags/tag176.xml"/><Relationship Id="rId5" Type="http://schemas.openxmlformats.org/officeDocument/2006/relationships/tags" Target="../tags/tag17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Relationship Id="rId3" Type="http://schemas.openxmlformats.org/officeDocument/2006/relationships/tags" Target="../tags/tag183.xml"/><Relationship Id="rId4" Type="http://schemas.openxmlformats.org/officeDocument/2006/relationships/tags" Target="../tags/tag184.xml"/><Relationship Id="rId5" Type="http://schemas.openxmlformats.org/officeDocument/2006/relationships/tags" Target="../tags/tag18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Relationship Id="rId3" Type="http://schemas.openxmlformats.org/officeDocument/2006/relationships/tags" Target="../tags/tag215.xml"/><Relationship Id="rId4" Type="http://schemas.openxmlformats.org/officeDocument/2006/relationships/tags" Target="../tags/tag216.xml"/><Relationship Id="rId5" Type="http://schemas.openxmlformats.org/officeDocument/2006/relationships/tags" Target="../tags/tag2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Relationship Id="rId3" Type="http://schemas.openxmlformats.org/officeDocument/2006/relationships/tags" Target="../tags/tag222.xml"/><Relationship Id="rId4" Type="http://schemas.openxmlformats.org/officeDocument/2006/relationships/tags" Target="../tags/tag223.xml"/><Relationship Id="rId5" Type="http://schemas.openxmlformats.org/officeDocument/2006/relationships/tags" Target="../tags/tag22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Relationship Id="rId3" Type="http://schemas.openxmlformats.org/officeDocument/2006/relationships/tags" Target="../tags/tag230.xml"/><Relationship Id="rId4" Type="http://schemas.openxmlformats.org/officeDocument/2006/relationships/tags" Target="../tags/tag231.xml"/><Relationship Id="rId5" Type="http://schemas.openxmlformats.org/officeDocument/2006/relationships/tags" Target="../tags/tag23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Relationship Id="rId3" Type="http://schemas.openxmlformats.org/officeDocument/2006/relationships/tags" Target="../tags/tag264.xml"/><Relationship Id="rId4" Type="http://schemas.openxmlformats.org/officeDocument/2006/relationships/tags" Target="../tags/tag265.xml"/><Relationship Id="rId5" Type="http://schemas.openxmlformats.org/officeDocument/2006/relationships/tags" Target="../tags/tag26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Relationship Id="rId3" Type="http://schemas.openxmlformats.org/officeDocument/2006/relationships/tags" Target="../tags/tag289.xml"/><Relationship Id="rId4" Type="http://schemas.openxmlformats.org/officeDocument/2006/relationships/tags" Target="../tags/tag290.xml"/><Relationship Id="rId5" Type="http://schemas.openxmlformats.org/officeDocument/2006/relationships/tags" Target="../tags/tag29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Relationship Id="rId3" Type="http://schemas.openxmlformats.org/officeDocument/2006/relationships/tags" Target="../tags/tag325.xml"/><Relationship Id="rId4" Type="http://schemas.openxmlformats.org/officeDocument/2006/relationships/tags" Target="../tags/tag326.xml"/><Relationship Id="rId5" Type="http://schemas.openxmlformats.org/officeDocument/2006/relationships/tags" Target="../tags/tag32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Relationship Id="rId3" Type="http://schemas.openxmlformats.org/officeDocument/2006/relationships/tags" Target="../tags/tag360.xml"/><Relationship Id="rId4" Type="http://schemas.openxmlformats.org/officeDocument/2006/relationships/tags" Target="../tags/tag361.xml"/><Relationship Id="rId5" Type="http://schemas.openxmlformats.org/officeDocument/2006/relationships/tags" Target="../tags/tag36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Relationship Id="rId3" Type="http://schemas.openxmlformats.org/officeDocument/2006/relationships/tags" Target="../tags/tag382.xml"/><Relationship Id="rId4" Type="http://schemas.openxmlformats.org/officeDocument/2006/relationships/tags" Target="../tags/tag383.xml"/><Relationship Id="rId5" Type="http://schemas.openxmlformats.org/officeDocument/2006/relationships/tags" Target="../tags/tag38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2007 年起，美国国安局 </a:t>
            </a:r>
            <a:r>
              <a:rPr lang="en-US" altLang="zh-CN"/>
              <a:t>NSA </a:t>
            </a:r>
            <a:r>
              <a:rPr lang="zh-CN" altLang="en-US"/>
              <a:t>搞了个绝密后台操作，不用黑进你个人电脑，直接去找谷歌、微软、脸书、苹果这些大厂打招呼：“把你们服务器大门给我开个后门，我要调数据”人民日报。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邮件、聊天记录、自拍照片、语音通话、文件传输、视频会议、社交动态，只要走这些美国互联网平台，不管你是外国普通人，还是别国领导人，人家后台都能翻出来看，相当于你的网上聊天、存的资料，有个隐形 “偷窥管理员” 随时查阅调取新华网。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&gt; </a:t>
            </a:r>
            <a:endParaRPr lang="en-US" altLang="zh-CN"/>
          </a:p>
          <a:p>
            <a:r>
              <a:rPr lang="zh-CN" altLang="en-US"/>
              <a:t>&gt; 不是偷偷黑你账号，是直接从大厂服务器源头批量拿数据，效率拉满，全球通吃。对外美其名曰 “反恐”，实际吃瓜范围撒到全世界，连自家老百姓也一并捎带上监控中国新闻网。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名字直译叫**想哭**，中招之后真的让人欲哭无泪，2017 年上演了一场席卷全世界的网络大型 “绑架案”人民网。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美国国安局 </a:t>
            </a:r>
            <a:r>
              <a:rPr lang="en-US" altLang="zh-CN"/>
              <a:t>NSA </a:t>
            </a:r>
            <a:r>
              <a:rPr lang="zh-CN" altLang="en-US"/>
              <a:t>偷偷挖到 </a:t>
            </a:r>
            <a:r>
              <a:rPr lang="en-US" altLang="zh-CN"/>
              <a:t>Windows </a:t>
            </a:r>
            <a:r>
              <a:rPr lang="zh-CN" altLang="en-US"/>
              <a:t>系统的一个大漏洞，打磨出叫**永恒之蓝**的网络武器，本来留着自己搞情报用，结果被黑客组织 “影子经纪人” 给偷出来，直接扔到互联网公开免费下载，相当于军方的特种武器流落到地摊随便捡。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有不法分子拿到这份 “军火”，改一改做成了 </a:t>
            </a:r>
            <a:r>
              <a:rPr lang="en-US" altLang="zh-CN"/>
              <a:t>WannaCry </a:t>
            </a:r>
            <a:r>
              <a:rPr lang="zh-CN" altLang="en-US"/>
              <a:t>勒索病毒。</a:t>
            </a:r>
            <a:endParaRPr lang="zh-CN" altLang="en-US"/>
          </a:p>
          <a:p>
            <a:r>
              <a:rPr lang="zh-CN" altLang="en-US"/>
              <a:t>这个病毒离谱在哪：**不用你点开可疑邮件、不用下载流氓软件，电脑只要联网、漏洞没打补丁，它自己就找上门**，像传染病一样，一台中招，局域网里其他电脑成片跟着沦陷，疯狂到处扫描攻击其他机器。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电脑一中毒：</a:t>
            </a:r>
            <a:endParaRPr lang="zh-CN" altLang="en-US"/>
          </a:p>
          <a:p>
            <a:r>
              <a:rPr lang="zh-CN" altLang="en-US"/>
              <a:t>文档、照片、表格、课件全部被上锁加密，文件后缀直接改样，怎么点都打不开。桌面蹦出大红弹窗：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&gt; </a:t>
            </a:r>
            <a:endParaRPr lang="en-US" altLang="zh-CN"/>
          </a:p>
          <a:p>
            <a:r>
              <a:rPr lang="zh-CN" altLang="en-US"/>
              <a:t>&gt; “你的文件被我锁了！3 天之内交 300 美元比特币赎金，超时涨到 600 美元，7 天不交，所有文件直接销毁！”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医院、学校、工厂、政府办公电脑纷纷躺枪。国外不少医院电脑瘫痪，病历调不出来，急诊都受影响；国内大量高校、企事业单位中招，老师课件、学生论文直接被锁死，一堆人原地崩溃，名副其实 “想哭”人民网。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戏剧性的反转来了：病毒代码里藏了一个**自杀开关**，它会先访问一个冷门域名，如果这个域名被注册，病毒就停止扩散。</a:t>
            </a:r>
            <a:endParaRPr lang="zh-CN" altLang="en-US"/>
          </a:p>
          <a:p>
            <a:r>
              <a:rPr lang="zh-CN" altLang="en-US"/>
              <a:t>一位国外安全研究员偶然发现这个细节，花了几美元随手把这个域名注册了。就这么一个廉价操作，直接给全球狂奔的病毒踩下急刹车，传播浪潮硬生生被摁住了。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⚠️搞笑又扎心的冷知识：</a:t>
            </a:r>
            <a:endParaRPr lang="zh-CN" altLang="en-US"/>
          </a:p>
          <a:p>
            <a:r>
              <a:rPr lang="zh-CN" altLang="en-US"/>
              <a:t>就算你老老实实交比特币赎金，很大概率**拿不回自己文件**。比特币匿名，黑客分不清到底是谁付了钱，给钱也未必给你解密钥匙，钱打过去就是打水漂。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各位同学，前面我们了解了信息安全测评的概念，就像给系统做体检。但这里有个问题：所有系统都用一样的体检标准吗？显然不行。普通办公网站和医院的核心系统，重要性完全不同。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为了解决这个问题，我国建立了网络安全等级保护制度。简单来说，就是先给系统定个安全等级，重要的系统防护标准就更高。这就像给不同级别的资产配备不同级别的安保措施。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根据官方定义，等级保护就是对不同重要程度的信息和系统，实行分等级的安全保护、产品管理和事件处置。这一制度有明确的法律依据，《网络安全法》第二十一条就规定了国家实行网络安全等级保护制度。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通过这种分级保护的方式，我们可以更科学、更高效地保障国家关键信息基础设施和重要数据的安全。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了解完等保的发展历程，我们进一步拆解等保 1.0 与等保 2.0 的核心差异，二者从定位到覆盖范围都存在本质区别，并非简单的版本迭代。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二者的差异主要体现在五大维度，覆盖法律定位、保护对象、体系架构、防护思路以及监管要求五大方面。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等保 1.0 诞生于互联网发展初期，仅覆盖传统信息系统，防护聚焦静态合规，管理逻辑以部门规章为依据。而等保 2.0 适配数字经济发展需求，将保护范围扩展至云、物联、工业控制等新兴场景，把等级保护要求上升为法定责任，构建了动态综合防护体系，匹配新时代的网络安全防护需求。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针对近年来新兴技术场景的安全需求，体系新增五大扩展要求，覆盖</a:t>
            </a:r>
            <a:r>
              <a:rPr lang="en-US" altLang="zh-CN"/>
              <a:t>……</a:t>
            </a:r>
            <a:r>
              <a:rPr lang="zh-CN" altLang="en-US"/>
              <a:t>五大领域。这一设计让等保标准摆脱了传统框架的局限性，适配新时代网络安全防护的复杂场景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等保 2.0 依据系统重要程度和安全风险等级，将网络和信息系统划分为五个安全等级，等级越高对应安全防护要求越严格。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一级为用户自主保护级，面向乡镇级单位或中小企业，安全要求最低，无需强制测评。二级为系统审计保护级，覆盖县级政务、高校及普通企业，要求每两年完成一次测评。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三级为安全标记保护级，面向地市级政务、各类金融机构，是目前市场最常见的等级，要求每年至少完成一次测评。四级对应国家重要领域核心信息系统，五级则面向国防军事领域的极端重要系统，仅少数特殊单位涉及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这套分级体系精准匹配不同主体的安全需求，既避免了中小企业过度投入，也保障了关键领域的网络安全底线。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image" Target="../media/image1.png"/><Relationship Id="rId3" Type="http://schemas.openxmlformats.org/officeDocument/2006/relationships/tags" Target="../tags/tag2.xml"/><Relationship Id="rId4" Type="http://schemas.openxmlformats.org/officeDocument/2006/relationships/image" Target="../media/image2.png"/><Relationship Id="rId5" Type="http://schemas.openxmlformats.org/officeDocument/2006/relationships/tags" Target="../tags/tag3.xml"/><Relationship Id="rId6" Type="http://schemas.openxmlformats.org/officeDocument/2006/relationships/image" Target="../media/image3.png"/><Relationship Id="rId7" Type="http://schemas.openxmlformats.org/officeDocument/2006/relationships/tags" Target="../tags/tag4.xml"/><Relationship Id="rId8" Type="http://schemas.openxmlformats.org/officeDocument/2006/relationships/image" Target="../media/image4.png"/><Relationship Id="rId9" Type="http://schemas.openxmlformats.org/officeDocument/2006/relationships/tags" Target="../tags/tag5.xml"/><Relationship Id="rId10" Type="http://schemas.openxmlformats.org/officeDocument/2006/relationships/image" Target="../media/image5.png"/><Relationship Id="rId11" Type="http://schemas.openxmlformats.org/officeDocument/2006/relationships/image" Target="../media/image6.svg"/><Relationship Id="rId12" Type="http://schemas.openxmlformats.org/officeDocument/2006/relationships/tags" Target="../tags/tag6.xml"/><Relationship Id="rId13" Type="http://schemas.openxmlformats.org/officeDocument/2006/relationships/image" Target="../media/image7.png"/><Relationship Id="rId14" Type="http://schemas.openxmlformats.org/officeDocument/2006/relationships/tags" Target="../tags/tag7.xml"/><Relationship Id="rId15" Type="http://schemas.openxmlformats.org/officeDocument/2006/relationships/image" Target="../media/image8.png"/><Relationship Id="rId16" Type="http://schemas.openxmlformats.org/officeDocument/2006/relationships/tags" Target="../tags/tag8.xml"/><Relationship Id="rId17" Type="http://schemas.openxmlformats.org/officeDocument/2006/relationships/image" Target="../media/image9.png"/><Relationship Id="rId18" Type="http://schemas.openxmlformats.org/officeDocument/2006/relationships/tags" Target="../tags/tag9.xml"/><Relationship Id="rId19" Type="http://schemas.openxmlformats.org/officeDocument/2006/relationships/tags" Target="../tags/tag10.xml"/><Relationship Id="rId20" Type="http://schemas.openxmlformats.org/officeDocument/2006/relationships/tags" Target="../tags/tag11.xml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ags" Target="../tags/tag38.xml"/><Relationship Id="rId3" Type="http://schemas.openxmlformats.org/officeDocument/2006/relationships/tags" Target="../tags/tag39.xml"/><Relationship Id="rId4" Type="http://schemas.openxmlformats.org/officeDocument/2006/relationships/tags" Target="../tags/tag40.xml"/><Relationship Id="rId5" Type="http://schemas.openxmlformats.org/officeDocument/2006/relationships/tags" Target="../tags/tag41.xml"/><Relationship Id="rId6" Type="http://schemas.openxmlformats.org/officeDocument/2006/relationships/tags" Target="../tags/tag42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ags" Target="../tags/tag46.xml"/><Relationship Id="rId3" Type="http://schemas.openxmlformats.org/officeDocument/2006/relationships/image" Target="../media/image12.png"/><Relationship Id="rId4" Type="http://schemas.openxmlformats.org/officeDocument/2006/relationships/image" Target="../media/image13.svg"/><Relationship Id="rId5" Type="http://schemas.openxmlformats.org/officeDocument/2006/relationships/tags" Target="../tags/tag47.xml"/><Relationship Id="rId6" Type="http://schemas.openxmlformats.org/officeDocument/2006/relationships/image" Target="../media/image14.png"/><Relationship Id="rId7" Type="http://schemas.openxmlformats.org/officeDocument/2006/relationships/tags" Target="../tags/tag48.xml"/><Relationship Id="rId8" Type="http://schemas.openxmlformats.org/officeDocument/2006/relationships/tags" Target="../tags/tag49.xml"/><Relationship Id="rId9" Type="http://schemas.openxmlformats.org/officeDocument/2006/relationships/image" Target="../media/image15.png"/><Relationship Id="rId10" Type="http://schemas.openxmlformats.org/officeDocument/2006/relationships/tags" Target="../tags/tag50.xml"/><Relationship Id="rId11" Type="http://schemas.openxmlformats.org/officeDocument/2006/relationships/image" Target="../media/image16.png"/><Relationship Id="rId12" Type="http://schemas.openxmlformats.org/officeDocument/2006/relationships/image" Target="../media/image17.svg"/><Relationship Id="rId13" Type="http://schemas.openxmlformats.org/officeDocument/2006/relationships/tags" Target="../tags/tag51.xml"/><Relationship Id="rId14" Type="http://schemas.openxmlformats.org/officeDocument/2006/relationships/tags" Target="../tags/tag52.xml"/><Relationship Id="rId15" Type="http://schemas.openxmlformats.org/officeDocument/2006/relationships/tags" Target="../tags/tag53.xml"/><Relationship Id="rId16" Type="http://schemas.openxmlformats.org/officeDocument/2006/relationships/image" Target="../media/image18.png"/><Relationship Id="rId17" Type="http://schemas.openxmlformats.org/officeDocument/2006/relationships/tags" Target="../tags/tag54.xml"/><Relationship Id="rId18" Type="http://schemas.openxmlformats.org/officeDocument/2006/relationships/image" Target="../media/image19.png"/><Relationship Id="rId19" Type="http://schemas.openxmlformats.org/officeDocument/2006/relationships/tags" Target="../tags/tag55.xml"/><Relationship Id="rId20" Type="http://schemas.openxmlformats.org/officeDocument/2006/relationships/tags" Target="../tags/tag56.xml"/><Relationship Id="rId21" Type="http://schemas.openxmlformats.org/officeDocument/2006/relationships/image" Target="../media/image20.png"/><Relationship Id="rId22" Type="http://schemas.openxmlformats.org/officeDocument/2006/relationships/tags" Target="../tags/tag57.xml"/><Relationship Id="rId23" Type="http://schemas.openxmlformats.org/officeDocument/2006/relationships/tags" Target="../tags/tag58.xml"/><Relationship Id="rId24" Type="http://schemas.openxmlformats.org/officeDocument/2006/relationships/tags" Target="../tags/tag59.xml"/><Relationship Id="rId25" Type="http://schemas.openxmlformats.org/officeDocument/2006/relationships/tags" Target="../tags/tag60.xml"/><Relationship Id="rId26" Type="http://schemas.openxmlformats.org/officeDocument/2006/relationships/tags" Target="../tags/tag61.xml"/><Relationship Id="rId27" Type="http://schemas.openxmlformats.org/officeDocument/2006/relationships/tags" Target="../tags/tag62.xml"/><Relationship Id="rId28" Type="http://schemas.openxmlformats.org/officeDocument/2006/relationships/tags" Target="../tags/tag63.xml"/><Relationship Id="rId29" Type="http://schemas.openxmlformats.org/officeDocument/2006/relationships/tags" Target="../tags/tag64.xml"/><Relationship Id="rId30" Type="http://schemas.openxmlformats.org/officeDocument/2006/relationships/tags" Target="../tags/tag65.xml"/><Relationship Id="rId31" Type="http://schemas.openxmlformats.org/officeDocument/2006/relationships/tags" Target="../tags/tag66.xml"/><Relationship Id="rId32" Type="http://schemas.openxmlformats.org/officeDocument/2006/relationships/image" Target="../media/image21.png"/><Relationship Id="rId33" Type="http://schemas.openxmlformats.org/officeDocument/2006/relationships/image" Target="../media/image22.svg"/><Relationship Id="rId34" Type="http://schemas.openxmlformats.org/officeDocument/2006/relationships/tags" Target="../tags/tag67.xml"/><Relationship Id="rId35" Type="http://schemas.openxmlformats.org/officeDocument/2006/relationships/image" Target="../media/image23.png"/><Relationship Id="rId36" Type="http://schemas.openxmlformats.org/officeDocument/2006/relationships/image" Target="../media/image24.svg"/><Relationship Id="rId37" Type="http://schemas.openxmlformats.org/officeDocument/2006/relationships/tags" Target="../tags/tag68.xml"/><Relationship Id="rId38" Type="http://schemas.openxmlformats.org/officeDocument/2006/relationships/image" Target="../media/image25.png"/><Relationship Id="rId39" Type="http://schemas.openxmlformats.org/officeDocument/2006/relationships/image" Target="../media/image26.svg"/><Relationship Id="rId40" Type="http://schemas.openxmlformats.org/officeDocument/2006/relationships/tags" Target="../tags/tag69.xml"/><Relationship Id="rId41" Type="http://schemas.openxmlformats.org/officeDocument/2006/relationships/tags" Target="../tags/tag70.xml"/><Relationship Id="rId42" Type="http://schemas.openxmlformats.org/officeDocument/2006/relationships/tags" Target="../tags/tag71.xml"/><Relationship Id="rId43" Type="http://schemas.openxmlformats.org/officeDocument/2006/relationships/slideLayout" Target="../slideLayouts/slideLayout1.xml"/><Relationship Id="rId4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ags" Target="../tags/tag75.xml"/><Relationship Id="rId3" Type="http://schemas.openxmlformats.org/officeDocument/2006/relationships/image" Target="../media/image12.png"/><Relationship Id="rId4" Type="http://schemas.openxmlformats.org/officeDocument/2006/relationships/image" Target="../media/image13.svg"/><Relationship Id="rId5" Type="http://schemas.openxmlformats.org/officeDocument/2006/relationships/tags" Target="../tags/tag76.xml"/><Relationship Id="rId6" Type="http://schemas.openxmlformats.org/officeDocument/2006/relationships/image" Target="../media/image14.png"/><Relationship Id="rId7" Type="http://schemas.openxmlformats.org/officeDocument/2006/relationships/tags" Target="../tags/tag77.xml"/><Relationship Id="rId8" Type="http://schemas.openxmlformats.org/officeDocument/2006/relationships/tags" Target="../tags/tag78.xml"/><Relationship Id="rId9" Type="http://schemas.openxmlformats.org/officeDocument/2006/relationships/tags" Target="../tags/tag79.xml"/><Relationship Id="rId10" Type="http://schemas.openxmlformats.org/officeDocument/2006/relationships/tags" Target="../tags/tag80.xml"/><Relationship Id="rId11" Type="http://schemas.openxmlformats.org/officeDocument/2006/relationships/tags" Target="../tags/tag81.xml"/><Relationship Id="rId12" Type="http://schemas.openxmlformats.org/officeDocument/2006/relationships/image" Target="../media/image27.png"/><Relationship Id="rId13" Type="http://schemas.openxmlformats.org/officeDocument/2006/relationships/tags" Target="../tags/tag82.xml"/><Relationship Id="rId14" Type="http://schemas.openxmlformats.org/officeDocument/2006/relationships/image" Target="../media/image28.png"/><Relationship Id="rId15" Type="http://schemas.openxmlformats.org/officeDocument/2006/relationships/image" Target="../media/image29.svg"/><Relationship Id="rId16" Type="http://schemas.openxmlformats.org/officeDocument/2006/relationships/tags" Target="../tags/tag83.xml"/><Relationship Id="rId17" Type="http://schemas.openxmlformats.org/officeDocument/2006/relationships/tags" Target="../tags/tag84.xml"/><Relationship Id="rId18" Type="http://schemas.openxmlformats.org/officeDocument/2006/relationships/tags" Target="../tags/tag85.xml"/><Relationship Id="rId19" Type="http://schemas.openxmlformats.org/officeDocument/2006/relationships/tags" Target="../tags/tag86.xml"/><Relationship Id="rId20" Type="http://schemas.openxmlformats.org/officeDocument/2006/relationships/tags" Target="../tags/tag87.xml"/><Relationship Id="rId21" Type="http://schemas.openxmlformats.org/officeDocument/2006/relationships/tags" Target="../tags/tag88.xml"/><Relationship Id="rId22" Type="http://schemas.openxmlformats.org/officeDocument/2006/relationships/tags" Target="../tags/tag89.xml"/><Relationship Id="rId23" Type="http://schemas.openxmlformats.org/officeDocument/2006/relationships/tags" Target="../tags/tag90.xml"/><Relationship Id="rId24" Type="http://schemas.openxmlformats.org/officeDocument/2006/relationships/tags" Target="../tags/tag91.xml"/><Relationship Id="rId25" Type="http://schemas.openxmlformats.org/officeDocument/2006/relationships/tags" Target="../tags/tag92.xml"/><Relationship Id="rId26" Type="http://schemas.openxmlformats.org/officeDocument/2006/relationships/tags" Target="../tags/tag93.xml"/><Relationship Id="rId27" Type="http://schemas.openxmlformats.org/officeDocument/2006/relationships/image" Target="../media/image30.png"/><Relationship Id="rId28" Type="http://schemas.openxmlformats.org/officeDocument/2006/relationships/image" Target="../media/image31.svg"/><Relationship Id="rId29" Type="http://schemas.openxmlformats.org/officeDocument/2006/relationships/tags" Target="../tags/tag94.xml"/><Relationship Id="rId30" Type="http://schemas.openxmlformats.org/officeDocument/2006/relationships/image" Target="../media/image32.png"/><Relationship Id="rId31" Type="http://schemas.openxmlformats.org/officeDocument/2006/relationships/tags" Target="../tags/tag95.xml"/><Relationship Id="rId32" Type="http://schemas.openxmlformats.org/officeDocument/2006/relationships/image" Target="../media/image33.png"/><Relationship Id="rId33" Type="http://schemas.openxmlformats.org/officeDocument/2006/relationships/image" Target="../media/image34.svg"/><Relationship Id="rId34" Type="http://schemas.openxmlformats.org/officeDocument/2006/relationships/tags" Target="../tags/tag96.xml"/><Relationship Id="rId35" Type="http://schemas.openxmlformats.org/officeDocument/2006/relationships/tags" Target="../tags/tag97.xml"/><Relationship Id="rId36" Type="http://schemas.openxmlformats.org/officeDocument/2006/relationships/tags" Target="../tags/tag98.xml"/><Relationship Id="rId37" Type="http://schemas.openxmlformats.org/officeDocument/2006/relationships/tags" Target="../tags/tag99.xml"/><Relationship Id="rId38" Type="http://schemas.openxmlformats.org/officeDocument/2006/relationships/image" Target="../media/image35.png"/><Relationship Id="rId39" Type="http://schemas.openxmlformats.org/officeDocument/2006/relationships/image" Target="../media/image36.svg"/><Relationship Id="rId40" Type="http://schemas.openxmlformats.org/officeDocument/2006/relationships/tags" Target="../tags/tag100.xml"/><Relationship Id="rId41" Type="http://schemas.openxmlformats.org/officeDocument/2006/relationships/image" Target="../media/image37.png"/><Relationship Id="rId42" Type="http://schemas.openxmlformats.org/officeDocument/2006/relationships/tags" Target="../tags/tag101.xml"/><Relationship Id="rId43" Type="http://schemas.openxmlformats.org/officeDocument/2006/relationships/slideLayout" Target="../slideLayouts/slideLayout1.xml"/><Relationship Id="rId4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ags" Target="../tags/tag105.xml"/><Relationship Id="rId3" Type="http://schemas.openxmlformats.org/officeDocument/2006/relationships/image" Target="../media/image12.png"/><Relationship Id="rId4" Type="http://schemas.openxmlformats.org/officeDocument/2006/relationships/image" Target="../media/image13.svg"/><Relationship Id="rId5" Type="http://schemas.openxmlformats.org/officeDocument/2006/relationships/tags" Target="../tags/tag106.xml"/><Relationship Id="rId6" Type="http://schemas.openxmlformats.org/officeDocument/2006/relationships/image" Target="../media/image14.png"/><Relationship Id="rId7" Type="http://schemas.openxmlformats.org/officeDocument/2006/relationships/tags" Target="../tags/tag107.xml"/><Relationship Id="rId8" Type="http://schemas.openxmlformats.org/officeDocument/2006/relationships/tags" Target="../tags/tag108.xml"/><Relationship Id="rId9" Type="http://schemas.openxmlformats.org/officeDocument/2006/relationships/image" Target="../media/image38.png"/><Relationship Id="rId10" Type="http://schemas.openxmlformats.org/officeDocument/2006/relationships/image" Target="../media/image39.svg"/><Relationship Id="rId11" Type="http://schemas.openxmlformats.org/officeDocument/2006/relationships/tags" Target="../tags/tag109.xml"/><Relationship Id="rId12" Type="http://schemas.openxmlformats.org/officeDocument/2006/relationships/tags" Target="../tags/tag110.xml"/><Relationship Id="rId13" Type="http://schemas.openxmlformats.org/officeDocument/2006/relationships/image" Target="../media/image40.png"/><Relationship Id="rId14" Type="http://schemas.openxmlformats.org/officeDocument/2006/relationships/image" Target="../media/image41.svg"/><Relationship Id="rId15" Type="http://schemas.openxmlformats.org/officeDocument/2006/relationships/tags" Target="../tags/tag111.xml"/><Relationship Id="rId16" Type="http://schemas.openxmlformats.org/officeDocument/2006/relationships/tags" Target="../tags/tag112.xml"/><Relationship Id="rId17" Type="http://schemas.openxmlformats.org/officeDocument/2006/relationships/tags" Target="../tags/tag113.xml"/><Relationship Id="rId18" Type="http://schemas.openxmlformats.org/officeDocument/2006/relationships/tags" Target="../tags/tag114.xml"/><Relationship Id="rId19" Type="http://schemas.openxmlformats.org/officeDocument/2006/relationships/tags" Target="../tags/tag115.xml"/><Relationship Id="rId20" Type="http://schemas.openxmlformats.org/officeDocument/2006/relationships/image" Target="../media/image42.png"/><Relationship Id="rId21" Type="http://schemas.openxmlformats.org/officeDocument/2006/relationships/tags" Target="../tags/tag116.xml"/><Relationship Id="rId22" Type="http://schemas.openxmlformats.org/officeDocument/2006/relationships/image" Target="../media/image43.png"/><Relationship Id="rId23" Type="http://schemas.openxmlformats.org/officeDocument/2006/relationships/image" Target="../media/image44.svg"/><Relationship Id="rId24" Type="http://schemas.openxmlformats.org/officeDocument/2006/relationships/tags" Target="../tags/tag117.xml"/><Relationship Id="rId25" Type="http://schemas.openxmlformats.org/officeDocument/2006/relationships/tags" Target="../tags/tag118.xml"/><Relationship Id="rId26" Type="http://schemas.openxmlformats.org/officeDocument/2006/relationships/tags" Target="../tags/tag119.xml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ags" Target="../tags/tag123.xml"/><Relationship Id="rId3" Type="http://schemas.openxmlformats.org/officeDocument/2006/relationships/image" Target="../media/image12.png"/><Relationship Id="rId4" Type="http://schemas.openxmlformats.org/officeDocument/2006/relationships/image" Target="../media/image13.svg"/><Relationship Id="rId5" Type="http://schemas.openxmlformats.org/officeDocument/2006/relationships/tags" Target="../tags/tag124.xml"/><Relationship Id="rId6" Type="http://schemas.openxmlformats.org/officeDocument/2006/relationships/image" Target="../media/image14.png"/><Relationship Id="rId7" Type="http://schemas.openxmlformats.org/officeDocument/2006/relationships/tags" Target="../tags/tag125.xml"/><Relationship Id="rId8" Type="http://schemas.openxmlformats.org/officeDocument/2006/relationships/tags" Target="../tags/tag126.xml"/><Relationship Id="rId9" Type="http://schemas.openxmlformats.org/officeDocument/2006/relationships/tags" Target="../tags/tag127.xml"/><Relationship Id="rId10" Type="http://schemas.openxmlformats.org/officeDocument/2006/relationships/image" Target="../media/image45.png"/><Relationship Id="rId11" Type="http://schemas.openxmlformats.org/officeDocument/2006/relationships/image" Target="../media/image46.svg"/><Relationship Id="rId12" Type="http://schemas.openxmlformats.org/officeDocument/2006/relationships/tags" Target="../tags/tag128.xml"/><Relationship Id="rId13" Type="http://schemas.openxmlformats.org/officeDocument/2006/relationships/image" Target="../media/image47.png"/><Relationship Id="rId14" Type="http://schemas.openxmlformats.org/officeDocument/2006/relationships/image" Target="../media/image48.svg"/><Relationship Id="rId15" Type="http://schemas.openxmlformats.org/officeDocument/2006/relationships/tags" Target="../tags/tag129.xml"/><Relationship Id="rId16" Type="http://schemas.openxmlformats.org/officeDocument/2006/relationships/tags" Target="../tags/tag130.xml"/><Relationship Id="rId17" Type="http://schemas.openxmlformats.org/officeDocument/2006/relationships/tags" Target="../tags/tag131.xml"/><Relationship Id="rId18" Type="http://schemas.openxmlformats.org/officeDocument/2006/relationships/tags" Target="../tags/tag132.xml"/><Relationship Id="rId19" Type="http://schemas.openxmlformats.org/officeDocument/2006/relationships/tags" Target="../tags/tag133.xml"/><Relationship Id="rId20" Type="http://schemas.openxmlformats.org/officeDocument/2006/relationships/tags" Target="../tags/tag134.xml"/><Relationship Id="rId21" Type="http://schemas.openxmlformats.org/officeDocument/2006/relationships/tags" Target="../tags/tag135.xml"/><Relationship Id="rId22" Type="http://schemas.openxmlformats.org/officeDocument/2006/relationships/tags" Target="../tags/tag136.xml"/><Relationship Id="rId23" Type="http://schemas.openxmlformats.org/officeDocument/2006/relationships/tags" Target="../tags/tag137.xml"/><Relationship Id="rId24" Type="http://schemas.openxmlformats.org/officeDocument/2006/relationships/tags" Target="../tags/tag138.xml"/><Relationship Id="rId25" Type="http://schemas.openxmlformats.org/officeDocument/2006/relationships/tags" Target="../tags/tag139.xml"/><Relationship Id="rId26" Type="http://schemas.openxmlformats.org/officeDocument/2006/relationships/tags" Target="../tags/tag140.xml"/><Relationship Id="rId27" Type="http://schemas.openxmlformats.org/officeDocument/2006/relationships/tags" Target="../tags/tag141.xml"/><Relationship Id="rId28" Type="http://schemas.openxmlformats.org/officeDocument/2006/relationships/tags" Target="../tags/tag142.xml"/><Relationship Id="rId29" Type="http://schemas.openxmlformats.org/officeDocument/2006/relationships/tags" Target="../tags/tag143.xml"/><Relationship Id="rId30" Type="http://schemas.openxmlformats.org/officeDocument/2006/relationships/tags" Target="../tags/tag144.xml"/><Relationship Id="rId31" Type="http://schemas.openxmlformats.org/officeDocument/2006/relationships/tags" Target="../tags/tag145.xml"/><Relationship Id="rId32" Type="http://schemas.openxmlformats.org/officeDocument/2006/relationships/tags" Target="../tags/tag146.xml"/><Relationship Id="rId33" Type="http://schemas.openxmlformats.org/officeDocument/2006/relationships/tags" Target="../tags/tag147.xml"/><Relationship Id="rId34" Type="http://schemas.openxmlformats.org/officeDocument/2006/relationships/tags" Target="../tags/tag148.xml"/><Relationship Id="rId35" Type="http://schemas.openxmlformats.org/officeDocument/2006/relationships/tags" Target="../tags/tag149.xml"/><Relationship Id="rId36" Type="http://schemas.openxmlformats.org/officeDocument/2006/relationships/tags" Target="../tags/tag150.xml"/><Relationship Id="rId37" Type="http://schemas.openxmlformats.org/officeDocument/2006/relationships/tags" Target="../tags/tag151.xml"/><Relationship Id="rId38" Type="http://schemas.openxmlformats.org/officeDocument/2006/relationships/image" Target="../media/image49.png"/><Relationship Id="rId39" Type="http://schemas.openxmlformats.org/officeDocument/2006/relationships/tags" Target="../tags/tag152.xml"/><Relationship Id="rId40" Type="http://schemas.openxmlformats.org/officeDocument/2006/relationships/image" Target="../media/image50.png"/><Relationship Id="rId41" Type="http://schemas.openxmlformats.org/officeDocument/2006/relationships/image" Target="../media/image51.svg"/><Relationship Id="rId42" Type="http://schemas.openxmlformats.org/officeDocument/2006/relationships/tags" Target="../tags/tag153.xml"/><Relationship Id="rId43" Type="http://schemas.openxmlformats.org/officeDocument/2006/relationships/tags" Target="../tags/tag154.xml"/><Relationship Id="rId44" Type="http://schemas.openxmlformats.org/officeDocument/2006/relationships/image" Target="../media/image52.png"/><Relationship Id="rId45" Type="http://schemas.openxmlformats.org/officeDocument/2006/relationships/tags" Target="../tags/tag155.xml"/><Relationship Id="rId46" Type="http://schemas.openxmlformats.org/officeDocument/2006/relationships/tags" Target="../tags/tag156.xml"/><Relationship Id="rId47" Type="http://schemas.openxmlformats.org/officeDocument/2006/relationships/tags" Target="../tags/tag157.xml"/><Relationship Id="rId48" Type="http://schemas.openxmlformats.org/officeDocument/2006/relationships/tags" Target="../tags/tag158.xml"/><Relationship Id="rId49" Type="http://schemas.openxmlformats.org/officeDocument/2006/relationships/tags" Target="../tags/tag159.xml"/><Relationship Id="rId50" Type="http://schemas.openxmlformats.org/officeDocument/2006/relationships/tags" Target="../tags/tag160.xml"/><Relationship Id="rId51" Type="http://schemas.openxmlformats.org/officeDocument/2006/relationships/tags" Target="../tags/tag161.xml"/><Relationship Id="rId52" Type="http://schemas.openxmlformats.org/officeDocument/2006/relationships/tags" Target="../tags/tag162.xml"/><Relationship Id="rId53" Type="http://schemas.openxmlformats.org/officeDocument/2006/relationships/tags" Target="../tags/tag163.xml"/><Relationship Id="rId54" Type="http://schemas.openxmlformats.org/officeDocument/2006/relationships/tags" Target="../tags/tag164.xml"/><Relationship Id="rId55" Type="http://schemas.openxmlformats.org/officeDocument/2006/relationships/image" Target="../media/image53.png"/><Relationship Id="rId56" Type="http://schemas.openxmlformats.org/officeDocument/2006/relationships/tags" Target="../tags/tag165.xml"/><Relationship Id="rId57" Type="http://schemas.openxmlformats.org/officeDocument/2006/relationships/image" Target="../media/image54.png"/><Relationship Id="rId58" Type="http://schemas.openxmlformats.org/officeDocument/2006/relationships/image" Target="../media/image55.svg"/><Relationship Id="rId59" Type="http://schemas.openxmlformats.org/officeDocument/2006/relationships/tags" Target="../tags/tag166.xml"/><Relationship Id="rId60" Type="http://schemas.openxmlformats.org/officeDocument/2006/relationships/tags" Target="../tags/tag167.xml"/><Relationship Id="rId61" Type="http://schemas.openxmlformats.org/officeDocument/2006/relationships/tags" Target="../tags/tag168.xml"/><Relationship Id="rId62" Type="http://schemas.openxmlformats.org/officeDocument/2006/relationships/image" Target="../media/image56.png"/><Relationship Id="rId63" Type="http://schemas.openxmlformats.org/officeDocument/2006/relationships/tags" Target="../tags/tag169.xml"/><Relationship Id="rId64" Type="http://schemas.openxmlformats.org/officeDocument/2006/relationships/image" Target="../media/image57.png"/><Relationship Id="rId65" Type="http://schemas.openxmlformats.org/officeDocument/2006/relationships/tags" Target="../tags/tag170.xml"/><Relationship Id="rId66" Type="http://schemas.openxmlformats.org/officeDocument/2006/relationships/image" Target="../media/image58.png"/><Relationship Id="rId67" Type="http://schemas.openxmlformats.org/officeDocument/2006/relationships/image" Target="../media/image59.svg"/><Relationship Id="rId68" Type="http://schemas.openxmlformats.org/officeDocument/2006/relationships/tags" Target="../tags/tag171.xml"/><Relationship Id="rId69" Type="http://schemas.openxmlformats.org/officeDocument/2006/relationships/tags" Target="../tags/tag172.xml"/><Relationship Id="rId70" Type="http://schemas.openxmlformats.org/officeDocument/2006/relationships/tags" Target="../tags/tag173.xml"/><Relationship Id="rId71" Type="http://schemas.openxmlformats.org/officeDocument/2006/relationships/tags" Target="../tags/tag174.xml"/><Relationship Id="rId72" Type="http://schemas.openxmlformats.org/officeDocument/2006/relationships/slideLayout" Target="../slideLayouts/slideLayout1.xml"/><Relationship Id="rId7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image" Target="../media/image61.svg"/><Relationship Id="rId3" Type="http://schemas.openxmlformats.org/officeDocument/2006/relationships/image" Target="../media/image62.png"/><Relationship Id="rId4" Type="http://schemas.openxmlformats.org/officeDocument/2006/relationships/image" Target="../media/image63.svg"/><Relationship Id="rId5" Type="http://schemas.openxmlformats.org/officeDocument/2006/relationships/image" Target="../media/image64.png"/><Relationship Id="rId6" Type="http://schemas.openxmlformats.org/officeDocument/2006/relationships/image" Target="../media/image65.sv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ags" Target="../tags/tag178.xml"/><Relationship Id="rId3" Type="http://schemas.openxmlformats.org/officeDocument/2006/relationships/tags" Target="../tags/tag179.xml"/><Relationship Id="rId4" Type="http://schemas.openxmlformats.org/officeDocument/2006/relationships/tags" Target="../tags/tag180.xml"/><Relationship Id="rId5" Type="http://schemas.openxmlformats.org/officeDocument/2006/relationships/tags" Target="../tags/tag181.xml"/><Relationship Id="rId6" Type="http://schemas.openxmlformats.org/officeDocument/2006/relationships/tags" Target="../tags/tag182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ags" Target="../tags/tag186.xml"/><Relationship Id="rId3" Type="http://schemas.openxmlformats.org/officeDocument/2006/relationships/image" Target="../media/image66.png"/><Relationship Id="rId4" Type="http://schemas.openxmlformats.org/officeDocument/2006/relationships/image" Target="../media/image13.svg"/><Relationship Id="rId5" Type="http://schemas.openxmlformats.org/officeDocument/2006/relationships/tags" Target="../tags/tag187.xml"/><Relationship Id="rId6" Type="http://schemas.openxmlformats.org/officeDocument/2006/relationships/image" Target="../media/image14.png"/><Relationship Id="rId7" Type="http://schemas.openxmlformats.org/officeDocument/2006/relationships/tags" Target="../tags/tag188.xml"/><Relationship Id="rId8" Type="http://schemas.openxmlformats.org/officeDocument/2006/relationships/tags" Target="../tags/tag189.xml"/><Relationship Id="rId9" Type="http://schemas.openxmlformats.org/officeDocument/2006/relationships/image" Target="../media/image67.png"/><Relationship Id="rId10" Type="http://schemas.openxmlformats.org/officeDocument/2006/relationships/tags" Target="../tags/tag190.xml"/><Relationship Id="rId11" Type="http://schemas.openxmlformats.org/officeDocument/2006/relationships/tags" Target="../tags/tag191.xml"/><Relationship Id="rId12" Type="http://schemas.openxmlformats.org/officeDocument/2006/relationships/image" Target="../media/image68.png"/><Relationship Id="rId13" Type="http://schemas.openxmlformats.org/officeDocument/2006/relationships/tags" Target="../tags/tag192.xml"/><Relationship Id="rId14" Type="http://schemas.openxmlformats.org/officeDocument/2006/relationships/tags" Target="../tags/tag193.xml"/><Relationship Id="rId15" Type="http://schemas.openxmlformats.org/officeDocument/2006/relationships/image" Target="../media/image69.png"/><Relationship Id="rId16" Type="http://schemas.openxmlformats.org/officeDocument/2006/relationships/tags" Target="../tags/tag194.xml"/><Relationship Id="rId17" Type="http://schemas.openxmlformats.org/officeDocument/2006/relationships/tags" Target="../tags/tag195.xml"/><Relationship Id="rId18" Type="http://schemas.openxmlformats.org/officeDocument/2006/relationships/tags" Target="../tags/tag196.xml"/><Relationship Id="rId19" Type="http://schemas.openxmlformats.org/officeDocument/2006/relationships/image" Target="../media/image70.png"/><Relationship Id="rId20" Type="http://schemas.openxmlformats.org/officeDocument/2006/relationships/image" Target="../media/image71.svg"/><Relationship Id="rId21" Type="http://schemas.openxmlformats.org/officeDocument/2006/relationships/tags" Target="../tags/tag197.xml"/><Relationship Id="rId22" Type="http://schemas.openxmlformats.org/officeDocument/2006/relationships/tags" Target="../tags/tag198.xml"/><Relationship Id="rId23" Type="http://schemas.openxmlformats.org/officeDocument/2006/relationships/tags" Target="../tags/tag199.xml"/><Relationship Id="rId24" Type="http://schemas.openxmlformats.org/officeDocument/2006/relationships/tags" Target="../tags/tag200.xml"/><Relationship Id="rId25" Type="http://schemas.openxmlformats.org/officeDocument/2006/relationships/tags" Target="../tags/tag201.xml"/><Relationship Id="rId26" Type="http://schemas.openxmlformats.org/officeDocument/2006/relationships/tags" Target="../tags/tag202.xml"/><Relationship Id="rId27" Type="http://schemas.openxmlformats.org/officeDocument/2006/relationships/image" Target="../media/image72.png"/><Relationship Id="rId28" Type="http://schemas.openxmlformats.org/officeDocument/2006/relationships/image" Target="../media/image73.svg"/><Relationship Id="rId29" Type="http://schemas.openxmlformats.org/officeDocument/2006/relationships/tags" Target="../tags/tag203.xml"/><Relationship Id="rId30" Type="http://schemas.openxmlformats.org/officeDocument/2006/relationships/tags" Target="../tags/tag204.xml"/><Relationship Id="rId31" Type="http://schemas.openxmlformats.org/officeDocument/2006/relationships/tags" Target="../tags/tag205.xml"/><Relationship Id="rId32" Type="http://schemas.openxmlformats.org/officeDocument/2006/relationships/tags" Target="../tags/tag206.xml"/><Relationship Id="rId33" Type="http://schemas.openxmlformats.org/officeDocument/2006/relationships/tags" Target="../tags/tag207.xml"/><Relationship Id="rId34" Type="http://schemas.openxmlformats.org/officeDocument/2006/relationships/tags" Target="../tags/tag208.xml"/><Relationship Id="rId35" Type="http://schemas.openxmlformats.org/officeDocument/2006/relationships/tags" Target="../tags/tag209.xml"/><Relationship Id="rId36" Type="http://schemas.openxmlformats.org/officeDocument/2006/relationships/tags" Target="../tags/tag210.xml"/><Relationship Id="rId37" Type="http://schemas.openxmlformats.org/officeDocument/2006/relationships/image" Target="../media/image74.png"/><Relationship Id="rId38" Type="http://schemas.openxmlformats.org/officeDocument/2006/relationships/tags" Target="../tags/tag211.xml"/><Relationship Id="rId39" Type="http://schemas.openxmlformats.org/officeDocument/2006/relationships/tags" Target="../tags/tag212.xml"/><Relationship Id="rId40" Type="http://schemas.openxmlformats.org/officeDocument/2006/relationships/tags" Target="../tags/tag213.xml"/><Relationship Id="rId41" Type="http://schemas.openxmlformats.org/officeDocument/2006/relationships/image" Target="../media/image75.png"/><Relationship Id="rId42" Type="http://schemas.openxmlformats.org/officeDocument/2006/relationships/tags" Target="../tags/tag214.xml"/><Relationship Id="rId43" Type="http://schemas.openxmlformats.org/officeDocument/2006/relationships/slideLayout" Target="../slideLayouts/slideLayout1.xml"/><Relationship Id="rId44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ags" Target="../tags/tag218.xml"/><Relationship Id="rId3" Type="http://schemas.openxmlformats.org/officeDocument/2006/relationships/image" Target="../media/image66.png"/><Relationship Id="rId4" Type="http://schemas.openxmlformats.org/officeDocument/2006/relationships/image" Target="../media/image13.svg"/><Relationship Id="rId5" Type="http://schemas.openxmlformats.org/officeDocument/2006/relationships/tags" Target="../tags/tag219.xml"/><Relationship Id="rId6" Type="http://schemas.openxmlformats.org/officeDocument/2006/relationships/image" Target="../media/image14.png"/><Relationship Id="rId7" Type="http://schemas.openxmlformats.org/officeDocument/2006/relationships/tags" Target="../tags/tag220.xml"/><Relationship Id="rId8" Type="http://schemas.openxmlformats.org/officeDocument/2006/relationships/tags" Target="../tags/tag221.xm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ags" Target="../tags/tag225.xml"/><Relationship Id="rId3" Type="http://schemas.openxmlformats.org/officeDocument/2006/relationships/tags" Target="../tags/tag226.xml"/><Relationship Id="rId4" Type="http://schemas.openxmlformats.org/officeDocument/2006/relationships/tags" Target="../tags/tag227.xml"/><Relationship Id="rId5" Type="http://schemas.openxmlformats.org/officeDocument/2006/relationships/tags" Target="../tags/tag228.xml"/><Relationship Id="rId6" Type="http://schemas.openxmlformats.org/officeDocument/2006/relationships/tags" Target="../tags/tag229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ags" Target="../tags/tag233.xml"/><Relationship Id="rId3" Type="http://schemas.openxmlformats.org/officeDocument/2006/relationships/image" Target="../media/image66.png"/><Relationship Id="rId4" Type="http://schemas.openxmlformats.org/officeDocument/2006/relationships/image" Target="../media/image13.svg"/><Relationship Id="rId5" Type="http://schemas.openxmlformats.org/officeDocument/2006/relationships/tags" Target="../tags/tag234.xml"/><Relationship Id="rId6" Type="http://schemas.openxmlformats.org/officeDocument/2006/relationships/image" Target="../media/image14.png"/><Relationship Id="rId7" Type="http://schemas.openxmlformats.org/officeDocument/2006/relationships/tags" Target="../tags/tag235.xml"/><Relationship Id="rId8" Type="http://schemas.openxmlformats.org/officeDocument/2006/relationships/tags" Target="../tags/tag236.xml"/><Relationship Id="rId9" Type="http://schemas.openxmlformats.org/officeDocument/2006/relationships/image" Target="../media/image76.png"/><Relationship Id="rId10" Type="http://schemas.openxmlformats.org/officeDocument/2006/relationships/tags" Target="../tags/tag237.xml"/><Relationship Id="rId11" Type="http://schemas.openxmlformats.org/officeDocument/2006/relationships/image" Target="../media/image77.png"/><Relationship Id="rId12" Type="http://schemas.openxmlformats.org/officeDocument/2006/relationships/image" Target="../media/image78.svg"/><Relationship Id="rId13" Type="http://schemas.openxmlformats.org/officeDocument/2006/relationships/tags" Target="../tags/tag238.xml"/><Relationship Id="rId14" Type="http://schemas.openxmlformats.org/officeDocument/2006/relationships/tags" Target="../tags/tag239.xml"/><Relationship Id="rId15" Type="http://schemas.openxmlformats.org/officeDocument/2006/relationships/tags" Target="../tags/tag240.xml"/><Relationship Id="rId16" Type="http://schemas.openxmlformats.org/officeDocument/2006/relationships/tags" Target="../tags/tag241.xml"/><Relationship Id="rId17" Type="http://schemas.openxmlformats.org/officeDocument/2006/relationships/tags" Target="../tags/tag242.xml"/><Relationship Id="rId18" Type="http://schemas.openxmlformats.org/officeDocument/2006/relationships/tags" Target="../tags/tag243.xml"/><Relationship Id="rId19" Type="http://schemas.openxmlformats.org/officeDocument/2006/relationships/tags" Target="../tags/tag244.xml"/><Relationship Id="rId20" Type="http://schemas.openxmlformats.org/officeDocument/2006/relationships/tags" Target="../tags/tag245.xml"/><Relationship Id="rId21" Type="http://schemas.openxmlformats.org/officeDocument/2006/relationships/tags" Target="../tags/tag246.xml"/><Relationship Id="rId22" Type="http://schemas.openxmlformats.org/officeDocument/2006/relationships/tags" Target="../tags/tag247.xml"/><Relationship Id="rId23" Type="http://schemas.openxmlformats.org/officeDocument/2006/relationships/tags" Target="../tags/tag248.xml"/><Relationship Id="rId24" Type="http://schemas.openxmlformats.org/officeDocument/2006/relationships/tags" Target="../tags/tag249.xml"/><Relationship Id="rId25" Type="http://schemas.openxmlformats.org/officeDocument/2006/relationships/tags" Target="../tags/tag250.xml"/><Relationship Id="rId26" Type="http://schemas.openxmlformats.org/officeDocument/2006/relationships/tags" Target="../tags/tag251.xml"/><Relationship Id="rId27" Type="http://schemas.openxmlformats.org/officeDocument/2006/relationships/tags" Target="../tags/tag252.xml"/><Relationship Id="rId28" Type="http://schemas.openxmlformats.org/officeDocument/2006/relationships/tags" Target="../tags/tag253.xml"/><Relationship Id="rId29" Type="http://schemas.openxmlformats.org/officeDocument/2006/relationships/image" Target="../media/image79.png"/><Relationship Id="rId30" Type="http://schemas.openxmlformats.org/officeDocument/2006/relationships/image" Target="../media/image41.svg"/><Relationship Id="rId31" Type="http://schemas.openxmlformats.org/officeDocument/2006/relationships/tags" Target="../tags/tag254.xml"/><Relationship Id="rId32" Type="http://schemas.openxmlformats.org/officeDocument/2006/relationships/tags" Target="../tags/tag255.xml"/><Relationship Id="rId33" Type="http://schemas.openxmlformats.org/officeDocument/2006/relationships/tags" Target="../tags/tag256.xml"/><Relationship Id="rId34" Type="http://schemas.openxmlformats.org/officeDocument/2006/relationships/tags" Target="../tags/tag257.xml"/><Relationship Id="rId35" Type="http://schemas.openxmlformats.org/officeDocument/2006/relationships/tags" Target="../tags/tag258.xml"/><Relationship Id="rId36" Type="http://schemas.openxmlformats.org/officeDocument/2006/relationships/tags" Target="../tags/tag259.xml"/><Relationship Id="rId37" Type="http://schemas.openxmlformats.org/officeDocument/2006/relationships/tags" Target="../tags/tag260.xml"/><Relationship Id="rId38" Type="http://schemas.openxmlformats.org/officeDocument/2006/relationships/tags" Target="../tags/tag261.xml"/><Relationship Id="rId39" Type="http://schemas.openxmlformats.org/officeDocument/2006/relationships/tags" Target="../tags/tag262.xml"/><Relationship Id="rId40" Type="http://schemas.openxmlformats.org/officeDocument/2006/relationships/tags" Target="../tags/tag263.xml"/><Relationship Id="rId41" Type="http://schemas.openxmlformats.org/officeDocument/2006/relationships/slideLayout" Target="../slideLayouts/slideLayout1.xml"/><Relationship Id="rId4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ags" Target="../tags/tag267.xml"/><Relationship Id="rId3" Type="http://schemas.openxmlformats.org/officeDocument/2006/relationships/image" Target="../media/image66.png"/><Relationship Id="rId4" Type="http://schemas.openxmlformats.org/officeDocument/2006/relationships/image" Target="../media/image13.svg"/><Relationship Id="rId5" Type="http://schemas.openxmlformats.org/officeDocument/2006/relationships/tags" Target="../tags/tag268.xml"/><Relationship Id="rId6" Type="http://schemas.openxmlformats.org/officeDocument/2006/relationships/image" Target="../media/image14.png"/><Relationship Id="rId7" Type="http://schemas.openxmlformats.org/officeDocument/2006/relationships/tags" Target="../tags/tag269.xml"/><Relationship Id="rId8" Type="http://schemas.openxmlformats.org/officeDocument/2006/relationships/tags" Target="../tags/tag270.xml"/><Relationship Id="rId9" Type="http://schemas.openxmlformats.org/officeDocument/2006/relationships/image" Target="../media/image80.png"/><Relationship Id="rId10" Type="http://schemas.openxmlformats.org/officeDocument/2006/relationships/image" Target="../media/image81.svg"/><Relationship Id="rId11" Type="http://schemas.openxmlformats.org/officeDocument/2006/relationships/tags" Target="../tags/tag271.xml"/><Relationship Id="rId12" Type="http://schemas.openxmlformats.org/officeDocument/2006/relationships/tags" Target="../tags/tag272.xml"/><Relationship Id="rId13" Type="http://schemas.openxmlformats.org/officeDocument/2006/relationships/tags" Target="../tags/tag273.xml"/><Relationship Id="rId14" Type="http://schemas.openxmlformats.org/officeDocument/2006/relationships/image" Target="../media/image82.png"/><Relationship Id="rId15" Type="http://schemas.openxmlformats.org/officeDocument/2006/relationships/image" Target="../media/image83.svg"/><Relationship Id="rId16" Type="http://schemas.openxmlformats.org/officeDocument/2006/relationships/tags" Target="../tags/tag274.xml"/><Relationship Id="rId17" Type="http://schemas.openxmlformats.org/officeDocument/2006/relationships/tags" Target="../tags/tag275.xml"/><Relationship Id="rId18" Type="http://schemas.openxmlformats.org/officeDocument/2006/relationships/image" Target="../media/image84.png"/><Relationship Id="rId19" Type="http://schemas.openxmlformats.org/officeDocument/2006/relationships/image" Target="../media/image85.svg"/><Relationship Id="rId20" Type="http://schemas.openxmlformats.org/officeDocument/2006/relationships/tags" Target="../tags/tag276.xml"/><Relationship Id="rId21" Type="http://schemas.openxmlformats.org/officeDocument/2006/relationships/tags" Target="../tags/tag277.xml"/><Relationship Id="rId22" Type="http://schemas.openxmlformats.org/officeDocument/2006/relationships/tags" Target="../tags/tag278.xml"/><Relationship Id="rId23" Type="http://schemas.openxmlformats.org/officeDocument/2006/relationships/image" Target="../media/image86.png"/><Relationship Id="rId24" Type="http://schemas.openxmlformats.org/officeDocument/2006/relationships/image" Target="../media/image87.svg"/><Relationship Id="rId25" Type="http://schemas.openxmlformats.org/officeDocument/2006/relationships/tags" Target="../tags/tag279.xml"/><Relationship Id="rId26" Type="http://schemas.openxmlformats.org/officeDocument/2006/relationships/tags" Target="../tags/tag280.xml"/><Relationship Id="rId27" Type="http://schemas.openxmlformats.org/officeDocument/2006/relationships/image" Target="../media/image88.png"/><Relationship Id="rId28" Type="http://schemas.openxmlformats.org/officeDocument/2006/relationships/image" Target="../media/image89.svg"/><Relationship Id="rId29" Type="http://schemas.openxmlformats.org/officeDocument/2006/relationships/tags" Target="../tags/tag281.xml"/><Relationship Id="rId30" Type="http://schemas.openxmlformats.org/officeDocument/2006/relationships/tags" Target="../tags/tag282.xml"/><Relationship Id="rId31" Type="http://schemas.openxmlformats.org/officeDocument/2006/relationships/tags" Target="../tags/tag283.xml"/><Relationship Id="rId32" Type="http://schemas.openxmlformats.org/officeDocument/2006/relationships/image" Target="../media/image90.png"/><Relationship Id="rId33" Type="http://schemas.openxmlformats.org/officeDocument/2006/relationships/image" Target="../media/image91.svg"/><Relationship Id="rId34" Type="http://schemas.openxmlformats.org/officeDocument/2006/relationships/tags" Target="../tags/tag284.xml"/><Relationship Id="rId35" Type="http://schemas.openxmlformats.org/officeDocument/2006/relationships/tags" Target="../tags/tag285.xml"/><Relationship Id="rId36" Type="http://schemas.openxmlformats.org/officeDocument/2006/relationships/tags" Target="../tags/tag286.xml"/><Relationship Id="rId37" Type="http://schemas.openxmlformats.org/officeDocument/2006/relationships/image" Target="../media/image92.png"/><Relationship Id="rId38" Type="http://schemas.openxmlformats.org/officeDocument/2006/relationships/image" Target="../media/image93.svg"/><Relationship Id="rId39" Type="http://schemas.openxmlformats.org/officeDocument/2006/relationships/tags" Target="../tags/tag287.xml"/><Relationship Id="rId40" Type="http://schemas.openxmlformats.org/officeDocument/2006/relationships/tags" Target="../tags/tag288.xml"/><Relationship Id="rId41" Type="http://schemas.openxmlformats.org/officeDocument/2006/relationships/slideLayout" Target="../slideLayouts/slideLayout1.xml"/><Relationship Id="rId4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ags" Target="../tags/tag292.xml"/><Relationship Id="rId3" Type="http://schemas.openxmlformats.org/officeDocument/2006/relationships/image" Target="../media/image66.png"/><Relationship Id="rId4" Type="http://schemas.openxmlformats.org/officeDocument/2006/relationships/image" Target="../media/image13.svg"/><Relationship Id="rId5" Type="http://schemas.openxmlformats.org/officeDocument/2006/relationships/tags" Target="../tags/tag293.xml"/><Relationship Id="rId6" Type="http://schemas.openxmlformats.org/officeDocument/2006/relationships/image" Target="../media/image14.png"/><Relationship Id="rId7" Type="http://schemas.openxmlformats.org/officeDocument/2006/relationships/tags" Target="../tags/tag294.xml"/><Relationship Id="rId8" Type="http://schemas.openxmlformats.org/officeDocument/2006/relationships/image" Target="../media/image69.png"/><Relationship Id="rId9" Type="http://schemas.openxmlformats.org/officeDocument/2006/relationships/tags" Target="../tags/tag295.xml"/><Relationship Id="rId10" Type="http://schemas.openxmlformats.org/officeDocument/2006/relationships/tags" Target="../tags/tag296.xml"/><Relationship Id="rId11" Type="http://schemas.openxmlformats.org/officeDocument/2006/relationships/image" Target="../media/image94.png"/><Relationship Id="rId12" Type="http://schemas.openxmlformats.org/officeDocument/2006/relationships/image" Target="../media/image95.svg"/><Relationship Id="rId13" Type="http://schemas.openxmlformats.org/officeDocument/2006/relationships/tags" Target="../tags/tag297.xml"/><Relationship Id="rId14" Type="http://schemas.openxmlformats.org/officeDocument/2006/relationships/tags" Target="../tags/tag298.xml"/><Relationship Id="rId15" Type="http://schemas.openxmlformats.org/officeDocument/2006/relationships/tags" Target="../tags/tag299.xml"/><Relationship Id="rId16" Type="http://schemas.openxmlformats.org/officeDocument/2006/relationships/tags" Target="../tags/tag300.xml"/><Relationship Id="rId17" Type="http://schemas.openxmlformats.org/officeDocument/2006/relationships/image" Target="../media/image96.png"/><Relationship Id="rId18" Type="http://schemas.openxmlformats.org/officeDocument/2006/relationships/tags" Target="../tags/tag301.xml"/><Relationship Id="rId19" Type="http://schemas.openxmlformats.org/officeDocument/2006/relationships/tags" Target="../tags/tag302.xml"/><Relationship Id="rId20" Type="http://schemas.openxmlformats.org/officeDocument/2006/relationships/tags" Target="../tags/tag303.xml"/><Relationship Id="rId21" Type="http://schemas.openxmlformats.org/officeDocument/2006/relationships/tags" Target="../tags/tag304.xml"/><Relationship Id="rId22" Type="http://schemas.openxmlformats.org/officeDocument/2006/relationships/tags" Target="../tags/tag305.xml"/><Relationship Id="rId23" Type="http://schemas.openxmlformats.org/officeDocument/2006/relationships/tags" Target="../tags/tag306.xml"/><Relationship Id="rId24" Type="http://schemas.openxmlformats.org/officeDocument/2006/relationships/tags" Target="../tags/tag307.xml"/><Relationship Id="rId25" Type="http://schemas.openxmlformats.org/officeDocument/2006/relationships/tags" Target="../tags/tag308.xml"/><Relationship Id="rId26" Type="http://schemas.openxmlformats.org/officeDocument/2006/relationships/tags" Target="../tags/tag309.xml"/><Relationship Id="rId27" Type="http://schemas.openxmlformats.org/officeDocument/2006/relationships/tags" Target="../tags/tag310.xml"/><Relationship Id="rId28" Type="http://schemas.openxmlformats.org/officeDocument/2006/relationships/tags" Target="../tags/tag311.xml"/><Relationship Id="rId29" Type="http://schemas.openxmlformats.org/officeDocument/2006/relationships/tags" Target="../tags/tag312.xml"/><Relationship Id="rId30" Type="http://schemas.openxmlformats.org/officeDocument/2006/relationships/tags" Target="../tags/tag313.xml"/><Relationship Id="rId31" Type="http://schemas.openxmlformats.org/officeDocument/2006/relationships/tags" Target="../tags/tag314.xml"/><Relationship Id="rId32" Type="http://schemas.openxmlformats.org/officeDocument/2006/relationships/image" Target="../media/image97.png"/><Relationship Id="rId33" Type="http://schemas.openxmlformats.org/officeDocument/2006/relationships/image" Target="../media/image98.svg"/><Relationship Id="rId34" Type="http://schemas.openxmlformats.org/officeDocument/2006/relationships/tags" Target="../tags/tag315.xml"/><Relationship Id="rId35" Type="http://schemas.openxmlformats.org/officeDocument/2006/relationships/tags" Target="../tags/tag316.xml"/><Relationship Id="rId36" Type="http://schemas.openxmlformats.org/officeDocument/2006/relationships/tags" Target="../tags/tag317.xml"/><Relationship Id="rId37" Type="http://schemas.openxmlformats.org/officeDocument/2006/relationships/tags" Target="../tags/tag318.xml"/><Relationship Id="rId38" Type="http://schemas.openxmlformats.org/officeDocument/2006/relationships/tags" Target="../tags/tag319.xml"/><Relationship Id="rId39" Type="http://schemas.openxmlformats.org/officeDocument/2006/relationships/tags" Target="../tags/tag320.xml"/><Relationship Id="rId40" Type="http://schemas.openxmlformats.org/officeDocument/2006/relationships/tags" Target="../tags/tag321.xml"/><Relationship Id="rId41" Type="http://schemas.openxmlformats.org/officeDocument/2006/relationships/tags" Target="../tags/tag322.xml"/><Relationship Id="rId42" Type="http://schemas.openxmlformats.org/officeDocument/2006/relationships/tags" Target="../tags/tag323.xml"/><Relationship Id="rId43" Type="http://schemas.openxmlformats.org/officeDocument/2006/relationships/tags" Target="../tags/tag324.xml"/><Relationship Id="rId44" Type="http://schemas.openxmlformats.org/officeDocument/2006/relationships/slideLayout" Target="../slideLayouts/slideLayout1.xml"/><Relationship Id="rId45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ags" Target="../tags/tag328.xml"/><Relationship Id="rId3" Type="http://schemas.openxmlformats.org/officeDocument/2006/relationships/image" Target="../media/image66.png"/><Relationship Id="rId4" Type="http://schemas.openxmlformats.org/officeDocument/2006/relationships/image" Target="../media/image13.svg"/><Relationship Id="rId5" Type="http://schemas.openxmlformats.org/officeDocument/2006/relationships/tags" Target="../tags/tag329.xml"/><Relationship Id="rId6" Type="http://schemas.openxmlformats.org/officeDocument/2006/relationships/image" Target="../media/image14.png"/><Relationship Id="rId7" Type="http://schemas.openxmlformats.org/officeDocument/2006/relationships/tags" Target="../tags/tag330.xml"/><Relationship Id="rId8" Type="http://schemas.openxmlformats.org/officeDocument/2006/relationships/tags" Target="../tags/tag331.xml"/><Relationship Id="rId9" Type="http://schemas.openxmlformats.org/officeDocument/2006/relationships/image" Target="../media/image99.png"/><Relationship Id="rId10" Type="http://schemas.openxmlformats.org/officeDocument/2006/relationships/image" Target="../media/image100.svg"/><Relationship Id="rId11" Type="http://schemas.openxmlformats.org/officeDocument/2006/relationships/tags" Target="../tags/tag332.xml"/><Relationship Id="rId12" Type="http://schemas.openxmlformats.org/officeDocument/2006/relationships/image" Target="../media/image101.png"/><Relationship Id="rId13" Type="http://schemas.openxmlformats.org/officeDocument/2006/relationships/image" Target="../media/image102.svg"/><Relationship Id="rId14" Type="http://schemas.openxmlformats.org/officeDocument/2006/relationships/tags" Target="../tags/tag333.xml"/><Relationship Id="rId15" Type="http://schemas.openxmlformats.org/officeDocument/2006/relationships/image" Target="../media/image103.png"/><Relationship Id="rId16" Type="http://schemas.openxmlformats.org/officeDocument/2006/relationships/image" Target="../media/image104.svg"/><Relationship Id="rId17" Type="http://schemas.openxmlformats.org/officeDocument/2006/relationships/tags" Target="../tags/tag334.xml"/><Relationship Id="rId18" Type="http://schemas.openxmlformats.org/officeDocument/2006/relationships/tags" Target="../tags/tag335.xml"/><Relationship Id="rId19" Type="http://schemas.openxmlformats.org/officeDocument/2006/relationships/tags" Target="../tags/tag336.xml"/><Relationship Id="rId20" Type="http://schemas.openxmlformats.org/officeDocument/2006/relationships/tags" Target="../tags/tag337.xml"/><Relationship Id="rId21" Type="http://schemas.openxmlformats.org/officeDocument/2006/relationships/tags" Target="../tags/tag338.xml"/><Relationship Id="rId22" Type="http://schemas.openxmlformats.org/officeDocument/2006/relationships/tags" Target="../tags/tag339.xml"/><Relationship Id="rId23" Type="http://schemas.openxmlformats.org/officeDocument/2006/relationships/image" Target="../media/image105.png"/><Relationship Id="rId24" Type="http://schemas.openxmlformats.org/officeDocument/2006/relationships/image" Target="../media/image106.svg"/><Relationship Id="rId25" Type="http://schemas.openxmlformats.org/officeDocument/2006/relationships/tags" Target="../tags/tag340.xml"/><Relationship Id="rId26" Type="http://schemas.openxmlformats.org/officeDocument/2006/relationships/tags" Target="../tags/tag341.xml"/><Relationship Id="rId27" Type="http://schemas.openxmlformats.org/officeDocument/2006/relationships/tags" Target="../tags/tag342.xml"/><Relationship Id="rId28" Type="http://schemas.openxmlformats.org/officeDocument/2006/relationships/tags" Target="../tags/tag343.xml"/><Relationship Id="rId29" Type="http://schemas.openxmlformats.org/officeDocument/2006/relationships/tags" Target="../tags/tag344.xml"/><Relationship Id="rId30" Type="http://schemas.openxmlformats.org/officeDocument/2006/relationships/tags" Target="../tags/tag345.xml"/><Relationship Id="rId31" Type="http://schemas.openxmlformats.org/officeDocument/2006/relationships/image" Target="../media/image107.png"/><Relationship Id="rId32" Type="http://schemas.openxmlformats.org/officeDocument/2006/relationships/image" Target="../media/image108.svg"/><Relationship Id="rId33" Type="http://schemas.openxmlformats.org/officeDocument/2006/relationships/tags" Target="../tags/tag346.xml"/><Relationship Id="rId34" Type="http://schemas.openxmlformats.org/officeDocument/2006/relationships/tags" Target="../tags/tag347.xml"/><Relationship Id="rId35" Type="http://schemas.openxmlformats.org/officeDocument/2006/relationships/tags" Target="../tags/tag348.xml"/><Relationship Id="rId36" Type="http://schemas.openxmlformats.org/officeDocument/2006/relationships/tags" Target="../tags/tag349.xml"/><Relationship Id="rId37" Type="http://schemas.openxmlformats.org/officeDocument/2006/relationships/tags" Target="../tags/tag350.xml"/><Relationship Id="rId38" Type="http://schemas.openxmlformats.org/officeDocument/2006/relationships/tags" Target="../tags/tag351.xml"/><Relationship Id="rId39" Type="http://schemas.openxmlformats.org/officeDocument/2006/relationships/image" Target="../media/image109.png"/><Relationship Id="rId40" Type="http://schemas.openxmlformats.org/officeDocument/2006/relationships/image" Target="../media/image110.svg"/><Relationship Id="rId41" Type="http://schemas.openxmlformats.org/officeDocument/2006/relationships/tags" Target="../tags/tag352.xml"/><Relationship Id="rId42" Type="http://schemas.openxmlformats.org/officeDocument/2006/relationships/tags" Target="../tags/tag353.xml"/><Relationship Id="rId43" Type="http://schemas.openxmlformats.org/officeDocument/2006/relationships/tags" Target="../tags/tag354.xml"/><Relationship Id="rId44" Type="http://schemas.openxmlformats.org/officeDocument/2006/relationships/tags" Target="../tags/tag355.xml"/><Relationship Id="rId45" Type="http://schemas.openxmlformats.org/officeDocument/2006/relationships/image" Target="../media/image111.png"/><Relationship Id="rId46" Type="http://schemas.openxmlformats.org/officeDocument/2006/relationships/tags" Target="../tags/tag356.xml"/><Relationship Id="rId47" Type="http://schemas.openxmlformats.org/officeDocument/2006/relationships/image" Target="../media/image112.png"/><Relationship Id="rId48" Type="http://schemas.openxmlformats.org/officeDocument/2006/relationships/image" Target="../media/image113.svg"/><Relationship Id="rId49" Type="http://schemas.openxmlformats.org/officeDocument/2006/relationships/tags" Target="../tags/tag357.xml"/><Relationship Id="rId50" Type="http://schemas.openxmlformats.org/officeDocument/2006/relationships/image" Target="../media/image114.png"/><Relationship Id="rId51" Type="http://schemas.openxmlformats.org/officeDocument/2006/relationships/image" Target="../media/image115.svg"/><Relationship Id="rId52" Type="http://schemas.openxmlformats.org/officeDocument/2006/relationships/tags" Target="../tags/tag358.xml"/><Relationship Id="rId53" Type="http://schemas.openxmlformats.org/officeDocument/2006/relationships/tags" Target="../tags/tag359.xml"/><Relationship Id="rId54" Type="http://schemas.openxmlformats.org/officeDocument/2006/relationships/slideLayout" Target="../slideLayouts/slideLayout1.xml"/><Relationship Id="rId55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ags" Target="../tags/tag363.xml"/><Relationship Id="rId3" Type="http://schemas.openxmlformats.org/officeDocument/2006/relationships/image" Target="../media/image66.png"/><Relationship Id="rId4" Type="http://schemas.openxmlformats.org/officeDocument/2006/relationships/image" Target="../media/image13.svg"/><Relationship Id="rId5" Type="http://schemas.openxmlformats.org/officeDocument/2006/relationships/tags" Target="../tags/tag364.xml"/><Relationship Id="rId6" Type="http://schemas.openxmlformats.org/officeDocument/2006/relationships/image" Target="../media/image14.png"/><Relationship Id="rId7" Type="http://schemas.openxmlformats.org/officeDocument/2006/relationships/tags" Target="../tags/tag365.xml"/><Relationship Id="rId8" Type="http://schemas.openxmlformats.org/officeDocument/2006/relationships/tags" Target="../tags/tag366.xml"/><Relationship Id="rId9" Type="http://schemas.openxmlformats.org/officeDocument/2006/relationships/image" Target="../media/image116.png"/><Relationship Id="rId10" Type="http://schemas.openxmlformats.org/officeDocument/2006/relationships/image" Target="../media/image117.svg"/><Relationship Id="rId11" Type="http://schemas.openxmlformats.org/officeDocument/2006/relationships/tags" Target="../tags/tag367.xml"/><Relationship Id="rId12" Type="http://schemas.openxmlformats.org/officeDocument/2006/relationships/tags" Target="../tags/tag368.xml"/><Relationship Id="rId13" Type="http://schemas.openxmlformats.org/officeDocument/2006/relationships/tags" Target="../tags/tag369.xml"/><Relationship Id="rId14" Type="http://schemas.openxmlformats.org/officeDocument/2006/relationships/tags" Target="../tags/tag370.xml"/><Relationship Id="rId15" Type="http://schemas.openxmlformats.org/officeDocument/2006/relationships/image" Target="../media/image118.png"/><Relationship Id="rId16" Type="http://schemas.openxmlformats.org/officeDocument/2006/relationships/image" Target="../media/image119.svg"/><Relationship Id="rId17" Type="http://schemas.openxmlformats.org/officeDocument/2006/relationships/tags" Target="../tags/tag371.xml"/><Relationship Id="rId18" Type="http://schemas.openxmlformats.org/officeDocument/2006/relationships/tags" Target="../tags/tag372.xml"/><Relationship Id="rId19" Type="http://schemas.openxmlformats.org/officeDocument/2006/relationships/tags" Target="../tags/tag373.xml"/><Relationship Id="rId20" Type="http://schemas.openxmlformats.org/officeDocument/2006/relationships/tags" Target="../tags/tag374.xml"/><Relationship Id="rId21" Type="http://schemas.openxmlformats.org/officeDocument/2006/relationships/tags" Target="../tags/tag375.xml"/><Relationship Id="rId22" Type="http://schemas.openxmlformats.org/officeDocument/2006/relationships/tags" Target="../tags/tag376.xml"/><Relationship Id="rId23" Type="http://schemas.openxmlformats.org/officeDocument/2006/relationships/tags" Target="../tags/tag377.xml"/><Relationship Id="rId24" Type="http://schemas.openxmlformats.org/officeDocument/2006/relationships/tags" Target="../tags/tag378.xml"/><Relationship Id="rId25" Type="http://schemas.openxmlformats.org/officeDocument/2006/relationships/tags" Target="../tags/tag379.xml"/><Relationship Id="rId26" Type="http://schemas.openxmlformats.org/officeDocument/2006/relationships/tags" Target="../tags/tag380.xml"/><Relationship Id="rId27" Type="http://schemas.openxmlformats.org/officeDocument/2006/relationships/tags" Target="../tags/tag381.xml"/><Relationship Id="rId28" Type="http://schemas.openxmlformats.org/officeDocument/2006/relationships/slideLayout" Target="../slideLayouts/slideLayout1.xml"/><Relationship Id="rId29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E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ai/pic/jz-318/3fd62ad3-40cc-4b8e-91ad-5dba32ea8c0c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test.web.static.jianzeppt.com/ppt-temp-img3/adc61fb62d54770fb00d6f63ae61d39e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157597" y="-13894"/>
            <a:ext cx="8051010" cy="6858000"/>
          </a:xfrm>
          <a:prstGeom prst="rect">
            <a:avLst/>
          </a:prstGeom>
        </p:spPr>
      </p:pic>
      <p:pic>
        <p:nvPicPr>
          <p:cNvPr id="4" name="Image 2" descr="https://test.web.static.jianzeppt.com/ppt-temp-img3/7118e3cfa73416d30aecc992aeb260c7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-2"/>
            <a:ext cx="1799718" cy="1829017"/>
          </a:xfrm>
          <a:prstGeom prst="rect">
            <a:avLst/>
          </a:prstGeom>
        </p:spPr>
      </p:pic>
      <p:pic>
        <p:nvPicPr>
          <p:cNvPr id="5" name="Image 3" descr="https://test.web.static.jianzeppt.com/ppt-temp-img3/a653fd02f30e8b9bccab1d578b84d037.png?x-oss-process=image/resize,w_1440,h_800,m_lfit/format,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808901"/>
            <a:ext cx="961132" cy="172474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7069" y="4530972"/>
            <a:ext cx="3482974" cy="637829"/>
          </a:xfrm>
          <a:prstGeom prst="rect">
            <a:avLst/>
          </a:prstGeom>
        </p:spPr>
      </p:pic>
      <p:pic>
        <p:nvPicPr>
          <p:cNvPr id="7" name="Image 5" descr="https://test.web.static.jianzeppt.com/ppt-temp-img3/c3a7af6a00a95028010ca2018b58ba99.png?x-oss-process=image/resize,w_1440,h_800,m_lfit/format,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10101383" y="2273110"/>
            <a:ext cx="2105868" cy="4595809"/>
          </a:xfrm>
          <a:prstGeom prst="rect">
            <a:avLst/>
          </a:prstGeom>
        </p:spPr>
      </p:pic>
      <p:pic>
        <p:nvPicPr>
          <p:cNvPr id="8" name="Image 6" descr="https://test.web.static.jianzeppt.com/ppt-temp-img3/4c73890116329530034315e215115c5b.png?x-oss-process=image/resize,w_1440,h_800,m_lfit/format,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3782025" y="3802119"/>
            <a:ext cx="2104425" cy="3069770"/>
          </a:xfrm>
          <a:prstGeom prst="rect">
            <a:avLst/>
          </a:prstGeom>
        </p:spPr>
      </p:pic>
      <p:pic>
        <p:nvPicPr>
          <p:cNvPr id="9" name="Image 7" descr="https://test.web.static.jianzeppt.com/ppt-temp-img3/f3327f1a0a67268d2154dcdb2a379355.png?x-oss-process=image/resize,w_1440,h_800,m_lfit/format,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9613224" y="2284033"/>
            <a:ext cx="2578776" cy="4584889"/>
          </a:xfrm>
          <a:prstGeom prst="rect">
            <a:avLst/>
          </a:prstGeom>
        </p:spPr>
      </p:pic>
      <p:sp>
        <p:nvSpPr>
          <p:cNvPr id="10" name="Text 0"/>
          <p:cNvSpPr/>
          <p:nvPr>
            <p:custDataLst>
              <p:tags r:id="rId18"/>
            </p:custDataLst>
          </p:nvPr>
        </p:nvSpPr>
        <p:spPr>
          <a:xfrm>
            <a:off x="577080" y="4577763"/>
            <a:ext cx="3312118" cy="5442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204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授课教师：</a:t>
            </a:r>
            <a:r>
              <a:rPr lang="zh-CN" altLang="en-US" sz="204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张玉</a:t>
            </a:r>
            <a:endParaRPr lang="zh-CN" altLang="en-US" sz="204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sp>
        <p:nvSpPr>
          <p:cNvPr id="11" name="Text 1"/>
          <p:cNvSpPr/>
          <p:nvPr>
            <p:custDataLst>
              <p:tags r:id="rId19"/>
            </p:custDataLst>
          </p:nvPr>
        </p:nvSpPr>
        <p:spPr>
          <a:xfrm>
            <a:off x="577068" y="1649785"/>
            <a:ext cx="5481409" cy="18745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616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信息安全测评与风险评估</a:t>
            </a:r>
            <a:endParaRPr lang="en-US" sz="6160"/>
          </a:p>
        </p:txBody>
      </p:sp>
      <p:sp>
        <p:nvSpPr>
          <p:cNvPr id="12" name="Text 2"/>
          <p:cNvSpPr/>
          <p:nvPr>
            <p:custDataLst>
              <p:tags r:id="rId20"/>
            </p:custDataLst>
          </p:nvPr>
        </p:nvSpPr>
        <p:spPr>
          <a:xfrm>
            <a:off x="577068" y="3867726"/>
            <a:ext cx="4330513" cy="2590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80">
                <a:solidFill>
                  <a:srgbClr val="FFFFFF"/>
                </a:solidFill>
              </a:rPr>
              <a:t>等保2.0标准体系框架学习</a:t>
            </a:r>
            <a:endParaRPr lang="en-US" sz="168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>
            <p:custDataLst>
              <p:tags r:id="rId2"/>
            </p:custDataLst>
          </p:nvPr>
        </p:nvGrpSpPr>
        <p:grpSpPr>
          <a:xfrm>
            <a:off x="771842" y="1617387"/>
            <a:ext cx="10657591" cy="804624"/>
            <a:chOff x="-635000" y="-635000"/>
            <a:chExt cx="10657591" cy="804624"/>
          </a:xfrm>
        </p:grpSpPr>
        <p:sp>
          <p:nvSpPr>
            <p:cNvPr id="6" name="Text 0" descr="TEMP_Z_ORDER_0"/>
            <p:cNvSpPr/>
            <p:nvPr>
              <p:custDataLst>
                <p:tags r:id="rId3"/>
              </p:custDataLst>
            </p:nvPr>
          </p:nvSpPr>
          <p:spPr>
            <a:xfrm>
              <a:off x="-635000" y="-635048"/>
              <a:ext cx="10657591" cy="804672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528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什么是信息安全测评</a:t>
              </a:r>
              <a:endParaRPr lang="en-US" sz="5280"/>
            </a:p>
          </p:txBody>
        </p:sp>
      </p:grpSp>
      <p:sp>
        <p:nvSpPr>
          <p:cNvPr id="3" name="Text 1"/>
          <p:cNvSpPr/>
          <p:nvPr>
            <p:custDataLst>
              <p:tags r:id="rId4"/>
            </p:custDataLst>
          </p:nvPr>
        </p:nvSpPr>
        <p:spPr>
          <a:xfrm>
            <a:off x="775939" y="2612069"/>
            <a:ext cx="10649396" cy="32908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2160">
                <a:solidFill>
                  <a:srgbClr val="FFFFFF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从案例引入到核心概念解析</a:t>
            </a:r>
            <a:endParaRPr lang="en-US" sz="2160"/>
          </a:p>
        </p:txBody>
      </p:sp>
      <p:grpSp>
        <p:nvGrpSpPr>
          <p:cNvPr id="7" name="组合 6"/>
          <p:cNvGrpSpPr/>
          <p:nvPr>
            <p:custDataLst>
              <p:tags r:id="rId5"/>
            </p:custDataLst>
          </p:nvPr>
        </p:nvGrpSpPr>
        <p:grpSpPr>
          <a:xfrm>
            <a:off x="4673282" y="903902"/>
            <a:ext cx="2854711" cy="487680"/>
            <a:chOff x="-635000" y="-635000"/>
            <a:chExt cx="2854711" cy="487680"/>
          </a:xfrm>
        </p:grpSpPr>
        <p:sp>
          <p:nvSpPr>
            <p:cNvPr id="8" name="Text 2" descr="TEMP_Z_ORDER_2"/>
            <p:cNvSpPr/>
            <p:nvPr>
              <p:custDataLst>
                <p:tags r:id="rId6"/>
              </p:custDataLst>
            </p:nvPr>
          </p:nvSpPr>
          <p:spPr>
            <a:xfrm>
              <a:off x="-635000" y="-641096"/>
              <a:ext cx="2854711" cy="493776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3240">
                  <a:solidFill>
                    <a:srgbClr val="FFFFFF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Part.01</a:t>
              </a:r>
              <a:endParaRPr lang="en-US" sz="324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7" presetClass="entr" presetSubtype="1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3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3" name="Image 1" descr="https://test.web.static.jianzeppt.com/ppt-temp-img3/f0bd98608bd058e5103d900059228a3b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41" name="组合 40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5288280" cy="3322320"/>
            <a:chOff x="-635000" y="-635000"/>
            <a:chExt cx="5288280" cy="3322320"/>
          </a:xfrm>
        </p:grpSpPr>
        <p:pic>
          <p:nvPicPr>
            <p:cNvPr id="42" name="Image 2" descr="TEMP_Z_ORDER_2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5288280" cy="3322320"/>
            </a:xfrm>
            <a:prstGeom prst="rect">
              <a:avLst/>
            </a:prstGeom>
          </p:spPr>
        </p:pic>
        <p:pic>
          <p:nvPicPr>
            <p:cNvPr id="43" name="Image 3" descr="TEMP_Z_ORDER_3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330200" y="-360680"/>
              <a:ext cx="60960" cy="304800"/>
            </a:xfrm>
            <a:prstGeom prst="rect">
              <a:avLst/>
            </a:prstGeom>
          </p:spPr>
        </p:pic>
        <p:sp>
          <p:nvSpPr>
            <p:cNvPr id="44" name="Text 0" descr="TEMP_Z_ORDER_4"/>
            <p:cNvSpPr/>
            <p:nvPr>
              <p:custDataLst>
                <p:tags r:id="rId13"/>
              </p:custDataLst>
            </p:nvPr>
          </p:nvSpPr>
          <p:spPr>
            <a:xfrm>
              <a:off x="-147320" y="-436880"/>
              <a:ext cx="1231392" cy="3202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1437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事件概述</a:t>
              </a:r>
              <a:endParaRPr lang="en-US" sz="2400"/>
            </a:p>
          </p:txBody>
        </p:sp>
        <p:sp>
          <p:nvSpPr>
            <p:cNvPr id="45" name="Text 1" descr="TEMP_Z_ORDER_5"/>
            <p:cNvSpPr/>
            <p:nvPr>
              <p:custDataLst>
                <p:tags r:id="rId14"/>
              </p:custDataLst>
            </p:nvPr>
          </p:nvSpPr>
          <p:spPr>
            <a:xfrm>
              <a:off x="-330200" y="111760"/>
              <a:ext cx="4687824" cy="9823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000"/>
                </a:lnSpc>
                <a:buNone/>
              </a:pPr>
              <a:r>
                <a:rPr lang="en-US" sz="120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2013年，美国</a:t>
              </a:r>
              <a:r>
                <a:rPr lang="zh-CN" altLang="en-US" sz="120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情报外包公司前</a:t>
              </a:r>
              <a:r>
                <a:rPr lang="en-US" sz="120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雇员爱德华·斯诺登曝光了美国国家安全局（NSA）的“棱镜”计划。该计划自2007年起，通过接入九大互联网公司的服务器，对全球范围内的电子邮件、即时消息、视频、照片、存储数据进行秘密监控。</a:t>
              </a:r>
              <a:endParaRPr lang="en-US" sz="1200"/>
            </a:p>
          </p:txBody>
        </p:sp>
        <p:pic>
          <p:nvPicPr>
            <p:cNvPr id="46" name="Image 4" descr="TEMP_Z_ORDER_6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-330200" y="1330960"/>
              <a:ext cx="4678680" cy="1051560"/>
            </a:xfrm>
            <a:prstGeom prst="rect">
              <a:avLst/>
            </a:prstGeom>
          </p:spPr>
        </p:pic>
        <p:pic>
          <p:nvPicPr>
            <p:cNvPr id="47" name="Image 5" descr="TEMP_Z_ORDER_7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/>
            <a:stretch>
              <a:fillRect/>
            </a:stretch>
          </p:blipFill>
          <p:spPr>
            <a:xfrm>
              <a:off x="-314960" y="1346200"/>
              <a:ext cx="4648200" cy="1021080"/>
            </a:xfrm>
            <a:prstGeom prst="rect">
              <a:avLst/>
            </a:prstGeom>
          </p:spPr>
        </p:pic>
      </p:grpSp>
      <p:grpSp>
        <p:nvGrpSpPr>
          <p:cNvPr id="25" name="组合 24"/>
          <p:cNvGrpSpPr/>
          <p:nvPr>
            <p:custDataLst>
              <p:tags r:id="rId19"/>
            </p:custDataLst>
          </p:nvPr>
        </p:nvGrpSpPr>
        <p:grpSpPr>
          <a:xfrm>
            <a:off x="6263640" y="1371600"/>
            <a:ext cx="5318760" cy="3322320"/>
            <a:chOff x="-635000" y="-635000"/>
            <a:chExt cx="5318760" cy="3322320"/>
          </a:xfrm>
        </p:grpSpPr>
        <p:pic>
          <p:nvPicPr>
            <p:cNvPr id="26" name="Image 6" descr="TEMP_Z_ORDER_8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21"/>
            <a:stretch>
              <a:fillRect/>
            </a:stretch>
          </p:blipFill>
          <p:spPr>
            <a:xfrm>
              <a:off x="-635000" y="-635000"/>
              <a:ext cx="5318760" cy="3322320"/>
            </a:xfrm>
            <a:prstGeom prst="rect">
              <a:avLst/>
            </a:prstGeom>
          </p:spPr>
        </p:pic>
        <p:pic>
          <p:nvPicPr>
            <p:cNvPr id="27" name="Image 7" descr="TEMP_Z_ORDER_9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314959" y="-299720"/>
              <a:ext cx="60960" cy="304800"/>
            </a:xfrm>
            <a:prstGeom prst="rect">
              <a:avLst/>
            </a:prstGeom>
          </p:spPr>
        </p:pic>
        <p:sp>
          <p:nvSpPr>
            <p:cNvPr id="28" name="Text 2" descr="TEMP_Z_ORDER_10"/>
            <p:cNvSpPr/>
            <p:nvPr>
              <p:custDataLst>
                <p:tags r:id="rId23"/>
              </p:custDataLst>
            </p:nvPr>
          </p:nvSpPr>
          <p:spPr>
            <a:xfrm>
              <a:off x="-132080" y="-375920"/>
              <a:ext cx="1231392" cy="3202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1437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影响范围</a:t>
              </a:r>
              <a:endParaRPr lang="en-US" sz="2400"/>
            </a:p>
          </p:txBody>
        </p:sp>
        <p:sp>
          <p:nvSpPr>
            <p:cNvPr id="29" name="Text 3" descr="TEMP_Z_ORDER_11"/>
            <p:cNvSpPr/>
            <p:nvPr>
              <p:custDataLst>
                <p:tags r:id="rId24"/>
              </p:custDataLst>
            </p:nvPr>
          </p:nvSpPr>
          <p:spPr>
            <a:xfrm>
              <a:off x="-314959" y="296132"/>
              <a:ext cx="147510" cy="33229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800" b="1">
                  <a:solidFill>
                    <a:srgbClr val="1437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•</a:t>
              </a:r>
              <a:endParaRPr lang="en-US" sz="1800"/>
            </a:p>
          </p:txBody>
        </p:sp>
        <p:sp>
          <p:nvSpPr>
            <p:cNvPr id="30" name="Text 4" descr="TEMP_Z_ORDER_12"/>
            <p:cNvSpPr/>
            <p:nvPr>
              <p:custDataLst>
                <p:tags r:id="rId25"/>
              </p:custDataLst>
            </p:nvPr>
          </p:nvSpPr>
          <p:spPr>
            <a:xfrm>
              <a:off x="35560" y="203200"/>
              <a:ext cx="4337304" cy="67200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800" b="1">
                  <a:solidFill>
                    <a:srgbClr val="1437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监控对象：</a:t>
              </a:r>
              <a:r>
                <a:rPr lang="en-US" sz="180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美国公民及全球各国政要、企业、民众</a:t>
              </a:r>
              <a:endParaRPr lang="en-US" sz="1800"/>
            </a:p>
          </p:txBody>
        </p:sp>
        <p:sp>
          <p:nvSpPr>
            <p:cNvPr id="31" name="Text 5" descr="TEMP_Z_ORDER_13"/>
            <p:cNvSpPr/>
            <p:nvPr>
              <p:custDataLst>
                <p:tags r:id="rId26"/>
              </p:custDataLst>
            </p:nvPr>
          </p:nvSpPr>
          <p:spPr>
            <a:xfrm>
              <a:off x="-314959" y="1088612"/>
              <a:ext cx="147510" cy="33229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800" b="1">
                  <a:solidFill>
                    <a:srgbClr val="1437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•</a:t>
              </a:r>
              <a:endParaRPr lang="en-US" sz="1800"/>
            </a:p>
          </p:txBody>
        </p:sp>
        <p:sp>
          <p:nvSpPr>
            <p:cNvPr id="32" name="Text 6" descr="TEMP_Z_ORDER_14"/>
            <p:cNvSpPr/>
            <p:nvPr>
              <p:custDataLst>
                <p:tags r:id="rId27"/>
              </p:custDataLst>
            </p:nvPr>
          </p:nvSpPr>
          <p:spPr>
            <a:xfrm>
              <a:off x="35560" y="873760"/>
              <a:ext cx="4337304" cy="101490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800" b="1">
                  <a:solidFill>
                    <a:srgbClr val="1437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涉及企业：</a:t>
              </a:r>
              <a:r>
                <a:rPr lang="en-US" sz="180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微软、雅虎、谷歌、Facebook、PalTalk、YouTube、Skype、AOL、苹果</a:t>
              </a:r>
              <a:endParaRPr lang="en-US" sz="1800"/>
            </a:p>
          </p:txBody>
        </p:sp>
        <p:sp>
          <p:nvSpPr>
            <p:cNvPr id="33" name="Text 7" descr="TEMP_Z_ORDER_15"/>
            <p:cNvSpPr/>
            <p:nvPr>
              <p:custDataLst>
                <p:tags r:id="rId28"/>
              </p:custDataLst>
            </p:nvPr>
          </p:nvSpPr>
          <p:spPr>
            <a:xfrm>
              <a:off x="-314959" y="1919192"/>
              <a:ext cx="147510" cy="33229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800" b="1">
                  <a:solidFill>
                    <a:srgbClr val="1437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•</a:t>
              </a:r>
              <a:endParaRPr lang="en-US" sz="1800"/>
            </a:p>
          </p:txBody>
        </p:sp>
        <p:sp>
          <p:nvSpPr>
            <p:cNvPr id="34" name="Text 8" descr="TEMP_Z_ORDER_16"/>
            <p:cNvSpPr/>
            <p:nvPr>
              <p:custDataLst>
                <p:tags r:id="rId29"/>
              </p:custDataLst>
            </p:nvPr>
          </p:nvSpPr>
          <p:spPr>
            <a:xfrm>
              <a:off x="35560" y="1772920"/>
              <a:ext cx="4337304" cy="80640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800" b="1">
                  <a:solidFill>
                    <a:srgbClr val="1437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数据量：</a:t>
              </a:r>
              <a:r>
                <a:rPr lang="en-US" sz="180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每天收集的通信数据量高达</a:t>
              </a:r>
              <a:r>
                <a:rPr lang="en-US" sz="2160" b="1">
                  <a:solidFill>
                    <a:srgbClr val="1437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数十亿条</a:t>
              </a:r>
              <a:endParaRPr lang="en-US" sz="1800"/>
            </a:p>
          </p:txBody>
        </p:sp>
      </p:grpSp>
      <p:grpSp>
        <p:nvGrpSpPr>
          <p:cNvPr id="35" name="组合 34"/>
          <p:cNvGrpSpPr/>
          <p:nvPr>
            <p:custDataLst>
              <p:tags r:id="rId30"/>
            </p:custDataLst>
          </p:nvPr>
        </p:nvGrpSpPr>
        <p:grpSpPr>
          <a:xfrm>
            <a:off x="609600" y="4998720"/>
            <a:ext cx="10972800" cy="1264920"/>
            <a:chOff x="-635000" y="-635000"/>
            <a:chExt cx="10972800" cy="1264920"/>
          </a:xfrm>
        </p:grpSpPr>
        <p:pic>
          <p:nvPicPr>
            <p:cNvPr id="36" name="Image 8" descr="TEMP_Z_ORDER_17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972800" cy="1264920"/>
            </a:xfrm>
            <a:prstGeom prst="rect">
              <a:avLst/>
            </a:prstGeom>
          </p:spPr>
        </p:pic>
        <p:pic>
          <p:nvPicPr>
            <p:cNvPr id="37" name="Image 9" descr="TEMP_Z_ORDER_18"/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-391160" y="-314960"/>
              <a:ext cx="609600" cy="609600"/>
            </a:xfrm>
            <a:prstGeom prst="rect">
              <a:avLst/>
            </a:prstGeom>
          </p:spPr>
        </p:pic>
        <p:pic>
          <p:nvPicPr>
            <p:cNvPr id="38" name="Image 10" descr="TEMP_Z_ORDER_19"/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-269240" y="-193040"/>
              <a:ext cx="365760" cy="365760"/>
            </a:xfrm>
            <a:prstGeom prst="rect">
              <a:avLst/>
            </a:prstGeom>
          </p:spPr>
        </p:pic>
        <p:sp>
          <p:nvSpPr>
            <p:cNvPr id="39" name="Text 9" descr="TEMP_Z_ORDER_20"/>
            <p:cNvSpPr/>
            <p:nvPr>
              <p:custDataLst>
                <p:tags r:id="rId40"/>
              </p:custDataLst>
            </p:nvPr>
          </p:nvSpPr>
          <p:spPr>
            <a:xfrm>
              <a:off x="462280" y="-391160"/>
              <a:ext cx="731520" cy="24447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zh-CN" altLang="en-US" sz="1920">
                  <a:solidFill>
                    <a:schemeClr val="bg1"/>
                  </a:solidFill>
                </a:rPr>
                <a:t>聊一聊</a:t>
              </a:r>
              <a:endParaRPr lang="zh-CN" altLang="en-US" sz="1920">
                <a:solidFill>
                  <a:schemeClr val="bg1"/>
                </a:solidFill>
              </a:endParaRPr>
            </a:p>
          </p:txBody>
        </p:sp>
        <p:sp>
          <p:nvSpPr>
            <p:cNvPr id="40" name="Text 10" descr="TEMP_Z_ORDER_21"/>
            <p:cNvSpPr/>
            <p:nvPr>
              <p:custDataLst>
                <p:tags r:id="rId41"/>
              </p:custDataLst>
            </p:nvPr>
          </p:nvSpPr>
          <p:spPr>
            <a:xfrm>
              <a:off x="462280" y="35560"/>
              <a:ext cx="2971800" cy="229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800">
                  <a:solidFill>
                    <a:srgbClr val="FFFFFF">
                      <a:alpha val="90000"/>
                    </a:srgbClr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这一事件</a:t>
              </a:r>
              <a:r>
                <a:rPr lang="zh-CN" altLang="en-US" sz="1800">
                  <a:solidFill>
                    <a:srgbClr val="FFFFFF">
                      <a:alpha val="90000"/>
                    </a:srgbClr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给你的感受是什么？</a:t>
              </a:r>
              <a:endParaRPr lang="en-US" sz="1800"/>
            </a:p>
          </p:txBody>
        </p:sp>
      </p:grpSp>
      <p:sp>
        <p:nvSpPr>
          <p:cNvPr id="24" name="Text 11"/>
          <p:cNvSpPr/>
          <p:nvPr>
            <p:custDataLst>
              <p:tags r:id="rId42"/>
            </p:custDataLst>
          </p:nvPr>
        </p:nvSpPr>
        <p:spPr>
          <a:xfrm>
            <a:off x="822497" y="529635"/>
            <a:ext cx="10908924" cy="42648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2760">
                <a:solidFill>
                  <a:srgbClr val="1E1E1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案例：棱镜计划（PRISM）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237"/>
                            </p:stCondLst>
                            <p:childTnLst>
                              <p:par>
                                <p:cTn id="12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37"/>
                            </p:stCondLst>
                            <p:childTnLst>
                              <p:par>
                                <p:cTn id="17" presetID="3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3" name="Image 1" descr="https://test.web.static.jianzeppt.com/ppt-temp-img3/f0bd98608bd058e5103d900059228a3b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43" name="组合 42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6227064" cy="1515428"/>
            <a:chOff x="-635000" y="-635000"/>
            <a:chExt cx="6227064" cy="1515428"/>
          </a:xfrm>
        </p:grpSpPr>
        <p:sp>
          <p:nvSpPr>
            <p:cNvPr id="44" name="Text 0" descr="TEMP_Z_ORDER_2"/>
            <p:cNvSpPr/>
            <p:nvPr>
              <p:custDataLst>
                <p:tags r:id="rId8"/>
              </p:custDataLst>
            </p:nvPr>
          </p:nvSpPr>
          <p:spPr>
            <a:xfrm>
              <a:off x="-635000" y="-635000"/>
              <a:ext cx="1109535" cy="2882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143766"/>
                  </a:solidFill>
                </a:rPr>
                <a:t>事件概述</a:t>
              </a:r>
              <a:endParaRPr lang="en-US" sz="2160"/>
            </a:p>
          </p:txBody>
        </p:sp>
        <p:sp>
          <p:nvSpPr>
            <p:cNvPr id="45" name="Text 1" descr="TEMP_Z_ORDER_3"/>
            <p:cNvSpPr/>
            <p:nvPr>
              <p:custDataLst>
                <p:tags r:id="rId9"/>
              </p:custDataLst>
            </p:nvPr>
          </p:nvSpPr>
          <p:spPr>
            <a:xfrm>
              <a:off x="-635000" y="-162560"/>
              <a:ext cx="6227064" cy="10247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680">
                  <a:solidFill>
                    <a:srgbClr val="374151"/>
                  </a:solidFill>
                </a:rPr>
                <a:t>2017年5月，勒索病毒“WannaCry”在全球爆发，感染150多个国家超20万台计算机。利用Windows漏洞（MS17-010）传播，加密文件并索要赎金。</a:t>
              </a:r>
              <a:endParaRPr lang="en-US" sz="1680"/>
            </a:p>
          </p:txBody>
        </p:sp>
      </p:grpSp>
      <p:grpSp>
        <p:nvGrpSpPr>
          <p:cNvPr id="25" name="组合 24"/>
          <p:cNvGrpSpPr/>
          <p:nvPr>
            <p:custDataLst>
              <p:tags r:id="rId10"/>
            </p:custDataLst>
          </p:nvPr>
        </p:nvGrpSpPr>
        <p:grpSpPr>
          <a:xfrm>
            <a:off x="609600" y="3078480"/>
            <a:ext cx="10972800" cy="1920240"/>
            <a:chOff x="-635000" y="-635000"/>
            <a:chExt cx="10972800" cy="1920240"/>
          </a:xfrm>
        </p:grpSpPr>
        <p:pic>
          <p:nvPicPr>
            <p:cNvPr id="26" name="Image 2" descr="TEMP_Z_ORDER_4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635000" y="-635000"/>
              <a:ext cx="10972800" cy="1920240"/>
            </a:xfrm>
            <a:prstGeom prst="rect">
              <a:avLst/>
            </a:prstGeom>
          </p:spPr>
        </p:pic>
        <p:pic>
          <p:nvPicPr>
            <p:cNvPr id="27" name="Image 3" descr="TEMP_Z_ORDER_5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-375920" y="-314960"/>
              <a:ext cx="304800" cy="304800"/>
            </a:xfrm>
            <a:prstGeom prst="rect">
              <a:avLst/>
            </a:prstGeom>
          </p:spPr>
        </p:pic>
        <p:sp>
          <p:nvSpPr>
            <p:cNvPr id="28" name="Text 2" descr="TEMP_Z_ORDER_6"/>
            <p:cNvSpPr/>
            <p:nvPr>
              <p:custDataLst>
                <p:tags r:id="rId16"/>
              </p:custDataLst>
            </p:nvPr>
          </p:nvSpPr>
          <p:spPr>
            <a:xfrm>
              <a:off x="50800" y="-369558"/>
              <a:ext cx="1664303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143766"/>
                  </a:solidFill>
                </a:rPr>
                <a:t>典型受害机构</a:t>
              </a:r>
              <a:endParaRPr lang="en-US" sz="2160"/>
            </a:p>
          </p:txBody>
        </p:sp>
        <p:sp>
          <p:nvSpPr>
            <p:cNvPr id="29" name="Text 3" descr="TEMP_Z_ORDER_7"/>
            <p:cNvSpPr/>
            <p:nvPr>
              <p:custDataLst>
                <p:tags r:id="rId17"/>
              </p:custDataLst>
            </p:nvPr>
          </p:nvSpPr>
          <p:spPr>
            <a:xfrm>
              <a:off x="-375920" y="187960"/>
              <a:ext cx="157131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143766"/>
                  </a:solidFill>
                </a:rPr>
                <a:t>•</a:t>
              </a:r>
              <a:endParaRPr lang="en-US" sz="1920"/>
            </a:p>
          </p:txBody>
        </p:sp>
        <p:sp>
          <p:nvSpPr>
            <p:cNvPr id="30" name="Text 4" descr="TEMP_Z_ORDER_8"/>
            <p:cNvSpPr/>
            <p:nvPr>
              <p:custDataLst>
                <p:tags r:id="rId18"/>
              </p:custDataLst>
            </p:nvPr>
          </p:nvSpPr>
          <p:spPr>
            <a:xfrm>
              <a:off x="-101600" y="157480"/>
              <a:ext cx="2874264" cy="24564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560" b="1">
                  <a:solidFill>
                    <a:srgbClr val="374151"/>
                  </a:solidFill>
                </a:rPr>
                <a:t>英国NHS：</a:t>
              </a:r>
              <a:r>
                <a:rPr lang="en-US" sz="1560">
                  <a:solidFill>
                    <a:srgbClr val="374151"/>
                  </a:solidFill>
                </a:rPr>
                <a:t>医院瘫痪，手术取消</a:t>
              </a:r>
              <a:endParaRPr lang="en-US" sz="1560"/>
            </a:p>
          </p:txBody>
        </p:sp>
        <p:sp>
          <p:nvSpPr>
            <p:cNvPr id="31" name="Text 5" descr="TEMP_Z_ORDER_9"/>
            <p:cNvSpPr/>
            <p:nvPr>
              <p:custDataLst>
                <p:tags r:id="rId19"/>
              </p:custDataLst>
            </p:nvPr>
          </p:nvSpPr>
          <p:spPr>
            <a:xfrm>
              <a:off x="5034280" y="187960"/>
              <a:ext cx="157131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143766"/>
                  </a:solidFill>
                </a:rPr>
                <a:t>•</a:t>
              </a:r>
              <a:endParaRPr lang="en-US" sz="1920"/>
            </a:p>
          </p:txBody>
        </p:sp>
        <p:sp>
          <p:nvSpPr>
            <p:cNvPr id="32" name="Text 6" descr="TEMP_Z_ORDER_10"/>
            <p:cNvSpPr/>
            <p:nvPr>
              <p:custDataLst>
                <p:tags r:id="rId20"/>
              </p:custDataLst>
            </p:nvPr>
          </p:nvSpPr>
          <p:spPr>
            <a:xfrm>
              <a:off x="5308600" y="157480"/>
              <a:ext cx="2996184" cy="24564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560" b="1">
                  <a:solidFill>
                    <a:srgbClr val="374151"/>
                  </a:solidFill>
                </a:rPr>
                <a:t>中国：</a:t>
              </a:r>
              <a:r>
                <a:rPr lang="en-US" sz="1560">
                  <a:solidFill>
                    <a:srgbClr val="374151"/>
                  </a:solidFill>
                </a:rPr>
                <a:t>多所高校、加油站等受影响</a:t>
              </a:r>
              <a:endParaRPr lang="en-US" sz="1560"/>
            </a:p>
          </p:txBody>
        </p:sp>
        <p:sp>
          <p:nvSpPr>
            <p:cNvPr id="33" name="Text 7" descr="TEMP_Z_ORDER_11"/>
            <p:cNvSpPr/>
            <p:nvPr>
              <p:custDataLst>
                <p:tags r:id="rId21"/>
              </p:custDataLst>
            </p:nvPr>
          </p:nvSpPr>
          <p:spPr>
            <a:xfrm>
              <a:off x="-375920" y="690880"/>
              <a:ext cx="157131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143766"/>
                  </a:solidFill>
                </a:rPr>
                <a:t>•</a:t>
              </a:r>
              <a:endParaRPr lang="en-US" sz="1920"/>
            </a:p>
          </p:txBody>
        </p:sp>
        <p:sp>
          <p:nvSpPr>
            <p:cNvPr id="34" name="Text 8" descr="TEMP_Z_ORDER_12"/>
            <p:cNvSpPr/>
            <p:nvPr>
              <p:custDataLst>
                <p:tags r:id="rId22"/>
              </p:custDataLst>
            </p:nvPr>
          </p:nvSpPr>
          <p:spPr>
            <a:xfrm>
              <a:off x="-101600" y="660400"/>
              <a:ext cx="2798064" cy="24564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560" b="1">
                  <a:solidFill>
                    <a:srgbClr val="374151"/>
                  </a:solidFill>
                </a:rPr>
                <a:t>俄罗斯：</a:t>
              </a:r>
              <a:r>
                <a:rPr lang="en-US" sz="1560">
                  <a:solidFill>
                    <a:srgbClr val="374151"/>
                  </a:solidFill>
                </a:rPr>
                <a:t>内政部、铁路等遭攻击</a:t>
              </a:r>
              <a:endParaRPr lang="en-US" sz="1560"/>
            </a:p>
          </p:txBody>
        </p:sp>
        <p:sp>
          <p:nvSpPr>
            <p:cNvPr id="35" name="Text 9" descr="TEMP_Z_ORDER_13"/>
            <p:cNvSpPr/>
            <p:nvPr>
              <p:custDataLst>
                <p:tags r:id="rId23"/>
              </p:custDataLst>
            </p:nvPr>
          </p:nvSpPr>
          <p:spPr>
            <a:xfrm>
              <a:off x="5034280" y="690880"/>
              <a:ext cx="157131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143766"/>
                  </a:solidFill>
                </a:rPr>
                <a:t>•</a:t>
              </a:r>
              <a:endParaRPr lang="en-US" sz="1920"/>
            </a:p>
          </p:txBody>
        </p:sp>
        <p:sp>
          <p:nvSpPr>
            <p:cNvPr id="36" name="Text 10" descr="TEMP_Z_ORDER_14"/>
            <p:cNvSpPr/>
            <p:nvPr>
              <p:custDataLst>
                <p:tags r:id="rId24"/>
              </p:custDataLst>
            </p:nvPr>
          </p:nvSpPr>
          <p:spPr>
            <a:xfrm>
              <a:off x="5308600" y="660400"/>
              <a:ext cx="2599944" cy="24564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560" b="1">
                  <a:solidFill>
                    <a:srgbClr val="374151"/>
                  </a:solidFill>
                </a:rPr>
                <a:t>美国：</a:t>
              </a:r>
              <a:r>
                <a:rPr lang="en-US" sz="1560">
                  <a:solidFill>
                    <a:srgbClr val="374151"/>
                  </a:solidFill>
                </a:rPr>
                <a:t>联邦快递等企业受影响</a:t>
              </a:r>
              <a:endParaRPr lang="en-US" sz="1560"/>
            </a:p>
          </p:txBody>
        </p:sp>
      </p:grpSp>
      <p:grpSp>
        <p:nvGrpSpPr>
          <p:cNvPr id="37" name="组合 36"/>
          <p:cNvGrpSpPr/>
          <p:nvPr>
            <p:custDataLst>
              <p:tags r:id="rId25"/>
            </p:custDataLst>
          </p:nvPr>
        </p:nvGrpSpPr>
        <p:grpSpPr>
          <a:xfrm>
            <a:off x="609600" y="5181600"/>
            <a:ext cx="10972800" cy="1066800"/>
            <a:chOff x="-635000" y="-635000"/>
            <a:chExt cx="10972800" cy="1066800"/>
          </a:xfrm>
        </p:grpSpPr>
        <p:pic>
          <p:nvPicPr>
            <p:cNvPr id="38" name="Image 4" descr="TEMP_Z_ORDER_15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972800" cy="106680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pic>
          <p:nvPicPr>
            <p:cNvPr id="39" name="Image 5" descr="TEMP_Z_ORDER_16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30"/>
            <a:stretch>
              <a:fillRect/>
            </a:stretch>
          </p:blipFill>
          <p:spPr>
            <a:xfrm>
              <a:off x="-391160" y="-406400"/>
              <a:ext cx="609600" cy="609600"/>
            </a:xfrm>
            <a:prstGeom prst="rect">
              <a:avLst/>
            </a:prstGeom>
          </p:spPr>
        </p:pic>
        <p:pic>
          <p:nvPicPr>
            <p:cNvPr id="40" name="Image 6" descr="TEMP_Z_ORDER_17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-269240" y="-284480"/>
              <a:ext cx="365760" cy="365760"/>
            </a:xfrm>
            <a:prstGeom prst="rect">
              <a:avLst/>
            </a:prstGeom>
          </p:spPr>
        </p:pic>
        <p:sp>
          <p:nvSpPr>
            <p:cNvPr id="41" name="Text 11" descr="TEMP_Z_ORDER_18"/>
            <p:cNvSpPr/>
            <p:nvPr>
              <p:custDataLst>
                <p:tags r:id="rId34"/>
              </p:custDataLst>
            </p:nvPr>
          </p:nvSpPr>
          <p:spPr>
            <a:xfrm>
              <a:off x="462280" y="-406400"/>
              <a:ext cx="685800" cy="229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zh-CN" altLang="en-US" sz="1800">
                  <a:solidFill>
                    <a:schemeClr val="bg1"/>
                  </a:solidFill>
                </a:rPr>
                <a:t>聊一聊</a:t>
              </a:r>
              <a:endParaRPr lang="zh-CN" altLang="en-US" sz="1800">
                <a:solidFill>
                  <a:schemeClr val="bg1"/>
                </a:solidFill>
              </a:endParaRPr>
            </a:p>
          </p:txBody>
        </p:sp>
        <p:sp>
          <p:nvSpPr>
            <p:cNvPr id="42" name="Text 12" descr="TEMP_Z_ORDER_19"/>
            <p:cNvSpPr/>
            <p:nvPr>
              <p:custDataLst>
                <p:tags r:id="rId35"/>
              </p:custDataLst>
            </p:nvPr>
          </p:nvSpPr>
          <p:spPr>
            <a:xfrm>
              <a:off x="462280" y="-86360"/>
              <a:ext cx="9640824" cy="32258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zh-CN" altLang="en-US" sz="1680" kern="0" spc="56">
                  <a:solidFill>
                    <a:srgbClr val="FFFFFF"/>
                  </a:solidFill>
                </a:rPr>
                <a:t>这个事件给你的感受又是什么？</a:t>
              </a:r>
              <a:endParaRPr lang="en-US" sz="1680"/>
            </a:p>
          </p:txBody>
        </p:sp>
      </p:grpSp>
      <p:grpSp>
        <p:nvGrpSpPr>
          <p:cNvPr id="46" name="组合 45"/>
          <p:cNvGrpSpPr/>
          <p:nvPr>
            <p:custDataLst>
              <p:tags r:id="rId36"/>
            </p:custDataLst>
          </p:nvPr>
        </p:nvGrpSpPr>
        <p:grpSpPr>
          <a:xfrm>
            <a:off x="7193280" y="1371600"/>
            <a:ext cx="4389120" cy="1524000"/>
            <a:chOff x="-635000" y="-635000"/>
            <a:chExt cx="4389120" cy="1524000"/>
          </a:xfrm>
        </p:grpSpPr>
        <p:pic>
          <p:nvPicPr>
            <p:cNvPr id="47" name="Image 7" descr="TEMP_Z_ORDER_20"/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4389120" cy="15240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48" name="Image 8" descr="TEMP_Z_ORDER_21"/>
            <p:cNvPicPr>
              <a:picLocks noChangeAspect="1"/>
            </p:cNvPicPr>
            <p:nvPr>
              <p:custDataLst>
                <p:tags r:id="rId40"/>
              </p:custDataLst>
            </p:nvPr>
          </p:nvPicPr>
          <p:blipFill>
            <a:blip r:embed="rId41"/>
            <a:stretch>
              <a:fillRect/>
            </a:stretch>
          </p:blipFill>
          <p:spPr>
            <a:xfrm>
              <a:off x="-619761" y="-619760"/>
              <a:ext cx="4358640" cy="1493520"/>
            </a:xfrm>
            <a:prstGeom prst="rect">
              <a:avLst/>
            </a:prstGeom>
          </p:spPr>
        </p:pic>
      </p:grpSp>
      <p:sp>
        <p:nvSpPr>
          <p:cNvPr id="24" name="Text 13"/>
          <p:cNvSpPr/>
          <p:nvPr>
            <p:custDataLst>
              <p:tags r:id="rId42"/>
            </p:custDataLst>
          </p:nvPr>
        </p:nvSpPr>
        <p:spPr>
          <a:xfrm>
            <a:off x="822497" y="529635"/>
            <a:ext cx="10908924" cy="42648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2760">
                <a:solidFill>
                  <a:srgbClr val="1E1E1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案例：WannaCry勒索病毒（2017）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3" presetClass="entr" presetSubtype="16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3" presetClass="entr" presetSubtype="16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3" name="Image 1" descr="https://test.web.static.jianzeppt.com/ppt-temp-img3/f0bd98608bd058e5103d900059228a3b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22" name="组合 21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6093382" cy="1504315"/>
            <a:chOff x="-635000" y="-635000"/>
            <a:chExt cx="6128463" cy="1504315"/>
          </a:xfrm>
        </p:grpSpPr>
        <p:pic>
          <p:nvPicPr>
            <p:cNvPr id="23" name="Image 2" descr="TEMP_Z_ORDER_2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543560"/>
              <a:ext cx="60960" cy="274320"/>
            </a:xfrm>
            <a:prstGeom prst="rect">
              <a:avLst/>
            </a:prstGeom>
          </p:spPr>
        </p:pic>
        <p:sp>
          <p:nvSpPr>
            <p:cNvPr id="24" name="Text 0" descr="TEMP_Z_ORDER_3"/>
            <p:cNvSpPr/>
            <p:nvPr>
              <p:custDataLst>
                <p:tags r:id="rId11"/>
              </p:custDataLst>
            </p:nvPr>
          </p:nvSpPr>
          <p:spPr>
            <a:xfrm>
              <a:off x="-421640" y="-635000"/>
              <a:ext cx="1231392" cy="32032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143766"/>
                  </a:solidFill>
                </a:rPr>
                <a:t>讨论问题</a:t>
              </a:r>
              <a:endParaRPr lang="en-US" sz="2400"/>
            </a:p>
          </p:txBody>
        </p:sp>
        <p:pic>
          <p:nvPicPr>
            <p:cNvPr id="25" name="Image 3" descr="TEMP_Z_ORDER_4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421640" y="187960"/>
              <a:ext cx="91440" cy="91440"/>
            </a:xfrm>
            <a:prstGeom prst="rect">
              <a:avLst/>
            </a:prstGeom>
          </p:spPr>
        </p:pic>
        <p:sp>
          <p:nvSpPr>
            <p:cNvPr id="26" name="Text 1" descr="TEMP_Z_ORDER_5"/>
            <p:cNvSpPr/>
            <p:nvPr>
              <p:custDataLst>
                <p:tags r:id="rId15"/>
              </p:custDataLst>
            </p:nvPr>
          </p:nvSpPr>
          <p:spPr>
            <a:xfrm>
              <a:off x="-177800" y="66040"/>
              <a:ext cx="5671263" cy="2546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000">
                  <a:solidFill>
                    <a:srgbClr val="333333"/>
                  </a:solidFill>
                </a:rPr>
                <a:t>棱镜门和WannaCry勒索病毒事件有什么共同特点？</a:t>
              </a:r>
              <a:endParaRPr lang="en-US" sz="2000">
                <a:solidFill>
                  <a:srgbClr val="333333"/>
                </a:solidFill>
              </a:endParaRPr>
            </a:p>
          </p:txBody>
        </p:sp>
        <p:pic>
          <p:nvPicPr>
            <p:cNvPr id="27" name="Image 4" descr="TEMP_Z_ORDER_6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421640" y="736600"/>
              <a:ext cx="91440" cy="91440"/>
            </a:xfrm>
            <a:prstGeom prst="rect">
              <a:avLst/>
            </a:prstGeom>
          </p:spPr>
        </p:pic>
        <p:sp>
          <p:nvSpPr>
            <p:cNvPr id="28" name="Text 2" descr="TEMP_Z_ORDER_7"/>
            <p:cNvSpPr/>
            <p:nvPr>
              <p:custDataLst>
                <p:tags r:id="rId17"/>
              </p:custDataLst>
            </p:nvPr>
          </p:nvSpPr>
          <p:spPr>
            <a:xfrm>
              <a:off x="-177800" y="614680"/>
              <a:ext cx="2043699" cy="2546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zh-CN" altLang="en-US" sz="2000">
                  <a:solidFill>
                    <a:srgbClr val="333333"/>
                  </a:solidFill>
                </a:rPr>
                <a:t>该如何进行防范？</a:t>
              </a:r>
              <a:endParaRPr lang="zh-CN" altLang="en-US" sz="2000">
                <a:solidFill>
                  <a:srgbClr val="333333"/>
                </a:solidFill>
              </a:endParaRPr>
            </a:p>
          </p:txBody>
        </p:sp>
      </p:grpSp>
      <p:grpSp>
        <p:nvGrpSpPr>
          <p:cNvPr id="17" name="组合 16"/>
          <p:cNvGrpSpPr/>
          <p:nvPr>
            <p:custDataLst>
              <p:tags r:id="rId18"/>
            </p:custDataLst>
          </p:nvPr>
        </p:nvGrpSpPr>
        <p:grpSpPr>
          <a:xfrm>
            <a:off x="609600" y="3352800"/>
            <a:ext cx="10972800" cy="2011680"/>
            <a:chOff x="-635000" y="-635000"/>
            <a:chExt cx="10972800" cy="2011680"/>
          </a:xfrm>
        </p:grpSpPr>
        <p:pic>
          <p:nvPicPr>
            <p:cNvPr id="18" name="Image 6" descr="TEMP_Z_ORDER_10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0"/>
            <a:stretch>
              <a:fillRect/>
            </a:stretch>
          </p:blipFill>
          <p:spPr>
            <a:xfrm>
              <a:off x="-635000" y="-635000"/>
              <a:ext cx="10972800" cy="2011680"/>
            </a:xfrm>
            <a:prstGeom prst="rect">
              <a:avLst/>
            </a:prstGeom>
          </p:spPr>
        </p:pic>
        <p:pic>
          <p:nvPicPr>
            <p:cNvPr id="19" name="Image 7" descr="TEMP_Z_ORDER_11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-330200" y="-330200"/>
              <a:ext cx="1295400" cy="472440"/>
            </a:xfrm>
            <a:prstGeom prst="rect">
              <a:avLst/>
            </a:prstGeom>
          </p:spPr>
        </p:pic>
        <p:sp>
          <p:nvSpPr>
            <p:cNvPr id="20" name="Text 4" descr="TEMP_Z_ORDER_12"/>
            <p:cNvSpPr/>
            <p:nvPr>
              <p:custDataLst>
                <p:tags r:id="rId24"/>
              </p:custDataLst>
            </p:nvPr>
          </p:nvSpPr>
          <p:spPr>
            <a:xfrm>
              <a:off x="-71120" y="-314960"/>
              <a:ext cx="609600" cy="46164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zh-CN" altLang="en-US" sz="2400">
                  <a:solidFill>
                    <a:schemeClr val="bg1"/>
                  </a:solidFill>
                </a:rPr>
                <a:t>总结</a:t>
              </a:r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21" name="Text 5" descr="TEMP_Z_ORDER_13"/>
            <p:cNvSpPr/>
            <p:nvPr>
              <p:custDataLst>
                <p:tags r:id="rId25"/>
              </p:custDataLst>
            </p:nvPr>
          </p:nvSpPr>
          <p:spPr>
            <a:xfrm>
              <a:off x="-330200" y="309880"/>
              <a:ext cx="10372344" cy="100393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2400">
                  <a:solidFill>
                    <a:srgbClr val="333333"/>
                  </a:solidFill>
                </a:rPr>
                <a:t>这两个案例都揭示了信息系统安全防护不足可能导致的严重后果。</a:t>
              </a:r>
              <a:endParaRPr lang="en-US" sz="2400">
                <a:solidFill>
                  <a:srgbClr val="333333"/>
                </a:solidFill>
              </a:endParaRPr>
            </a:p>
            <a:p>
              <a:pPr marL="0" indent="0" algn="l">
                <a:lnSpc>
                  <a:spcPct val="136000"/>
                </a:lnSpc>
                <a:buNone/>
              </a:pPr>
              <a:r>
                <a:rPr lang="zh-CN" altLang="en-US" sz="2400" b="1">
                  <a:solidFill>
                    <a:schemeClr val="tx1"/>
                  </a:solidFill>
                </a:rPr>
                <a:t>信息安全</a:t>
              </a:r>
              <a:r>
                <a:rPr lang="en-US" sz="2400" b="1">
                  <a:solidFill>
                    <a:schemeClr val="tx1"/>
                  </a:solidFill>
                </a:rPr>
                <a:t>测评</a:t>
              </a:r>
              <a:r>
                <a:rPr lang="zh-CN" altLang="en-US" sz="2400">
                  <a:solidFill>
                    <a:srgbClr val="333333"/>
                  </a:solidFill>
                </a:rPr>
                <a:t>：</a:t>
              </a:r>
              <a:r>
                <a:rPr lang="en-US" sz="2400">
                  <a:solidFill>
                    <a:srgbClr val="333333"/>
                  </a:solidFill>
                </a:rPr>
                <a:t>发现安全隐患、验证安全能力、保障系统合规</a:t>
              </a:r>
              <a:endParaRPr lang="en-US" sz="2400">
                <a:solidFill>
                  <a:srgbClr val="333333"/>
                </a:solidFill>
              </a:endParaRPr>
            </a:p>
          </p:txBody>
        </p:sp>
      </p:grpSp>
      <p:sp>
        <p:nvSpPr>
          <p:cNvPr id="16" name="Text 6"/>
          <p:cNvSpPr/>
          <p:nvPr>
            <p:custDataLst>
              <p:tags r:id="rId26"/>
            </p:custDataLst>
          </p:nvPr>
        </p:nvSpPr>
        <p:spPr>
          <a:xfrm>
            <a:off x="822497" y="529635"/>
            <a:ext cx="10908924" cy="42648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2760">
                <a:solidFill>
                  <a:srgbClr val="1E1E1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案例启示与课程导入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2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3" name="Image 1" descr="https://test.web.static.jianzeppt.com/ppt-temp-img3/f0bd98608bd058e5103d900059228a3b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4" name="Text 0"/>
          <p:cNvSpPr/>
          <p:nvPr>
            <p:custDataLst>
              <p:tags r:id="rId7"/>
            </p:custDataLst>
          </p:nvPr>
        </p:nvSpPr>
        <p:spPr>
          <a:xfrm>
            <a:off x="609600" y="3444240"/>
            <a:ext cx="1098194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1560" b="1">
                <a:solidFill>
                  <a:srgbClr val="1437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测评的四个目的</a:t>
            </a:r>
            <a:endParaRPr lang="en-US" sz="1560"/>
          </a:p>
        </p:txBody>
      </p:sp>
      <p:grpSp>
        <p:nvGrpSpPr>
          <p:cNvPr id="90" name="组合 89"/>
          <p:cNvGrpSpPr/>
          <p:nvPr>
            <p:custDataLst>
              <p:tags r:id="rId8"/>
            </p:custDataLst>
          </p:nvPr>
        </p:nvGrpSpPr>
        <p:grpSpPr>
          <a:xfrm>
            <a:off x="609600" y="3916680"/>
            <a:ext cx="5394960" cy="918674"/>
            <a:chOff x="-635000" y="-635000"/>
            <a:chExt cx="5394960" cy="918674"/>
          </a:xfrm>
        </p:grpSpPr>
        <p:pic>
          <p:nvPicPr>
            <p:cNvPr id="91" name="Image 2" descr="TEMP_Z_ORDER_3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5394960" cy="50292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92" name="Image 3" descr="TEMP_Z_ORDER_4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436880" y="-406400"/>
              <a:ext cx="365760" cy="365760"/>
            </a:xfrm>
            <a:prstGeom prst="rect">
              <a:avLst/>
            </a:prstGeom>
          </p:spPr>
        </p:pic>
        <p:sp>
          <p:nvSpPr>
            <p:cNvPr id="93" name="Text 1" descr="TEMP_Z_ORDER_5"/>
            <p:cNvSpPr/>
            <p:nvPr>
              <p:custDataLst>
                <p:tags r:id="rId15"/>
              </p:custDataLst>
            </p:nvPr>
          </p:nvSpPr>
          <p:spPr>
            <a:xfrm>
              <a:off x="-313563" y="-364058"/>
              <a:ext cx="128270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1</a:t>
              </a:r>
              <a:endParaRPr lang="en-US" sz="1440"/>
            </a:p>
          </p:txBody>
        </p:sp>
        <p:sp>
          <p:nvSpPr>
            <p:cNvPr id="94" name="Text 2" descr="TEMP_Z_ORDER_6"/>
            <p:cNvSpPr/>
            <p:nvPr>
              <p:custDataLst>
                <p:tags r:id="rId16"/>
              </p:custDataLst>
            </p:nvPr>
          </p:nvSpPr>
          <p:spPr>
            <a:xfrm>
              <a:off x="111760" y="-436880"/>
              <a:ext cx="923544" cy="33239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800" b="1">
                  <a:solidFill>
                    <a:srgbClr val="1437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发现问题</a:t>
              </a:r>
              <a:endParaRPr lang="en-US" sz="1800"/>
            </a:p>
          </p:txBody>
        </p:sp>
        <p:sp>
          <p:nvSpPr>
            <p:cNvPr id="95" name="Text 3" descr="TEMP_Z_ORDER_7"/>
            <p:cNvSpPr/>
            <p:nvPr>
              <p:custDataLst>
                <p:tags r:id="rId17"/>
              </p:custDataLst>
            </p:nvPr>
          </p:nvSpPr>
          <p:spPr>
            <a:xfrm>
              <a:off x="111760" y="35560"/>
              <a:ext cx="3407172" cy="24811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560">
                  <a:solidFill>
                    <a:srgbClr val="666666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发现系统中存在的安全漏洞和配置缺陷</a:t>
              </a:r>
              <a:endParaRPr lang="en-US" sz="1560"/>
            </a:p>
          </p:txBody>
        </p:sp>
      </p:grpSp>
      <p:grpSp>
        <p:nvGrpSpPr>
          <p:cNvPr id="78" name="组合 77"/>
          <p:cNvGrpSpPr/>
          <p:nvPr>
            <p:custDataLst>
              <p:tags r:id="rId18"/>
            </p:custDataLst>
          </p:nvPr>
        </p:nvGrpSpPr>
        <p:grpSpPr>
          <a:xfrm>
            <a:off x="6187440" y="3916680"/>
            <a:ext cx="5394960" cy="922020"/>
            <a:chOff x="-635000" y="-635000"/>
            <a:chExt cx="5394960" cy="922020"/>
          </a:xfrm>
        </p:grpSpPr>
        <p:pic>
          <p:nvPicPr>
            <p:cNvPr id="79" name="Image 4" descr="TEMP_Z_ORDER_8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5394960" cy="50292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80" name="Image 5" descr="TEMP_Z_ORDER_9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436880" y="-406400"/>
              <a:ext cx="365760" cy="365760"/>
            </a:xfrm>
            <a:prstGeom prst="rect">
              <a:avLst/>
            </a:prstGeom>
          </p:spPr>
        </p:pic>
        <p:sp>
          <p:nvSpPr>
            <p:cNvPr id="81" name="Text 4" descr="TEMP_Z_ORDER_10"/>
            <p:cNvSpPr/>
            <p:nvPr>
              <p:custDataLst>
                <p:tags r:id="rId21"/>
              </p:custDataLst>
            </p:nvPr>
          </p:nvSpPr>
          <p:spPr>
            <a:xfrm>
              <a:off x="-313562" y="-364058"/>
              <a:ext cx="128270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2</a:t>
              </a:r>
              <a:endParaRPr lang="en-US" sz="1440"/>
            </a:p>
          </p:txBody>
        </p:sp>
        <p:sp>
          <p:nvSpPr>
            <p:cNvPr id="82" name="Text 5" descr="TEMP_Z_ORDER_11"/>
            <p:cNvSpPr/>
            <p:nvPr>
              <p:custDataLst>
                <p:tags r:id="rId22"/>
              </p:custDataLst>
            </p:nvPr>
          </p:nvSpPr>
          <p:spPr>
            <a:xfrm>
              <a:off x="111760" y="-436880"/>
              <a:ext cx="923544" cy="33239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800" b="1">
                  <a:solidFill>
                    <a:srgbClr val="1437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验证能力</a:t>
              </a:r>
              <a:endParaRPr lang="en-US" sz="1800"/>
            </a:p>
          </p:txBody>
        </p:sp>
        <p:sp>
          <p:nvSpPr>
            <p:cNvPr id="83" name="Text 6" descr="TEMP_Z_ORDER_12"/>
            <p:cNvSpPr/>
            <p:nvPr>
              <p:custDataLst>
                <p:tags r:id="rId23"/>
              </p:custDataLst>
            </p:nvPr>
          </p:nvSpPr>
          <p:spPr>
            <a:xfrm>
              <a:off x="111760" y="35560"/>
              <a:ext cx="3206750" cy="24811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560">
                  <a:solidFill>
                    <a:srgbClr val="666666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验证系统是否满足国家等级保护要求</a:t>
              </a:r>
              <a:endParaRPr lang="en-US" sz="1560"/>
            </a:p>
          </p:txBody>
        </p:sp>
      </p:grpSp>
      <p:grpSp>
        <p:nvGrpSpPr>
          <p:cNvPr id="84" name="组合 83"/>
          <p:cNvGrpSpPr/>
          <p:nvPr>
            <p:custDataLst>
              <p:tags r:id="rId24"/>
            </p:custDataLst>
          </p:nvPr>
        </p:nvGrpSpPr>
        <p:grpSpPr>
          <a:xfrm>
            <a:off x="613492" y="4588000"/>
            <a:ext cx="5394960" cy="906780"/>
            <a:chOff x="-635000" y="-635000"/>
            <a:chExt cx="5394960" cy="906780"/>
          </a:xfrm>
        </p:grpSpPr>
        <p:pic>
          <p:nvPicPr>
            <p:cNvPr id="85" name="Image 6" descr="TEMP_Z_ORDER_13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5394960" cy="50292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86" name="Image 7" descr="TEMP_Z_ORDER_14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436880" y="-406400"/>
              <a:ext cx="365760" cy="365760"/>
            </a:xfrm>
            <a:prstGeom prst="rect">
              <a:avLst/>
            </a:prstGeom>
          </p:spPr>
        </p:pic>
        <p:sp>
          <p:nvSpPr>
            <p:cNvPr id="87" name="Text 7" descr="TEMP_Z_ORDER_15"/>
            <p:cNvSpPr/>
            <p:nvPr>
              <p:custDataLst>
                <p:tags r:id="rId27"/>
              </p:custDataLst>
            </p:nvPr>
          </p:nvSpPr>
          <p:spPr>
            <a:xfrm>
              <a:off x="-313563" y="-364058"/>
              <a:ext cx="128270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3</a:t>
              </a:r>
              <a:endParaRPr lang="en-US" sz="1440"/>
            </a:p>
          </p:txBody>
        </p:sp>
        <p:sp>
          <p:nvSpPr>
            <p:cNvPr id="88" name="Text 8" descr="TEMP_Z_ORDER_16"/>
            <p:cNvSpPr/>
            <p:nvPr>
              <p:custDataLst>
                <p:tags r:id="rId28"/>
              </p:custDataLst>
            </p:nvPr>
          </p:nvSpPr>
          <p:spPr>
            <a:xfrm>
              <a:off x="111760" y="-436880"/>
              <a:ext cx="923544" cy="33239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800" b="1">
                  <a:solidFill>
                    <a:srgbClr val="1437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指导整改</a:t>
              </a:r>
              <a:endParaRPr lang="en-US" sz="1800"/>
            </a:p>
          </p:txBody>
        </p:sp>
        <p:sp>
          <p:nvSpPr>
            <p:cNvPr id="89" name="Text 9" descr="TEMP_Z_ORDER_17"/>
            <p:cNvSpPr/>
            <p:nvPr>
              <p:custDataLst>
                <p:tags r:id="rId29"/>
              </p:custDataLst>
            </p:nvPr>
          </p:nvSpPr>
          <p:spPr>
            <a:xfrm>
              <a:off x="111760" y="20320"/>
              <a:ext cx="2204641" cy="24811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560">
                  <a:solidFill>
                    <a:srgbClr val="666666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为系统安全整改提供依据</a:t>
              </a:r>
              <a:endParaRPr lang="en-US" sz="1560"/>
            </a:p>
          </p:txBody>
        </p:sp>
      </p:grpSp>
      <p:grpSp>
        <p:nvGrpSpPr>
          <p:cNvPr id="48" name="组合 47"/>
          <p:cNvGrpSpPr/>
          <p:nvPr>
            <p:custDataLst>
              <p:tags r:id="rId30"/>
            </p:custDataLst>
          </p:nvPr>
        </p:nvGrpSpPr>
        <p:grpSpPr>
          <a:xfrm>
            <a:off x="6187440" y="4602480"/>
            <a:ext cx="5394960" cy="906780"/>
            <a:chOff x="-635000" y="-635000"/>
            <a:chExt cx="5394960" cy="906780"/>
          </a:xfrm>
        </p:grpSpPr>
        <p:pic>
          <p:nvPicPr>
            <p:cNvPr id="49" name="Image 8" descr="TEMP_Z_ORDER_18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5394960" cy="50292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50" name="Image 9" descr="TEMP_Z_ORDER_19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436880" y="-406400"/>
              <a:ext cx="365760" cy="365760"/>
            </a:xfrm>
            <a:prstGeom prst="rect">
              <a:avLst/>
            </a:prstGeom>
          </p:spPr>
        </p:pic>
        <p:sp>
          <p:nvSpPr>
            <p:cNvPr id="51" name="Text 10" descr="TEMP_Z_ORDER_20"/>
            <p:cNvSpPr/>
            <p:nvPr>
              <p:custDataLst>
                <p:tags r:id="rId33"/>
              </p:custDataLst>
            </p:nvPr>
          </p:nvSpPr>
          <p:spPr>
            <a:xfrm>
              <a:off x="-313562" y="-364058"/>
              <a:ext cx="128270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4</a:t>
              </a:r>
              <a:endParaRPr lang="en-US" sz="1440"/>
            </a:p>
          </p:txBody>
        </p:sp>
        <p:sp>
          <p:nvSpPr>
            <p:cNvPr id="52" name="Text 11" descr="TEMP_Z_ORDER_21"/>
            <p:cNvSpPr/>
            <p:nvPr>
              <p:custDataLst>
                <p:tags r:id="rId34"/>
              </p:custDataLst>
            </p:nvPr>
          </p:nvSpPr>
          <p:spPr>
            <a:xfrm>
              <a:off x="111760" y="-436880"/>
              <a:ext cx="923544" cy="33239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800" b="1">
                  <a:solidFill>
                    <a:srgbClr val="1437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规避风险</a:t>
              </a:r>
              <a:endParaRPr lang="en-US" sz="1800"/>
            </a:p>
          </p:txBody>
        </p:sp>
        <p:sp>
          <p:nvSpPr>
            <p:cNvPr id="53" name="Text 12" descr="TEMP_Z_ORDER_22"/>
            <p:cNvSpPr/>
            <p:nvPr>
              <p:custDataLst>
                <p:tags r:id="rId35"/>
              </p:custDataLst>
            </p:nvPr>
          </p:nvSpPr>
          <p:spPr>
            <a:xfrm>
              <a:off x="111760" y="20320"/>
              <a:ext cx="2605484" cy="24811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560">
                  <a:solidFill>
                    <a:srgbClr val="666666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帮助组织识别并规避安全风险</a:t>
              </a:r>
              <a:endParaRPr lang="en-US" sz="1560"/>
            </a:p>
          </p:txBody>
        </p:sp>
      </p:grpSp>
      <p:grpSp>
        <p:nvGrpSpPr>
          <p:cNvPr id="65" name="组合 64"/>
          <p:cNvGrpSpPr/>
          <p:nvPr>
            <p:custDataLst>
              <p:tags r:id="rId36"/>
            </p:custDataLst>
          </p:nvPr>
        </p:nvGrpSpPr>
        <p:grpSpPr>
          <a:xfrm>
            <a:off x="609600" y="5334000"/>
            <a:ext cx="10972800" cy="914400"/>
            <a:chOff x="-635000" y="-635000"/>
            <a:chExt cx="10972800" cy="914400"/>
          </a:xfrm>
        </p:grpSpPr>
        <p:pic>
          <p:nvPicPr>
            <p:cNvPr id="66" name="Image 10" descr="TEMP_Z_ORDER_23"/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>
            <a:blip r:embed="rId38"/>
            <a:stretch>
              <a:fillRect/>
            </a:stretch>
          </p:blipFill>
          <p:spPr>
            <a:xfrm>
              <a:off x="-635000" y="-635000"/>
              <a:ext cx="10972800" cy="914400"/>
            </a:xfrm>
            <a:prstGeom prst="rect">
              <a:avLst/>
            </a:prstGeom>
          </p:spPr>
        </p:pic>
        <p:pic>
          <p:nvPicPr>
            <p:cNvPr id="67" name="Image 11" descr="TEMP_Z_ORDER_24"/>
            <p:cNvPicPr>
              <a:picLocks noChangeAspect="1"/>
            </p:cNvPicPr>
            <p:nvPr>
              <p:custDataLst>
                <p:tags r:id="rId39"/>
              </p:custDataLst>
            </p:nvPr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-254000" y="-436880"/>
              <a:ext cx="1295400" cy="53340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68" name="Text 13" descr="TEMP_Z_ORDER_25"/>
            <p:cNvSpPr/>
            <p:nvPr>
              <p:custDataLst>
                <p:tags r:id="rId42"/>
              </p:custDataLst>
            </p:nvPr>
          </p:nvSpPr>
          <p:spPr>
            <a:xfrm>
              <a:off x="-71120" y="-345440"/>
              <a:ext cx="923544" cy="33239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80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测评准备</a:t>
              </a:r>
              <a:endParaRPr lang="en-US" sz="1800"/>
            </a:p>
          </p:txBody>
        </p:sp>
        <p:pic>
          <p:nvPicPr>
            <p:cNvPr id="69" name="Image 12" descr="TEMP_Z_ORDER_26"/>
            <p:cNvPicPr>
              <a:picLocks noChangeAspect="1"/>
            </p:cNvPicPr>
            <p:nvPr>
              <p:custDataLst>
                <p:tags r:id="rId43"/>
              </p:custDataLst>
            </p:nvPr>
          </p:nvPicPr>
          <p:blipFill>
            <a:blip r:embed="rId44"/>
            <a:stretch>
              <a:fillRect/>
            </a:stretch>
          </p:blipFill>
          <p:spPr>
            <a:xfrm>
              <a:off x="1544320" y="-330200"/>
              <a:ext cx="640080" cy="304800"/>
            </a:xfrm>
            <a:prstGeom prst="rect">
              <a:avLst/>
            </a:prstGeom>
          </p:spPr>
        </p:pic>
        <p:pic>
          <p:nvPicPr>
            <p:cNvPr id="70" name="Image 13" descr="TEMP_Z_ORDER_27"/>
            <p:cNvPicPr>
              <a:picLocks noChangeAspect="1"/>
            </p:cNvPicPr>
            <p:nvPr>
              <p:custDataLst>
                <p:tags r:id="rId45"/>
              </p:custDataLst>
            </p:nvPr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2717800" y="-436880"/>
              <a:ext cx="1295400" cy="53340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71" name="Text 14" descr="TEMP_Z_ORDER_28"/>
            <p:cNvSpPr/>
            <p:nvPr>
              <p:custDataLst>
                <p:tags r:id="rId46"/>
              </p:custDataLst>
            </p:nvPr>
          </p:nvSpPr>
          <p:spPr>
            <a:xfrm>
              <a:off x="2900680" y="-345440"/>
              <a:ext cx="923544" cy="33239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80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方案编制</a:t>
              </a:r>
              <a:endParaRPr lang="en-US" sz="1800"/>
            </a:p>
          </p:txBody>
        </p:sp>
        <p:pic>
          <p:nvPicPr>
            <p:cNvPr id="72" name="Image 14" descr="TEMP_Z_ORDER_29"/>
            <p:cNvPicPr>
              <a:picLocks noChangeAspect="1"/>
            </p:cNvPicPr>
            <p:nvPr>
              <p:custDataLst>
                <p:tags r:id="rId47"/>
              </p:custDataLst>
            </p:nvPr>
          </p:nvPicPr>
          <p:blipFill>
            <a:blip r:embed="rId44"/>
            <a:stretch>
              <a:fillRect/>
            </a:stretch>
          </p:blipFill>
          <p:spPr>
            <a:xfrm>
              <a:off x="4516120" y="-330200"/>
              <a:ext cx="640080" cy="304800"/>
            </a:xfrm>
            <a:prstGeom prst="rect">
              <a:avLst/>
            </a:prstGeom>
          </p:spPr>
        </p:pic>
        <p:pic>
          <p:nvPicPr>
            <p:cNvPr id="73" name="Image 15" descr="TEMP_Z_ORDER_30"/>
            <p:cNvPicPr>
              <a:picLocks noChangeAspect="1"/>
            </p:cNvPicPr>
            <p:nvPr>
              <p:custDataLst>
                <p:tags r:id="rId48"/>
              </p:custDataLst>
            </p:nvPr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5704840" y="-436880"/>
              <a:ext cx="1295400" cy="53340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74" name="Text 15" descr="TEMP_Z_ORDER_31"/>
            <p:cNvSpPr/>
            <p:nvPr>
              <p:custDataLst>
                <p:tags r:id="rId49"/>
              </p:custDataLst>
            </p:nvPr>
          </p:nvSpPr>
          <p:spPr>
            <a:xfrm>
              <a:off x="5887720" y="-345440"/>
              <a:ext cx="923544" cy="33239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80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现场测评</a:t>
              </a:r>
              <a:endParaRPr lang="en-US" sz="1800"/>
            </a:p>
          </p:txBody>
        </p:sp>
        <p:pic>
          <p:nvPicPr>
            <p:cNvPr id="75" name="Image 16" descr="TEMP_Z_ORDER_32"/>
            <p:cNvPicPr>
              <a:picLocks noChangeAspect="1"/>
            </p:cNvPicPr>
            <p:nvPr>
              <p:custDataLst>
                <p:tags r:id="rId50"/>
              </p:custDataLst>
            </p:nvPr>
          </p:nvPicPr>
          <p:blipFill>
            <a:blip r:embed="rId44"/>
            <a:stretch>
              <a:fillRect/>
            </a:stretch>
          </p:blipFill>
          <p:spPr>
            <a:xfrm>
              <a:off x="7487920" y="-330200"/>
              <a:ext cx="640080" cy="304800"/>
            </a:xfrm>
            <a:prstGeom prst="rect">
              <a:avLst/>
            </a:prstGeom>
          </p:spPr>
        </p:pic>
        <p:pic>
          <p:nvPicPr>
            <p:cNvPr id="76" name="Image 17" descr="TEMP_Z_ORDER_33"/>
            <p:cNvPicPr>
              <a:picLocks noChangeAspect="1"/>
            </p:cNvPicPr>
            <p:nvPr>
              <p:custDataLst>
                <p:tags r:id="rId51"/>
              </p:custDataLst>
            </p:nvPr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8676640" y="-436880"/>
              <a:ext cx="1295400" cy="53340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77" name="Text 16" descr="TEMP_Z_ORDER_34"/>
            <p:cNvSpPr/>
            <p:nvPr>
              <p:custDataLst>
                <p:tags r:id="rId52"/>
              </p:custDataLst>
            </p:nvPr>
          </p:nvSpPr>
          <p:spPr>
            <a:xfrm>
              <a:off x="8859520" y="-345440"/>
              <a:ext cx="923544" cy="33239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80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报告编制</a:t>
              </a:r>
              <a:endParaRPr lang="en-US" sz="1800"/>
            </a:p>
          </p:txBody>
        </p:sp>
      </p:grpSp>
      <p:grpSp>
        <p:nvGrpSpPr>
          <p:cNvPr id="54" name="组合 53"/>
          <p:cNvGrpSpPr/>
          <p:nvPr>
            <p:custDataLst>
              <p:tags r:id="rId53"/>
            </p:custDataLst>
          </p:nvPr>
        </p:nvGrpSpPr>
        <p:grpSpPr>
          <a:xfrm>
            <a:off x="609600" y="1371600"/>
            <a:ext cx="10972800" cy="1828800"/>
            <a:chOff x="-635000" y="-635000"/>
            <a:chExt cx="10972800" cy="1828800"/>
          </a:xfrm>
        </p:grpSpPr>
        <p:pic>
          <p:nvPicPr>
            <p:cNvPr id="55" name="Image 18" descr="TEMP_Z_ORDER_35"/>
            <p:cNvPicPr>
              <a:picLocks noChangeAspect="1"/>
            </p:cNvPicPr>
            <p:nvPr>
              <p:custDataLst>
                <p:tags r:id="rId54"/>
              </p:custDataLst>
            </p:nvPr>
          </p:nvPicPr>
          <p:blipFill>
            <a:blip r:embed="rId55"/>
            <a:stretch>
              <a:fillRect/>
            </a:stretch>
          </p:blipFill>
          <p:spPr>
            <a:xfrm>
              <a:off x="-635000" y="-635000"/>
              <a:ext cx="4404360" cy="1828800"/>
            </a:xfrm>
            <a:prstGeom prst="rect">
              <a:avLst/>
            </a:prstGeom>
          </p:spPr>
        </p:pic>
        <p:pic>
          <p:nvPicPr>
            <p:cNvPr id="56" name="Image 19" descr="TEMP_Z_ORDER_36"/>
            <p:cNvPicPr>
              <a:picLocks noChangeAspect="1"/>
            </p:cNvPicPr>
            <p:nvPr>
              <p:custDataLst>
                <p:tags r:id="rId56"/>
              </p:custDataLst>
            </p:nvPr>
          </p:nvPicPr>
          <p:blipFill>
            <a:blip r:embed="rId57">
              <a:extLst>
                <a:ext uri="{96DAC541-7B7A-43D3-8B79-37D633B846F1}">
                  <asvg:svgBlip xmlns:asvg="http://schemas.microsoft.com/office/drawing/2016/SVG/main" r:embed="rId58"/>
                </a:ext>
              </a:extLst>
            </a:blip>
            <a:stretch>
              <a:fillRect/>
            </a:stretch>
          </p:blipFill>
          <p:spPr>
            <a:xfrm>
              <a:off x="-375920" y="-330200"/>
              <a:ext cx="365760" cy="365760"/>
            </a:xfrm>
            <a:prstGeom prst="rect">
              <a:avLst/>
            </a:prstGeom>
          </p:spPr>
        </p:pic>
        <p:sp>
          <p:nvSpPr>
            <p:cNvPr id="57" name="Text 17" descr="TEMP_Z_ORDER_37"/>
            <p:cNvSpPr/>
            <p:nvPr>
              <p:custDataLst>
                <p:tags r:id="rId59"/>
              </p:custDataLst>
            </p:nvPr>
          </p:nvSpPr>
          <p:spPr>
            <a:xfrm>
              <a:off x="172720" y="-375920"/>
              <a:ext cx="1231392" cy="3202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1437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形象比喻</a:t>
              </a:r>
              <a:endParaRPr lang="en-US" sz="2400"/>
            </a:p>
          </p:txBody>
        </p:sp>
        <p:sp>
          <p:nvSpPr>
            <p:cNvPr id="58" name="Text 18" descr="TEMP_Z_ORDER_38"/>
            <p:cNvSpPr/>
            <p:nvPr>
              <p:custDataLst>
                <p:tags r:id="rId60"/>
              </p:custDataLst>
            </p:nvPr>
          </p:nvSpPr>
          <p:spPr>
            <a:xfrm>
              <a:off x="-375920" y="203200"/>
              <a:ext cx="3895344" cy="72531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80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信息安全测评就像是给信息系统做一次全面的“健康体检”。</a:t>
              </a:r>
              <a:endParaRPr lang="en-US" sz="1800"/>
            </a:p>
          </p:txBody>
        </p:sp>
        <p:pic>
          <p:nvPicPr>
            <p:cNvPr id="59" name="Image 20" descr="TEMP_Z_ORDER_39"/>
            <p:cNvPicPr>
              <a:picLocks noChangeAspect="1"/>
            </p:cNvPicPr>
            <p:nvPr>
              <p:custDataLst>
                <p:tags r:id="rId61"/>
              </p:custDataLst>
            </p:nvPr>
          </p:nvPicPr>
          <p:blipFill>
            <a:blip r:embed="rId62"/>
            <a:stretch>
              <a:fillRect/>
            </a:stretch>
          </p:blipFill>
          <p:spPr>
            <a:xfrm>
              <a:off x="-619760" y="-619760"/>
              <a:ext cx="60960" cy="1798320"/>
            </a:xfrm>
            <a:prstGeom prst="rect">
              <a:avLst/>
            </a:prstGeom>
          </p:spPr>
        </p:pic>
        <p:pic>
          <p:nvPicPr>
            <p:cNvPr id="60" name="Image 21" descr="TEMP_Z_ORDER_40"/>
            <p:cNvPicPr>
              <a:picLocks noChangeAspect="1"/>
            </p:cNvPicPr>
            <p:nvPr>
              <p:custDataLst>
                <p:tags r:id="rId63"/>
              </p:custDataLst>
            </p:nvPr>
          </p:nvPicPr>
          <p:blipFill>
            <a:blip r:embed="rId64"/>
            <a:stretch>
              <a:fillRect/>
            </a:stretch>
          </p:blipFill>
          <p:spPr>
            <a:xfrm>
              <a:off x="3997960" y="-635000"/>
              <a:ext cx="6339840" cy="1828800"/>
            </a:xfrm>
            <a:prstGeom prst="rect">
              <a:avLst/>
            </a:prstGeom>
          </p:spPr>
        </p:pic>
        <p:pic>
          <p:nvPicPr>
            <p:cNvPr id="61" name="Image 22" descr="TEMP_Z_ORDER_41"/>
            <p:cNvPicPr>
              <a:picLocks noChangeAspect="1"/>
            </p:cNvPicPr>
            <p:nvPr>
              <p:custDataLst>
                <p:tags r:id="rId65"/>
              </p:custDataLst>
            </p:nvPr>
          </p:nvPicPr>
          <p:blipFill>
            <a:blip r:embed="rId66">
              <a:extLst>
                <a:ext uri="{96DAC541-7B7A-43D3-8B79-37D633B846F1}">
                  <asvg:svgBlip xmlns:asvg="http://schemas.microsoft.com/office/drawing/2016/SVG/main" r:embed="rId67"/>
                </a:ext>
              </a:extLst>
            </a:blip>
            <a:stretch>
              <a:fillRect/>
            </a:stretch>
          </p:blipFill>
          <p:spPr>
            <a:xfrm>
              <a:off x="4257040" y="-391160"/>
              <a:ext cx="365760" cy="365760"/>
            </a:xfrm>
            <a:prstGeom prst="rect">
              <a:avLst/>
            </a:prstGeom>
          </p:spPr>
        </p:pic>
        <p:sp>
          <p:nvSpPr>
            <p:cNvPr id="62" name="Text 19" descr="TEMP_Z_ORDER_42"/>
            <p:cNvSpPr/>
            <p:nvPr>
              <p:custDataLst>
                <p:tags r:id="rId68"/>
              </p:custDataLst>
            </p:nvPr>
          </p:nvSpPr>
          <p:spPr>
            <a:xfrm>
              <a:off x="4805680" y="-436880"/>
              <a:ext cx="1231392" cy="3202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1437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核心定义</a:t>
              </a:r>
              <a:endParaRPr lang="en-US" sz="2400"/>
            </a:p>
          </p:txBody>
        </p:sp>
        <p:sp>
          <p:nvSpPr>
            <p:cNvPr id="63" name="Text 20" descr="TEMP_Z_ORDER_43"/>
            <p:cNvSpPr/>
            <p:nvPr>
              <p:custDataLst>
                <p:tags r:id="rId69"/>
              </p:custDataLst>
            </p:nvPr>
          </p:nvSpPr>
          <p:spPr>
            <a:xfrm>
              <a:off x="4257040" y="96520"/>
              <a:ext cx="5830824" cy="100393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60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依据</a:t>
              </a:r>
              <a:r>
                <a:rPr lang="en-US" sz="1600" b="1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国家信息安全标准规范</a:t>
              </a:r>
              <a:r>
                <a:rPr lang="en-US" sz="160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，对信息系统的安全性进行检测、评估和验证的过程，发现系统中存在的安全隐患和薄弱环节，提出改进措施，确保系统达到预期的安全保护能力。</a:t>
              </a:r>
              <a:endParaRPr lang="en-US" sz="160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endParaRPr>
            </a:p>
          </p:txBody>
        </p:sp>
        <p:pic>
          <p:nvPicPr>
            <p:cNvPr id="64" name="Image 23" descr="TEMP_Z_ORDER_44"/>
            <p:cNvPicPr>
              <a:picLocks noChangeAspect="1"/>
            </p:cNvPicPr>
            <p:nvPr>
              <p:custDataLst>
                <p:tags r:id="rId70"/>
              </p:custDataLst>
            </p:nvPr>
          </p:nvPicPr>
          <p:blipFill>
            <a:blip r:embed="rId62"/>
            <a:stretch>
              <a:fillRect/>
            </a:stretch>
          </p:blipFill>
          <p:spPr>
            <a:xfrm>
              <a:off x="4013200" y="-619760"/>
              <a:ext cx="60960" cy="1798320"/>
            </a:xfrm>
            <a:prstGeom prst="rect">
              <a:avLst/>
            </a:prstGeom>
          </p:spPr>
        </p:pic>
      </p:grpSp>
      <p:sp>
        <p:nvSpPr>
          <p:cNvPr id="47" name="Text 21"/>
          <p:cNvSpPr/>
          <p:nvPr>
            <p:custDataLst>
              <p:tags r:id="rId71"/>
            </p:custDataLst>
          </p:nvPr>
        </p:nvSpPr>
        <p:spPr>
          <a:xfrm>
            <a:off x="822497" y="529635"/>
            <a:ext cx="10908924" cy="42648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2760">
                <a:solidFill>
                  <a:srgbClr val="1E1E1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什么是信息安全测评？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3" presetClass="entr" presetSubtype="16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3" presetClass="entr" presetSubtype="16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16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1" animBg="1"/>
      <p:bldP spid="4" grpId="3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124200" y="204597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>
                <a:solidFill>
                  <a:srgbClr val="FFC000"/>
                </a:solidFill>
                <a:sym typeface="+mn-ea"/>
              </a:rPr>
              <a:t>所有系统都用一样的体检标准吗？</a:t>
            </a:r>
            <a:endParaRPr lang="en-US" altLang="en-US" sz="2800" b="1">
              <a:solidFill>
                <a:srgbClr val="FFC000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10200" y="3124200"/>
            <a:ext cx="75755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200" b="1">
                <a:solidFill>
                  <a:schemeClr val="bg1"/>
                </a:solidFill>
                <a:sym typeface="+mn-ea"/>
              </a:rPr>
              <a:t>NO</a:t>
            </a:r>
            <a:endParaRPr lang="en-US" altLang="en-US" sz="3200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81400" y="3962400"/>
            <a:ext cx="467931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200" b="1">
                <a:solidFill>
                  <a:schemeClr val="bg1"/>
                </a:solidFill>
                <a:sym typeface="+mn-ea"/>
              </a:rPr>
              <a:t>网络安全等级保护制度</a:t>
            </a:r>
            <a:endParaRPr lang="en-US" altLang="en-US" sz="3200" b="1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-1270000"/>
            <a:ext cx="5080000" cy="5080000"/>
          </a:xfrm>
          <a:prstGeom prst="ellipse">
            <a:avLst/>
          </a:prstGeom>
          <a:solidFill>
            <a:srgbClr val="1ABC9C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1270000" y="4445000"/>
            <a:ext cx="3810000" cy="3810000"/>
          </a:xfrm>
          <a:prstGeom prst="ellipse">
            <a:avLst/>
          </a:prstGeom>
          <a:solidFill>
            <a:srgbClr val="1ABC9C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网络安全等级保护制度</a:t>
            </a:r>
            <a:endParaRPr lang="en-US" sz="3600" b="1" i="0" u="none" strike="noStrike" kern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2133600"/>
            <a:ext cx="440563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i="0" u="none" strike="noStrike" kern="0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等级保护制度是我国网络安全领域的基石，通过“分等级保护、分等级监管”的原则，为不同重要程度的信息系统构建精准的安全防护体系，避免“一刀切”带来的资源浪费或防护不足。</a:t>
            </a:r>
            <a:endParaRPr lang="en-US" b="1" i="0" u="none" strike="noStrike" kern="0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842000" y="1778000"/>
            <a:ext cx="5842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1ABC9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32500" y="1968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540500" y="19304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0" u="none" strike="noStrike" kern="0">
                <a:solidFill>
                  <a:srgbClr val="1ABC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核心痛点：测评标准不可一刀切</a:t>
            </a:r>
            <a:endParaRPr lang="en-US" sz="1600" b="1" i="0" u="none" strike="noStrike" kern="0">
              <a:solidFill>
                <a:srgbClr val="1ABC9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540500" y="2311400"/>
            <a:ext cx="5080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普通办公网站与政务、医疗等核心系统重要性迥异。若采用统一标准，轻则造成资源浪费，重则导致关键系统防护强度不足，无法应对针对性攻击。</a:t>
            </a:r>
            <a:endParaRPr lang="en-US" sz="1300" b="0" i="0" u="none" strike="noStrike" kern="0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842000" y="3276600"/>
            <a:ext cx="5842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1ABC9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32500" y="34671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540500" y="3429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0" u="none" strike="noStrike" kern="0">
                <a:solidFill>
                  <a:srgbClr val="1ABC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制度核心：闭环式分级管理</a:t>
            </a:r>
            <a:endParaRPr lang="en-US" sz="1600" b="1" i="0" u="none" strike="noStrike" kern="0">
              <a:solidFill>
                <a:srgbClr val="1ABC9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540500" y="3810000"/>
            <a:ext cx="5080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建立“定级→备案→建设整改→等级测评→监督检查”的闭环机制。针对不同等级的系统实施差异化的安全建设要求，确保防护措施与系统重要程度相匹配。</a:t>
            </a:r>
            <a:endParaRPr lang="en-US" sz="1300" b="0" i="0" u="none" strike="noStrike" kern="0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5842000" y="4775200"/>
            <a:ext cx="5842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1ABC9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32500" y="49657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540500" y="49276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0" u="none" strike="noStrike" kern="0">
                <a:solidFill>
                  <a:srgbClr val="1ABC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法律基石：网安法明确规定</a:t>
            </a:r>
            <a:endParaRPr lang="en-US" sz="1600" b="1" i="0" u="none" strike="noStrike" kern="0">
              <a:solidFill>
                <a:srgbClr val="1ABC9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540500" y="5308600"/>
            <a:ext cx="5080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 kern="0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《网络安全法》第二十一条将其确立为国家制度。网络运营者必须履行安全保护义务，保障网络免受干扰、破坏，防止数据泄露、窃取或篡改，违者将承担法律责任。</a:t>
            </a:r>
            <a:endParaRPr lang="en-US" sz="1300" b="0" i="0" u="none" strike="noStrike" kern="0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>
            <p:custDataLst>
              <p:tags r:id="rId2"/>
            </p:custDataLst>
          </p:nvPr>
        </p:nvGrpSpPr>
        <p:grpSpPr>
          <a:xfrm>
            <a:off x="771842" y="1617387"/>
            <a:ext cx="10657591" cy="804624"/>
            <a:chOff x="-635000" y="-635000"/>
            <a:chExt cx="10657591" cy="804624"/>
          </a:xfrm>
        </p:grpSpPr>
        <p:sp>
          <p:nvSpPr>
            <p:cNvPr id="6" name="Text 0" descr="TEMP_Z_ORDER_0"/>
            <p:cNvSpPr/>
            <p:nvPr>
              <p:custDataLst>
                <p:tags r:id="rId3"/>
              </p:custDataLst>
            </p:nvPr>
          </p:nvSpPr>
          <p:spPr>
            <a:xfrm>
              <a:off x="-635000" y="-635048"/>
              <a:ext cx="10657591" cy="804672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528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从等保1.0到等保2.0</a:t>
              </a:r>
              <a:endParaRPr lang="en-US" sz="5280"/>
            </a:p>
          </p:txBody>
        </p:sp>
      </p:grpSp>
      <p:sp>
        <p:nvSpPr>
          <p:cNvPr id="3" name="Text 1"/>
          <p:cNvSpPr/>
          <p:nvPr>
            <p:custDataLst>
              <p:tags r:id="rId4"/>
            </p:custDataLst>
          </p:nvPr>
        </p:nvSpPr>
        <p:spPr>
          <a:xfrm>
            <a:off x="775939" y="2612069"/>
            <a:ext cx="10649396" cy="32908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2160">
                <a:solidFill>
                  <a:srgbClr val="FFFFFF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等保发展历程与2.0核心标准</a:t>
            </a:r>
            <a:endParaRPr lang="en-US" sz="2160"/>
          </a:p>
        </p:txBody>
      </p:sp>
      <p:grpSp>
        <p:nvGrpSpPr>
          <p:cNvPr id="7" name="组合 6"/>
          <p:cNvGrpSpPr/>
          <p:nvPr>
            <p:custDataLst>
              <p:tags r:id="rId5"/>
            </p:custDataLst>
          </p:nvPr>
        </p:nvGrpSpPr>
        <p:grpSpPr>
          <a:xfrm>
            <a:off x="4673282" y="903902"/>
            <a:ext cx="2854711" cy="487680"/>
            <a:chOff x="-635000" y="-635000"/>
            <a:chExt cx="2854711" cy="487680"/>
          </a:xfrm>
        </p:grpSpPr>
        <p:sp>
          <p:nvSpPr>
            <p:cNvPr id="8" name="Text 2" descr="TEMP_Z_ORDER_2"/>
            <p:cNvSpPr/>
            <p:nvPr>
              <p:custDataLst>
                <p:tags r:id="rId6"/>
              </p:custDataLst>
            </p:nvPr>
          </p:nvSpPr>
          <p:spPr>
            <a:xfrm>
              <a:off x="-635000" y="-641096"/>
              <a:ext cx="2854711" cy="493776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3240">
                  <a:solidFill>
                    <a:srgbClr val="FFFFFF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Part.02</a:t>
              </a:r>
              <a:endParaRPr lang="en-US" sz="324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7" presetClass="entr" presetSubtype="1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3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3" name="Image 1" descr="https://test.web.static.jianzeppt.com/ppt-temp-img3/f0bd98608bd058e5103d900059228a3b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34" name="组合 33"/>
          <p:cNvGrpSpPr/>
          <p:nvPr>
            <p:custDataLst>
              <p:tags r:id="rId7"/>
            </p:custDataLst>
          </p:nvPr>
        </p:nvGrpSpPr>
        <p:grpSpPr>
          <a:xfrm>
            <a:off x="822960" y="1493520"/>
            <a:ext cx="10546080" cy="2346960"/>
            <a:chOff x="-635000" y="-635000"/>
            <a:chExt cx="10546080" cy="2586440"/>
          </a:xfrm>
        </p:grpSpPr>
        <p:pic>
          <p:nvPicPr>
            <p:cNvPr id="35" name="Image 2" descr="TEMP_Z_ORDER_2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3962400" cy="426720"/>
            </a:xfrm>
            <a:prstGeom prst="rect">
              <a:avLst/>
            </a:prstGeom>
          </p:spPr>
        </p:pic>
        <p:sp>
          <p:nvSpPr>
            <p:cNvPr id="36" name="Text 0" descr="TEMP_Z_ORDER_3"/>
            <p:cNvSpPr/>
            <p:nvPr>
              <p:custDataLst>
                <p:tags r:id="rId10"/>
              </p:custDataLst>
            </p:nvPr>
          </p:nvSpPr>
          <p:spPr>
            <a:xfrm>
              <a:off x="55650" y="-573255"/>
              <a:ext cx="2605484" cy="28799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560">
                  <a:solidFill>
                    <a:srgbClr val="1437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等保1.0时代（1994-2016）</a:t>
              </a:r>
              <a:endParaRPr lang="en-US" sz="1560"/>
            </a:p>
          </p:txBody>
        </p:sp>
        <p:pic>
          <p:nvPicPr>
            <p:cNvPr id="37" name="Image 3" descr="TEMP_Z_ORDER_4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3754120" y="-635000"/>
              <a:ext cx="6156960" cy="426720"/>
            </a:xfrm>
            <a:prstGeom prst="rect">
              <a:avLst/>
            </a:prstGeom>
          </p:spPr>
        </p:pic>
        <p:sp>
          <p:nvSpPr>
            <p:cNvPr id="38" name="Text 1" descr="TEMP_Z_ORDER_5"/>
            <p:cNvSpPr/>
            <p:nvPr>
              <p:custDataLst>
                <p:tags r:id="rId13"/>
              </p:custDataLst>
            </p:nvPr>
          </p:nvSpPr>
          <p:spPr>
            <a:xfrm>
              <a:off x="5587342" y="-573255"/>
              <a:ext cx="2499662" cy="28799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560">
                  <a:solidFill>
                    <a:srgbClr val="1437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等保2.0时代（2017-至今）</a:t>
              </a:r>
              <a:endParaRPr lang="en-US" sz="1560"/>
            </a:p>
          </p:txBody>
        </p:sp>
        <p:pic>
          <p:nvPicPr>
            <p:cNvPr id="39" name="Image 4" descr="TEMP_Z_ORDER_6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-406400" y="736600"/>
              <a:ext cx="10104120" cy="30480"/>
            </a:xfrm>
            <a:prstGeom prst="rect">
              <a:avLst/>
            </a:prstGeom>
          </p:spPr>
        </p:pic>
        <p:sp>
          <p:nvSpPr>
            <p:cNvPr id="40" name="Text 2" descr="TEMP_Z_ORDER_7"/>
            <p:cNvSpPr/>
            <p:nvPr>
              <p:custDataLst>
                <p:tags r:id="rId16"/>
              </p:custDataLst>
            </p:nvPr>
          </p:nvSpPr>
          <p:spPr>
            <a:xfrm>
              <a:off x="-513080" y="1148080"/>
              <a:ext cx="1609344" cy="54671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17000"/>
                </a:lnSpc>
                <a:buNone/>
              </a:pPr>
              <a:r>
                <a:rPr lang="en-US" sz="1560">
                  <a:solidFill>
                    <a:srgbClr val="374151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首次提出“等级保护”概念</a:t>
              </a:r>
              <a:endParaRPr lang="en-US" sz="1560"/>
            </a:p>
          </p:txBody>
        </p:sp>
        <p:sp>
          <p:nvSpPr>
            <p:cNvPr id="41" name="Text 3" descr="TEMP_Z_ORDER_8"/>
            <p:cNvSpPr/>
            <p:nvPr>
              <p:custDataLst>
                <p:tags r:id="rId17"/>
              </p:custDataLst>
            </p:nvPr>
          </p:nvSpPr>
          <p:spPr>
            <a:xfrm>
              <a:off x="-101600" y="279400"/>
              <a:ext cx="875443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1437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1994年</a:t>
              </a:r>
              <a:endParaRPr lang="en-US" sz="1920"/>
            </a:p>
          </p:txBody>
        </p:sp>
        <p:pic>
          <p:nvPicPr>
            <p:cNvPr id="42" name="Image 5" descr="TEMP_Z_ORDER_9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72720" y="706120"/>
              <a:ext cx="213360" cy="213360"/>
            </a:xfrm>
            <a:prstGeom prst="rect">
              <a:avLst/>
            </a:prstGeom>
          </p:spPr>
        </p:pic>
        <p:sp>
          <p:nvSpPr>
            <p:cNvPr id="43" name="Text 4" descr="TEMP_Z_ORDER_10"/>
            <p:cNvSpPr/>
            <p:nvPr>
              <p:custDataLst>
                <p:tags r:id="rId21"/>
              </p:custDataLst>
            </p:nvPr>
          </p:nvSpPr>
          <p:spPr>
            <a:xfrm>
              <a:off x="1605280" y="1148080"/>
              <a:ext cx="1487424" cy="8033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17000"/>
                </a:lnSpc>
                <a:buNone/>
              </a:pPr>
              <a:r>
                <a:rPr lang="en-US" sz="1560">
                  <a:solidFill>
                    <a:srgbClr val="374151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等保1.0正式实施</a:t>
              </a:r>
              <a:r>
                <a:rPr lang="en-US" sz="1440">
                  <a:solidFill>
                    <a:srgbClr val="6B7280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GB/T 17859-1999</a:t>
              </a:r>
              <a:endParaRPr lang="en-US" sz="1560"/>
            </a:p>
          </p:txBody>
        </p:sp>
        <p:sp>
          <p:nvSpPr>
            <p:cNvPr id="44" name="Text 5" descr="TEMP_Z_ORDER_11"/>
            <p:cNvSpPr/>
            <p:nvPr>
              <p:custDataLst>
                <p:tags r:id="rId22"/>
              </p:custDataLst>
            </p:nvPr>
          </p:nvSpPr>
          <p:spPr>
            <a:xfrm>
              <a:off x="1940560" y="279400"/>
              <a:ext cx="875443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1437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2007年</a:t>
              </a:r>
              <a:endParaRPr lang="en-US" sz="1920"/>
            </a:p>
          </p:txBody>
        </p:sp>
        <p:pic>
          <p:nvPicPr>
            <p:cNvPr id="45" name="Image 6" descr="TEMP_Z_ORDER_12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2230120" y="706120"/>
              <a:ext cx="213360" cy="213360"/>
            </a:xfrm>
            <a:prstGeom prst="rect">
              <a:avLst/>
            </a:prstGeom>
          </p:spPr>
        </p:pic>
        <p:sp>
          <p:nvSpPr>
            <p:cNvPr id="46" name="Text 6" descr="TEMP_Z_ORDER_13"/>
            <p:cNvSpPr/>
            <p:nvPr>
              <p:custDataLst>
                <p:tags r:id="rId24"/>
              </p:custDataLst>
            </p:nvPr>
          </p:nvSpPr>
          <p:spPr>
            <a:xfrm>
              <a:off x="4211320" y="1148080"/>
              <a:ext cx="1411224" cy="54676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17000"/>
                </a:lnSpc>
                <a:buNone/>
              </a:pPr>
              <a:r>
                <a:rPr lang="en-US" sz="1560">
                  <a:solidFill>
                    <a:srgbClr val="374151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网络安全法施行上升为法律要求</a:t>
              </a:r>
              <a:endParaRPr lang="en-US" sz="1560"/>
            </a:p>
          </p:txBody>
        </p:sp>
        <p:sp>
          <p:nvSpPr>
            <p:cNvPr id="47" name="Text 7" descr="TEMP_Z_ORDER_14"/>
            <p:cNvSpPr/>
            <p:nvPr>
              <p:custDataLst>
                <p:tags r:id="rId25"/>
              </p:custDataLst>
            </p:nvPr>
          </p:nvSpPr>
          <p:spPr>
            <a:xfrm>
              <a:off x="4318000" y="279400"/>
              <a:ext cx="1279493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1437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2017年6月</a:t>
              </a:r>
              <a:endParaRPr lang="en-US" sz="1920"/>
            </a:p>
          </p:txBody>
        </p:sp>
        <p:pic>
          <p:nvPicPr>
            <p:cNvPr id="48" name="Image 7" descr="TEMP_Z_ORDER_15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4790440" y="706120"/>
              <a:ext cx="213360" cy="213360"/>
            </a:xfrm>
            <a:prstGeom prst="rect">
              <a:avLst/>
            </a:prstGeom>
          </p:spPr>
        </p:pic>
        <p:sp>
          <p:nvSpPr>
            <p:cNvPr id="49" name="Text 8" descr="TEMP_Z_ORDER_16"/>
            <p:cNvSpPr/>
            <p:nvPr>
              <p:custDataLst>
                <p:tags r:id="rId29"/>
              </p:custDataLst>
            </p:nvPr>
          </p:nvSpPr>
          <p:spPr>
            <a:xfrm>
              <a:off x="6146800" y="1148080"/>
              <a:ext cx="1609344" cy="54676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17000"/>
                </a:lnSpc>
                <a:buNone/>
              </a:pPr>
              <a:r>
                <a:rPr lang="en-US" sz="1560">
                  <a:solidFill>
                    <a:srgbClr val="374151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等保2.0核心标准正式发布</a:t>
              </a:r>
              <a:endParaRPr lang="en-US" sz="1560"/>
            </a:p>
          </p:txBody>
        </p:sp>
        <p:sp>
          <p:nvSpPr>
            <p:cNvPr id="50" name="Text 9" descr="TEMP_Z_ORDER_17"/>
            <p:cNvSpPr/>
            <p:nvPr>
              <p:custDataLst>
                <p:tags r:id="rId30"/>
              </p:custDataLst>
            </p:nvPr>
          </p:nvSpPr>
          <p:spPr>
            <a:xfrm>
              <a:off x="6360159" y="279400"/>
              <a:ext cx="1279493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1437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2019年5月</a:t>
              </a:r>
              <a:endParaRPr lang="en-US" sz="1920"/>
            </a:p>
          </p:txBody>
        </p:sp>
        <p:pic>
          <p:nvPicPr>
            <p:cNvPr id="51" name="Image 8" descr="TEMP_Z_ORDER_18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6832600" y="706120"/>
              <a:ext cx="213360" cy="213360"/>
            </a:xfrm>
            <a:prstGeom prst="rect">
              <a:avLst/>
            </a:prstGeom>
          </p:spPr>
        </p:pic>
        <p:sp>
          <p:nvSpPr>
            <p:cNvPr id="52" name="Text 10" descr="TEMP_Z_ORDER_19"/>
            <p:cNvSpPr/>
            <p:nvPr>
              <p:custDataLst>
                <p:tags r:id="rId32"/>
              </p:custDataLst>
            </p:nvPr>
          </p:nvSpPr>
          <p:spPr>
            <a:xfrm>
              <a:off x="8402320" y="1148080"/>
              <a:ext cx="1213104" cy="54676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17000"/>
                </a:lnSpc>
                <a:buNone/>
              </a:pPr>
              <a:r>
                <a:rPr lang="en-US" sz="1560">
                  <a:solidFill>
                    <a:srgbClr val="374151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等保2.0标准正式实施</a:t>
              </a:r>
              <a:endParaRPr lang="en-US" sz="1560"/>
            </a:p>
          </p:txBody>
        </p:sp>
        <p:sp>
          <p:nvSpPr>
            <p:cNvPr id="53" name="Text 11" descr="TEMP_Z_ORDER_20"/>
            <p:cNvSpPr/>
            <p:nvPr>
              <p:custDataLst>
                <p:tags r:id="rId33"/>
              </p:custDataLst>
            </p:nvPr>
          </p:nvSpPr>
          <p:spPr>
            <a:xfrm>
              <a:off x="8341360" y="279400"/>
              <a:ext cx="1436624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1437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2019年12月</a:t>
              </a:r>
              <a:endParaRPr lang="en-US" sz="1920"/>
            </a:p>
          </p:txBody>
        </p:sp>
        <p:pic>
          <p:nvPicPr>
            <p:cNvPr id="54" name="Image 9" descr="TEMP_Z_ORDER_21"/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8890000" y="706120"/>
              <a:ext cx="213360" cy="213360"/>
            </a:xfrm>
            <a:prstGeom prst="rect">
              <a:avLst/>
            </a:prstGeom>
          </p:spPr>
        </p:pic>
      </p:grpSp>
      <p:grpSp>
        <p:nvGrpSpPr>
          <p:cNvPr id="29" name="组合 28"/>
          <p:cNvGrpSpPr/>
          <p:nvPr>
            <p:custDataLst>
              <p:tags r:id="rId35"/>
            </p:custDataLst>
          </p:nvPr>
        </p:nvGrpSpPr>
        <p:grpSpPr>
          <a:xfrm>
            <a:off x="609600" y="4297680"/>
            <a:ext cx="10972800" cy="1828800"/>
            <a:chOff x="-635000" y="-635000"/>
            <a:chExt cx="10972800" cy="1828800"/>
          </a:xfrm>
        </p:grpSpPr>
        <p:pic>
          <p:nvPicPr>
            <p:cNvPr id="30" name="Image 10" descr="TEMP_Z_ORDER_22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37"/>
            <a:stretch>
              <a:fillRect/>
            </a:stretch>
          </p:blipFill>
          <p:spPr>
            <a:xfrm>
              <a:off x="-635000" y="-635000"/>
              <a:ext cx="10972800" cy="1828800"/>
            </a:xfrm>
            <a:prstGeom prst="rect">
              <a:avLst/>
            </a:prstGeom>
          </p:spPr>
        </p:pic>
        <p:sp>
          <p:nvSpPr>
            <p:cNvPr id="31" name="Text 12" descr="TEMP_Z_ORDER_23"/>
            <p:cNvSpPr/>
            <p:nvPr>
              <p:custDataLst>
                <p:tags r:id="rId38"/>
              </p:custDataLst>
            </p:nvPr>
          </p:nvSpPr>
          <p:spPr>
            <a:xfrm>
              <a:off x="-269240" y="-330200"/>
              <a:ext cx="987679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1437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关键认知</a:t>
              </a:r>
              <a:endParaRPr lang="en-US" sz="1920"/>
            </a:p>
          </p:txBody>
        </p:sp>
        <p:sp>
          <p:nvSpPr>
            <p:cNvPr id="32" name="Text 13" descr="TEMP_Z_ORDER_24"/>
            <p:cNvSpPr/>
            <p:nvPr>
              <p:custDataLst>
                <p:tags r:id="rId39"/>
              </p:custDataLst>
            </p:nvPr>
          </p:nvSpPr>
          <p:spPr>
            <a:xfrm>
              <a:off x="-269240" y="172720"/>
              <a:ext cx="10311384" cy="71299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000"/>
                </a:lnSpc>
                <a:buNone/>
              </a:pPr>
              <a:r>
                <a:rPr lang="en-US" sz="180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等保2.0不是简单的版本升级，而是从“部门规章”上升为“</a:t>
              </a:r>
              <a:r>
                <a:rPr lang="en-US" sz="1800">
                  <a:solidFill>
                    <a:srgbClr val="143766"/>
                  </a:solidFill>
                  <a:highlight>
                    <a:srgbClr val="143766">
                      <a:alpha val="10000"/>
                    </a:srgbClr>
                  </a:highlight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法律要求</a:t>
              </a:r>
              <a:r>
                <a:rPr lang="en-US" sz="180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”，从“信息系统”扩展为“</a:t>
              </a:r>
              <a:r>
                <a:rPr lang="en-US" sz="1800">
                  <a:solidFill>
                    <a:srgbClr val="143766"/>
                  </a:solidFill>
                  <a:highlight>
                    <a:srgbClr val="143766">
                      <a:alpha val="10000"/>
                    </a:srgbClr>
                  </a:highlight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网络和信息系统</a:t>
              </a:r>
              <a:r>
                <a:rPr lang="en-US" sz="180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”的全面变革。</a:t>
              </a:r>
              <a:endParaRPr lang="en-US" sz="1800"/>
            </a:p>
          </p:txBody>
        </p:sp>
        <p:pic>
          <p:nvPicPr>
            <p:cNvPr id="33" name="Image 11" descr="TEMP_Z_ORDER_25"/>
            <p:cNvPicPr>
              <a:picLocks noChangeAspect="1"/>
            </p:cNvPicPr>
            <p:nvPr>
              <p:custDataLst>
                <p:tags r:id="rId40"/>
              </p:custDataLst>
            </p:nvPr>
          </p:nvPicPr>
          <p:blipFill>
            <a:blip r:embed="rId41"/>
            <a:stretch>
              <a:fillRect/>
            </a:stretch>
          </p:blipFill>
          <p:spPr>
            <a:xfrm>
              <a:off x="-635000" y="-635000"/>
              <a:ext cx="60960" cy="1828800"/>
            </a:xfrm>
            <a:prstGeom prst="rect">
              <a:avLst/>
            </a:prstGeom>
          </p:spPr>
        </p:pic>
      </p:grpSp>
      <p:sp>
        <p:nvSpPr>
          <p:cNvPr id="28" name="Text 14"/>
          <p:cNvSpPr/>
          <p:nvPr>
            <p:custDataLst>
              <p:tags r:id="rId42"/>
            </p:custDataLst>
          </p:nvPr>
        </p:nvSpPr>
        <p:spPr>
          <a:xfrm>
            <a:off x="822497" y="529635"/>
            <a:ext cx="10908924" cy="42648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2760">
                <a:solidFill>
                  <a:srgbClr val="1E1E1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等保的发展历程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3" name="Image 1" descr="https://test.web.static.jianzeppt.com/ppt-temp-img3/f0bd98608bd058e5103d900059228a3b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609600" y="1371600"/>
          <a:ext cx="10972800" cy="4876800"/>
        </p:xfrm>
        <a:graphic>
          <a:graphicData uri="http://schemas.openxmlformats.org/drawingml/2006/table">
            <a:tbl>
              <a:tblPr/>
              <a:tblGrid>
                <a:gridCol w="1327724"/>
                <a:gridCol w="4013695"/>
                <a:gridCol w="5631381"/>
              </a:tblGrid>
              <a:tr h="81280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对比维度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等保1.0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等保2.0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81280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保护对象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信息系统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网络和信息系统（含云/移/物/工/大数据）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280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安全要求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技术+管理（10个安全控制类）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安全通用要求+安全扩展要求（五大类扩展）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280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标准体系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单一标准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1+N标准体系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280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法律依据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部门规章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《网络安全法》法律要求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280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安全理念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被动防御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主动防御、动态防御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0"/>
          <p:cNvSpPr/>
          <p:nvPr>
            <p:custDataLst>
              <p:tags r:id="rId8"/>
            </p:custDataLst>
          </p:nvPr>
        </p:nvSpPr>
        <p:spPr>
          <a:xfrm>
            <a:off x="822497" y="529635"/>
            <a:ext cx="10908924" cy="42648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2760">
                <a:solidFill>
                  <a:srgbClr val="1E1E1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等保1.0与等保2.0的五大区别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>
            <p:custDataLst>
              <p:tags r:id="rId2"/>
            </p:custDataLst>
          </p:nvPr>
        </p:nvGrpSpPr>
        <p:grpSpPr>
          <a:xfrm>
            <a:off x="771842" y="1617387"/>
            <a:ext cx="10657591" cy="804624"/>
            <a:chOff x="-635000" y="-635000"/>
            <a:chExt cx="10657591" cy="804624"/>
          </a:xfrm>
        </p:grpSpPr>
        <p:sp>
          <p:nvSpPr>
            <p:cNvPr id="6" name="Text 0" descr="TEMP_Z_ORDER_0"/>
            <p:cNvSpPr/>
            <p:nvPr>
              <p:custDataLst>
                <p:tags r:id="rId3"/>
              </p:custDataLst>
            </p:nvPr>
          </p:nvSpPr>
          <p:spPr>
            <a:xfrm>
              <a:off x="-635000" y="-635048"/>
              <a:ext cx="10657591" cy="804672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528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等保2.0标准体系框架</a:t>
              </a:r>
              <a:endParaRPr lang="en-US" sz="5280"/>
            </a:p>
          </p:txBody>
        </p:sp>
      </p:grpSp>
      <p:sp>
        <p:nvSpPr>
          <p:cNvPr id="3" name="Text 1"/>
          <p:cNvSpPr/>
          <p:nvPr>
            <p:custDataLst>
              <p:tags r:id="rId4"/>
            </p:custDataLst>
          </p:nvPr>
        </p:nvSpPr>
        <p:spPr>
          <a:xfrm>
            <a:off x="775939" y="2612069"/>
            <a:ext cx="10649396" cy="32908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2160">
                <a:solidFill>
                  <a:srgbClr val="FFFFFF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1+N体系与安全等级划分</a:t>
            </a:r>
            <a:endParaRPr lang="en-US" sz="2160"/>
          </a:p>
        </p:txBody>
      </p:sp>
      <p:grpSp>
        <p:nvGrpSpPr>
          <p:cNvPr id="7" name="组合 6"/>
          <p:cNvGrpSpPr/>
          <p:nvPr>
            <p:custDataLst>
              <p:tags r:id="rId5"/>
            </p:custDataLst>
          </p:nvPr>
        </p:nvGrpSpPr>
        <p:grpSpPr>
          <a:xfrm>
            <a:off x="4673282" y="903902"/>
            <a:ext cx="2854711" cy="487680"/>
            <a:chOff x="-635000" y="-635000"/>
            <a:chExt cx="2854711" cy="487680"/>
          </a:xfrm>
        </p:grpSpPr>
        <p:sp>
          <p:nvSpPr>
            <p:cNvPr id="8" name="Text 2" descr="TEMP_Z_ORDER_2"/>
            <p:cNvSpPr/>
            <p:nvPr>
              <p:custDataLst>
                <p:tags r:id="rId6"/>
              </p:custDataLst>
            </p:nvPr>
          </p:nvSpPr>
          <p:spPr>
            <a:xfrm>
              <a:off x="-635000" y="-641096"/>
              <a:ext cx="2854711" cy="493776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3240">
                  <a:solidFill>
                    <a:srgbClr val="FFFFFF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Part.03</a:t>
              </a:r>
              <a:endParaRPr lang="en-US" sz="324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7" presetClass="entr" presetSubtype="1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3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3" name="Image 1" descr="https://test.web.static.jianzeppt.com/ppt-temp-img3/f0bd98608bd058e5103d900059228a3b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52" name="组合 51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10972800" cy="1463040"/>
            <a:chOff x="-635000" y="-635000"/>
            <a:chExt cx="10972800" cy="1463040"/>
          </a:xfrm>
        </p:grpSpPr>
        <p:pic>
          <p:nvPicPr>
            <p:cNvPr id="53" name="Image 2" descr="TEMP_Z_ORDER_2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10972800" cy="1463040"/>
            </a:xfrm>
            <a:prstGeom prst="rect">
              <a:avLst/>
            </a:prstGeom>
          </p:spPr>
        </p:pic>
        <p:pic>
          <p:nvPicPr>
            <p:cNvPr id="54" name="Image 3" descr="TEMP_Z_ORDER_3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269240" y="-406400"/>
              <a:ext cx="121920" cy="365760"/>
            </a:xfrm>
            <a:prstGeom prst="rect">
              <a:avLst/>
            </a:prstGeom>
          </p:spPr>
        </p:pic>
        <p:sp>
          <p:nvSpPr>
            <p:cNvPr id="55" name="Text 0" descr="TEMP_Z_ORDER_4"/>
            <p:cNvSpPr/>
            <p:nvPr>
              <p:custDataLst>
                <p:tags r:id="rId13"/>
              </p:custDataLst>
            </p:nvPr>
          </p:nvSpPr>
          <p:spPr>
            <a:xfrm>
              <a:off x="35560" y="-452120"/>
              <a:ext cx="1231392" cy="3202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1437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核心标准</a:t>
              </a:r>
              <a:endParaRPr lang="en-US" sz="2400"/>
            </a:p>
          </p:txBody>
        </p:sp>
        <p:sp>
          <p:nvSpPr>
            <p:cNvPr id="56" name="Text 1" descr="TEMP_Z_ORDER_5"/>
            <p:cNvSpPr/>
            <p:nvPr>
              <p:custDataLst>
                <p:tags r:id="rId14"/>
              </p:custDataLst>
            </p:nvPr>
          </p:nvSpPr>
          <p:spPr>
            <a:xfrm>
              <a:off x="35560" y="50800"/>
              <a:ext cx="7402782" cy="25625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920" b="1">
                  <a:solidFill>
                    <a:srgbClr val="333333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GB/T 22239-2019《信息安全技术 网络安全等级保护基本要求》</a:t>
              </a:r>
              <a:endParaRPr lang="en-US" sz="1920"/>
            </a:p>
          </p:txBody>
        </p:sp>
        <p:sp>
          <p:nvSpPr>
            <p:cNvPr id="57" name="Text 2" descr="TEMP_Z_ORDER_6"/>
            <p:cNvSpPr/>
            <p:nvPr>
              <p:custDataLst>
                <p:tags r:id="rId15"/>
              </p:custDataLst>
            </p:nvPr>
          </p:nvSpPr>
          <p:spPr>
            <a:xfrm>
              <a:off x="35560" y="477520"/>
              <a:ext cx="3662109" cy="22422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680">
                  <a:solidFill>
                    <a:srgbClr val="666666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——“根本大法”，一切测评工作的依据</a:t>
              </a:r>
              <a:endParaRPr lang="en-US" sz="1680"/>
            </a:p>
          </p:txBody>
        </p:sp>
      </p:grpSp>
      <p:grpSp>
        <p:nvGrpSpPr>
          <p:cNvPr id="44" name="组合 43"/>
          <p:cNvGrpSpPr/>
          <p:nvPr>
            <p:custDataLst>
              <p:tags r:id="rId16"/>
            </p:custDataLst>
          </p:nvPr>
        </p:nvGrpSpPr>
        <p:grpSpPr>
          <a:xfrm>
            <a:off x="609600" y="3078480"/>
            <a:ext cx="10972800" cy="1463040"/>
            <a:chOff x="-635000" y="-635000"/>
            <a:chExt cx="10972800" cy="1463040"/>
          </a:xfrm>
        </p:grpSpPr>
        <p:pic>
          <p:nvPicPr>
            <p:cNvPr id="45" name="Image 4" descr="TEMP_Z_ORDER_7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10972800" cy="1463040"/>
            </a:xfrm>
            <a:prstGeom prst="rect">
              <a:avLst/>
            </a:prstGeom>
          </p:spPr>
        </p:pic>
        <p:pic>
          <p:nvPicPr>
            <p:cNvPr id="46" name="Image 5" descr="TEMP_Z_ORDER_8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269240" y="-452120"/>
              <a:ext cx="121920" cy="365760"/>
            </a:xfrm>
            <a:prstGeom prst="rect">
              <a:avLst/>
            </a:prstGeom>
          </p:spPr>
        </p:pic>
        <p:sp>
          <p:nvSpPr>
            <p:cNvPr id="47" name="Text 3" descr="TEMP_Z_ORDER_9"/>
            <p:cNvSpPr/>
            <p:nvPr>
              <p:custDataLst>
                <p:tags r:id="rId19"/>
              </p:custDataLst>
            </p:nvPr>
          </p:nvSpPr>
          <p:spPr>
            <a:xfrm>
              <a:off x="35560" y="-497840"/>
              <a:ext cx="2105231" cy="32032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1437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配套标准（N）</a:t>
              </a:r>
              <a:endParaRPr lang="en-US" sz="2400"/>
            </a:p>
          </p:txBody>
        </p:sp>
        <p:sp>
          <p:nvSpPr>
            <p:cNvPr id="48" name="Text 4" descr="TEMP_Z_ORDER_10"/>
            <p:cNvSpPr/>
            <p:nvPr>
              <p:custDataLst>
                <p:tags r:id="rId20"/>
              </p:custDataLst>
            </p:nvPr>
          </p:nvSpPr>
          <p:spPr>
            <a:xfrm>
              <a:off x="35560" y="-40640"/>
              <a:ext cx="4855464" cy="23050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20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- GB/T 28448-2019《信息安全技术 网络安全等级保护</a:t>
              </a:r>
              <a:r>
                <a:rPr lang="en-US" sz="1200" b="1">
                  <a:solidFill>
                    <a:schemeClr val="accent1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测评要求</a:t>
              </a:r>
              <a:r>
                <a:rPr lang="en-US" sz="120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》</a:t>
              </a:r>
              <a:endParaRPr lang="en-US" sz="1200"/>
            </a:p>
          </p:txBody>
        </p:sp>
        <p:sp>
          <p:nvSpPr>
            <p:cNvPr id="49" name="Text 5" descr="TEMP_Z_ORDER_11"/>
            <p:cNvSpPr/>
            <p:nvPr>
              <p:custDataLst>
                <p:tags r:id="rId21"/>
              </p:custDataLst>
            </p:nvPr>
          </p:nvSpPr>
          <p:spPr>
            <a:xfrm>
              <a:off x="5125720" y="-40640"/>
              <a:ext cx="4855464" cy="23050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20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- GB/T 28449-2018《信息安全技术 网络安全等级保护</a:t>
              </a:r>
              <a:r>
                <a:rPr lang="en-US" sz="1200" b="1">
                  <a:solidFill>
                    <a:schemeClr val="accent1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测评过程指南</a:t>
              </a:r>
              <a:r>
                <a:rPr lang="en-US" sz="120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》</a:t>
              </a:r>
              <a:endParaRPr lang="en-US" sz="1200"/>
            </a:p>
          </p:txBody>
        </p:sp>
        <p:sp>
          <p:nvSpPr>
            <p:cNvPr id="50" name="Text 6" descr="TEMP_Z_ORDER_12"/>
            <p:cNvSpPr/>
            <p:nvPr>
              <p:custDataLst>
                <p:tags r:id="rId22"/>
              </p:custDataLst>
            </p:nvPr>
          </p:nvSpPr>
          <p:spPr>
            <a:xfrm>
              <a:off x="35560" y="309880"/>
              <a:ext cx="4855464" cy="2076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08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- GB/T 25070-2019《信息安全技术 网络安全等级保护</a:t>
              </a:r>
              <a:r>
                <a:rPr lang="en-US" sz="1080" b="1">
                  <a:solidFill>
                    <a:schemeClr val="accent1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安全设计技术要求</a:t>
              </a:r>
              <a:r>
                <a:rPr lang="en-US" sz="108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》</a:t>
              </a:r>
              <a:endParaRPr lang="en-US" sz="1080"/>
            </a:p>
          </p:txBody>
        </p:sp>
        <p:sp>
          <p:nvSpPr>
            <p:cNvPr id="51" name="Text 7" descr="TEMP_Z_ORDER_13"/>
            <p:cNvSpPr/>
            <p:nvPr>
              <p:custDataLst>
                <p:tags r:id="rId23"/>
              </p:custDataLst>
            </p:nvPr>
          </p:nvSpPr>
          <p:spPr>
            <a:xfrm>
              <a:off x="5125720" y="309880"/>
              <a:ext cx="4855464" cy="2076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08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- GB/T 36958-2018《信息安全技术 网络安全等级保护</a:t>
              </a:r>
              <a:r>
                <a:rPr lang="en-US" sz="1080" b="1">
                  <a:solidFill>
                    <a:schemeClr val="accent1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安全管理中心技术要求</a:t>
              </a:r>
              <a:r>
                <a:rPr lang="en-US" sz="108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》</a:t>
              </a:r>
              <a:endParaRPr lang="en-US" sz="1080"/>
            </a:p>
          </p:txBody>
        </p:sp>
      </p:grpSp>
      <p:grpSp>
        <p:nvGrpSpPr>
          <p:cNvPr id="30" name="组合 29"/>
          <p:cNvGrpSpPr/>
          <p:nvPr>
            <p:custDataLst>
              <p:tags r:id="rId24"/>
            </p:custDataLst>
          </p:nvPr>
        </p:nvGrpSpPr>
        <p:grpSpPr>
          <a:xfrm>
            <a:off x="609600" y="4785360"/>
            <a:ext cx="10972800" cy="1463040"/>
            <a:chOff x="-635000" y="-635000"/>
            <a:chExt cx="10972800" cy="1463040"/>
          </a:xfrm>
        </p:grpSpPr>
        <p:pic>
          <p:nvPicPr>
            <p:cNvPr id="31" name="Image 6" descr="TEMP_Z_ORDER_14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10972800" cy="1463040"/>
            </a:xfrm>
            <a:prstGeom prst="rect">
              <a:avLst/>
            </a:prstGeom>
          </p:spPr>
        </p:pic>
        <p:pic>
          <p:nvPicPr>
            <p:cNvPr id="32" name="Image 7" descr="TEMP_Z_ORDER_15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269240" y="-406400"/>
              <a:ext cx="121920" cy="365760"/>
            </a:xfrm>
            <a:prstGeom prst="rect">
              <a:avLst/>
            </a:prstGeom>
          </p:spPr>
        </p:pic>
        <p:sp>
          <p:nvSpPr>
            <p:cNvPr id="33" name="Text 8" descr="TEMP_Z_ORDER_16"/>
            <p:cNvSpPr/>
            <p:nvPr>
              <p:custDataLst>
                <p:tags r:id="rId27"/>
              </p:custDataLst>
            </p:nvPr>
          </p:nvSpPr>
          <p:spPr>
            <a:xfrm>
              <a:off x="35560" y="-452120"/>
              <a:ext cx="1847088" cy="3202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1437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五大扩展要求</a:t>
              </a:r>
              <a:endParaRPr lang="en-US" sz="2400"/>
            </a:p>
          </p:txBody>
        </p:sp>
        <p:pic>
          <p:nvPicPr>
            <p:cNvPr id="34" name="Image 8" descr="TEMP_Z_ORDER_17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35560" y="187960"/>
              <a:ext cx="91440" cy="91440"/>
            </a:xfrm>
            <a:prstGeom prst="rect">
              <a:avLst/>
            </a:prstGeom>
          </p:spPr>
        </p:pic>
        <p:sp>
          <p:nvSpPr>
            <p:cNvPr id="35" name="Text 9" descr="TEMP_Z_ORDER_18"/>
            <p:cNvSpPr/>
            <p:nvPr>
              <p:custDataLst>
                <p:tags r:id="rId31"/>
              </p:custDataLst>
            </p:nvPr>
          </p:nvSpPr>
          <p:spPr>
            <a:xfrm>
              <a:off x="248920" y="66040"/>
              <a:ext cx="1924050" cy="32258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chemeClr val="accent1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云计算</a:t>
              </a:r>
              <a:r>
                <a:rPr lang="en-US" sz="168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安全扩展要求</a:t>
              </a:r>
              <a:endParaRPr lang="en-US" sz="1680"/>
            </a:p>
          </p:txBody>
        </p:sp>
        <p:pic>
          <p:nvPicPr>
            <p:cNvPr id="36" name="Image 9" descr="TEMP_Z_ORDER_19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2534920" y="187960"/>
              <a:ext cx="91440" cy="91440"/>
            </a:xfrm>
            <a:prstGeom prst="rect">
              <a:avLst/>
            </a:prstGeom>
          </p:spPr>
        </p:pic>
        <p:sp>
          <p:nvSpPr>
            <p:cNvPr id="37" name="Text 10" descr="TEMP_Z_ORDER_20"/>
            <p:cNvSpPr/>
            <p:nvPr>
              <p:custDataLst>
                <p:tags r:id="rId33"/>
              </p:custDataLst>
            </p:nvPr>
          </p:nvSpPr>
          <p:spPr>
            <a:xfrm>
              <a:off x="2748280" y="66040"/>
              <a:ext cx="2138680" cy="32258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chemeClr val="accent1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移动互联</a:t>
              </a:r>
              <a:r>
                <a:rPr lang="en-US" sz="168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安全扩展要求</a:t>
              </a:r>
              <a:endParaRPr lang="en-US" sz="1680"/>
            </a:p>
          </p:txBody>
        </p:sp>
        <p:pic>
          <p:nvPicPr>
            <p:cNvPr id="38" name="Image 10" descr="TEMP_Z_ORDER_21"/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5247640" y="187960"/>
              <a:ext cx="91440" cy="91440"/>
            </a:xfrm>
            <a:prstGeom prst="rect">
              <a:avLst/>
            </a:prstGeom>
          </p:spPr>
        </p:pic>
        <p:sp>
          <p:nvSpPr>
            <p:cNvPr id="39" name="Text 11" descr="TEMP_Z_ORDER_22"/>
            <p:cNvSpPr/>
            <p:nvPr>
              <p:custDataLst>
                <p:tags r:id="rId35"/>
              </p:custDataLst>
            </p:nvPr>
          </p:nvSpPr>
          <p:spPr>
            <a:xfrm>
              <a:off x="5461000" y="66040"/>
              <a:ext cx="1924050" cy="32258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chemeClr val="accent1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物联网</a:t>
              </a:r>
              <a:r>
                <a:rPr lang="en-US" sz="168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安全扩展要求</a:t>
              </a:r>
              <a:endParaRPr lang="en-US" sz="1680"/>
            </a:p>
          </p:txBody>
        </p:sp>
        <p:pic>
          <p:nvPicPr>
            <p:cNvPr id="40" name="Image 11" descr="TEMP_Z_ORDER_23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35560" y="568960"/>
              <a:ext cx="91440" cy="91440"/>
            </a:xfrm>
            <a:prstGeom prst="rect">
              <a:avLst/>
            </a:prstGeom>
          </p:spPr>
        </p:pic>
        <p:sp>
          <p:nvSpPr>
            <p:cNvPr id="41" name="Text 12" descr="TEMP_Z_ORDER_24"/>
            <p:cNvSpPr/>
            <p:nvPr>
              <p:custDataLst>
                <p:tags r:id="rId37"/>
              </p:custDataLst>
            </p:nvPr>
          </p:nvSpPr>
          <p:spPr>
            <a:xfrm>
              <a:off x="248920" y="447040"/>
              <a:ext cx="2578100" cy="31051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chemeClr val="accent1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工业控制系统</a:t>
              </a:r>
              <a:r>
                <a:rPr lang="en-US" sz="168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安全扩展要求</a:t>
              </a:r>
              <a:endParaRPr lang="en-US" sz="1680"/>
            </a:p>
          </p:txBody>
        </p:sp>
        <p:pic>
          <p:nvPicPr>
            <p:cNvPr id="42" name="Image 12" descr="TEMP_Z_ORDER_25"/>
            <p:cNvPicPr>
              <a:picLocks noChangeAspect="1"/>
            </p:cNvPicPr>
            <p:nvPr>
              <p:custDataLst>
                <p:tags r:id="rId38"/>
              </p:custDataLst>
            </p:nvPr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3175000" y="568960"/>
              <a:ext cx="91440" cy="91440"/>
            </a:xfrm>
            <a:prstGeom prst="rect">
              <a:avLst/>
            </a:prstGeom>
          </p:spPr>
        </p:pic>
        <p:sp>
          <p:nvSpPr>
            <p:cNvPr id="43" name="Text 13" descr="TEMP_Z_ORDER_26"/>
            <p:cNvSpPr/>
            <p:nvPr>
              <p:custDataLst>
                <p:tags r:id="rId39"/>
              </p:custDataLst>
            </p:nvPr>
          </p:nvSpPr>
          <p:spPr>
            <a:xfrm>
              <a:off x="3388360" y="447040"/>
              <a:ext cx="1924050" cy="32258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chemeClr val="accent1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大数据</a:t>
              </a:r>
              <a:r>
                <a:rPr lang="en-US" sz="168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安全扩展要求</a:t>
              </a:r>
              <a:endParaRPr lang="en-US" sz="1680"/>
            </a:p>
          </p:txBody>
        </p:sp>
      </p:grpSp>
      <p:sp>
        <p:nvSpPr>
          <p:cNvPr id="29" name="Text 14"/>
          <p:cNvSpPr/>
          <p:nvPr>
            <p:custDataLst>
              <p:tags r:id="rId40"/>
            </p:custDataLst>
          </p:nvPr>
        </p:nvSpPr>
        <p:spPr>
          <a:xfrm>
            <a:off x="822497" y="529635"/>
            <a:ext cx="10908924" cy="42648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2760">
                <a:solidFill>
                  <a:srgbClr val="1E1E1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等保2.0标准体系框架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3" name="Image 1" descr="https://test.web.static.jianzeppt.com/ppt-temp-img3/f0bd98608bd058e5103d900059228a3b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4" name="Text 0"/>
          <p:cNvSpPr/>
          <p:nvPr>
            <p:custDataLst>
              <p:tags r:id="rId7"/>
            </p:custDataLst>
          </p:nvPr>
        </p:nvSpPr>
        <p:spPr>
          <a:xfrm>
            <a:off x="5303520" y="5745480"/>
            <a:ext cx="15941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5000"/>
              </a:lnSpc>
              <a:buNone/>
            </a:pPr>
            <a:r>
              <a:rPr lang="en-US" sz="1680">
                <a:solidFill>
                  <a:srgbClr val="4B556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乡镇级/中小企业</a:t>
            </a:r>
            <a:endParaRPr lang="en-US" sz="1680"/>
          </a:p>
        </p:txBody>
      </p:sp>
      <p:pic>
        <p:nvPicPr>
          <p:cNvPr id="5" name="Image 2" descr="preencoded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4400" y="5135880"/>
            <a:ext cx="10363200" cy="548640"/>
          </a:xfrm>
          <a:prstGeom prst="rect">
            <a:avLst/>
          </a:prstGeom>
          <a:effectLst>
            <a:outerShdw blurRad="91440" dist="60960" dir="54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6" name="Text 1"/>
          <p:cNvSpPr/>
          <p:nvPr>
            <p:custDataLst>
              <p:tags r:id="rId11"/>
            </p:custDataLst>
          </p:nvPr>
        </p:nvSpPr>
        <p:spPr>
          <a:xfrm>
            <a:off x="4450080" y="5212080"/>
            <a:ext cx="330098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5000"/>
              </a:lnSpc>
              <a:buNone/>
            </a:pPr>
            <a:r>
              <a:rPr lang="en-US" sz="2160" b="1">
                <a:solidFill>
                  <a:srgbClr val="1437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第一级（用户自主保护级）</a:t>
            </a:r>
            <a:endParaRPr lang="en-US" sz="2160"/>
          </a:p>
        </p:txBody>
      </p:sp>
      <p:sp>
        <p:nvSpPr>
          <p:cNvPr id="7" name="Text 2"/>
          <p:cNvSpPr/>
          <p:nvPr>
            <p:custDataLst>
              <p:tags r:id="rId12"/>
            </p:custDataLst>
          </p:nvPr>
        </p:nvSpPr>
        <p:spPr>
          <a:xfrm>
            <a:off x="3931920" y="4770120"/>
            <a:ext cx="23103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5000"/>
              </a:lnSpc>
              <a:buNone/>
            </a:pPr>
            <a:r>
              <a:rPr lang="en-US" sz="168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县级政务/高校/一般企业</a:t>
            </a:r>
            <a:endParaRPr lang="en-US" sz="1680"/>
          </a:p>
        </p:txBody>
      </p:sp>
      <p:pic>
        <p:nvPicPr>
          <p:cNvPr id="8" name="Image 3" descr="preencoded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339840" y="4754880"/>
            <a:ext cx="1935480" cy="365760"/>
          </a:xfrm>
          <a:prstGeom prst="rect">
            <a:avLst/>
          </a:prstGeom>
        </p:spPr>
      </p:pic>
      <p:sp>
        <p:nvSpPr>
          <p:cNvPr id="9" name="Text 3"/>
          <p:cNvSpPr/>
          <p:nvPr>
            <p:custDataLst>
              <p:tags r:id="rId16"/>
            </p:custDataLst>
          </p:nvPr>
        </p:nvSpPr>
        <p:spPr>
          <a:xfrm>
            <a:off x="6477000" y="4800600"/>
            <a:ext cx="167030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5000"/>
              </a:lnSpc>
              <a:buNone/>
            </a:pPr>
            <a:r>
              <a:rPr lang="en-US" sz="1440" b="1">
                <a:solidFill>
                  <a:srgbClr val="0D47A1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每两年至少测评一次</a:t>
            </a:r>
            <a:endParaRPr lang="en-US" sz="1440"/>
          </a:p>
        </p:txBody>
      </p:sp>
      <p:pic>
        <p:nvPicPr>
          <p:cNvPr id="10" name="Image 4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676400" y="4175760"/>
            <a:ext cx="8839200" cy="548640"/>
          </a:xfrm>
          <a:prstGeom prst="rect">
            <a:avLst/>
          </a:prstGeom>
          <a:effectLst>
            <a:outerShdw blurRad="91440" dist="60960" dir="54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11" name="Text 4"/>
          <p:cNvSpPr/>
          <p:nvPr>
            <p:custDataLst>
              <p:tags r:id="rId20"/>
            </p:custDataLst>
          </p:nvPr>
        </p:nvSpPr>
        <p:spPr>
          <a:xfrm>
            <a:off x="4450080" y="4251960"/>
            <a:ext cx="330098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5000"/>
              </a:lnSpc>
              <a:buNone/>
            </a:pPr>
            <a:r>
              <a:rPr lang="en-US" sz="2160" b="1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第二级（系统审计保护级）</a:t>
            </a:r>
            <a:endParaRPr lang="en-US" sz="2160"/>
          </a:p>
        </p:txBody>
      </p:sp>
      <p:sp>
        <p:nvSpPr>
          <p:cNvPr id="12" name="Text 5"/>
          <p:cNvSpPr/>
          <p:nvPr>
            <p:custDataLst>
              <p:tags r:id="rId21"/>
            </p:custDataLst>
          </p:nvPr>
        </p:nvSpPr>
        <p:spPr>
          <a:xfrm>
            <a:off x="3794760" y="3810000"/>
            <a:ext cx="20208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5000"/>
              </a:lnSpc>
              <a:buNone/>
            </a:pPr>
            <a:r>
              <a:rPr lang="en-US" sz="168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地市级政务/金融机构</a:t>
            </a:r>
            <a:endParaRPr lang="en-US" sz="1680"/>
          </a:p>
        </p:txBody>
      </p:sp>
      <p:pic>
        <p:nvPicPr>
          <p:cNvPr id="13" name="Image 5" descr="preencoded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928360" y="3794760"/>
            <a:ext cx="2484120" cy="365760"/>
          </a:xfrm>
          <a:prstGeom prst="rect">
            <a:avLst/>
          </a:prstGeom>
        </p:spPr>
      </p:pic>
      <p:sp>
        <p:nvSpPr>
          <p:cNvPr id="14" name="Text 6"/>
          <p:cNvSpPr/>
          <p:nvPr>
            <p:custDataLst>
              <p:tags r:id="rId25"/>
            </p:custDataLst>
          </p:nvPr>
        </p:nvSpPr>
        <p:spPr>
          <a:xfrm>
            <a:off x="6065520" y="3840480"/>
            <a:ext cx="22189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5000"/>
              </a:lnSpc>
              <a:buNone/>
            </a:pPr>
            <a:r>
              <a:rPr lang="en-US" sz="1440" b="1">
                <a:solidFill>
                  <a:srgbClr val="E651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最常见，每年至少测评一次</a:t>
            </a:r>
            <a:endParaRPr lang="en-US" sz="1440"/>
          </a:p>
        </p:txBody>
      </p:sp>
      <p:pic>
        <p:nvPicPr>
          <p:cNvPr id="15" name="Image 6" descr="preencoded.png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438400" y="3215640"/>
            <a:ext cx="7315200" cy="548640"/>
          </a:xfrm>
          <a:prstGeom prst="rect">
            <a:avLst/>
          </a:prstGeom>
          <a:effectLst>
            <a:outerShdw blurRad="91440" dist="60960" dir="54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16" name="Text 7"/>
          <p:cNvSpPr/>
          <p:nvPr>
            <p:custDataLst>
              <p:tags r:id="rId29"/>
            </p:custDataLst>
          </p:nvPr>
        </p:nvSpPr>
        <p:spPr>
          <a:xfrm>
            <a:off x="4450080" y="3291840"/>
            <a:ext cx="330098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5000"/>
              </a:lnSpc>
              <a:buNone/>
            </a:pPr>
            <a:r>
              <a:rPr lang="en-US" sz="2160" b="1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第三级（安全标记保护级）</a:t>
            </a:r>
            <a:endParaRPr lang="en-US" sz="2160"/>
          </a:p>
        </p:txBody>
      </p:sp>
      <p:sp>
        <p:nvSpPr>
          <p:cNvPr id="17" name="Text 8"/>
          <p:cNvSpPr/>
          <p:nvPr>
            <p:custDataLst>
              <p:tags r:id="rId30"/>
            </p:custDataLst>
          </p:nvPr>
        </p:nvSpPr>
        <p:spPr>
          <a:xfrm>
            <a:off x="5029200" y="2895600"/>
            <a:ext cx="21427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5000"/>
              </a:lnSpc>
              <a:buNone/>
            </a:pPr>
            <a:r>
              <a:rPr lang="en-US" sz="1680">
                <a:solidFill>
                  <a:srgbClr val="4B556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国家重要领域核心系统</a:t>
            </a:r>
            <a:endParaRPr lang="en-US" sz="1680"/>
          </a:p>
        </p:txBody>
      </p:sp>
      <p:pic>
        <p:nvPicPr>
          <p:cNvPr id="18" name="Image 7" descr="preencoded.png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3200400" y="2301240"/>
            <a:ext cx="5791200" cy="548640"/>
          </a:xfrm>
          <a:prstGeom prst="rect">
            <a:avLst/>
          </a:prstGeom>
          <a:effectLst>
            <a:outerShdw blurRad="91440" dist="60960" dir="54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19" name="Text 9"/>
          <p:cNvSpPr/>
          <p:nvPr>
            <p:custDataLst>
              <p:tags r:id="rId34"/>
            </p:custDataLst>
          </p:nvPr>
        </p:nvSpPr>
        <p:spPr>
          <a:xfrm>
            <a:off x="4587240" y="2362200"/>
            <a:ext cx="302666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5000"/>
              </a:lnSpc>
              <a:buNone/>
            </a:pPr>
            <a:r>
              <a:rPr lang="en-US" sz="2160" b="1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第四级（结构化保护级）</a:t>
            </a:r>
            <a:endParaRPr lang="en-US" sz="2160"/>
          </a:p>
        </p:txBody>
      </p:sp>
      <p:sp>
        <p:nvSpPr>
          <p:cNvPr id="20" name="Text 10"/>
          <p:cNvSpPr/>
          <p:nvPr>
            <p:custDataLst>
              <p:tags r:id="rId35"/>
            </p:custDataLst>
          </p:nvPr>
        </p:nvSpPr>
        <p:spPr>
          <a:xfrm>
            <a:off x="4983480" y="1981200"/>
            <a:ext cx="22341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5000"/>
              </a:lnSpc>
              <a:buNone/>
            </a:pPr>
            <a:r>
              <a:rPr lang="en-US" sz="1680">
                <a:solidFill>
                  <a:srgbClr val="4B556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国防/军事极端重要系统</a:t>
            </a:r>
            <a:endParaRPr lang="en-US" sz="1680"/>
          </a:p>
        </p:txBody>
      </p:sp>
      <p:pic>
        <p:nvPicPr>
          <p:cNvPr id="21" name="Image 8" descr="preencoded.png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962400" y="1371600"/>
            <a:ext cx="4267200" cy="548640"/>
          </a:xfrm>
          <a:prstGeom prst="rect">
            <a:avLst/>
          </a:prstGeom>
          <a:effectLst>
            <a:outerShdw blurRad="91440" dist="60960" dir="54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22" name="Text 11"/>
          <p:cNvSpPr/>
          <p:nvPr>
            <p:custDataLst>
              <p:tags r:id="rId39"/>
            </p:custDataLst>
          </p:nvPr>
        </p:nvSpPr>
        <p:spPr>
          <a:xfrm>
            <a:off x="4450080" y="1432560"/>
            <a:ext cx="330098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5000"/>
              </a:lnSpc>
              <a:buNone/>
            </a:pPr>
            <a:r>
              <a:rPr lang="en-US" sz="2160" b="1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第五级（访问验证保护级）</a:t>
            </a:r>
            <a:endParaRPr lang="en-US" sz="2160"/>
          </a:p>
        </p:txBody>
      </p:sp>
      <p:sp>
        <p:nvSpPr>
          <p:cNvPr id="23" name="Text 12"/>
          <p:cNvSpPr/>
          <p:nvPr>
            <p:custDataLst>
              <p:tags r:id="rId40"/>
            </p:custDataLst>
          </p:nvPr>
        </p:nvSpPr>
        <p:spPr>
          <a:xfrm>
            <a:off x="822497" y="529397"/>
            <a:ext cx="10908924" cy="42672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2760">
                <a:solidFill>
                  <a:srgbClr val="1E1E1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等保2.0的安全等级划分</a:t>
            </a:r>
            <a:endParaRPr lang="en-US" sz="2760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6977" y="221308"/>
            <a:ext cx="11778103" cy="6283330"/>
          </a:xfrm>
          <a:prstGeom prst="rect">
            <a:avLst/>
          </a:prstGeom>
        </p:spPr>
      </p:pic>
      <p:pic>
        <p:nvPicPr>
          <p:cNvPr id="3" name="Image 1" descr="https://test.web.static.jianzeppt.com/ppt-temp-img3/f0bd98608bd058e5103d900059228a3b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4" name="Image 2" descr="https://test.web.static.jianzeppt.com/ppt-temp-img3/f7e41e2c7962a9b9cb52946910bf4753.png?x-oss-process=image/resize,w_1440,h_800,m_lfit/format,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158240" y="2971800"/>
            <a:ext cx="9875520" cy="30480"/>
          </a:xfrm>
          <a:prstGeom prst="rect">
            <a:avLst/>
          </a:prstGeom>
        </p:spPr>
      </p:pic>
      <p:grpSp>
        <p:nvGrpSpPr>
          <p:cNvPr id="53" name="组合 52"/>
          <p:cNvGrpSpPr/>
          <p:nvPr>
            <p:custDataLst>
              <p:tags r:id="rId9"/>
            </p:custDataLst>
          </p:nvPr>
        </p:nvGrpSpPr>
        <p:grpSpPr>
          <a:xfrm>
            <a:off x="609600" y="2438400"/>
            <a:ext cx="2438400" cy="2286000"/>
            <a:chOff x="-635000" y="-635000"/>
            <a:chExt cx="2438400" cy="2262307"/>
          </a:xfrm>
        </p:grpSpPr>
        <p:pic>
          <p:nvPicPr>
            <p:cNvPr id="54" name="Image 3" descr="TEMP_Z_ORDER_3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177800" y="-635000"/>
              <a:ext cx="1066800" cy="106680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55" name="Text 0" descr="TEMP_Z_ORDER_4"/>
            <p:cNvSpPr/>
            <p:nvPr>
              <p:custDataLst>
                <p:tags r:id="rId13"/>
              </p:custDataLst>
            </p:nvPr>
          </p:nvSpPr>
          <p:spPr>
            <a:xfrm>
              <a:off x="81280" y="-406400"/>
              <a:ext cx="601266" cy="28807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560">
                  <a:solidFill>
                    <a:srgbClr val="FFFFFF">
                      <a:alpha val="80000"/>
                    </a:srgbClr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第一步</a:t>
              </a:r>
              <a:endParaRPr lang="en-US" sz="1560"/>
            </a:p>
          </p:txBody>
        </p:sp>
        <p:sp>
          <p:nvSpPr>
            <p:cNvPr id="56" name="Text 1" descr="TEMP_Z_ORDER_5"/>
            <p:cNvSpPr/>
            <p:nvPr>
              <p:custDataLst>
                <p:tags r:id="rId14"/>
              </p:custDataLst>
            </p:nvPr>
          </p:nvSpPr>
          <p:spPr>
            <a:xfrm>
              <a:off x="81280" y="-71120"/>
              <a:ext cx="400844" cy="20815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56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定级</a:t>
              </a:r>
              <a:endParaRPr lang="en-US" sz="1560"/>
            </a:p>
          </p:txBody>
        </p:sp>
        <p:sp>
          <p:nvSpPr>
            <p:cNvPr id="57" name="Text 2" descr="TEMP_Z_ORDER_6"/>
            <p:cNvSpPr/>
            <p:nvPr>
              <p:custDataLst>
                <p:tags r:id="rId15"/>
              </p:custDataLst>
            </p:nvPr>
          </p:nvSpPr>
          <p:spPr>
            <a:xfrm>
              <a:off x="-635000" y="675640"/>
              <a:ext cx="1990344" cy="95166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36000"/>
                </a:lnSpc>
                <a:buNone/>
              </a:pPr>
              <a:r>
                <a:rPr lang="en-US" sz="1560">
                  <a:solidFill>
                    <a:srgbClr val="555555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确定系统所属安全等级（一至五级），需专家评审</a:t>
              </a:r>
              <a:endParaRPr lang="en-US" sz="1560"/>
            </a:p>
          </p:txBody>
        </p:sp>
        <p:pic>
          <p:nvPicPr>
            <p:cNvPr id="58" name="Image 4" descr="TEMP_Z_ORDER_7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/>
            <a:stretch>
              <a:fillRect/>
            </a:stretch>
          </p:blipFill>
          <p:spPr>
            <a:xfrm>
              <a:off x="1437640" y="-223520"/>
              <a:ext cx="365760" cy="365760"/>
            </a:xfrm>
            <a:prstGeom prst="rect">
              <a:avLst/>
            </a:prstGeom>
          </p:spPr>
        </p:pic>
      </p:grpSp>
      <p:grpSp>
        <p:nvGrpSpPr>
          <p:cNvPr id="41" name="组合 40"/>
          <p:cNvGrpSpPr/>
          <p:nvPr>
            <p:custDataLst>
              <p:tags r:id="rId18"/>
            </p:custDataLst>
          </p:nvPr>
        </p:nvGrpSpPr>
        <p:grpSpPr>
          <a:xfrm>
            <a:off x="2865120" y="2438400"/>
            <a:ext cx="2423160" cy="2286000"/>
            <a:chOff x="-635000" y="-635000"/>
            <a:chExt cx="2423160" cy="2262307"/>
          </a:xfrm>
        </p:grpSpPr>
        <p:pic>
          <p:nvPicPr>
            <p:cNvPr id="42" name="Image 5" descr="TEMP_Z_ORDER_8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193040" y="-635000"/>
              <a:ext cx="1066800" cy="106680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43" name="Text 3" descr="TEMP_Z_ORDER_9"/>
            <p:cNvSpPr/>
            <p:nvPr>
              <p:custDataLst>
                <p:tags r:id="rId20"/>
              </p:custDataLst>
            </p:nvPr>
          </p:nvSpPr>
          <p:spPr>
            <a:xfrm>
              <a:off x="66040" y="-406400"/>
              <a:ext cx="601266" cy="28807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560">
                  <a:solidFill>
                    <a:srgbClr val="FFFFFF">
                      <a:alpha val="80000"/>
                    </a:srgbClr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第二步</a:t>
              </a:r>
              <a:endParaRPr lang="en-US" sz="1560"/>
            </a:p>
          </p:txBody>
        </p:sp>
        <p:sp>
          <p:nvSpPr>
            <p:cNvPr id="44" name="Text 4" descr="TEMP_Z_ORDER_10"/>
            <p:cNvSpPr/>
            <p:nvPr>
              <p:custDataLst>
                <p:tags r:id="rId21"/>
              </p:custDataLst>
            </p:nvPr>
          </p:nvSpPr>
          <p:spPr>
            <a:xfrm>
              <a:off x="66040" y="-71120"/>
              <a:ext cx="400844" cy="20815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56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备案</a:t>
              </a:r>
              <a:endParaRPr lang="en-US" sz="1560"/>
            </a:p>
          </p:txBody>
        </p:sp>
        <p:sp>
          <p:nvSpPr>
            <p:cNvPr id="45" name="Text 5" descr="TEMP_Z_ORDER_11"/>
            <p:cNvSpPr/>
            <p:nvPr>
              <p:custDataLst>
                <p:tags r:id="rId22"/>
              </p:custDataLst>
            </p:nvPr>
          </p:nvSpPr>
          <p:spPr>
            <a:xfrm>
              <a:off x="-635000" y="675640"/>
              <a:ext cx="1990344" cy="95166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36000"/>
                </a:lnSpc>
                <a:buNone/>
              </a:pPr>
              <a:r>
                <a:rPr lang="en-US" sz="1560">
                  <a:solidFill>
                    <a:srgbClr val="555555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向属地公安机关提交定级报告、备案表、拓扑图，颁发《备案证明》</a:t>
              </a:r>
              <a:endParaRPr lang="en-US" sz="1560"/>
            </a:p>
          </p:txBody>
        </p:sp>
        <p:pic>
          <p:nvPicPr>
            <p:cNvPr id="46" name="Image 6" descr="TEMP_Z_ORDER_12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17"/>
            <a:stretch>
              <a:fillRect/>
            </a:stretch>
          </p:blipFill>
          <p:spPr>
            <a:xfrm>
              <a:off x="1422400" y="-223520"/>
              <a:ext cx="365760" cy="365760"/>
            </a:xfrm>
            <a:prstGeom prst="rect">
              <a:avLst/>
            </a:prstGeom>
          </p:spPr>
        </p:pic>
      </p:grpSp>
      <p:grpSp>
        <p:nvGrpSpPr>
          <p:cNvPr id="47" name="组合 46"/>
          <p:cNvGrpSpPr/>
          <p:nvPr>
            <p:custDataLst>
              <p:tags r:id="rId24"/>
            </p:custDataLst>
          </p:nvPr>
        </p:nvGrpSpPr>
        <p:grpSpPr>
          <a:xfrm>
            <a:off x="5105400" y="2438400"/>
            <a:ext cx="2438400" cy="2286000"/>
            <a:chOff x="-635000" y="-635000"/>
            <a:chExt cx="2438400" cy="2262307"/>
          </a:xfrm>
        </p:grpSpPr>
        <p:pic>
          <p:nvPicPr>
            <p:cNvPr id="48" name="Image 7" descr="TEMP_Z_ORDER_13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177800" y="-635000"/>
              <a:ext cx="1066800" cy="106680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49" name="Text 6" descr="TEMP_Z_ORDER_14"/>
            <p:cNvSpPr/>
            <p:nvPr>
              <p:custDataLst>
                <p:tags r:id="rId26"/>
              </p:custDataLst>
            </p:nvPr>
          </p:nvSpPr>
          <p:spPr>
            <a:xfrm>
              <a:off x="81280" y="-406400"/>
              <a:ext cx="601266" cy="28807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560">
                  <a:solidFill>
                    <a:srgbClr val="FFFFFF">
                      <a:alpha val="80000"/>
                    </a:srgbClr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第三步</a:t>
              </a:r>
              <a:endParaRPr lang="en-US" sz="1560"/>
            </a:p>
          </p:txBody>
        </p:sp>
        <p:sp>
          <p:nvSpPr>
            <p:cNvPr id="50" name="Text 7" descr="TEMP_Z_ORDER_15"/>
            <p:cNvSpPr/>
            <p:nvPr>
              <p:custDataLst>
                <p:tags r:id="rId27"/>
              </p:custDataLst>
            </p:nvPr>
          </p:nvSpPr>
          <p:spPr>
            <a:xfrm>
              <a:off x="-16719" y="-71120"/>
              <a:ext cx="801688" cy="20815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56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建设整改</a:t>
              </a:r>
              <a:endParaRPr lang="en-US" sz="1560"/>
            </a:p>
          </p:txBody>
        </p:sp>
        <p:sp>
          <p:nvSpPr>
            <p:cNvPr id="51" name="Text 8" descr="TEMP_Z_ORDER_16"/>
            <p:cNvSpPr/>
            <p:nvPr>
              <p:custDataLst>
                <p:tags r:id="rId28"/>
              </p:custDataLst>
            </p:nvPr>
          </p:nvSpPr>
          <p:spPr>
            <a:xfrm>
              <a:off x="-635000" y="675640"/>
              <a:ext cx="1990344" cy="95166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36000"/>
                </a:lnSpc>
                <a:buNone/>
              </a:pPr>
              <a:r>
                <a:rPr lang="en-US" sz="1560">
                  <a:solidFill>
                    <a:srgbClr val="555555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按照对应等级进行安全技术体系和安全管理制度建设</a:t>
              </a:r>
              <a:endParaRPr lang="en-US" sz="1560"/>
            </a:p>
          </p:txBody>
        </p:sp>
        <p:pic>
          <p:nvPicPr>
            <p:cNvPr id="52" name="Image 8" descr="TEMP_Z_ORDER_17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17"/>
            <a:stretch>
              <a:fillRect/>
            </a:stretch>
          </p:blipFill>
          <p:spPr>
            <a:xfrm>
              <a:off x="1437640" y="-223520"/>
              <a:ext cx="365760" cy="365760"/>
            </a:xfrm>
            <a:prstGeom prst="rect">
              <a:avLst/>
            </a:prstGeom>
          </p:spPr>
        </p:pic>
      </p:grpSp>
      <p:grpSp>
        <p:nvGrpSpPr>
          <p:cNvPr id="30" name="组合 29"/>
          <p:cNvGrpSpPr/>
          <p:nvPr>
            <p:custDataLst>
              <p:tags r:id="rId30"/>
            </p:custDataLst>
          </p:nvPr>
        </p:nvGrpSpPr>
        <p:grpSpPr>
          <a:xfrm>
            <a:off x="7376160" y="2438400"/>
            <a:ext cx="2423160" cy="2301240"/>
            <a:chOff x="-635000" y="-635000"/>
            <a:chExt cx="2423160" cy="2277547"/>
          </a:xfrm>
        </p:grpSpPr>
        <p:pic>
          <p:nvPicPr>
            <p:cNvPr id="31" name="Image 9" descr="TEMP_Z_ORDER_18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-177800" y="-635000"/>
              <a:ext cx="1066800" cy="106680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32" name="Text 9" descr="TEMP_Z_ORDER_19"/>
            <p:cNvSpPr/>
            <p:nvPr>
              <p:custDataLst>
                <p:tags r:id="rId34"/>
              </p:custDataLst>
            </p:nvPr>
          </p:nvSpPr>
          <p:spPr>
            <a:xfrm>
              <a:off x="-25400" y="-406400"/>
              <a:ext cx="601266" cy="28807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560">
                  <a:solidFill>
                    <a:srgbClr val="143766">
                      <a:alpha val="80000"/>
                    </a:srgbClr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第四步</a:t>
              </a:r>
              <a:endParaRPr lang="en-US" sz="1560"/>
            </a:p>
          </p:txBody>
        </p:sp>
        <p:sp>
          <p:nvSpPr>
            <p:cNvPr id="33" name="Text 10" descr="TEMP_Z_ORDER_20"/>
            <p:cNvSpPr/>
            <p:nvPr>
              <p:custDataLst>
                <p:tags r:id="rId35"/>
              </p:custDataLst>
            </p:nvPr>
          </p:nvSpPr>
          <p:spPr>
            <a:xfrm>
              <a:off x="-88786" y="-71120"/>
              <a:ext cx="801688" cy="20815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560">
                  <a:solidFill>
                    <a:srgbClr val="1437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等级测评</a:t>
              </a:r>
              <a:endParaRPr lang="en-US" sz="1560"/>
            </a:p>
          </p:txBody>
        </p:sp>
        <p:sp>
          <p:nvSpPr>
            <p:cNvPr id="34" name="Text 11" descr="TEMP_Z_ORDER_21"/>
            <p:cNvSpPr/>
            <p:nvPr>
              <p:custDataLst>
                <p:tags r:id="rId36"/>
              </p:custDataLst>
            </p:nvPr>
          </p:nvSpPr>
          <p:spPr>
            <a:xfrm>
              <a:off x="-635000" y="690880"/>
              <a:ext cx="1990344" cy="95166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36000"/>
                </a:lnSpc>
                <a:buNone/>
              </a:pPr>
              <a:r>
                <a:rPr lang="en-US" sz="1560">
                  <a:solidFill>
                    <a:srgbClr val="555555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由具备资质的测评机构进行符合性测评</a:t>
              </a:r>
              <a:r>
                <a:rPr lang="en-US" sz="1560">
                  <a:solidFill>
                    <a:srgbClr val="1437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（本课程重点）</a:t>
              </a:r>
              <a:endParaRPr lang="en-US" sz="1560"/>
            </a:p>
          </p:txBody>
        </p:sp>
        <p:pic>
          <p:nvPicPr>
            <p:cNvPr id="35" name="Image 10" descr="TEMP_Z_ORDER_22"/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>
            <a:blip r:embed="rId17"/>
            <a:stretch>
              <a:fillRect/>
            </a:stretch>
          </p:blipFill>
          <p:spPr>
            <a:xfrm>
              <a:off x="1422400" y="-223520"/>
              <a:ext cx="365760" cy="365760"/>
            </a:xfrm>
            <a:prstGeom prst="rect">
              <a:avLst/>
            </a:prstGeom>
          </p:spPr>
        </p:pic>
      </p:grpSp>
      <p:grpSp>
        <p:nvGrpSpPr>
          <p:cNvPr id="36" name="组合 35"/>
          <p:cNvGrpSpPr/>
          <p:nvPr>
            <p:custDataLst>
              <p:tags r:id="rId38"/>
            </p:custDataLst>
          </p:nvPr>
        </p:nvGrpSpPr>
        <p:grpSpPr>
          <a:xfrm>
            <a:off x="9601200" y="2438400"/>
            <a:ext cx="1990344" cy="1958340"/>
            <a:chOff x="-635000" y="-635000"/>
            <a:chExt cx="1990344" cy="1958340"/>
          </a:xfrm>
        </p:grpSpPr>
        <p:pic>
          <p:nvPicPr>
            <p:cNvPr id="37" name="Image 11" descr="TEMP_Z_ORDER_23"/>
            <p:cNvPicPr>
              <a:picLocks noChangeAspect="1"/>
            </p:cNvPicPr>
            <p:nvPr>
              <p:custDataLst>
                <p:tags r:id="rId39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177800" y="-635000"/>
              <a:ext cx="1066800" cy="106680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38" name="Text 12" descr="TEMP_Z_ORDER_24"/>
            <p:cNvSpPr/>
            <p:nvPr>
              <p:custDataLst>
                <p:tags r:id="rId40"/>
              </p:custDataLst>
            </p:nvPr>
          </p:nvSpPr>
          <p:spPr>
            <a:xfrm>
              <a:off x="-25400" y="-406400"/>
              <a:ext cx="601266" cy="28807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560">
                  <a:solidFill>
                    <a:srgbClr val="FFFFFF">
                      <a:alpha val="80000"/>
                    </a:srgbClr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第五步</a:t>
              </a:r>
              <a:endParaRPr lang="en-US" sz="1560"/>
            </a:p>
          </p:txBody>
        </p:sp>
        <p:sp>
          <p:nvSpPr>
            <p:cNvPr id="39" name="Text 13" descr="TEMP_Z_ORDER_25"/>
            <p:cNvSpPr/>
            <p:nvPr>
              <p:custDataLst>
                <p:tags r:id="rId41"/>
              </p:custDataLst>
            </p:nvPr>
          </p:nvSpPr>
          <p:spPr>
            <a:xfrm>
              <a:off x="-19282" y="-71120"/>
              <a:ext cx="801688" cy="20815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56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监督检查</a:t>
              </a:r>
              <a:endParaRPr lang="en-US" sz="1560"/>
            </a:p>
          </p:txBody>
        </p:sp>
        <p:sp>
          <p:nvSpPr>
            <p:cNvPr id="40" name="Text 14" descr="TEMP_Z_ORDER_26"/>
            <p:cNvSpPr/>
            <p:nvPr>
              <p:custDataLst>
                <p:tags r:id="rId42"/>
              </p:custDataLst>
            </p:nvPr>
          </p:nvSpPr>
          <p:spPr>
            <a:xfrm>
              <a:off x="-635000" y="675640"/>
              <a:ext cx="1990344" cy="62873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36000"/>
                </a:lnSpc>
                <a:buNone/>
              </a:pPr>
              <a:r>
                <a:rPr lang="en-US" sz="1560">
                  <a:solidFill>
                    <a:srgbClr val="555555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公安机关定期检查，运营单位每年自查</a:t>
              </a:r>
              <a:endParaRPr lang="en-US" sz="1560"/>
            </a:p>
          </p:txBody>
        </p:sp>
      </p:grpSp>
      <p:sp>
        <p:nvSpPr>
          <p:cNvPr id="29" name="Text 15"/>
          <p:cNvSpPr/>
          <p:nvPr>
            <p:custDataLst>
              <p:tags r:id="rId43"/>
            </p:custDataLst>
          </p:nvPr>
        </p:nvSpPr>
        <p:spPr>
          <a:xfrm>
            <a:off x="822497" y="529635"/>
            <a:ext cx="10908924" cy="42648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2760">
                <a:solidFill>
                  <a:srgbClr val="1E1E1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等保工作“五步走”流程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125"/>
                            </p:stCondLst>
                            <p:childTnLst>
                              <p:par>
                                <p:cTn id="12" presetID="3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875"/>
                            </p:stCondLst>
                            <p:childTnLst>
                              <p:par>
                                <p:cTn id="19" presetID="3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625"/>
                            </p:stCondLst>
                            <p:childTnLst>
                              <p:par>
                                <p:cTn id="26" presetID="3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375"/>
                            </p:stCondLst>
                            <p:childTnLst>
                              <p:par>
                                <p:cTn id="33" presetID="31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125"/>
                            </p:stCondLst>
                            <p:childTnLst>
                              <p:par>
                                <p:cTn id="40" presetID="31" presetClass="entr" presetSubtype="0" fill="hold" grpId="6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3" name="Image 1" descr="https://test.web.static.jianzeppt.com/ppt-temp-img3/f0bd98608bd058e5103d900059228a3b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52" name="组合 51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2560320" cy="3749040"/>
            <a:chOff x="-635000" y="-635000"/>
            <a:chExt cx="2560320" cy="3749040"/>
          </a:xfrm>
        </p:grpSpPr>
        <p:pic>
          <p:nvPicPr>
            <p:cNvPr id="53" name="Image 2" descr="TEMP_Z_ORDER_2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2560320" cy="374904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54" name="Image 3" descr="TEMP_Z_ORDER_3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314960" y="-314960"/>
              <a:ext cx="731520" cy="73152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pic>
          <p:nvPicPr>
            <p:cNvPr id="55" name="Image 4" descr="TEMP_Z_ORDER_4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-132080" y="-132080"/>
              <a:ext cx="365760" cy="365760"/>
            </a:xfrm>
            <a:prstGeom prst="rect">
              <a:avLst/>
            </a:prstGeom>
          </p:spPr>
        </p:pic>
        <p:sp>
          <p:nvSpPr>
            <p:cNvPr id="56" name="Text 0" descr="TEMP_Z_ORDER_5"/>
            <p:cNvSpPr/>
            <p:nvPr>
              <p:custDataLst>
                <p:tags r:id="rId17"/>
              </p:custDataLst>
            </p:nvPr>
          </p:nvSpPr>
          <p:spPr>
            <a:xfrm>
              <a:off x="-314960" y="629920"/>
              <a:ext cx="1929384" cy="68304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2160" b="1">
                  <a:solidFill>
                    <a:srgbClr val="1437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第一阶段测评准备</a:t>
              </a:r>
              <a:endParaRPr lang="en-US" sz="2160"/>
            </a:p>
          </p:txBody>
        </p:sp>
        <p:sp>
          <p:nvSpPr>
            <p:cNvPr id="57" name="Text 1" descr="TEMP_Z_ORDER_6"/>
            <p:cNvSpPr/>
            <p:nvPr>
              <p:custDataLst>
                <p:tags r:id="rId18"/>
              </p:custDataLst>
            </p:nvPr>
          </p:nvSpPr>
          <p:spPr>
            <a:xfrm>
              <a:off x="-314960" y="1542424"/>
              <a:ext cx="1929384" cy="102487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680">
                  <a:solidFill>
                    <a:srgbClr val="374151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项目启动、信息收集、工具准备、签署保密协议</a:t>
              </a:r>
              <a:endParaRPr lang="en-US" sz="1680"/>
            </a:p>
          </p:txBody>
        </p:sp>
      </p:grpSp>
      <p:grpSp>
        <p:nvGrpSpPr>
          <p:cNvPr id="34" name="组合 33"/>
          <p:cNvGrpSpPr/>
          <p:nvPr>
            <p:custDataLst>
              <p:tags r:id="rId19"/>
            </p:custDataLst>
          </p:nvPr>
        </p:nvGrpSpPr>
        <p:grpSpPr>
          <a:xfrm>
            <a:off x="3413760" y="1371600"/>
            <a:ext cx="2560320" cy="3749040"/>
            <a:chOff x="-635000" y="-635000"/>
            <a:chExt cx="2560320" cy="3749040"/>
          </a:xfrm>
        </p:grpSpPr>
        <p:pic>
          <p:nvPicPr>
            <p:cNvPr id="35" name="Image 5" descr="TEMP_Z_ORDER_7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2560320" cy="374904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36" name="Image 6" descr="TEMP_Z_ORDER_8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314960" y="-314960"/>
              <a:ext cx="731520" cy="73152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pic>
          <p:nvPicPr>
            <p:cNvPr id="37" name="Image 7" descr="TEMP_Z_ORDER_9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-132080" y="-132080"/>
              <a:ext cx="365760" cy="365760"/>
            </a:xfrm>
            <a:prstGeom prst="rect">
              <a:avLst/>
            </a:prstGeom>
          </p:spPr>
        </p:pic>
        <p:sp>
          <p:nvSpPr>
            <p:cNvPr id="38" name="Text 2" descr="TEMP_Z_ORDER_10"/>
            <p:cNvSpPr/>
            <p:nvPr>
              <p:custDataLst>
                <p:tags r:id="rId25"/>
              </p:custDataLst>
            </p:nvPr>
          </p:nvSpPr>
          <p:spPr>
            <a:xfrm>
              <a:off x="-314960" y="629920"/>
              <a:ext cx="1929384" cy="68304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2160" b="1">
                  <a:solidFill>
                    <a:srgbClr val="1437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第二阶段方案编制</a:t>
              </a:r>
              <a:endParaRPr lang="en-US" sz="2160"/>
            </a:p>
          </p:txBody>
        </p:sp>
        <p:sp>
          <p:nvSpPr>
            <p:cNvPr id="39" name="Text 3" descr="TEMP_Z_ORDER_11"/>
            <p:cNvSpPr/>
            <p:nvPr>
              <p:custDataLst>
                <p:tags r:id="rId26"/>
              </p:custDataLst>
            </p:nvPr>
          </p:nvSpPr>
          <p:spPr>
            <a:xfrm>
              <a:off x="-314960" y="1542424"/>
              <a:ext cx="1929384" cy="102487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680">
                  <a:solidFill>
                    <a:srgbClr val="374151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确定范围、选取对象、确定指标、编制方案、评审</a:t>
              </a:r>
              <a:endParaRPr lang="en-US" sz="1680"/>
            </a:p>
          </p:txBody>
        </p:sp>
      </p:grpSp>
      <p:grpSp>
        <p:nvGrpSpPr>
          <p:cNvPr id="40" name="组合 39"/>
          <p:cNvGrpSpPr/>
          <p:nvPr>
            <p:custDataLst>
              <p:tags r:id="rId27"/>
            </p:custDataLst>
          </p:nvPr>
        </p:nvGrpSpPr>
        <p:grpSpPr>
          <a:xfrm>
            <a:off x="6217920" y="1371600"/>
            <a:ext cx="2560320" cy="3749040"/>
            <a:chOff x="-635000" y="-635000"/>
            <a:chExt cx="2560320" cy="3749040"/>
          </a:xfrm>
        </p:grpSpPr>
        <p:pic>
          <p:nvPicPr>
            <p:cNvPr id="41" name="Image 8" descr="TEMP_Z_ORDER_12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2560320" cy="374904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42" name="Image 9" descr="TEMP_Z_ORDER_13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314960" y="-314960"/>
              <a:ext cx="731520" cy="73152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pic>
          <p:nvPicPr>
            <p:cNvPr id="43" name="Image 10" descr="TEMP_Z_ORDER_14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-132080" y="-132080"/>
              <a:ext cx="365760" cy="365760"/>
            </a:xfrm>
            <a:prstGeom prst="rect">
              <a:avLst/>
            </a:prstGeom>
          </p:spPr>
        </p:pic>
        <p:sp>
          <p:nvSpPr>
            <p:cNvPr id="44" name="Text 4" descr="TEMP_Z_ORDER_15"/>
            <p:cNvSpPr/>
            <p:nvPr>
              <p:custDataLst>
                <p:tags r:id="rId33"/>
              </p:custDataLst>
            </p:nvPr>
          </p:nvSpPr>
          <p:spPr>
            <a:xfrm>
              <a:off x="-314961" y="629920"/>
              <a:ext cx="1929384" cy="68304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2160" b="1">
                  <a:solidFill>
                    <a:srgbClr val="1437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第三阶段现场测评</a:t>
              </a:r>
              <a:endParaRPr lang="en-US" sz="2160"/>
            </a:p>
          </p:txBody>
        </p:sp>
        <p:sp>
          <p:nvSpPr>
            <p:cNvPr id="45" name="Text 5" descr="TEMP_Z_ORDER_16"/>
            <p:cNvSpPr/>
            <p:nvPr>
              <p:custDataLst>
                <p:tags r:id="rId34"/>
              </p:custDataLst>
            </p:nvPr>
          </p:nvSpPr>
          <p:spPr>
            <a:xfrm>
              <a:off x="-314960" y="1542490"/>
              <a:ext cx="1929384" cy="102474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680">
                  <a:solidFill>
                    <a:srgbClr val="374151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技术测评（物理/网络/主机/应用/数据）+ 管理测评</a:t>
              </a:r>
              <a:endParaRPr lang="en-US" sz="1680"/>
            </a:p>
          </p:txBody>
        </p:sp>
      </p:grpSp>
      <p:grpSp>
        <p:nvGrpSpPr>
          <p:cNvPr id="46" name="组合 45"/>
          <p:cNvGrpSpPr/>
          <p:nvPr>
            <p:custDataLst>
              <p:tags r:id="rId35"/>
            </p:custDataLst>
          </p:nvPr>
        </p:nvGrpSpPr>
        <p:grpSpPr>
          <a:xfrm>
            <a:off x="9022080" y="1371600"/>
            <a:ext cx="2560320" cy="3749040"/>
            <a:chOff x="-635000" y="-635000"/>
            <a:chExt cx="2560320" cy="3749040"/>
          </a:xfrm>
        </p:grpSpPr>
        <p:pic>
          <p:nvPicPr>
            <p:cNvPr id="47" name="Image 11" descr="TEMP_Z_ORDER_17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2560320" cy="374904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48" name="Image 12" descr="TEMP_Z_ORDER_18"/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314960" y="-314960"/>
              <a:ext cx="731520" cy="73152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pic>
          <p:nvPicPr>
            <p:cNvPr id="49" name="Image 13" descr="TEMP_Z_ORDER_19"/>
            <p:cNvPicPr>
              <a:picLocks noChangeAspect="1"/>
            </p:cNvPicPr>
            <p:nvPr>
              <p:custDataLst>
                <p:tags r:id="rId38"/>
              </p:custDataLst>
            </p:nvPr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-132080" y="-132080"/>
              <a:ext cx="365760" cy="365760"/>
            </a:xfrm>
            <a:prstGeom prst="rect">
              <a:avLst/>
            </a:prstGeom>
          </p:spPr>
        </p:pic>
        <p:sp>
          <p:nvSpPr>
            <p:cNvPr id="50" name="Text 6" descr="TEMP_Z_ORDER_20"/>
            <p:cNvSpPr/>
            <p:nvPr>
              <p:custDataLst>
                <p:tags r:id="rId41"/>
              </p:custDataLst>
            </p:nvPr>
          </p:nvSpPr>
          <p:spPr>
            <a:xfrm>
              <a:off x="-314960" y="629920"/>
              <a:ext cx="1929384" cy="68304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2160" b="1">
                  <a:solidFill>
                    <a:srgbClr val="1437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第四阶段报告编制</a:t>
              </a:r>
              <a:endParaRPr lang="en-US" sz="2160"/>
            </a:p>
          </p:txBody>
        </p:sp>
        <p:sp>
          <p:nvSpPr>
            <p:cNvPr id="51" name="Text 7" descr="TEMP_Z_ORDER_21"/>
            <p:cNvSpPr/>
            <p:nvPr>
              <p:custDataLst>
                <p:tags r:id="rId42"/>
              </p:custDataLst>
            </p:nvPr>
          </p:nvSpPr>
          <p:spPr>
            <a:xfrm>
              <a:off x="-314960" y="1527810"/>
              <a:ext cx="1929384" cy="10541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680">
                  <a:solidFill>
                    <a:srgbClr val="374151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单项</a:t>
              </a:r>
              <a:r>
                <a:rPr lang="zh-CN" altLang="en-US" sz="1680">
                  <a:solidFill>
                    <a:srgbClr val="374151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合规性</a:t>
              </a:r>
              <a:r>
                <a:rPr lang="en-US" sz="1680">
                  <a:solidFill>
                    <a:srgbClr val="374151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判定、整体结论、整改建议、审核、交付</a:t>
              </a:r>
              <a:r>
                <a:rPr lang="zh-CN" altLang="en-US" sz="1680">
                  <a:solidFill>
                    <a:srgbClr val="374151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测评报告</a:t>
              </a:r>
              <a:endParaRPr lang="zh-CN" altLang="en-US" sz="168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endParaRPr>
            </a:p>
          </p:txBody>
        </p:sp>
      </p:grpSp>
      <p:grpSp>
        <p:nvGrpSpPr>
          <p:cNvPr id="29" name="组合 28"/>
          <p:cNvGrpSpPr/>
          <p:nvPr>
            <p:custDataLst>
              <p:tags r:id="rId43"/>
            </p:custDataLst>
          </p:nvPr>
        </p:nvGrpSpPr>
        <p:grpSpPr>
          <a:xfrm>
            <a:off x="609600" y="5364480"/>
            <a:ext cx="10972800" cy="883920"/>
            <a:chOff x="-635000" y="-635000"/>
            <a:chExt cx="10972800" cy="883920"/>
          </a:xfrm>
        </p:grpSpPr>
        <p:pic>
          <p:nvPicPr>
            <p:cNvPr id="30" name="Image 14" descr="TEMP_Z_ORDER_22"/>
            <p:cNvPicPr>
              <a:picLocks noChangeAspect="1"/>
            </p:cNvPicPr>
            <p:nvPr>
              <p:custDataLst>
                <p:tags r:id="rId44"/>
              </p:custDataLst>
            </p:nvPr>
          </p:nvPicPr>
          <p:blipFill>
            <a:blip r:embed="rId45"/>
            <a:stretch>
              <a:fillRect/>
            </a:stretch>
          </p:blipFill>
          <p:spPr>
            <a:xfrm>
              <a:off x="-635000" y="-635000"/>
              <a:ext cx="10972800" cy="883920"/>
            </a:xfrm>
            <a:prstGeom prst="rect">
              <a:avLst/>
            </a:prstGeom>
          </p:spPr>
        </p:pic>
        <p:pic>
          <p:nvPicPr>
            <p:cNvPr id="31" name="Image 15" descr="TEMP_Z_ORDER_23"/>
            <p:cNvPicPr>
              <a:picLocks noChangeAspect="1"/>
            </p:cNvPicPr>
            <p:nvPr>
              <p:custDataLst>
                <p:tags r:id="rId46"/>
              </p:custDataLst>
            </p:nvPr>
          </p:nvPicPr>
          <p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p:blipFill>
          <p:spPr>
            <a:xfrm>
              <a:off x="-314960" y="-436880"/>
              <a:ext cx="487680" cy="487680"/>
            </a:xfrm>
            <a:prstGeom prst="rect">
              <a:avLst/>
            </a:prstGeom>
          </p:spPr>
        </p:pic>
        <p:pic>
          <p:nvPicPr>
            <p:cNvPr id="32" name="Image 16" descr="TEMP_Z_ORDER_24"/>
            <p:cNvPicPr>
              <a:picLocks noChangeAspect="1"/>
            </p:cNvPicPr>
            <p:nvPr>
              <p:custDataLst>
                <p:tags r:id="rId49"/>
              </p:custDataLst>
            </p:nvPr>
          </p:nvPicPr>
          <p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p:blipFill>
          <p:spPr>
            <a:xfrm>
              <a:off x="-193040" y="-314960"/>
              <a:ext cx="243840" cy="243840"/>
            </a:xfrm>
            <a:prstGeom prst="rect">
              <a:avLst/>
            </a:prstGeom>
          </p:spPr>
        </p:pic>
        <p:sp>
          <p:nvSpPr>
            <p:cNvPr id="33" name="Text 8" descr="TEMP_Z_ORDER_25"/>
            <p:cNvSpPr/>
            <p:nvPr>
              <p:custDataLst>
                <p:tags r:id="rId52"/>
              </p:custDataLst>
            </p:nvPr>
          </p:nvSpPr>
          <p:spPr>
            <a:xfrm>
              <a:off x="355600" y="-360680"/>
              <a:ext cx="9671304" cy="30713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800" b="1">
                  <a:solidFill>
                    <a:srgbClr val="1437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教学提示：</a:t>
              </a:r>
              <a:r>
                <a:rPr lang="en-US" sz="1800">
                  <a:solidFill>
                    <a:srgbClr val="1F2937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这四个阶段就是本课程项目1至项目6的编排顺序。</a:t>
              </a:r>
              <a:endParaRPr lang="en-US" sz="1800"/>
            </a:p>
          </p:txBody>
        </p:sp>
      </p:grpSp>
      <p:sp>
        <p:nvSpPr>
          <p:cNvPr id="28" name="Text 9"/>
          <p:cNvSpPr/>
          <p:nvPr>
            <p:custDataLst>
              <p:tags r:id="rId53"/>
            </p:custDataLst>
          </p:nvPr>
        </p:nvSpPr>
        <p:spPr>
          <a:xfrm>
            <a:off x="822497" y="529635"/>
            <a:ext cx="10908924" cy="42648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2760">
                <a:solidFill>
                  <a:srgbClr val="1E1E1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等保测评的四个阶段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8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8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" presetClass="entr" presetSubtype="8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3" name="Image 1" descr="https://test.web.static.jianzeppt.com/ppt-temp-img3/f0bd98608bd058e5103d900059228a3b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21" name="组合 20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10981944" cy="1219200"/>
            <a:chOff x="-635000" y="-635000"/>
            <a:chExt cx="10981944" cy="1219200"/>
          </a:xfrm>
        </p:grpSpPr>
        <p:pic>
          <p:nvPicPr>
            <p:cNvPr id="22" name="Image 2" descr="TEMP_Z_ORDER_2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972800" cy="1219200"/>
            </a:xfrm>
            <a:prstGeom prst="rect">
              <a:avLst/>
            </a:prstGeom>
          </p:spPr>
        </p:pic>
        <p:sp>
          <p:nvSpPr>
            <p:cNvPr id="23" name="Text 0" descr="TEMP_Z_ORDER_3"/>
            <p:cNvSpPr/>
            <p:nvPr>
              <p:custDataLst>
                <p:tags r:id="rId11"/>
              </p:custDataLst>
            </p:nvPr>
          </p:nvSpPr>
          <p:spPr>
            <a:xfrm>
              <a:off x="-330200" y="-574040"/>
              <a:ext cx="2600674" cy="2882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>
                  <a:solidFill>
                    <a:srgbClr val="1437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Q：什么是等保2.0？</a:t>
              </a:r>
              <a:endParaRPr lang="en-US" sz="2160"/>
            </a:p>
          </p:txBody>
        </p:sp>
        <p:sp>
          <p:nvSpPr>
            <p:cNvPr id="24" name="Text 1" descr="TEMP_Z_ORDER_4"/>
            <p:cNvSpPr/>
            <p:nvPr>
              <p:custDataLst>
                <p:tags r:id="rId12"/>
              </p:custDataLst>
            </p:nvPr>
          </p:nvSpPr>
          <p:spPr>
            <a:xfrm>
              <a:off x="-330200" y="-101600"/>
              <a:ext cx="10677144" cy="62259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800">
                  <a:solidFill>
                    <a:srgbClr val="374151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A：等保2.0是国家网络安全等级保护制度的第二代标准体系，以《网络安全法》为法律依据，以GB/T 22239-2019为核心标准。</a:t>
              </a:r>
              <a:endParaRPr lang="en-US" sz="1800"/>
            </a:p>
          </p:txBody>
        </p:sp>
      </p:grpSp>
      <p:grpSp>
        <p:nvGrpSpPr>
          <p:cNvPr id="25" name="组合 24"/>
          <p:cNvGrpSpPr/>
          <p:nvPr>
            <p:custDataLst>
              <p:tags r:id="rId13"/>
            </p:custDataLst>
          </p:nvPr>
        </p:nvGrpSpPr>
        <p:grpSpPr>
          <a:xfrm>
            <a:off x="609600" y="2910840"/>
            <a:ext cx="10981944" cy="914400"/>
            <a:chOff x="-635000" y="-635000"/>
            <a:chExt cx="10981944" cy="914400"/>
          </a:xfrm>
        </p:grpSpPr>
        <p:pic>
          <p:nvPicPr>
            <p:cNvPr id="26" name="Image 3" descr="TEMP_Z_ORDER_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972800" cy="914400"/>
            </a:xfrm>
            <a:prstGeom prst="rect">
              <a:avLst/>
            </a:prstGeom>
          </p:spPr>
        </p:pic>
        <p:sp>
          <p:nvSpPr>
            <p:cNvPr id="27" name="Text 2" descr="TEMP_Z_ORDER_6"/>
            <p:cNvSpPr/>
            <p:nvPr>
              <p:custDataLst>
                <p:tags r:id="rId17"/>
              </p:custDataLst>
            </p:nvPr>
          </p:nvSpPr>
          <p:spPr>
            <a:xfrm>
              <a:off x="-330200" y="-574040"/>
              <a:ext cx="3987593" cy="2882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>
                  <a:solidFill>
                    <a:srgbClr val="1437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Q：等保2.0有哪五个安全等级？</a:t>
              </a:r>
              <a:endParaRPr lang="en-US" sz="2160"/>
            </a:p>
          </p:txBody>
        </p:sp>
        <p:sp>
          <p:nvSpPr>
            <p:cNvPr id="28" name="Text 3" descr="TEMP_Z_ORDER_7"/>
            <p:cNvSpPr/>
            <p:nvPr>
              <p:custDataLst>
                <p:tags r:id="rId18"/>
              </p:custDataLst>
            </p:nvPr>
          </p:nvSpPr>
          <p:spPr>
            <a:xfrm>
              <a:off x="-330200" y="-116840"/>
              <a:ext cx="3852910" cy="24024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800">
                  <a:solidFill>
                    <a:srgbClr val="374151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A：第一级至第五级。第三级最常见。</a:t>
              </a:r>
              <a:endParaRPr lang="en-US" sz="1800"/>
            </a:p>
          </p:txBody>
        </p:sp>
      </p:grpSp>
      <p:grpSp>
        <p:nvGrpSpPr>
          <p:cNvPr id="29" name="组合 28"/>
          <p:cNvGrpSpPr/>
          <p:nvPr>
            <p:custDataLst>
              <p:tags r:id="rId19"/>
            </p:custDataLst>
          </p:nvPr>
        </p:nvGrpSpPr>
        <p:grpSpPr>
          <a:xfrm>
            <a:off x="609600" y="4130040"/>
            <a:ext cx="10981944" cy="914400"/>
            <a:chOff x="-635000" y="-635000"/>
            <a:chExt cx="10981944" cy="914400"/>
          </a:xfrm>
        </p:grpSpPr>
        <p:pic>
          <p:nvPicPr>
            <p:cNvPr id="30" name="Image 4" descr="TEMP_Z_ORDER_8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972800" cy="914400"/>
            </a:xfrm>
            <a:prstGeom prst="rect">
              <a:avLst/>
            </a:prstGeom>
          </p:spPr>
        </p:pic>
        <p:sp>
          <p:nvSpPr>
            <p:cNvPr id="31" name="Text 4" descr="TEMP_Z_ORDER_9"/>
            <p:cNvSpPr/>
            <p:nvPr>
              <p:custDataLst>
                <p:tags r:id="rId21"/>
              </p:custDataLst>
            </p:nvPr>
          </p:nvSpPr>
          <p:spPr>
            <a:xfrm>
              <a:off x="-330200" y="-574040"/>
              <a:ext cx="4112657" cy="2882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>
                  <a:solidFill>
                    <a:srgbClr val="1437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Q：等保工作“五步走”是哪五步？</a:t>
              </a:r>
              <a:endParaRPr lang="en-US" sz="2160"/>
            </a:p>
          </p:txBody>
        </p:sp>
        <p:sp>
          <p:nvSpPr>
            <p:cNvPr id="32" name="Text 5" descr="TEMP_Z_ORDER_10"/>
            <p:cNvSpPr/>
            <p:nvPr>
              <p:custDataLst>
                <p:tags r:id="rId22"/>
              </p:custDataLst>
            </p:nvPr>
          </p:nvSpPr>
          <p:spPr>
            <a:xfrm>
              <a:off x="-330200" y="-116840"/>
              <a:ext cx="5680758" cy="24024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800">
                  <a:solidFill>
                    <a:srgbClr val="374151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A：定级 → 备案 → 建设整改 → 等级测评 → 监督检查。</a:t>
              </a:r>
              <a:endParaRPr lang="en-US" sz="1800"/>
            </a:p>
          </p:txBody>
        </p:sp>
      </p:grpSp>
      <p:grpSp>
        <p:nvGrpSpPr>
          <p:cNvPr id="17" name="组合 16"/>
          <p:cNvGrpSpPr/>
          <p:nvPr>
            <p:custDataLst>
              <p:tags r:id="rId23"/>
            </p:custDataLst>
          </p:nvPr>
        </p:nvGrpSpPr>
        <p:grpSpPr>
          <a:xfrm>
            <a:off x="609600" y="5349240"/>
            <a:ext cx="10981944" cy="914400"/>
            <a:chOff x="-635000" y="-635000"/>
            <a:chExt cx="10981944" cy="914400"/>
          </a:xfrm>
        </p:grpSpPr>
        <p:pic>
          <p:nvPicPr>
            <p:cNvPr id="18" name="Image 5" descr="TEMP_Z_ORDER_11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972800" cy="914400"/>
            </a:xfrm>
            <a:prstGeom prst="rect">
              <a:avLst/>
            </a:prstGeom>
          </p:spPr>
        </p:pic>
        <p:sp>
          <p:nvSpPr>
            <p:cNvPr id="19" name="Text 6" descr="TEMP_Z_ORDER_12"/>
            <p:cNvSpPr/>
            <p:nvPr>
              <p:custDataLst>
                <p:tags r:id="rId25"/>
              </p:custDataLst>
            </p:nvPr>
          </p:nvSpPr>
          <p:spPr>
            <a:xfrm>
              <a:off x="-330200" y="-574040"/>
              <a:ext cx="4390041" cy="2882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>
                  <a:solidFill>
                    <a:srgbClr val="1437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Q：等保测评“四阶段”是哪四阶段？</a:t>
              </a:r>
              <a:endParaRPr lang="en-US" sz="2160"/>
            </a:p>
          </p:txBody>
        </p:sp>
        <p:sp>
          <p:nvSpPr>
            <p:cNvPr id="20" name="Text 7" descr="TEMP_Z_ORDER_13"/>
            <p:cNvSpPr/>
            <p:nvPr>
              <p:custDataLst>
                <p:tags r:id="rId26"/>
              </p:custDataLst>
            </p:nvPr>
          </p:nvSpPr>
          <p:spPr>
            <a:xfrm>
              <a:off x="-330200" y="-116840"/>
              <a:ext cx="5339239" cy="24024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800">
                  <a:solidFill>
                    <a:srgbClr val="374151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A：测评准备 → 方案编制 → 现场测评 → 报告编制。</a:t>
              </a:r>
              <a:endParaRPr lang="en-US" sz="1800"/>
            </a:p>
          </p:txBody>
        </p:sp>
      </p:grpSp>
      <p:sp>
        <p:nvSpPr>
          <p:cNvPr id="16" name="Text 8"/>
          <p:cNvSpPr/>
          <p:nvPr>
            <p:custDataLst>
              <p:tags r:id="rId27"/>
            </p:custDataLst>
          </p:nvPr>
        </p:nvSpPr>
        <p:spPr>
          <a:xfrm>
            <a:off x="822497" y="529635"/>
            <a:ext cx="10908924" cy="42648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2760">
                <a:solidFill>
                  <a:srgbClr val="1E1E1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本部分知识回顾快速问答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1" animBg="1"/>
    </p:bldLst>
  </p:timing>
</p:sld>
</file>

<file path=ppt/tags/tag1.xml><?xml version="1.0" encoding="utf-8"?>
<p:tagLst xmlns:p="http://schemas.openxmlformats.org/presentationml/2006/main">
  <p:tag name="AS_UNIQUEID" val="998"/>
</p:tagLst>
</file>

<file path=ppt/tags/tag2.xml><?xml version="1.0" encoding="utf-8"?>
<p:tagLst xmlns:p="http://schemas.openxmlformats.org/presentationml/2006/main">
  <p:tag name="AS_UNIQUEID" val="999"/>
</p:tagLst>
</file>

<file path=ppt/tags/tag3.xml><?xml version="1.0" encoding="utf-8"?>
<p:tagLst xmlns:p="http://schemas.openxmlformats.org/presentationml/2006/main">
  <p:tag name="AS_UNIQUEID" val="1000"/>
</p:tagLst>
</file>

<file path=ppt/tags/tag4.xml><?xml version="1.0" encoding="utf-8"?>
<p:tagLst xmlns:p="http://schemas.openxmlformats.org/presentationml/2006/main">
  <p:tag name="AS_UNIQUEID" val="1001"/>
</p:tagLst>
</file>

<file path=ppt/tags/tag5.xml><?xml version="1.0" encoding="utf-8"?>
<p:tagLst xmlns:p="http://schemas.openxmlformats.org/presentationml/2006/main">
  <p:tag name="AS_UNIQUEID" val="1002"/>
</p:tagLst>
</file>

<file path=ppt/tags/tag6.xml><?xml version="1.0" encoding="utf-8"?>
<p:tagLst xmlns:p="http://schemas.openxmlformats.org/presentationml/2006/main">
  <p:tag name="AS_UNIQUEID" val="1003"/>
</p:tagLst>
</file>

<file path=ppt/tags/tag7.xml><?xml version="1.0" encoding="utf-8"?>
<p:tagLst xmlns:p="http://schemas.openxmlformats.org/presentationml/2006/main">
  <p:tag name="AS_UNIQUEID" val="1004"/>
</p:tagLst>
</file>

<file path=ppt/tags/tag8.xml><?xml version="1.0" encoding="utf-8"?>
<p:tagLst xmlns:p="http://schemas.openxmlformats.org/presentationml/2006/main">
  <p:tag name="AS_UNIQUEID" val="1005"/>
</p:tagLst>
</file>

<file path=ppt/tags/tag9.xml><?xml version="1.0" encoding="utf-8"?>
<p:tagLst xmlns:p="http://schemas.openxmlformats.org/presentationml/2006/main">
  <p:tag name="AS_UNIQUEID" val="1006"/>
</p:tagLst>
</file>

<file path=ppt/tags/tag10.xml><?xml version="1.0" encoding="utf-8"?>
<p:tagLst xmlns:p="http://schemas.openxmlformats.org/presentationml/2006/main">
  <p:tag name="AS_UNIQUEID" val="1007"/>
</p:tagLst>
</file>

<file path=ppt/tags/tag11.xml><?xml version="1.0" encoding="utf-8"?>
<p:tagLst xmlns:p="http://schemas.openxmlformats.org/presentationml/2006/main">
  <p:tag name="AS_UNIQUEID" val="1008"/>
</p:tagLst>
</file>

<file path=ppt/tags/tag12.xml><?xml version="1.0" encoding="utf-8"?>
<p:tagLst xmlns:p="http://schemas.openxmlformats.org/presentationml/2006/main">
  <p:tag name="AS_UNIQUEID" val="1554"/>
</p:tagLst>
</file>

<file path=ppt/tags/tag13.xml><?xml version="1.0" encoding="utf-8"?>
<p:tagLst xmlns:p="http://schemas.openxmlformats.org/presentationml/2006/main">
  <p:tag name="AS_UNIQUEID" val="1555"/>
</p:tagLst>
</file>

<file path=ppt/tags/tag14.xml><?xml version="1.0" encoding="utf-8"?>
<p:tagLst xmlns:p="http://schemas.openxmlformats.org/presentationml/2006/main">
  <p:tag name="AS_UNIQUEID" val="1556"/>
</p:tagLst>
</file>

<file path=ppt/tags/tag38.xml><?xml version="1.0" encoding="utf-8"?>
<p:tagLst xmlns:p="http://schemas.openxmlformats.org/presentationml/2006/main">
  <p:tag name="AS_UNIQUEID" val="1044"/>
</p:tagLst>
</file>

<file path=ppt/tags/tag39.xml><?xml version="1.0" encoding="utf-8"?>
<p:tagLst xmlns:p="http://schemas.openxmlformats.org/presentationml/2006/main">
  <p:tag name="AS_UNIQUEID" val="1042"/>
</p:tagLst>
</file>

<file path=ppt/tags/tag40.xml><?xml version="1.0" encoding="utf-8"?>
<p:tagLst xmlns:p="http://schemas.openxmlformats.org/presentationml/2006/main">
  <p:tag name="AS_UNIQUEID" val="1040"/>
</p:tagLst>
</file>

<file path=ppt/tags/tag41.xml><?xml version="1.0" encoding="utf-8"?>
<p:tagLst xmlns:p="http://schemas.openxmlformats.org/presentationml/2006/main">
  <p:tag name="AS_UNIQUEID" val="1045"/>
</p:tagLst>
</file>

<file path=ppt/tags/tag42.xml><?xml version="1.0" encoding="utf-8"?>
<p:tagLst xmlns:p="http://schemas.openxmlformats.org/presentationml/2006/main">
  <p:tag name="AS_UNIQUEID" val="1043"/>
</p:tagLst>
</file>

<file path=ppt/tags/tag43.xml><?xml version="1.0" encoding="utf-8"?>
<p:tagLst xmlns:p="http://schemas.openxmlformats.org/presentationml/2006/main">
  <p:tag name="AS_UNIQUEID" val="1564"/>
</p:tagLst>
</file>

<file path=ppt/tags/tag44.xml><?xml version="1.0" encoding="utf-8"?>
<p:tagLst xmlns:p="http://schemas.openxmlformats.org/presentationml/2006/main">
  <p:tag name="AS_UNIQUEID" val="1565"/>
</p:tagLst>
</file>

<file path=ppt/tags/tag45.xml><?xml version="1.0" encoding="utf-8"?>
<p:tagLst xmlns:p="http://schemas.openxmlformats.org/presentationml/2006/main">
  <p:tag name="AS_UNIQUEID" val="1566"/>
</p:tagLst>
</file>

<file path=ppt/tags/tag46.xml><?xml version="1.0" encoding="utf-8"?>
<p:tagLst xmlns:p="http://schemas.openxmlformats.org/presentationml/2006/main">
  <p:tag name="AS_UNIQUEID" val="1090"/>
</p:tagLst>
</file>

<file path=ppt/tags/tag47.xml><?xml version="1.0" encoding="utf-8"?>
<p:tagLst xmlns:p="http://schemas.openxmlformats.org/presentationml/2006/main">
  <p:tag name="AS_UNIQUEID" val="1091"/>
</p:tagLst>
</file>

<file path=ppt/tags/tag48.xml><?xml version="1.0" encoding="utf-8"?>
<p:tagLst xmlns:p="http://schemas.openxmlformats.org/presentationml/2006/main">
  <p:tag name="AS_UNIQUEID" val="1133"/>
</p:tagLst>
</file>

<file path=ppt/tags/tag49.xml><?xml version="1.0" encoding="utf-8"?>
<p:tagLst xmlns:p="http://schemas.openxmlformats.org/presentationml/2006/main">
  <p:tag name="AS_UNIQUEID" val="1127"/>
</p:tagLst>
</file>

<file path=ppt/tags/tag50.xml><?xml version="1.0" encoding="utf-8"?>
<p:tagLst xmlns:p="http://schemas.openxmlformats.org/presentationml/2006/main">
  <p:tag name="AS_UNIQUEID" val="1128"/>
</p:tagLst>
</file>

<file path=ppt/tags/tag51.xml><?xml version="1.0" encoding="utf-8"?>
<p:tagLst xmlns:p="http://schemas.openxmlformats.org/presentationml/2006/main">
  <p:tag name="AS_UNIQUEID" val="1129"/>
</p:tagLst>
</file>

<file path=ppt/tags/tag52.xml><?xml version="1.0" encoding="utf-8"?>
<p:tagLst xmlns:p="http://schemas.openxmlformats.org/presentationml/2006/main">
  <p:tag name="AS_UNIQUEID" val="1130"/>
</p:tagLst>
</file>

<file path=ppt/tags/tag53.xml><?xml version="1.0" encoding="utf-8"?>
<p:tagLst xmlns:p="http://schemas.openxmlformats.org/presentationml/2006/main">
  <p:tag name="AS_UNIQUEID" val="1131"/>
</p:tagLst>
</file>

<file path=ppt/tags/tag54.xml><?xml version="1.0" encoding="utf-8"?>
<p:tagLst xmlns:p="http://schemas.openxmlformats.org/presentationml/2006/main">
  <p:tag name="AS_UNIQUEID" val="1132"/>
</p:tagLst>
</file>

<file path=ppt/tags/tag55.xml><?xml version="1.0" encoding="utf-8"?>
<p:tagLst xmlns:p="http://schemas.openxmlformats.org/presentationml/2006/main">
  <p:tag name="AS_UNIQUEID" val="1134"/>
</p:tagLst>
</file>

<file path=ppt/tags/tag56.xml><?xml version="1.0" encoding="utf-8"?>
<p:tagLst xmlns:p="http://schemas.openxmlformats.org/presentationml/2006/main">
  <p:tag name="AS_UNIQUEID" val="1113"/>
</p:tagLst>
</file>

<file path=ppt/tags/tag57.xml><?xml version="1.0" encoding="utf-8"?>
<p:tagLst xmlns:p="http://schemas.openxmlformats.org/presentationml/2006/main">
  <p:tag name="AS_UNIQUEID" val="1114"/>
</p:tagLst>
</file>

<file path=ppt/tags/tag58.xml><?xml version="1.0" encoding="utf-8"?>
<p:tagLst xmlns:p="http://schemas.openxmlformats.org/presentationml/2006/main">
  <p:tag name="AS_UNIQUEID" val="1115"/>
</p:tagLst>
</file>

<file path=ppt/tags/tag59.xml><?xml version="1.0" encoding="utf-8"?>
<p:tagLst xmlns:p="http://schemas.openxmlformats.org/presentationml/2006/main">
  <p:tag name="AS_UNIQUEID" val="1116"/>
</p:tagLst>
</file>

<file path=ppt/tags/tag60.xml><?xml version="1.0" encoding="utf-8"?>
<p:tagLst xmlns:p="http://schemas.openxmlformats.org/presentationml/2006/main">
  <p:tag name="AS_UNIQUEID" val="1117"/>
</p:tagLst>
</file>

<file path=ppt/tags/tag61.xml><?xml version="1.0" encoding="utf-8"?>
<p:tagLst xmlns:p="http://schemas.openxmlformats.org/presentationml/2006/main">
  <p:tag name="AS_UNIQUEID" val="1118"/>
</p:tagLst>
</file>

<file path=ppt/tags/tag62.xml><?xml version="1.0" encoding="utf-8"?>
<p:tagLst xmlns:p="http://schemas.openxmlformats.org/presentationml/2006/main">
  <p:tag name="AS_UNIQUEID" val="1119"/>
</p:tagLst>
</file>

<file path=ppt/tags/tag63.xml><?xml version="1.0" encoding="utf-8"?>
<p:tagLst xmlns:p="http://schemas.openxmlformats.org/presentationml/2006/main">
  <p:tag name="AS_UNIQUEID" val="1120"/>
</p:tagLst>
</file>

<file path=ppt/tags/tag64.xml><?xml version="1.0" encoding="utf-8"?>
<p:tagLst xmlns:p="http://schemas.openxmlformats.org/presentationml/2006/main">
  <p:tag name="AS_UNIQUEID" val="1121"/>
</p:tagLst>
</file>

<file path=ppt/tags/tag65.xml><?xml version="1.0" encoding="utf-8"?>
<p:tagLst xmlns:p="http://schemas.openxmlformats.org/presentationml/2006/main">
  <p:tag name="AS_UNIQUEID" val="1135"/>
</p:tagLst>
</file>

<file path=ppt/tags/tag66.xml><?xml version="1.0" encoding="utf-8"?>
<p:tagLst xmlns:p="http://schemas.openxmlformats.org/presentationml/2006/main">
  <p:tag name="AS_UNIQUEID" val="1122"/>
</p:tagLst>
</file>

<file path=ppt/tags/tag67.xml><?xml version="1.0" encoding="utf-8"?>
<p:tagLst xmlns:p="http://schemas.openxmlformats.org/presentationml/2006/main">
  <p:tag name="AS_UNIQUEID" val="1123"/>
</p:tagLst>
</file>

<file path=ppt/tags/tag68.xml><?xml version="1.0" encoding="utf-8"?>
<p:tagLst xmlns:p="http://schemas.openxmlformats.org/presentationml/2006/main">
  <p:tag name="AS_UNIQUEID" val="1124"/>
</p:tagLst>
</file>

<file path=ppt/tags/tag69.xml><?xml version="1.0" encoding="utf-8"?>
<p:tagLst xmlns:p="http://schemas.openxmlformats.org/presentationml/2006/main">
  <p:tag name="AS_UNIQUEID" val="1125"/>
</p:tagLst>
</file>

<file path=ppt/tags/tag70.xml><?xml version="1.0" encoding="utf-8"?>
<p:tagLst xmlns:p="http://schemas.openxmlformats.org/presentationml/2006/main">
  <p:tag name="AS_UNIQUEID" val="1126"/>
</p:tagLst>
</file>

<file path=ppt/tags/tag71.xml><?xml version="1.0" encoding="utf-8"?>
<p:tagLst xmlns:p="http://schemas.openxmlformats.org/presentationml/2006/main">
  <p:tag name="AS_UNIQUEID" val="1112"/>
</p:tagLst>
</file>

<file path=ppt/tags/tag72.xml><?xml version="1.0" encoding="utf-8"?>
<p:tagLst xmlns:p="http://schemas.openxmlformats.org/presentationml/2006/main">
  <p:tag name="AS_UNIQUEID" val="1574"/>
</p:tagLst>
</file>

<file path=ppt/tags/tag73.xml><?xml version="1.0" encoding="utf-8"?>
<p:tagLst xmlns:p="http://schemas.openxmlformats.org/presentationml/2006/main">
  <p:tag name="AS_UNIQUEID" val="1575"/>
</p:tagLst>
</file>

<file path=ppt/tags/tag74.xml><?xml version="1.0" encoding="utf-8"?>
<p:tagLst xmlns:p="http://schemas.openxmlformats.org/presentationml/2006/main">
  <p:tag name="AS_UNIQUEID" val="1576"/>
</p:tagLst>
</file>

<file path=ppt/tags/tag75.xml><?xml version="1.0" encoding="utf-8"?>
<p:tagLst xmlns:p="http://schemas.openxmlformats.org/presentationml/2006/main">
  <p:tag name="AS_UNIQUEID" val="1136"/>
</p:tagLst>
</file>

<file path=ppt/tags/tag76.xml><?xml version="1.0" encoding="utf-8"?>
<p:tagLst xmlns:p="http://schemas.openxmlformats.org/presentationml/2006/main">
  <p:tag name="AS_UNIQUEID" val="1137"/>
</p:tagLst>
</file>

<file path=ppt/tags/tag77.xml><?xml version="1.0" encoding="utf-8"?>
<p:tagLst xmlns:p="http://schemas.openxmlformats.org/presentationml/2006/main">
  <p:tag name="AS_UNIQUEID" val="1179"/>
</p:tagLst>
</file>

<file path=ppt/tags/tag78.xml><?xml version="1.0" encoding="utf-8"?>
<p:tagLst xmlns:p="http://schemas.openxmlformats.org/presentationml/2006/main">
  <p:tag name="AS_UNIQUEID" val="1175"/>
</p:tagLst>
</file>

<file path=ppt/tags/tag79.xml><?xml version="1.0" encoding="utf-8"?>
<p:tagLst xmlns:p="http://schemas.openxmlformats.org/presentationml/2006/main">
  <p:tag name="AS_UNIQUEID" val="1176"/>
</p:tagLst>
</file>

<file path=ppt/tags/tag80.xml><?xml version="1.0" encoding="utf-8"?>
<p:tagLst xmlns:p="http://schemas.openxmlformats.org/presentationml/2006/main">
  <p:tag name="AS_UNIQUEID" val="1180"/>
</p:tagLst>
</file>

<file path=ppt/tags/tag81.xml><?xml version="1.0" encoding="utf-8"?>
<p:tagLst xmlns:p="http://schemas.openxmlformats.org/presentationml/2006/main">
  <p:tag name="AS_UNIQUEID" val="1159"/>
</p:tagLst>
</file>

<file path=ppt/tags/tag82.xml><?xml version="1.0" encoding="utf-8"?>
<p:tagLst xmlns:p="http://schemas.openxmlformats.org/presentationml/2006/main">
  <p:tag name="AS_UNIQUEID" val="1160"/>
</p:tagLst>
</file>

<file path=ppt/tags/tag83.xml><?xml version="1.0" encoding="utf-8"?>
<p:tagLst xmlns:p="http://schemas.openxmlformats.org/presentationml/2006/main">
  <p:tag name="AS_UNIQUEID" val="1161"/>
</p:tagLst>
</file>

<file path=ppt/tags/tag84.xml><?xml version="1.0" encoding="utf-8"?>
<p:tagLst xmlns:p="http://schemas.openxmlformats.org/presentationml/2006/main">
  <p:tag name="AS_UNIQUEID" val="1162"/>
</p:tagLst>
</file>

<file path=ppt/tags/tag85.xml><?xml version="1.0" encoding="utf-8"?>
<p:tagLst xmlns:p="http://schemas.openxmlformats.org/presentationml/2006/main">
  <p:tag name="AS_UNIQUEID" val="1163"/>
</p:tagLst>
</file>

<file path=ppt/tags/tag86.xml><?xml version="1.0" encoding="utf-8"?>
<p:tagLst xmlns:p="http://schemas.openxmlformats.org/presentationml/2006/main">
  <p:tag name="AS_UNIQUEID" val="1164"/>
</p:tagLst>
</file>

<file path=ppt/tags/tag87.xml><?xml version="1.0" encoding="utf-8"?>
<p:tagLst xmlns:p="http://schemas.openxmlformats.org/presentationml/2006/main">
  <p:tag name="AS_UNIQUEID" val="1165"/>
</p:tagLst>
</file>

<file path=ppt/tags/tag88.xml><?xml version="1.0" encoding="utf-8"?>
<p:tagLst xmlns:p="http://schemas.openxmlformats.org/presentationml/2006/main">
  <p:tag name="AS_UNIQUEID" val="1166"/>
</p:tagLst>
</file>

<file path=ppt/tags/tag89.xml><?xml version="1.0" encoding="utf-8"?>
<p:tagLst xmlns:p="http://schemas.openxmlformats.org/presentationml/2006/main">
  <p:tag name="AS_UNIQUEID" val="1167"/>
</p:tagLst>
</file>

<file path=ppt/tags/tag90.xml><?xml version="1.0" encoding="utf-8"?>
<p:tagLst xmlns:p="http://schemas.openxmlformats.org/presentationml/2006/main">
  <p:tag name="AS_UNIQUEID" val="1168"/>
</p:tagLst>
</file>

<file path=ppt/tags/tag91.xml><?xml version="1.0" encoding="utf-8"?>
<p:tagLst xmlns:p="http://schemas.openxmlformats.org/presentationml/2006/main">
  <p:tag name="AS_UNIQUEID" val="1169"/>
</p:tagLst>
</file>

<file path=ppt/tags/tag92.xml><?xml version="1.0" encoding="utf-8"?>
<p:tagLst xmlns:p="http://schemas.openxmlformats.org/presentationml/2006/main">
  <p:tag name="AS_UNIQUEID" val="1181"/>
</p:tagLst>
</file>

<file path=ppt/tags/tag93.xml><?xml version="1.0" encoding="utf-8"?>
<p:tagLst xmlns:p="http://schemas.openxmlformats.org/presentationml/2006/main">
  <p:tag name="AS_UNIQUEID" val="1170"/>
</p:tagLst>
</file>

<file path=ppt/tags/tag94.xml><?xml version="1.0" encoding="utf-8"?>
<p:tagLst xmlns:p="http://schemas.openxmlformats.org/presentationml/2006/main">
  <p:tag name="AS_UNIQUEID" val="1171"/>
</p:tagLst>
</file>

<file path=ppt/tags/tag95.xml><?xml version="1.0" encoding="utf-8"?>
<p:tagLst xmlns:p="http://schemas.openxmlformats.org/presentationml/2006/main">
  <p:tag name="AS_UNIQUEID" val="1172"/>
</p:tagLst>
</file>

<file path=ppt/tags/tag96.xml><?xml version="1.0" encoding="utf-8"?>
<p:tagLst xmlns:p="http://schemas.openxmlformats.org/presentationml/2006/main">
  <p:tag name="AS_UNIQUEID" val="1173"/>
</p:tagLst>
</file>

<file path=ppt/tags/tag97.xml><?xml version="1.0" encoding="utf-8"?>
<p:tagLst xmlns:p="http://schemas.openxmlformats.org/presentationml/2006/main">
  <p:tag name="AS_UNIQUEID" val="1174"/>
</p:tagLst>
</file>

<file path=ppt/tags/tag98.xml><?xml version="1.0" encoding="utf-8"?>
<p:tagLst xmlns:p="http://schemas.openxmlformats.org/presentationml/2006/main">
  <p:tag name="AS_UNIQUEID" val="1182"/>
</p:tagLst>
</file>

<file path=ppt/tags/tag99.xml><?xml version="1.0" encoding="utf-8"?>
<p:tagLst xmlns:p="http://schemas.openxmlformats.org/presentationml/2006/main">
  <p:tag name="AS_UNIQUEID" val="1177"/>
</p:tagLst>
</file>

<file path=ppt/tags/tag100.xml><?xml version="1.0" encoding="utf-8"?>
<p:tagLst xmlns:p="http://schemas.openxmlformats.org/presentationml/2006/main">
  <p:tag name="AS_UNIQUEID" val="1178"/>
</p:tagLst>
</file>

<file path=ppt/tags/tag101.xml><?xml version="1.0" encoding="utf-8"?>
<p:tagLst xmlns:p="http://schemas.openxmlformats.org/presentationml/2006/main">
  <p:tag name="AS_UNIQUEID" val="1158"/>
</p:tagLst>
</file>

<file path=ppt/tags/tag102.xml><?xml version="1.0" encoding="utf-8"?>
<p:tagLst xmlns:p="http://schemas.openxmlformats.org/presentationml/2006/main">
  <p:tag name="AS_UNIQUEID" val="1579"/>
</p:tagLst>
</file>

<file path=ppt/tags/tag103.xml><?xml version="1.0" encoding="utf-8"?>
<p:tagLst xmlns:p="http://schemas.openxmlformats.org/presentationml/2006/main">
  <p:tag name="AS_UNIQUEID" val="1580"/>
</p:tagLst>
</file>

<file path=ppt/tags/tag104.xml><?xml version="1.0" encoding="utf-8"?>
<p:tagLst xmlns:p="http://schemas.openxmlformats.org/presentationml/2006/main">
  <p:tag name="AS_UNIQUEID" val="1581"/>
</p:tagLst>
</file>

<file path=ppt/tags/tag105.xml><?xml version="1.0" encoding="utf-8"?>
<p:tagLst xmlns:p="http://schemas.openxmlformats.org/presentationml/2006/main">
  <p:tag name="AS_UNIQUEID" val="1183"/>
</p:tagLst>
</file>

<file path=ppt/tags/tag106.xml><?xml version="1.0" encoding="utf-8"?>
<p:tagLst xmlns:p="http://schemas.openxmlformats.org/presentationml/2006/main">
  <p:tag name="AS_UNIQUEID" val="1184"/>
</p:tagLst>
</file>

<file path=ppt/tags/tag107.xml><?xml version="1.0" encoding="utf-8"?>
<p:tagLst xmlns:p="http://schemas.openxmlformats.org/presentationml/2006/main">
  <p:tag name="AS_UNIQUEID" val="1210"/>
</p:tagLst>
</file>

<file path=ppt/tags/tag108.xml><?xml version="1.0" encoding="utf-8"?>
<p:tagLst xmlns:p="http://schemas.openxmlformats.org/presentationml/2006/main">
  <p:tag name="AS_UNIQUEID" val="1202"/>
</p:tagLst>
</file>

<file path=ppt/tags/tag109.xml><?xml version="1.0" encoding="utf-8"?>
<p:tagLst xmlns:p="http://schemas.openxmlformats.org/presentationml/2006/main">
  <p:tag name="AS_UNIQUEID" val="1203"/>
</p:tagLst>
</file>

<file path=ppt/tags/tag110.xml><?xml version="1.0" encoding="utf-8"?>
<p:tagLst xmlns:p="http://schemas.openxmlformats.org/presentationml/2006/main">
  <p:tag name="AS_UNIQUEID" val="1204"/>
</p:tagLst>
</file>

<file path=ppt/tags/tag111.xml><?xml version="1.0" encoding="utf-8"?>
<p:tagLst xmlns:p="http://schemas.openxmlformats.org/presentationml/2006/main">
  <p:tag name="AS_UNIQUEID" val="1205"/>
</p:tagLst>
</file>

<file path=ppt/tags/tag112.xml><?xml version="1.0" encoding="utf-8"?>
<p:tagLst xmlns:p="http://schemas.openxmlformats.org/presentationml/2006/main">
  <p:tag name="AS_UNIQUEID" val="1206"/>
</p:tagLst>
</file>

<file path=ppt/tags/tag113.xml><?xml version="1.0" encoding="utf-8"?>
<p:tagLst xmlns:p="http://schemas.openxmlformats.org/presentationml/2006/main">
  <p:tag name="AS_UNIQUEID" val="1207"/>
</p:tagLst>
</file>

<file path=ppt/tags/tag114.xml><?xml version="1.0" encoding="utf-8"?>
<p:tagLst xmlns:p="http://schemas.openxmlformats.org/presentationml/2006/main">
  <p:tag name="AS_UNIQUEID" val="1211"/>
</p:tagLst>
</file>

<file path=ppt/tags/tag115.xml><?xml version="1.0" encoding="utf-8"?>
<p:tagLst xmlns:p="http://schemas.openxmlformats.org/presentationml/2006/main">
  <p:tag name="AS_UNIQUEID" val="1198"/>
</p:tagLst>
</file>

<file path=ppt/tags/tag116.xml><?xml version="1.0" encoding="utf-8"?>
<p:tagLst xmlns:p="http://schemas.openxmlformats.org/presentationml/2006/main">
  <p:tag name="AS_UNIQUEID" val="1199"/>
</p:tagLst>
</file>

<file path=ppt/tags/tag117.xml><?xml version="1.0" encoding="utf-8"?>
<p:tagLst xmlns:p="http://schemas.openxmlformats.org/presentationml/2006/main">
  <p:tag name="AS_UNIQUEID" val="1200"/>
</p:tagLst>
</file>

<file path=ppt/tags/tag118.xml><?xml version="1.0" encoding="utf-8"?>
<p:tagLst xmlns:p="http://schemas.openxmlformats.org/presentationml/2006/main">
  <p:tag name="AS_UNIQUEID" val="1201"/>
</p:tagLst>
</file>

<file path=ppt/tags/tag119.xml><?xml version="1.0" encoding="utf-8"?>
<p:tagLst xmlns:p="http://schemas.openxmlformats.org/presentationml/2006/main">
  <p:tag name="AS_UNIQUEID" val="1197"/>
</p:tagLst>
</file>

<file path=ppt/tags/tag120.xml><?xml version="1.0" encoding="utf-8"?>
<p:tagLst xmlns:p="http://schemas.openxmlformats.org/presentationml/2006/main">
  <p:tag name="AS_UNIQUEID" val="1584"/>
</p:tagLst>
</file>

<file path=ppt/tags/tag121.xml><?xml version="1.0" encoding="utf-8"?>
<p:tagLst xmlns:p="http://schemas.openxmlformats.org/presentationml/2006/main">
  <p:tag name="AS_UNIQUEID" val="1585"/>
</p:tagLst>
</file>

<file path=ppt/tags/tag122.xml><?xml version="1.0" encoding="utf-8"?>
<p:tagLst xmlns:p="http://schemas.openxmlformats.org/presentationml/2006/main">
  <p:tag name="AS_UNIQUEID" val="1586"/>
</p:tagLst>
</file>

<file path=ppt/tags/tag123.xml><?xml version="1.0" encoding="utf-8"?>
<p:tagLst xmlns:p="http://schemas.openxmlformats.org/presentationml/2006/main">
  <p:tag name="AS_UNIQUEID" val="1212"/>
</p:tagLst>
</file>

<file path=ppt/tags/tag124.xml><?xml version="1.0" encoding="utf-8"?>
<p:tagLst xmlns:p="http://schemas.openxmlformats.org/presentationml/2006/main">
  <p:tag name="AS_UNIQUEID" val="1213"/>
</p:tagLst>
</file>

<file path=ppt/tags/tag125.xml><?xml version="1.0" encoding="utf-8"?>
<p:tagLst xmlns:p="http://schemas.openxmlformats.org/presentationml/2006/main">
  <p:tag name="AS_UNIQUEID" val="1214"/>
</p:tagLst>
</file>

<file path=ppt/tags/tag126.xml><?xml version="1.0" encoding="utf-8"?>
<p:tagLst xmlns:p="http://schemas.openxmlformats.org/presentationml/2006/main">
  <p:tag name="AS_UNIQUEID" val="1300"/>
  <p:tag name="KSO_WM_DIAGRAM_VIRTUALLY_FRAME" val="{&quot;height&quot;:183.6,&quot;left&quot;:48,&quot;top&quot;:308.4,&quot;width&quot;:864}"/>
</p:tagLst>
</file>

<file path=ppt/tags/tag127.xml><?xml version="1.0" encoding="utf-8"?>
<p:tagLst xmlns:p="http://schemas.openxmlformats.org/presentationml/2006/main">
  <p:tag name="AS_UNIQUEID" val="1295"/>
  <p:tag name="KSO_WM_DIAGRAM_VIRTUALLY_FRAME" val="{&quot;height&quot;:183.6,&quot;left&quot;:48,&quot;top&quot;:308.4,&quot;width&quot;:864}"/>
</p:tagLst>
</file>

<file path=ppt/tags/tag128.xml><?xml version="1.0" encoding="utf-8"?>
<p:tagLst xmlns:p="http://schemas.openxmlformats.org/presentationml/2006/main">
  <p:tag name="AS_UNIQUEID" val="1296"/>
  <p:tag name="KSO_WM_DIAGRAM_VIRTUALLY_FRAME" val="{&quot;height&quot;:183.6,&quot;left&quot;:48,&quot;top&quot;:308.4,&quot;width&quot;:864}"/>
</p:tagLst>
</file>

<file path=ppt/tags/tag129.xml><?xml version="1.0" encoding="utf-8"?>
<p:tagLst xmlns:p="http://schemas.openxmlformats.org/presentationml/2006/main">
  <p:tag name="AS_UNIQUEID" val="1297"/>
  <p:tag name="KSO_WM_DIAGRAM_VIRTUALLY_FRAME" val="{&quot;height&quot;:183.6,&quot;left&quot;:48,&quot;top&quot;:308.4,&quot;width&quot;:864}"/>
</p:tagLst>
</file>

<file path=ppt/tags/tag130.xml><?xml version="1.0" encoding="utf-8"?>
<p:tagLst xmlns:p="http://schemas.openxmlformats.org/presentationml/2006/main">
  <p:tag name="AS_UNIQUEID" val="1298"/>
  <p:tag name="KSO_WM_DIAGRAM_VIRTUALLY_FRAME" val="{&quot;height&quot;:183.6,&quot;left&quot;:48,&quot;top&quot;:308.4,&quot;width&quot;:864}"/>
</p:tagLst>
</file>

<file path=ppt/tags/tag131.xml><?xml version="1.0" encoding="utf-8"?>
<p:tagLst xmlns:p="http://schemas.openxmlformats.org/presentationml/2006/main">
  <p:tag name="AS_UNIQUEID" val="1299"/>
  <p:tag name="KSO_WM_DIAGRAM_VIRTUALLY_FRAME" val="{&quot;height&quot;:183.6,&quot;left&quot;:48,&quot;top&quot;:308.4,&quot;width&quot;:864}"/>
</p:tagLst>
</file>

<file path=ppt/tags/tag132.xml><?xml version="1.0" encoding="utf-8"?>
<p:tagLst xmlns:p="http://schemas.openxmlformats.org/presentationml/2006/main">
  <p:tag name="AS_UNIQUEID" val="1301"/>
  <p:tag name="KSO_WM_DIAGRAM_VIRTUALLY_FRAME" val="{&quot;height&quot;:183.6,&quot;left&quot;:48,&quot;top&quot;:308.4,&quot;width&quot;:864}"/>
</p:tagLst>
</file>

<file path=ppt/tags/tag133.xml><?xml version="1.0" encoding="utf-8"?>
<p:tagLst xmlns:p="http://schemas.openxmlformats.org/presentationml/2006/main">
  <p:tag name="AS_UNIQUEID" val="1285"/>
  <p:tag name="KSO_WM_DIAGRAM_VIRTUALLY_FRAME" val="{&quot;height&quot;:183.6,&quot;left&quot;:48,&quot;top&quot;:308.4,&quot;width&quot;:864}"/>
</p:tagLst>
</file>

<file path=ppt/tags/tag134.xml><?xml version="1.0" encoding="utf-8"?>
<p:tagLst xmlns:p="http://schemas.openxmlformats.org/presentationml/2006/main">
  <p:tag name="AS_UNIQUEID" val="1286"/>
  <p:tag name="KSO_WM_DIAGRAM_VIRTUALLY_FRAME" val="{&quot;height&quot;:183.6,&quot;left&quot;:48,&quot;top&quot;:308.4,&quot;width&quot;:864}"/>
</p:tagLst>
</file>

<file path=ppt/tags/tag135.xml><?xml version="1.0" encoding="utf-8"?>
<p:tagLst xmlns:p="http://schemas.openxmlformats.org/presentationml/2006/main">
  <p:tag name="AS_UNIQUEID" val="1287"/>
  <p:tag name="KSO_WM_DIAGRAM_VIRTUALLY_FRAME" val="{&quot;height&quot;:183.6,&quot;left&quot;:48,&quot;top&quot;:308.4,&quot;width&quot;:864}"/>
</p:tagLst>
</file>

<file path=ppt/tags/tag136.xml><?xml version="1.0" encoding="utf-8"?>
<p:tagLst xmlns:p="http://schemas.openxmlformats.org/presentationml/2006/main">
  <p:tag name="AS_UNIQUEID" val="1288"/>
  <p:tag name="KSO_WM_DIAGRAM_VIRTUALLY_FRAME" val="{&quot;height&quot;:183.6,&quot;left&quot;:48,&quot;top&quot;:308.4,&quot;width&quot;:864}"/>
</p:tagLst>
</file>

<file path=ppt/tags/tag137.xml><?xml version="1.0" encoding="utf-8"?>
<p:tagLst xmlns:p="http://schemas.openxmlformats.org/presentationml/2006/main">
  <p:tag name="AS_UNIQUEID" val="1289"/>
  <p:tag name="KSO_WM_DIAGRAM_VIRTUALLY_FRAME" val="{&quot;height&quot;:183.6,&quot;left&quot;:48,&quot;top&quot;:308.4,&quot;width&quot;:864}"/>
</p:tagLst>
</file>

<file path=ppt/tags/tag138.xml><?xml version="1.0" encoding="utf-8"?>
<p:tagLst xmlns:p="http://schemas.openxmlformats.org/presentationml/2006/main">
  <p:tag name="AS_UNIQUEID" val="1302"/>
  <p:tag name="KSO_WM_DIAGRAM_VIRTUALLY_FRAME" val="{&quot;height&quot;:183.6,&quot;left&quot;:48,&quot;top&quot;:308.4,&quot;width&quot;:864}"/>
</p:tagLst>
</file>

<file path=ppt/tags/tag139.xml><?xml version="1.0" encoding="utf-8"?>
<p:tagLst xmlns:p="http://schemas.openxmlformats.org/presentationml/2006/main">
  <p:tag name="AS_UNIQUEID" val="1290"/>
  <p:tag name="KSO_WM_DIAGRAM_VIRTUALLY_FRAME" val="{&quot;height&quot;:183.6,&quot;left&quot;:48,&quot;top&quot;:308.4,&quot;width&quot;:864}"/>
</p:tagLst>
</file>

<file path=ppt/tags/tag140.xml><?xml version="1.0" encoding="utf-8"?>
<p:tagLst xmlns:p="http://schemas.openxmlformats.org/presentationml/2006/main">
  <p:tag name="AS_UNIQUEID" val="1291"/>
  <p:tag name="KSO_WM_DIAGRAM_VIRTUALLY_FRAME" val="{&quot;height&quot;:183.6,&quot;left&quot;:48,&quot;top&quot;:308.4,&quot;width&quot;:864}"/>
</p:tagLst>
</file>

<file path=ppt/tags/tag141.xml><?xml version="1.0" encoding="utf-8"?>
<p:tagLst xmlns:p="http://schemas.openxmlformats.org/presentationml/2006/main">
  <p:tag name="AS_UNIQUEID" val="1292"/>
  <p:tag name="KSO_WM_DIAGRAM_VIRTUALLY_FRAME" val="{&quot;height&quot;:183.6,&quot;left&quot;:48,&quot;top&quot;:308.4,&quot;width&quot;:864}"/>
</p:tagLst>
</file>

<file path=ppt/tags/tag142.xml><?xml version="1.0" encoding="utf-8"?>
<p:tagLst xmlns:p="http://schemas.openxmlformats.org/presentationml/2006/main">
  <p:tag name="AS_UNIQUEID" val="1293"/>
  <p:tag name="KSO_WM_DIAGRAM_VIRTUALLY_FRAME" val="{&quot;height&quot;:183.6,&quot;left&quot;:48,&quot;top&quot;:308.4,&quot;width&quot;:864}"/>
</p:tagLst>
</file>

<file path=ppt/tags/tag143.xml><?xml version="1.0" encoding="utf-8"?>
<p:tagLst xmlns:p="http://schemas.openxmlformats.org/presentationml/2006/main">
  <p:tag name="AS_UNIQUEID" val="1294"/>
  <p:tag name="KSO_WM_DIAGRAM_VIRTUALLY_FRAME" val="{&quot;height&quot;:183.6,&quot;left&quot;:48,&quot;top&quot;:308.4,&quot;width&quot;:864}"/>
</p:tagLst>
</file>

<file path=ppt/tags/tag144.xml><?xml version="1.0" encoding="utf-8"?>
<p:tagLst xmlns:p="http://schemas.openxmlformats.org/presentationml/2006/main">
  <p:tag name="AS_UNIQUEID" val="1303"/>
  <p:tag name="KSO_WM_DIAGRAM_VIRTUALLY_FRAME" val="{&quot;height&quot;:183.6,&quot;left&quot;:48,&quot;top&quot;:308.4,&quot;width&quot;:864}"/>
</p:tagLst>
</file>

<file path=ppt/tags/tag145.xml><?xml version="1.0" encoding="utf-8"?>
<p:tagLst xmlns:p="http://schemas.openxmlformats.org/presentationml/2006/main">
  <p:tag name="AS_UNIQUEID" val="1258"/>
  <p:tag name="KSO_WM_DIAGRAM_VIRTUALLY_FRAME" val="{&quot;height&quot;:183.6,&quot;left&quot;:48,&quot;top&quot;:308.4,&quot;width&quot;:864}"/>
</p:tagLst>
</file>

<file path=ppt/tags/tag146.xml><?xml version="1.0" encoding="utf-8"?>
<p:tagLst xmlns:p="http://schemas.openxmlformats.org/presentationml/2006/main">
  <p:tag name="AS_UNIQUEID" val="1259"/>
  <p:tag name="KSO_WM_DIAGRAM_VIRTUALLY_FRAME" val="{&quot;height&quot;:183.6,&quot;left&quot;:48,&quot;top&quot;:308.4,&quot;width&quot;:864}"/>
</p:tagLst>
</file>

<file path=ppt/tags/tag147.xml><?xml version="1.0" encoding="utf-8"?>
<p:tagLst xmlns:p="http://schemas.openxmlformats.org/presentationml/2006/main">
  <p:tag name="AS_UNIQUEID" val="1260"/>
  <p:tag name="KSO_WM_DIAGRAM_VIRTUALLY_FRAME" val="{&quot;height&quot;:183.6,&quot;left&quot;:48,&quot;top&quot;:308.4,&quot;width&quot;:864}"/>
</p:tagLst>
</file>

<file path=ppt/tags/tag148.xml><?xml version="1.0" encoding="utf-8"?>
<p:tagLst xmlns:p="http://schemas.openxmlformats.org/presentationml/2006/main">
  <p:tag name="AS_UNIQUEID" val="1261"/>
  <p:tag name="KSO_WM_DIAGRAM_VIRTUALLY_FRAME" val="{&quot;height&quot;:183.6,&quot;left&quot;:48,&quot;top&quot;:308.4,&quot;width&quot;:864}"/>
</p:tagLst>
</file>

<file path=ppt/tags/tag149.xml><?xml version="1.0" encoding="utf-8"?>
<p:tagLst xmlns:p="http://schemas.openxmlformats.org/presentationml/2006/main">
  <p:tag name="AS_UNIQUEID" val="1262"/>
  <p:tag name="KSO_WM_DIAGRAM_VIRTUALLY_FRAME" val="{&quot;height&quot;:183.6,&quot;left&quot;:48,&quot;top&quot;:308.4,&quot;width&quot;:864}"/>
</p:tagLst>
</file>

<file path=ppt/tags/tag150.xml><?xml version="1.0" encoding="utf-8"?>
<p:tagLst xmlns:p="http://schemas.openxmlformats.org/presentationml/2006/main">
  <p:tag name="AS_UNIQUEID" val="1304"/>
  <p:tag name="KSO_WM_DIAGRAM_VIRTUALLY_FRAME" val="{&quot;height&quot;:183.6,&quot;left&quot;:48,&quot;top&quot;:308.4,&quot;width&quot;:864}"/>
</p:tagLst>
</file>

<file path=ppt/tags/tag151.xml><?xml version="1.0" encoding="utf-8"?>
<p:tagLst xmlns:p="http://schemas.openxmlformats.org/presentationml/2006/main">
  <p:tag name="AS_UNIQUEID" val="1273"/>
  <p:tag name="KSO_WM_DIAGRAM_VIRTUALLY_FRAME" val="{&quot;height&quot;:183.6,&quot;left&quot;:48,&quot;top&quot;:308.4,&quot;width&quot;:864}"/>
</p:tagLst>
</file>

<file path=ppt/tags/tag152.xml><?xml version="1.0" encoding="utf-8"?>
<p:tagLst xmlns:p="http://schemas.openxmlformats.org/presentationml/2006/main">
  <p:tag name="AS_UNIQUEID" val="1274"/>
  <p:tag name="KSO_WM_DIAGRAM_VIRTUALLY_FRAME" val="{&quot;height&quot;:183.6,&quot;left&quot;:48,&quot;top&quot;:308.4,&quot;width&quot;:864}"/>
</p:tagLst>
</file>

<file path=ppt/tags/tag153.xml><?xml version="1.0" encoding="utf-8"?>
<p:tagLst xmlns:p="http://schemas.openxmlformats.org/presentationml/2006/main">
  <p:tag name="AS_UNIQUEID" val="1275"/>
  <p:tag name="KSO_WM_DIAGRAM_VIRTUALLY_FRAME" val="{&quot;height&quot;:183.6,&quot;left&quot;:48,&quot;top&quot;:308.4,&quot;width&quot;:864}"/>
</p:tagLst>
</file>

<file path=ppt/tags/tag154.xml><?xml version="1.0" encoding="utf-8"?>
<p:tagLst xmlns:p="http://schemas.openxmlformats.org/presentationml/2006/main">
  <p:tag name="AS_UNIQUEID" val="1276"/>
  <p:tag name="KSO_WM_DIAGRAM_VIRTUALLY_FRAME" val="{&quot;height&quot;:183.6,&quot;left&quot;:48,&quot;top&quot;:308.4,&quot;width&quot;:864}"/>
</p:tagLst>
</file>

<file path=ppt/tags/tag155.xml><?xml version="1.0" encoding="utf-8"?>
<p:tagLst xmlns:p="http://schemas.openxmlformats.org/presentationml/2006/main">
  <p:tag name="AS_UNIQUEID" val="1277"/>
  <p:tag name="KSO_WM_DIAGRAM_VIRTUALLY_FRAME" val="{&quot;height&quot;:183.6,&quot;left&quot;:48,&quot;top&quot;:308.4,&quot;width&quot;:864}"/>
</p:tagLst>
</file>

<file path=ppt/tags/tag156.xml><?xml version="1.0" encoding="utf-8"?>
<p:tagLst xmlns:p="http://schemas.openxmlformats.org/presentationml/2006/main">
  <p:tag name="AS_UNIQUEID" val="1278"/>
  <p:tag name="KSO_WM_DIAGRAM_VIRTUALLY_FRAME" val="{&quot;height&quot;:183.6,&quot;left&quot;:48,&quot;top&quot;:308.4,&quot;width&quot;:864}"/>
</p:tagLst>
</file>

<file path=ppt/tags/tag157.xml><?xml version="1.0" encoding="utf-8"?>
<p:tagLst xmlns:p="http://schemas.openxmlformats.org/presentationml/2006/main">
  <p:tag name="AS_UNIQUEID" val="1279"/>
  <p:tag name="KSO_WM_DIAGRAM_VIRTUALLY_FRAME" val="{&quot;height&quot;:183.6,&quot;left&quot;:48,&quot;top&quot;:308.4,&quot;width&quot;:864}"/>
</p:tagLst>
</file>

<file path=ppt/tags/tag158.xml><?xml version="1.0" encoding="utf-8"?>
<p:tagLst xmlns:p="http://schemas.openxmlformats.org/presentationml/2006/main">
  <p:tag name="AS_UNIQUEID" val="1280"/>
  <p:tag name="KSO_WM_DIAGRAM_VIRTUALLY_FRAME" val="{&quot;height&quot;:183.6,&quot;left&quot;:48,&quot;top&quot;:308.4,&quot;width&quot;:864}"/>
</p:tagLst>
</file>

<file path=ppt/tags/tag159.xml><?xml version="1.0" encoding="utf-8"?>
<p:tagLst xmlns:p="http://schemas.openxmlformats.org/presentationml/2006/main">
  <p:tag name="AS_UNIQUEID" val="1281"/>
  <p:tag name="KSO_WM_DIAGRAM_VIRTUALLY_FRAME" val="{&quot;height&quot;:183.6,&quot;left&quot;:48,&quot;top&quot;:308.4,&quot;width&quot;:864}"/>
</p:tagLst>
</file>

<file path=ppt/tags/tag160.xml><?xml version="1.0" encoding="utf-8"?>
<p:tagLst xmlns:p="http://schemas.openxmlformats.org/presentationml/2006/main">
  <p:tag name="AS_UNIQUEID" val="1282"/>
  <p:tag name="KSO_WM_DIAGRAM_VIRTUALLY_FRAME" val="{&quot;height&quot;:183.6,&quot;left&quot;:48,&quot;top&quot;:308.4,&quot;width&quot;:864}"/>
</p:tagLst>
</file>

<file path=ppt/tags/tag161.xml><?xml version="1.0" encoding="utf-8"?>
<p:tagLst xmlns:p="http://schemas.openxmlformats.org/presentationml/2006/main">
  <p:tag name="AS_UNIQUEID" val="1283"/>
  <p:tag name="KSO_WM_DIAGRAM_VIRTUALLY_FRAME" val="{&quot;height&quot;:183.6,&quot;left&quot;:48,&quot;top&quot;:308.4,&quot;width&quot;:864}"/>
</p:tagLst>
</file>

<file path=ppt/tags/tag162.xml><?xml version="1.0" encoding="utf-8"?>
<p:tagLst xmlns:p="http://schemas.openxmlformats.org/presentationml/2006/main">
  <p:tag name="AS_UNIQUEID" val="1284"/>
  <p:tag name="KSO_WM_DIAGRAM_VIRTUALLY_FRAME" val="{&quot;height&quot;:183.6,&quot;left&quot;:48,&quot;top&quot;:308.4,&quot;width&quot;:864}"/>
</p:tagLst>
</file>

<file path=ppt/tags/tag163.xml><?xml version="1.0" encoding="utf-8"?>
<p:tagLst xmlns:p="http://schemas.openxmlformats.org/presentationml/2006/main">
  <p:tag name="AS_UNIQUEID" val="1305"/>
</p:tagLst>
</file>

<file path=ppt/tags/tag164.xml><?xml version="1.0" encoding="utf-8"?>
<p:tagLst xmlns:p="http://schemas.openxmlformats.org/presentationml/2006/main">
  <p:tag name="AS_UNIQUEID" val="1263"/>
</p:tagLst>
</file>

<file path=ppt/tags/tag165.xml><?xml version="1.0" encoding="utf-8"?>
<p:tagLst xmlns:p="http://schemas.openxmlformats.org/presentationml/2006/main">
  <p:tag name="AS_UNIQUEID" val="1264"/>
</p:tagLst>
</file>

<file path=ppt/tags/tag166.xml><?xml version="1.0" encoding="utf-8"?>
<p:tagLst xmlns:p="http://schemas.openxmlformats.org/presentationml/2006/main">
  <p:tag name="AS_UNIQUEID" val="1265"/>
</p:tagLst>
</file>

<file path=ppt/tags/tag167.xml><?xml version="1.0" encoding="utf-8"?>
<p:tagLst xmlns:p="http://schemas.openxmlformats.org/presentationml/2006/main">
  <p:tag name="AS_UNIQUEID" val="1266"/>
</p:tagLst>
</file>

<file path=ppt/tags/tag168.xml><?xml version="1.0" encoding="utf-8"?>
<p:tagLst xmlns:p="http://schemas.openxmlformats.org/presentationml/2006/main">
  <p:tag name="AS_UNIQUEID" val="1267"/>
</p:tagLst>
</file>

<file path=ppt/tags/tag169.xml><?xml version="1.0" encoding="utf-8"?>
<p:tagLst xmlns:p="http://schemas.openxmlformats.org/presentationml/2006/main">
  <p:tag name="AS_UNIQUEID" val="1268"/>
</p:tagLst>
</file>

<file path=ppt/tags/tag170.xml><?xml version="1.0" encoding="utf-8"?>
<p:tagLst xmlns:p="http://schemas.openxmlformats.org/presentationml/2006/main">
  <p:tag name="AS_UNIQUEID" val="1269"/>
</p:tagLst>
</file>

<file path=ppt/tags/tag171.xml><?xml version="1.0" encoding="utf-8"?>
<p:tagLst xmlns:p="http://schemas.openxmlformats.org/presentationml/2006/main">
  <p:tag name="AS_UNIQUEID" val="1270"/>
</p:tagLst>
</file>

<file path=ppt/tags/tag172.xml><?xml version="1.0" encoding="utf-8"?>
<p:tagLst xmlns:p="http://schemas.openxmlformats.org/presentationml/2006/main">
  <p:tag name="AS_UNIQUEID" val="1271"/>
</p:tagLst>
</file>

<file path=ppt/tags/tag173.xml><?xml version="1.0" encoding="utf-8"?>
<p:tagLst xmlns:p="http://schemas.openxmlformats.org/presentationml/2006/main">
  <p:tag name="AS_UNIQUEID" val="1272"/>
</p:tagLst>
</file>

<file path=ppt/tags/tag174.xml><?xml version="1.0" encoding="utf-8"?>
<p:tagLst xmlns:p="http://schemas.openxmlformats.org/presentationml/2006/main">
  <p:tag name="AS_UNIQUEID" val="1257"/>
</p:tagLst>
</file>

<file path=ppt/tags/tag175.xml><?xml version="1.0" encoding="utf-8"?>
<p:tagLst xmlns:p="http://schemas.openxmlformats.org/presentationml/2006/main">
  <p:tag name="AS_UNIQUEID" val="1589"/>
</p:tagLst>
</file>

<file path=ppt/tags/tag176.xml><?xml version="1.0" encoding="utf-8"?>
<p:tagLst xmlns:p="http://schemas.openxmlformats.org/presentationml/2006/main">
  <p:tag name="AS_UNIQUEID" val="1590"/>
</p:tagLst>
</file>

<file path=ppt/tags/tag177.xml><?xml version="1.0" encoding="utf-8"?>
<p:tagLst xmlns:p="http://schemas.openxmlformats.org/presentationml/2006/main">
  <p:tag name="AS_UNIQUEID" val="1591"/>
</p:tagLst>
</file>

<file path=ppt/tags/tag178.xml><?xml version="1.0" encoding="utf-8"?>
<p:tagLst xmlns:p="http://schemas.openxmlformats.org/presentationml/2006/main">
  <p:tag name="AS_UNIQUEID" val="1311"/>
</p:tagLst>
</file>

<file path=ppt/tags/tag179.xml><?xml version="1.0" encoding="utf-8"?>
<p:tagLst xmlns:p="http://schemas.openxmlformats.org/presentationml/2006/main">
  <p:tag name="AS_UNIQUEID" val="1309"/>
</p:tagLst>
</file>

<file path=ppt/tags/tag180.xml><?xml version="1.0" encoding="utf-8"?>
<p:tagLst xmlns:p="http://schemas.openxmlformats.org/presentationml/2006/main">
  <p:tag name="AS_UNIQUEID" val="1307"/>
</p:tagLst>
</file>

<file path=ppt/tags/tag181.xml><?xml version="1.0" encoding="utf-8"?>
<p:tagLst xmlns:p="http://schemas.openxmlformats.org/presentationml/2006/main">
  <p:tag name="AS_UNIQUEID" val="1312"/>
</p:tagLst>
</file>

<file path=ppt/tags/tag182.xml><?xml version="1.0" encoding="utf-8"?>
<p:tagLst xmlns:p="http://schemas.openxmlformats.org/presentationml/2006/main">
  <p:tag name="AS_UNIQUEID" val="1310"/>
</p:tagLst>
</file>

<file path=ppt/tags/tag183.xml><?xml version="1.0" encoding="utf-8"?>
<p:tagLst xmlns:p="http://schemas.openxmlformats.org/presentationml/2006/main">
  <p:tag name="AS_UNIQUEID" val="1594"/>
</p:tagLst>
</file>

<file path=ppt/tags/tag184.xml><?xml version="1.0" encoding="utf-8"?>
<p:tagLst xmlns:p="http://schemas.openxmlformats.org/presentationml/2006/main">
  <p:tag name="AS_UNIQUEID" val="1595"/>
</p:tagLst>
</file>

<file path=ppt/tags/tag185.xml><?xml version="1.0" encoding="utf-8"?>
<p:tagLst xmlns:p="http://schemas.openxmlformats.org/presentationml/2006/main">
  <p:tag name="AS_UNIQUEID" val="1596"/>
</p:tagLst>
</file>

<file path=ppt/tags/tag186.xml><?xml version="1.0" encoding="utf-8"?>
<p:tagLst xmlns:p="http://schemas.openxmlformats.org/presentationml/2006/main">
  <p:tag name="AS_UNIQUEID" val="1313"/>
</p:tagLst>
</file>

<file path=ppt/tags/tag187.xml><?xml version="1.0" encoding="utf-8"?>
<p:tagLst xmlns:p="http://schemas.openxmlformats.org/presentationml/2006/main">
  <p:tag name="AS_UNIQUEID" val="1314"/>
</p:tagLst>
</file>

<file path=ppt/tags/tag188.xml><?xml version="1.0" encoding="utf-8"?>
<p:tagLst xmlns:p="http://schemas.openxmlformats.org/presentationml/2006/main">
  <p:tag name="AS_UNIQUEID" val="1364"/>
</p:tagLst>
</file>

<file path=ppt/tags/tag189.xml><?xml version="1.0" encoding="utf-8"?>
<p:tagLst xmlns:p="http://schemas.openxmlformats.org/presentationml/2006/main">
  <p:tag name="AS_UNIQUEID" val="1344"/>
</p:tagLst>
</file>

<file path=ppt/tags/tag190.xml><?xml version="1.0" encoding="utf-8"?>
<p:tagLst xmlns:p="http://schemas.openxmlformats.org/presentationml/2006/main">
  <p:tag name="AS_UNIQUEID" val="1345"/>
</p:tagLst>
</file>

<file path=ppt/tags/tag191.xml><?xml version="1.0" encoding="utf-8"?>
<p:tagLst xmlns:p="http://schemas.openxmlformats.org/presentationml/2006/main">
  <p:tag name="AS_UNIQUEID" val="1346"/>
</p:tagLst>
</file>

<file path=ppt/tags/tag192.xml><?xml version="1.0" encoding="utf-8"?>
<p:tagLst xmlns:p="http://schemas.openxmlformats.org/presentationml/2006/main">
  <p:tag name="AS_UNIQUEID" val="1347"/>
</p:tagLst>
</file>

<file path=ppt/tags/tag193.xml><?xml version="1.0" encoding="utf-8"?>
<p:tagLst xmlns:p="http://schemas.openxmlformats.org/presentationml/2006/main">
  <p:tag name="AS_UNIQUEID" val="1348"/>
</p:tagLst>
</file>

<file path=ppt/tags/tag194.xml><?xml version="1.0" encoding="utf-8"?>
<p:tagLst xmlns:p="http://schemas.openxmlformats.org/presentationml/2006/main">
  <p:tag name="AS_UNIQUEID" val="1349"/>
</p:tagLst>
</file>

<file path=ppt/tags/tag195.xml><?xml version="1.0" encoding="utf-8"?>
<p:tagLst xmlns:p="http://schemas.openxmlformats.org/presentationml/2006/main">
  <p:tag name="AS_UNIQUEID" val="1350"/>
</p:tagLst>
</file>

<file path=ppt/tags/tag196.xml><?xml version="1.0" encoding="utf-8"?>
<p:tagLst xmlns:p="http://schemas.openxmlformats.org/presentationml/2006/main">
  <p:tag name="AS_UNIQUEID" val="1351"/>
</p:tagLst>
</file>

<file path=ppt/tags/tag197.xml><?xml version="1.0" encoding="utf-8"?>
<p:tagLst xmlns:p="http://schemas.openxmlformats.org/presentationml/2006/main">
  <p:tag name="AS_UNIQUEID" val="1352"/>
</p:tagLst>
</file>

<file path=ppt/tags/tag198.xml><?xml version="1.0" encoding="utf-8"?>
<p:tagLst xmlns:p="http://schemas.openxmlformats.org/presentationml/2006/main">
  <p:tag name="AS_UNIQUEID" val="1353"/>
</p:tagLst>
</file>

<file path=ppt/tags/tag199.xml><?xml version="1.0" encoding="utf-8"?>
<p:tagLst xmlns:p="http://schemas.openxmlformats.org/presentationml/2006/main">
  <p:tag name="AS_UNIQUEID" val="1354"/>
</p:tagLst>
</file>

<file path=ppt/tags/tag200.xml><?xml version="1.0" encoding="utf-8"?>
<p:tagLst xmlns:p="http://schemas.openxmlformats.org/presentationml/2006/main">
  <p:tag name="AS_UNIQUEID" val="1355"/>
</p:tagLst>
</file>

<file path=ppt/tags/tag201.xml><?xml version="1.0" encoding="utf-8"?>
<p:tagLst xmlns:p="http://schemas.openxmlformats.org/presentationml/2006/main">
  <p:tag name="AS_UNIQUEID" val="1356"/>
</p:tagLst>
</file>

<file path=ppt/tags/tag202.xml><?xml version="1.0" encoding="utf-8"?>
<p:tagLst xmlns:p="http://schemas.openxmlformats.org/presentationml/2006/main">
  <p:tag name="AS_UNIQUEID" val="1357"/>
</p:tagLst>
</file>

<file path=ppt/tags/tag203.xml><?xml version="1.0" encoding="utf-8"?>
<p:tagLst xmlns:p="http://schemas.openxmlformats.org/presentationml/2006/main">
  <p:tag name="AS_UNIQUEID" val="1358"/>
</p:tagLst>
</file>

<file path=ppt/tags/tag204.xml><?xml version="1.0" encoding="utf-8"?>
<p:tagLst xmlns:p="http://schemas.openxmlformats.org/presentationml/2006/main">
  <p:tag name="AS_UNIQUEID" val="1359"/>
</p:tagLst>
</file>

<file path=ppt/tags/tag205.xml><?xml version="1.0" encoding="utf-8"?>
<p:tagLst xmlns:p="http://schemas.openxmlformats.org/presentationml/2006/main">
  <p:tag name="AS_UNIQUEID" val="1360"/>
</p:tagLst>
</file>

<file path=ppt/tags/tag206.xml><?xml version="1.0" encoding="utf-8"?>
<p:tagLst xmlns:p="http://schemas.openxmlformats.org/presentationml/2006/main">
  <p:tag name="AS_UNIQUEID" val="1361"/>
</p:tagLst>
</file>

<file path=ppt/tags/tag207.xml><?xml version="1.0" encoding="utf-8"?>
<p:tagLst xmlns:p="http://schemas.openxmlformats.org/presentationml/2006/main">
  <p:tag name="AS_UNIQUEID" val="1362"/>
</p:tagLst>
</file>

<file path=ppt/tags/tag208.xml><?xml version="1.0" encoding="utf-8"?>
<p:tagLst xmlns:p="http://schemas.openxmlformats.org/presentationml/2006/main">
  <p:tag name="AS_UNIQUEID" val="1363"/>
</p:tagLst>
</file>

<file path=ppt/tags/tag209.xml><?xml version="1.0" encoding="utf-8"?>
<p:tagLst xmlns:p="http://schemas.openxmlformats.org/presentationml/2006/main">
  <p:tag name="AS_UNIQUEID" val="1365"/>
</p:tagLst>
</file>

<file path=ppt/tags/tag210.xml><?xml version="1.0" encoding="utf-8"?>
<p:tagLst xmlns:p="http://schemas.openxmlformats.org/presentationml/2006/main">
  <p:tag name="AS_UNIQUEID" val="1340"/>
</p:tagLst>
</file>

<file path=ppt/tags/tag211.xml><?xml version="1.0" encoding="utf-8"?>
<p:tagLst xmlns:p="http://schemas.openxmlformats.org/presentationml/2006/main">
  <p:tag name="AS_UNIQUEID" val="1341"/>
</p:tagLst>
</file>

<file path=ppt/tags/tag212.xml><?xml version="1.0" encoding="utf-8"?>
<p:tagLst xmlns:p="http://schemas.openxmlformats.org/presentationml/2006/main">
  <p:tag name="AS_UNIQUEID" val="1342"/>
</p:tagLst>
</file>

<file path=ppt/tags/tag213.xml><?xml version="1.0" encoding="utf-8"?>
<p:tagLst xmlns:p="http://schemas.openxmlformats.org/presentationml/2006/main">
  <p:tag name="AS_UNIQUEID" val="1343"/>
</p:tagLst>
</file>

<file path=ppt/tags/tag214.xml><?xml version="1.0" encoding="utf-8"?>
<p:tagLst xmlns:p="http://schemas.openxmlformats.org/presentationml/2006/main">
  <p:tag name="AS_UNIQUEID" val="1339"/>
</p:tagLst>
</file>

<file path=ppt/tags/tag215.xml><?xml version="1.0" encoding="utf-8"?>
<p:tagLst xmlns:p="http://schemas.openxmlformats.org/presentationml/2006/main">
  <p:tag name="AS_UNIQUEID" val="1599"/>
</p:tagLst>
</file>

<file path=ppt/tags/tag216.xml><?xml version="1.0" encoding="utf-8"?>
<p:tagLst xmlns:p="http://schemas.openxmlformats.org/presentationml/2006/main">
  <p:tag name="AS_UNIQUEID" val="1600"/>
</p:tagLst>
</file>

<file path=ppt/tags/tag217.xml><?xml version="1.0" encoding="utf-8"?>
<p:tagLst xmlns:p="http://schemas.openxmlformats.org/presentationml/2006/main">
  <p:tag name="AS_UNIQUEID" val="1601"/>
</p:tagLst>
</file>

<file path=ppt/tags/tag218.xml><?xml version="1.0" encoding="utf-8"?>
<p:tagLst xmlns:p="http://schemas.openxmlformats.org/presentationml/2006/main">
  <p:tag name="AS_UNIQUEID" val="557"/>
</p:tagLst>
</file>

<file path=ppt/tags/tag219.xml><?xml version="1.0" encoding="utf-8"?>
<p:tagLst xmlns:p="http://schemas.openxmlformats.org/presentationml/2006/main">
  <p:tag name="AS_UNIQUEID" val="558"/>
</p:tagLst>
</file>

<file path=ppt/tags/tag220.xml><?xml version="1.0" encoding="utf-8"?>
<p:tagLst xmlns:p="http://schemas.openxmlformats.org/presentationml/2006/main">
  <p:tag name="AS_UNIQUEID" val="559"/>
</p:tagLst>
</file>

<file path=ppt/tags/tag221.xml><?xml version="1.0" encoding="utf-8"?>
<p:tagLst xmlns:p="http://schemas.openxmlformats.org/presentationml/2006/main">
  <p:tag name="AS_UNIQUEID" val="560"/>
</p:tagLst>
</file>

<file path=ppt/tags/tag222.xml><?xml version="1.0" encoding="utf-8"?>
<p:tagLst xmlns:p="http://schemas.openxmlformats.org/presentationml/2006/main">
  <p:tag name="AS_UNIQUEID" val="1604"/>
</p:tagLst>
</file>

<file path=ppt/tags/tag223.xml><?xml version="1.0" encoding="utf-8"?>
<p:tagLst xmlns:p="http://schemas.openxmlformats.org/presentationml/2006/main">
  <p:tag name="AS_UNIQUEID" val="1605"/>
</p:tagLst>
</file>

<file path=ppt/tags/tag224.xml><?xml version="1.0" encoding="utf-8"?>
<p:tagLst xmlns:p="http://schemas.openxmlformats.org/presentationml/2006/main">
  <p:tag name="AS_UNIQUEID" val="1606"/>
</p:tagLst>
</file>

<file path=ppt/tags/tag225.xml><?xml version="1.0" encoding="utf-8"?>
<p:tagLst xmlns:p="http://schemas.openxmlformats.org/presentationml/2006/main">
  <p:tag name="AS_UNIQUEID" val="611"/>
</p:tagLst>
</file>

<file path=ppt/tags/tag226.xml><?xml version="1.0" encoding="utf-8"?>
<p:tagLst xmlns:p="http://schemas.openxmlformats.org/presentationml/2006/main">
  <p:tag name="AS_UNIQUEID" val="609"/>
</p:tagLst>
</file>

<file path=ppt/tags/tag227.xml><?xml version="1.0" encoding="utf-8"?>
<p:tagLst xmlns:p="http://schemas.openxmlformats.org/presentationml/2006/main">
  <p:tag name="AS_UNIQUEID" val="607"/>
</p:tagLst>
</file>

<file path=ppt/tags/tag228.xml><?xml version="1.0" encoding="utf-8"?>
<p:tagLst xmlns:p="http://schemas.openxmlformats.org/presentationml/2006/main">
  <p:tag name="AS_UNIQUEID" val="612"/>
</p:tagLst>
</file>

<file path=ppt/tags/tag229.xml><?xml version="1.0" encoding="utf-8"?>
<p:tagLst xmlns:p="http://schemas.openxmlformats.org/presentationml/2006/main">
  <p:tag name="AS_UNIQUEID" val="610"/>
</p:tagLst>
</file>

<file path=ppt/tags/tag230.xml><?xml version="1.0" encoding="utf-8"?>
<p:tagLst xmlns:p="http://schemas.openxmlformats.org/presentationml/2006/main">
  <p:tag name="AS_UNIQUEID" val="1609"/>
</p:tagLst>
</file>

<file path=ppt/tags/tag231.xml><?xml version="1.0" encoding="utf-8"?>
<p:tagLst xmlns:p="http://schemas.openxmlformats.org/presentationml/2006/main">
  <p:tag name="AS_UNIQUEID" val="1610"/>
</p:tagLst>
</file>

<file path=ppt/tags/tag232.xml><?xml version="1.0" encoding="utf-8"?>
<p:tagLst xmlns:p="http://schemas.openxmlformats.org/presentationml/2006/main">
  <p:tag name="AS_UNIQUEID" val="1611"/>
</p:tagLst>
</file>

<file path=ppt/tags/tag233.xml><?xml version="1.0" encoding="utf-8"?>
<p:tagLst xmlns:p="http://schemas.openxmlformats.org/presentationml/2006/main">
  <p:tag name="AS_UNIQUEID" val="614"/>
</p:tagLst>
</file>

<file path=ppt/tags/tag234.xml><?xml version="1.0" encoding="utf-8"?>
<p:tagLst xmlns:p="http://schemas.openxmlformats.org/presentationml/2006/main">
  <p:tag name="AS_UNIQUEID" val="615"/>
</p:tagLst>
</file>

<file path=ppt/tags/tag235.xml><?xml version="1.0" encoding="utf-8"?>
<p:tagLst xmlns:p="http://schemas.openxmlformats.org/presentationml/2006/main">
  <p:tag name="AS_UNIQUEID" val="667"/>
</p:tagLst>
</file>

<file path=ppt/tags/tag236.xml><?xml version="1.0" encoding="utf-8"?>
<p:tagLst xmlns:p="http://schemas.openxmlformats.org/presentationml/2006/main">
  <p:tag name="AS_UNIQUEID" val="662"/>
</p:tagLst>
</file>

<file path=ppt/tags/tag237.xml><?xml version="1.0" encoding="utf-8"?>
<p:tagLst xmlns:p="http://schemas.openxmlformats.org/presentationml/2006/main">
  <p:tag name="AS_UNIQUEID" val="663"/>
</p:tagLst>
</file>

<file path=ppt/tags/tag238.xml><?xml version="1.0" encoding="utf-8"?>
<p:tagLst xmlns:p="http://schemas.openxmlformats.org/presentationml/2006/main">
  <p:tag name="AS_UNIQUEID" val="664"/>
</p:tagLst>
</file>

<file path=ppt/tags/tag239.xml><?xml version="1.0" encoding="utf-8"?>
<p:tagLst xmlns:p="http://schemas.openxmlformats.org/presentationml/2006/main">
  <p:tag name="AS_UNIQUEID" val="665"/>
</p:tagLst>
</file>

<file path=ppt/tags/tag240.xml><?xml version="1.0" encoding="utf-8"?>
<p:tagLst xmlns:p="http://schemas.openxmlformats.org/presentationml/2006/main">
  <p:tag name="AS_UNIQUEID" val="666"/>
</p:tagLst>
</file>

<file path=ppt/tags/tag241.xml><?xml version="1.0" encoding="utf-8"?>
<p:tagLst xmlns:p="http://schemas.openxmlformats.org/presentationml/2006/main">
  <p:tag name="AS_UNIQUEID" val="668"/>
</p:tagLst>
</file>

<file path=ppt/tags/tag242.xml><?xml version="1.0" encoding="utf-8"?>
<p:tagLst xmlns:p="http://schemas.openxmlformats.org/presentationml/2006/main">
  <p:tag name="AS_UNIQUEID" val="655"/>
</p:tagLst>
</file>

<file path=ppt/tags/tag243.xml><?xml version="1.0" encoding="utf-8"?>
<p:tagLst xmlns:p="http://schemas.openxmlformats.org/presentationml/2006/main">
  <p:tag name="AS_UNIQUEID" val="656"/>
</p:tagLst>
</file>

<file path=ppt/tags/tag244.xml><?xml version="1.0" encoding="utf-8"?>
<p:tagLst xmlns:p="http://schemas.openxmlformats.org/presentationml/2006/main">
  <p:tag name="AS_UNIQUEID" val="657"/>
</p:tagLst>
</file>

<file path=ppt/tags/tag245.xml><?xml version="1.0" encoding="utf-8"?>
<p:tagLst xmlns:p="http://schemas.openxmlformats.org/presentationml/2006/main">
  <p:tag name="AS_UNIQUEID" val="658"/>
</p:tagLst>
</file>

<file path=ppt/tags/tag246.xml><?xml version="1.0" encoding="utf-8"?>
<p:tagLst xmlns:p="http://schemas.openxmlformats.org/presentationml/2006/main">
  <p:tag name="AS_UNIQUEID" val="659"/>
</p:tagLst>
</file>

<file path=ppt/tags/tag247.xml><?xml version="1.0" encoding="utf-8"?>
<p:tagLst xmlns:p="http://schemas.openxmlformats.org/presentationml/2006/main">
  <p:tag name="AS_UNIQUEID" val="660"/>
</p:tagLst>
</file>

<file path=ppt/tags/tag248.xml><?xml version="1.0" encoding="utf-8"?>
<p:tagLst xmlns:p="http://schemas.openxmlformats.org/presentationml/2006/main">
  <p:tag name="AS_UNIQUEID" val="661"/>
</p:tagLst>
</file>

<file path=ppt/tags/tag249.xml><?xml version="1.0" encoding="utf-8"?>
<p:tagLst xmlns:p="http://schemas.openxmlformats.org/presentationml/2006/main">
  <p:tag name="AS_UNIQUEID" val="669"/>
</p:tagLst>
</file>

<file path=ppt/tags/tag250.xml><?xml version="1.0" encoding="utf-8"?>
<p:tagLst xmlns:p="http://schemas.openxmlformats.org/presentationml/2006/main">
  <p:tag name="AS_UNIQUEID" val="642"/>
</p:tagLst>
</file>

<file path=ppt/tags/tag251.xml><?xml version="1.0" encoding="utf-8"?>
<p:tagLst xmlns:p="http://schemas.openxmlformats.org/presentationml/2006/main">
  <p:tag name="AS_UNIQUEID" val="643"/>
</p:tagLst>
</file>

<file path=ppt/tags/tag252.xml><?xml version="1.0" encoding="utf-8"?>
<p:tagLst xmlns:p="http://schemas.openxmlformats.org/presentationml/2006/main">
  <p:tag name="AS_UNIQUEID" val="644"/>
</p:tagLst>
</file>

<file path=ppt/tags/tag253.xml><?xml version="1.0" encoding="utf-8"?>
<p:tagLst xmlns:p="http://schemas.openxmlformats.org/presentationml/2006/main">
  <p:tag name="AS_UNIQUEID" val="645"/>
</p:tagLst>
</file>

<file path=ppt/tags/tag254.xml><?xml version="1.0" encoding="utf-8"?>
<p:tagLst xmlns:p="http://schemas.openxmlformats.org/presentationml/2006/main">
  <p:tag name="AS_UNIQUEID" val="646"/>
</p:tagLst>
</file>

<file path=ppt/tags/tag255.xml><?xml version="1.0" encoding="utf-8"?>
<p:tagLst xmlns:p="http://schemas.openxmlformats.org/presentationml/2006/main">
  <p:tag name="AS_UNIQUEID" val="647"/>
</p:tagLst>
</file>

<file path=ppt/tags/tag256.xml><?xml version="1.0" encoding="utf-8"?>
<p:tagLst xmlns:p="http://schemas.openxmlformats.org/presentationml/2006/main">
  <p:tag name="AS_UNIQUEID" val="648"/>
</p:tagLst>
</file>

<file path=ppt/tags/tag257.xml><?xml version="1.0" encoding="utf-8"?>
<p:tagLst xmlns:p="http://schemas.openxmlformats.org/presentationml/2006/main">
  <p:tag name="AS_UNIQUEID" val="649"/>
</p:tagLst>
</file>

<file path=ppt/tags/tag258.xml><?xml version="1.0" encoding="utf-8"?>
<p:tagLst xmlns:p="http://schemas.openxmlformats.org/presentationml/2006/main">
  <p:tag name="AS_UNIQUEID" val="650"/>
</p:tagLst>
</file>

<file path=ppt/tags/tag259.xml><?xml version="1.0" encoding="utf-8"?>
<p:tagLst xmlns:p="http://schemas.openxmlformats.org/presentationml/2006/main">
  <p:tag name="AS_UNIQUEID" val="651"/>
</p:tagLst>
</file>

<file path=ppt/tags/tag260.xml><?xml version="1.0" encoding="utf-8"?>
<p:tagLst xmlns:p="http://schemas.openxmlformats.org/presentationml/2006/main">
  <p:tag name="AS_UNIQUEID" val="652"/>
</p:tagLst>
</file>

<file path=ppt/tags/tag261.xml><?xml version="1.0" encoding="utf-8"?>
<p:tagLst xmlns:p="http://schemas.openxmlformats.org/presentationml/2006/main">
  <p:tag name="AS_UNIQUEID" val="653"/>
</p:tagLst>
</file>

<file path=ppt/tags/tag262.xml><?xml version="1.0" encoding="utf-8"?>
<p:tagLst xmlns:p="http://schemas.openxmlformats.org/presentationml/2006/main">
  <p:tag name="AS_UNIQUEID" val="654"/>
</p:tagLst>
</file>

<file path=ppt/tags/tag263.xml><?xml version="1.0" encoding="utf-8"?>
<p:tagLst xmlns:p="http://schemas.openxmlformats.org/presentationml/2006/main">
  <p:tag name="AS_UNIQUEID" val="641"/>
</p:tagLst>
</file>

<file path=ppt/tags/tag264.xml><?xml version="1.0" encoding="utf-8"?>
<p:tagLst xmlns:p="http://schemas.openxmlformats.org/presentationml/2006/main">
  <p:tag name="AS_UNIQUEID" val="1614"/>
</p:tagLst>
</file>

<file path=ppt/tags/tag265.xml><?xml version="1.0" encoding="utf-8"?>
<p:tagLst xmlns:p="http://schemas.openxmlformats.org/presentationml/2006/main">
  <p:tag name="AS_UNIQUEID" val="1615"/>
</p:tagLst>
</file>

<file path=ppt/tags/tag266.xml><?xml version="1.0" encoding="utf-8"?>
<p:tagLst xmlns:p="http://schemas.openxmlformats.org/presentationml/2006/main">
  <p:tag name="AS_UNIQUEID" val="1616"/>
</p:tagLst>
</file>

<file path=ppt/tags/tag267.xml><?xml version="1.0" encoding="utf-8"?>
<p:tagLst xmlns:p="http://schemas.openxmlformats.org/presentationml/2006/main">
  <p:tag name="AS_UNIQUEID" val="670"/>
</p:tagLst>
</file>

<file path=ppt/tags/tag268.xml><?xml version="1.0" encoding="utf-8"?>
<p:tagLst xmlns:p="http://schemas.openxmlformats.org/presentationml/2006/main">
  <p:tag name="AS_UNIQUEID" val="671"/>
</p:tagLst>
</file>

<file path=ppt/tags/tag269.xml><?xml version="1.0" encoding="utf-8"?>
<p:tagLst xmlns:p="http://schemas.openxmlformats.org/presentationml/2006/main">
  <p:tag name="AS_UNIQUEID" val="672"/>
</p:tagLst>
</file>

<file path=ppt/tags/tag270.xml><?xml version="1.0" encoding="utf-8"?>
<p:tagLst xmlns:p="http://schemas.openxmlformats.org/presentationml/2006/main">
  <p:tag name="AS_UNIQUEID" val="673"/>
</p:tagLst>
</file>

<file path=ppt/tags/tag271.xml><?xml version="1.0" encoding="utf-8"?>
<p:tagLst xmlns:p="http://schemas.openxmlformats.org/presentationml/2006/main">
  <p:tag name="AS_UNIQUEID" val="674"/>
</p:tagLst>
</file>

<file path=ppt/tags/tag272.xml><?xml version="1.0" encoding="utf-8"?>
<p:tagLst xmlns:p="http://schemas.openxmlformats.org/presentationml/2006/main">
  <p:tag name="AS_UNIQUEID" val="675"/>
</p:tagLst>
</file>

<file path=ppt/tags/tag273.xml><?xml version="1.0" encoding="utf-8"?>
<p:tagLst xmlns:p="http://schemas.openxmlformats.org/presentationml/2006/main">
  <p:tag name="AS_UNIQUEID" val="676"/>
</p:tagLst>
</file>

<file path=ppt/tags/tag274.xml><?xml version="1.0" encoding="utf-8"?>
<p:tagLst xmlns:p="http://schemas.openxmlformats.org/presentationml/2006/main">
  <p:tag name="AS_UNIQUEID" val="677"/>
</p:tagLst>
</file>

<file path=ppt/tags/tag275.xml><?xml version="1.0" encoding="utf-8"?>
<p:tagLst xmlns:p="http://schemas.openxmlformats.org/presentationml/2006/main">
  <p:tag name="AS_UNIQUEID" val="678"/>
</p:tagLst>
</file>

<file path=ppt/tags/tag276.xml><?xml version="1.0" encoding="utf-8"?>
<p:tagLst xmlns:p="http://schemas.openxmlformats.org/presentationml/2006/main">
  <p:tag name="AS_UNIQUEID" val="679"/>
</p:tagLst>
</file>

<file path=ppt/tags/tag277.xml><?xml version="1.0" encoding="utf-8"?>
<p:tagLst xmlns:p="http://schemas.openxmlformats.org/presentationml/2006/main">
  <p:tag name="AS_UNIQUEID" val="680"/>
</p:tagLst>
</file>

<file path=ppt/tags/tag278.xml><?xml version="1.0" encoding="utf-8"?>
<p:tagLst xmlns:p="http://schemas.openxmlformats.org/presentationml/2006/main">
  <p:tag name="AS_UNIQUEID" val="681"/>
</p:tagLst>
</file>

<file path=ppt/tags/tag279.xml><?xml version="1.0" encoding="utf-8"?>
<p:tagLst xmlns:p="http://schemas.openxmlformats.org/presentationml/2006/main">
  <p:tag name="AS_UNIQUEID" val="682"/>
</p:tagLst>
</file>

<file path=ppt/tags/tag280.xml><?xml version="1.0" encoding="utf-8"?>
<p:tagLst xmlns:p="http://schemas.openxmlformats.org/presentationml/2006/main">
  <p:tag name="AS_UNIQUEID" val="683"/>
</p:tagLst>
</file>

<file path=ppt/tags/tag281.xml><?xml version="1.0" encoding="utf-8"?>
<p:tagLst xmlns:p="http://schemas.openxmlformats.org/presentationml/2006/main">
  <p:tag name="AS_UNIQUEID" val="684"/>
</p:tagLst>
</file>

<file path=ppt/tags/tag282.xml><?xml version="1.0" encoding="utf-8"?>
<p:tagLst xmlns:p="http://schemas.openxmlformats.org/presentationml/2006/main">
  <p:tag name="AS_UNIQUEID" val="685"/>
</p:tagLst>
</file>

<file path=ppt/tags/tag283.xml><?xml version="1.0" encoding="utf-8"?>
<p:tagLst xmlns:p="http://schemas.openxmlformats.org/presentationml/2006/main">
  <p:tag name="AS_UNIQUEID" val="686"/>
</p:tagLst>
</file>

<file path=ppt/tags/tag284.xml><?xml version="1.0" encoding="utf-8"?>
<p:tagLst xmlns:p="http://schemas.openxmlformats.org/presentationml/2006/main">
  <p:tag name="AS_UNIQUEID" val="687"/>
</p:tagLst>
</file>

<file path=ppt/tags/tag285.xml><?xml version="1.0" encoding="utf-8"?>
<p:tagLst xmlns:p="http://schemas.openxmlformats.org/presentationml/2006/main">
  <p:tag name="AS_UNIQUEID" val="688"/>
</p:tagLst>
</file>

<file path=ppt/tags/tag286.xml><?xml version="1.0" encoding="utf-8"?>
<p:tagLst xmlns:p="http://schemas.openxmlformats.org/presentationml/2006/main">
  <p:tag name="AS_UNIQUEID" val="689"/>
</p:tagLst>
</file>

<file path=ppt/tags/tag287.xml><?xml version="1.0" encoding="utf-8"?>
<p:tagLst xmlns:p="http://schemas.openxmlformats.org/presentationml/2006/main">
  <p:tag name="AS_UNIQUEID" val="690"/>
</p:tagLst>
</file>

<file path=ppt/tags/tag288.xml><?xml version="1.0" encoding="utf-8"?>
<p:tagLst xmlns:p="http://schemas.openxmlformats.org/presentationml/2006/main">
  <p:tag name="AS_UNIQUEID" val="691"/>
</p:tagLst>
</file>

<file path=ppt/tags/tag289.xml><?xml version="1.0" encoding="utf-8"?>
<p:tagLst xmlns:p="http://schemas.openxmlformats.org/presentationml/2006/main">
  <p:tag name="AS_UNIQUEID" val="1619"/>
</p:tagLst>
</file>

<file path=ppt/tags/tag290.xml><?xml version="1.0" encoding="utf-8"?>
<p:tagLst xmlns:p="http://schemas.openxmlformats.org/presentationml/2006/main">
  <p:tag name="AS_UNIQUEID" val="1620"/>
</p:tagLst>
</file>

<file path=ppt/tags/tag291.xml><?xml version="1.0" encoding="utf-8"?>
<p:tagLst xmlns:p="http://schemas.openxmlformats.org/presentationml/2006/main">
  <p:tag name="AS_UNIQUEID" val="1621"/>
</p:tagLst>
</file>

<file path=ppt/tags/tag292.xml><?xml version="1.0" encoding="utf-8"?>
<p:tagLst xmlns:p="http://schemas.openxmlformats.org/presentationml/2006/main">
  <p:tag name="AS_UNIQUEID" val="692"/>
</p:tagLst>
</file>

<file path=ppt/tags/tag293.xml><?xml version="1.0" encoding="utf-8"?>
<p:tagLst xmlns:p="http://schemas.openxmlformats.org/presentationml/2006/main">
  <p:tag name="AS_UNIQUEID" val="693"/>
</p:tagLst>
</file>

<file path=ppt/tags/tag294.xml><?xml version="1.0" encoding="utf-8"?>
<p:tagLst xmlns:p="http://schemas.openxmlformats.org/presentationml/2006/main">
  <p:tag name="AS_UNIQUEID" val="694"/>
</p:tagLst>
</file>

<file path=ppt/tags/tag295.xml><?xml version="1.0" encoding="utf-8"?>
<p:tagLst xmlns:p="http://schemas.openxmlformats.org/presentationml/2006/main">
  <p:tag name="AS_UNIQUEID" val="744"/>
</p:tagLst>
</file>

<file path=ppt/tags/tag296.xml><?xml version="1.0" encoding="utf-8"?>
<p:tagLst xmlns:p="http://schemas.openxmlformats.org/presentationml/2006/main">
  <p:tag name="AS_UNIQUEID" val="739"/>
</p:tagLst>
</file>

<file path=ppt/tags/tag297.xml><?xml version="1.0" encoding="utf-8"?>
<p:tagLst xmlns:p="http://schemas.openxmlformats.org/presentationml/2006/main">
  <p:tag name="AS_UNIQUEID" val="740"/>
</p:tagLst>
</file>

<file path=ppt/tags/tag298.xml><?xml version="1.0" encoding="utf-8"?>
<p:tagLst xmlns:p="http://schemas.openxmlformats.org/presentationml/2006/main">
  <p:tag name="AS_UNIQUEID" val="741"/>
</p:tagLst>
</file>

<file path=ppt/tags/tag299.xml><?xml version="1.0" encoding="utf-8"?>
<p:tagLst xmlns:p="http://schemas.openxmlformats.org/presentationml/2006/main">
  <p:tag name="AS_UNIQUEID" val="742"/>
</p:tagLst>
</file>

<file path=ppt/tags/tag300.xml><?xml version="1.0" encoding="utf-8"?>
<p:tagLst xmlns:p="http://schemas.openxmlformats.org/presentationml/2006/main">
  <p:tag name="AS_UNIQUEID" val="743"/>
</p:tagLst>
</file>

<file path=ppt/tags/tag301.xml><?xml version="1.0" encoding="utf-8"?>
<p:tagLst xmlns:p="http://schemas.openxmlformats.org/presentationml/2006/main">
  <p:tag name="AS_UNIQUEID" val="745"/>
</p:tagLst>
</file>

<file path=ppt/tags/tag302.xml><?xml version="1.0" encoding="utf-8"?>
<p:tagLst xmlns:p="http://schemas.openxmlformats.org/presentationml/2006/main">
  <p:tag name="AS_UNIQUEID" val="729"/>
</p:tagLst>
</file>

<file path=ppt/tags/tag303.xml><?xml version="1.0" encoding="utf-8"?>
<p:tagLst xmlns:p="http://schemas.openxmlformats.org/presentationml/2006/main">
  <p:tag name="AS_UNIQUEID" val="730"/>
</p:tagLst>
</file>

<file path=ppt/tags/tag304.xml><?xml version="1.0" encoding="utf-8"?>
<p:tagLst xmlns:p="http://schemas.openxmlformats.org/presentationml/2006/main">
  <p:tag name="AS_UNIQUEID" val="731"/>
</p:tagLst>
</file>

<file path=ppt/tags/tag305.xml><?xml version="1.0" encoding="utf-8"?>
<p:tagLst xmlns:p="http://schemas.openxmlformats.org/presentationml/2006/main">
  <p:tag name="AS_UNIQUEID" val="732"/>
</p:tagLst>
</file>

<file path=ppt/tags/tag306.xml><?xml version="1.0" encoding="utf-8"?>
<p:tagLst xmlns:p="http://schemas.openxmlformats.org/presentationml/2006/main">
  <p:tag name="AS_UNIQUEID" val="733"/>
</p:tagLst>
</file>

<file path=ppt/tags/tag307.xml><?xml version="1.0" encoding="utf-8"?>
<p:tagLst xmlns:p="http://schemas.openxmlformats.org/presentationml/2006/main">
  <p:tag name="AS_UNIQUEID" val="746"/>
</p:tagLst>
</file>

<file path=ppt/tags/tag308.xml><?xml version="1.0" encoding="utf-8"?>
<p:tagLst xmlns:p="http://schemas.openxmlformats.org/presentationml/2006/main">
  <p:tag name="AS_UNIQUEID" val="734"/>
</p:tagLst>
</file>

<file path=ppt/tags/tag309.xml><?xml version="1.0" encoding="utf-8"?>
<p:tagLst xmlns:p="http://schemas.openxmlformats.org/presentationml/2006/main">
  <p:tag name="AS_UNIQUEID" val="735"/>
</p:tagLst>
</file>

<file path=ppt/tags/tag310.xml><?xml version="1.0" encoding="utf-8"?>
<p:tagLst xmlns:p="http://schemas.openxmlformats.org/presentationml/2006/main">
  <p:tag name="AS_UNIQUEID" val="736"/>
</p:tagLst>
</file>

<file path=ppt/tags/tag311.xml><?xml version="1.0" encoding="utf-8"?>
<p:tagLst xmlns:p="http://schemas.openxmlformats.org/presentationml/2006/main">
  <p:tag name="AS_UNIQUEID" val="737"/>
</p:tagLst>
</file>

<file path=ppt/tags/tag312.xml><?xml version="1.0" encoding="utf-8"?>
<p:tagLst xmlns:p="http://schemas.openxmlformats.org/presentationml/2006/main">
  <p:tag name="AS_UNIQUEID" val="738"/>
</p:tagLst>
</file>

<file path=ppt/tags/tag313.xml><?xml version="1.0" encoding="utf-8"?>
<p:tagLst xmlns:p="http://schemas.openxmlformats.org/presentationml/2006/main">
  <p:tag name="AS_UNIQUEID" val="747"/>
</p:tagLst>
</file>

<file path=ppt/tags/tag314.xml><?xml version="1.0" encoding="utf-8"?>
<p:tagLst xmlns:p="http://schemas.openxmlformats.org/presentationml/2006/main">
  <p:tag name="AS_UNIQUEID" val="720"/>
</p:tagLst>
</file>

<file path=ppt/tags/tag315.xml><?xml version="1.0" encoding="utf-8"?>
<p:tagLst xmlns:p="http://schemas.openxmlformats.org/presentationml/2006/main">
  <p:tag name="AS_UNIQUEID" val="721"/>
</p:tagLst>
</file>

<file path=ppt/tags/tag316.xml><?xml version="1.0" encoding="utf-8"?>
<p:tagLst xmlns:p="http://schemas.openxmlformats.org/presentationml/2006/main">
  <p:tag name="AS_UNIQUEID" val="722"/>
</p:tagLst>
</file>

<file path=ppt/tags/tag317.xml><?xml version="1.0" encoding="utf-8"?>
<p:tagLst xmlns:p="http://schemas.openxmlformats.org/presentationml/2006/main">
  <p:tag name="AS_UNIQUEID" val="723"/>
</p:tagLst>
</file>

<file path=ppt/tags/tag318.xml><?xml version="1.0" encoding="utf-8"?>
<p:tagLst xmlns:p="http://schemas.openxmlformats.org/presentationml/2006/main">
  <p:tag name="AS_UNIQUEID" val="724"/>
</p:tagLst>
</file>

<file path=ppt/tags/tag319.xml><?xml version="1.0" encoding="utf-8"?>
<p:tagLst xmlns:p="http://schemas.openxmlformats.org/presentationml/2006/main">
  <p:tag name="AS_UNIQUEID" val="748"/>
</p:tagLst>
</file>

<file path=ppt/tags/tag320.xml><?xml version="1.0" encoding="utf-8"?>
<p:tagLst xmlns:p="http://schemas.openxmlformats.org/presentationml/2006/main">
  <p:tag name="AS_UNIQUEID" val="725"/>
</p:tagLst>
</file>

<file path=ppt/tags/tag321.xml><?xml version="1.0" encoding="utf-8"?>
<p:tagLst xmlns:p="http://schemas.openxmlformats.org/presentationml/2006/main">
  <p:tag name="AS_UNIQUEID" val="726"/>
</p:tagLst>
</file>

<file path=ppt/tags/tag322.xml><?xml version="1.0" encoding="utf-8"?>
<p:tagLst xmlns:p="http://schemas.openxmlformats.org/presentationml/2006/main">
  <p:tag name="AS_UNIQUEID" val="727"/>
</p:tagLst>
</file>

<file path=ppt/tags/tag323.xml><?xml version="1.0" encoding="utf-8"?>
<p:tagLst xmlns:p="http://schemas.openxmlformats.org/presentationml/2006/main">
  <p:tag name="AS_UNIQUEID" val="728"/>
</p:tagLst>
</file>

<file path=ppt/tags/tag324.xml><?xml version="1.0" encoding="utf-8"?>
<p:tagLst xmlns:p="http://schemas.openxmlformats.org/presentationml/2006/main">
  <p:tag name="AS_UNIQUEID" val="719"/>
</p:tagLst>
</file>

<file path=ppt/tags/tag325.xml><?xml version="1.0" encoding="utf-8"?>
<p:tagLst xmlns:p="http://schemas.openxmlformats.org/presentationml/2006/main">
  <p:tag name="AS_UNIQUEID" val="1624"/>
</p:tagLst>
</file>

<file path=ppt/tags/tag326.xml><?xml version="1.0" encoding="utf-8"?>
<p:tagLst xmlns:p="http://schemas.openxmlformats.org/presentationml/2006/main">
  <p:tag name="AS_UNIQUEID" val="1625"/>
</p:tagLst>
</file>

<file path=ppt/tags/tag327.xml><?xml version="1.0" encoding="utf-8"?>
<p:tagLst xmlns:p="http://schemas.openxmlformats.org/presentationml/2006/main">
  <p:tag name="AS_UNIQUEID" val="1626"/>
</p:tagLst>
</file>

<file path=ppt/tags/tag328.xml><?xml version="1.0" encoding="utf-8"?>
<p:tagLst xmlns:p="http://schemas.openxmlformats.org/presentationml/2006/main">
  <p:tag name="AS_UNIQUEID" val="749"/>
</p:tagLst>
</file>

<file path=ppt/tags/tag329.xml><?xml version="1.0" encoding="utf-8"?>
<p:tagLst xmlns:p="http://schemas.openxmlformats.org/presentationml/2006/main">
  <p:tag name="AS_UNIQUEID" val="750"/>
</p:tagLst>
</file>

<file path=ppt/tags/tag330.xml><?xml version="1.0" encoding="utf-8"?>
<p:tagLst xmlns:p="http://schemas.openxmlformats.org/presentationml/2006/main">
  <p:tag name="AS_UNIQUEID" val="800"/>
  <p:tag name="KSO_WM_DIAGRAM_VIRTUALLY_FRAME" val="{&quot;height&quot;:295.2,&quot;left&quot;:48,&quot;top&quot;:108,&quot;width&quot;:864}"/>
</p:tagLst>
</file>

<file path=ppt/tags/tag331.xml><?xml version="1.0" encoding="utf-8"?>
<p:tagLst xmlns:p="http://schemas.openxmlformats.org/presentationml/2006/main">
  <p:tag name="AS_UNIQUEID" val="795"/>
  <p:tag name="KSO_WM_DIAGRAM_VIRTUALLY_FRAME" val="{&quot;height&quot;:295.2,&quot;left&quot;:48,&quot;top&quot;:108,&quot;width&quot;:864}"/>
</p:tagLst>
</file>

<file path=ppt/tags/tag332.xml><?xml version="1.0" encoding="utf-8"?>
<p:tagLst xmlns:p="http://schemas.openxmlformats.org/presentationml/2006/main">
  <p:tag name="AS_UNIQUEID" val="796"/>
  <p:tag name="KSO_WM_DIAGRAM_VIRTUALLY_FRAME" val="{&quot;height&quot;:295.2,&quot;left&quot;:48,&quot;top&quot;:108,&quot;width&quot;:864}"/>
</p:tagLst>
</file>

<file path=ppt/tags/tag333.xml><?xml version="1.0" encoding="utf-8"?>
<p:tagLst xmlns:p="http://schemas.openxmlformats.org/presentationml/2006/main">
  <p:tag name="AS_UNIQUEID" val="797"/>
  <p:tag name="KSO_WM_DIAGRAM_VIRTUALLY_FRAME" val="{&quot;height&quot;:295.2,&quot;left&quot;:48,&quot;top&quot;:108,&quot;width&quot;:864}"/>
</p:tagLst>
</file>

<file path=ppt/tags/tag334.xml><?xml version="1.0" encoding="utf-8"?>
<p:tagLst xmlns:p="http://schemas.openxmlformats.org/presentationml/2006/main">
  <p:tag name="AS_UNIQUEID" val="798"/>
  <p:tag name="KSO_WM_DIAGRAM_VIRTUALLY_FRAME" val="{&quot;height&quot;:295.2,&quot;left&quot;:48,&quot;top&quot;:108,&quot;width&quot;:864}"/>
</p:tagLst>
</file>

<file path=ppt/tags/tag335.xml><?xml version="1.0" encoding="utf-8"?>
<p:tagLst xmlns:p="http://schemas.openxmlformats.org/presentationml/2006/main">
  <p:tag name="AS_UNIQUEID" val="799"/>
  <p:tag name="KSO_WM_DIAGRAM_VIRTUALLY_FRAME" val="{&quot;height&quot;:295.2,&quot;left&quot;:48,&quot;top&quot;:108,&quot;width&quot;:864}"/>
</p:tagLst>
</file>

<file path=ppt/tags/tag336.xml><?xml version="1.0" encoding="utf-8"?>
<p:tagLst xmlns:p="http://schemas.openxmlformats.org/presentationml/2006/main">
  <p:tag name="AS_UNIQUEID" val="801"/>
  <p:tag name="KSO_WM_DIAGRAM_VIRTUALLY_FRAME" val="{&quot;height&quot;:295.2,&quot;left&quot;:48,&quot;top&quot;:108,&quot;width&quot;:864}"/>
</p:tagLst>
</file>

<file path=ppt/tags/tag337.xml><?xml version="1.0" encoding="utf-8"?>
<p:tagLst xmlns:p="http://schemas.openxmlformats.org/presentationml/2006/main">
  <p:tag name="AS_UNIQUEID" val="780"/>
  <p:tag name="KSO_WM_DIAGRAM_VIRTUALLY_FRAME" val="{&quot;height&quot;:295.2,&quot;left&quot;:48,&quot;top&quot;:108,&quot;width&quot;:864}"/>
</p:tagLst>
</file>

<file path=ppt/tags/tag338.xml><?xml version="1.0" encoding="utf-8"?>
<p:tagLst xmlns:p="http://schemas.openxmlformats.org/presentationml/2006/main">
  <p:tag name="AS_UNIQUEID" val="781"/>
  <p:tag name="KSO_WM_DIAGRAM_VIRTUALLY_FRAME" val="{&quot;height&quot;:295.2,&quot;left&quot;:48,&quot;top&quot;:108,&quot;width&quot;:864}"/>
</p:tagLst>
</file>

<file path=ppt/tags/tag339.xml><?xml version="1.0" encoding="utf-8"?>
<p:tagLst xmlns:p="http://schemas.openxmlformats.org/presentationml/2006/main">
  <p:tag name="AS_UNIQUEID" val="782"/>
  <p:tag name="KSO_WM_DIAGRAM_VIRTUALLY_FRAME" val="{&quot;height&quot;:295.2,&quot;left&quot;:48,&quot;top&quot;:108,&quot;width&quot;:864}"/>
</p:tagLst>
</file>

<file path=ppt/tags/tag340.xml><?xml version="1.0" encoding="utf-8"?>
<p:tagLst xmlns:p="http://schemas.openxmlformats.org/presentationml/2006/main">
  <p:tag name="AS_UNIQUEID" val="783"/>
  <p:tag name="KSO_WM_DIAGRAM_VIRTUALLY_FRAME" val="{&quot;height&quot;:295.2,&quot;left&quot;:48,&quot;top&quot;:108,&quot;width&quot;:864}"/>
</p:tagLst>
</file>

<file path=ppt/tags/tag341.xml><?xml version="1.0" encoding="utf-8"?>
<p:tagLst xmlns:p="http://schemas.openxmlformats.org/presentationml/2006/main">
  <p:tag name="AS_UNIQUEID" val="784"/>
  <p:tag name="KSO_WM_DIAGRAM_VIRTUALLY_FRAME" val="{&quot;height&quot;:295.2,&quot;left&quot;:48,&quot;top&quot;:108,&quot;width&quot;:864}"/>
</p:tagLst>
</file>

<file path=ppt/tags/tag342.xml><?xml version="1.0" encoding="utf-8"?>
<p:tagLst xmlns:p="http://schemas.openxmlformats.org/presentationml/2006/main">
  <p:tag name="AS_UNIQUEID" val="802"/>
  <p:tag name="KSO_WM_DIAGRAM_VIRTUALLY_FRAME" val="{&quot;height&quot;:295.2,&quot;left&quot;:48,&quot;top&quot;:108,&quot;width&quot;:864}"/>
</p:tagLst>
</file>

<file path=ppt/tags/tag343.xml><?xml version="1.0" encoding="utf-8"?>
<p:tagLst xmlns:p="http://schemas.openxmlformats.org/presentationml/2006/main">
  <p:tag name="AS_UNIQUEID" val="785"/>
  <p:tag name="KSO_WM_DIAGRAM_VIRTUALLY_FRAME" val="{&quot;height&quot;:295.2,&quot;left&quot;:48,&quot;top&quot;:108,&quot;width&quot;:864}"/>
</p:tagLst>
</file>

<file path=ppt/tags/tag344.xml><?xml version="1.0" encoding="utf-8"?>
<p:tagLst xmlns:p="http://schemas.openxmlformats.org/presentationml/2006/main">
  <p:tag name="AS_UNIQUEID" val="786"/>
  <p:tag name="KSO_WM_DIAGRAM_VIRTUALLY_FRAME" val="{&quot;height&quot;:295.2,&quot;left&quot;:48,&quot;top&quot;:108,&quot;width&quot;:864}"/>
</p:tagLst>
</file>

<file path=ppt/tags/tag345.xml><?xml version="1.0" encoding="utf-8"?>
<p:tagLst xmlns:p="http://schemas.openxmlformats.org/presentationml/2006/main">
  <p:tag name="AS_UNIQUEID" val="787"/>
  <p:tag name="KSO_WM_DIAGRAM_VIRTUALLY_FRAME" val="{&quot;height&quot;:295.2,&quot;left&quot;:48,&quot;top&quot;:108,&quot;width&quot;:864}"/>
</p:tagLst>
</file>

<file path=ppt/tags/tag346.xml><?xml version="1.0" encoding="utf-8"?>
<p:tagLst xmlns:p="http://schemas.openxmlformats.org/presentationml/2006/main">
  <p:tag name="AS_UNIQUEID" val="788"/>
  <p:tag name="KSO_WM_DIAGRAM_VIRTUALLY_FRAME" val="{&quot;height&quot;:295.2,&quot;left&quot;:48,&quot;top&quot;:108,&quot;width&quot;:864}"/>
</p:tagLst>
</file>

<file path=ppt/tags/tag347.xml><?xml version="1.0" encoding="utf-8"?>
<p:tagLst xmlns:p="http://schemas.openxmlformats.org/presentationml/2006/main">
  <p:tag name="AS_UNIQUEID" val="789"/>
  <p:tag name="KSO_WM_DIAGRAM_VIRTUALLY_FRAME" val="{&quot;height&quot;:295.2,&quot;left&quot;:48,&quot;top&quot;:108,&quot;width&quot;:864}"/>
</p:tagLst>
</file>

<file path=ppt/tags/tag348.xml><?xml version="1.0" encoding="utf-8"?>
<p:tagLst xmlns:p="http://schemas.openxmlformats.org/presentationml/2006/main">
  <p:tag name="AS_UNIQUEID" val="803"/>
  <p:tag name="KSO_WM_DIAGRAM_VIRTUALLY_FRAME" val="{&quot;height&quot;:295.2,&quot;left&quot;:48,&quot;top&quot;:108,&quot;width&quot;:864}"/>
</p:tagLst>
</file>

<file path=ppt/tags/tag349.xml><?xml version="1.0" encoding="utf-8"?>
<p:tagLst xmlns:p="http://schemas.openxmlformats.org/presentationml/2006/main">
  <p:tag name="AS_UNIQUEID" val="790"/>
  <p:tag name="KSO_WM_DIAGRAM_VIRTUALLY_FRAME" val="{&quot;height&quot;:295.2,&quot;left&quot;:48,&quot;top&quot;:108,&quot;width&quot;:864}"/>
</p:tagLst>
</file>

<file path=ppt/tags/tag350.xml><?xml version="1.0" encoding="utf-8"?>
<p:tagLst xmlns:p="http://schemas.openxmlformats.org/presentationml/2006/main">
  <p:tag name="AS_UNIQUEID" val="791"/>
  <p:tag name="KSO_WM_DIAGRAM_VIRTUALLY_FRAME" val="{&quot;height&quot;:295.2,&quot;left&quot;:48,&quot;top&quot;:108,&quot;width&quot;:864}"/>
</p:tagLst>
</file>

<file path=ppt/tags/tag351.xml><?xml version="1.0" encoding="utf-8"?>
<p:tagLst xmlns:p="http://schemas.openxmlformats.org/presentationml/2006/main">
  <p:tag name="AS_UNIQUEID" val="792"/>
  <p:tag name="KSO_WM_DIAGRAM_VIRTUALLY_FRAME" val="{&quot;height&quot;:295.2,&quot;left&quot;:48,&quot;top&quot;:108,&quot;width&quot;:864}"/>
</p:tagLst>
</file>

<file path=ppt/tags/tag352.xml><?xml version="1.0" encoding="utf-8"?>
<p:tagLst xmlns:p="http://schemas.openxmlformats.org/presentationml/2006/main">
  <p:tag name="AS_UNIQUEID" val="793"/>
  <p:tag name="KSO_WM_DIAGRAM_VIRTUALLY_FRAME" val="{&quot;height&quot;:295.2,&quot;left&quot;:48,&quot;top&quot;:108,&quot;width&quot;:864}"/>
</p:tagLst>
</file>

<file path=ppt/tags/tag353.xml><?xml version="1.0" encoding="utf-8"?>
<p:tagLst xmlns:p="http://schemas.openxmlformats.org/presentationml/2006/main">
  <p:tag name="AS_UNIQUEID" val="794"/>
  <p:tag name="KSO_WM_DIAGRAM_VIRTUALLY_FRAME" val="{&quot;height&quot;:295.2,&quot;left&quot;:48,&quot;top&quot;:108,&quot;width&quot;:864}"/>
</p:tagLst>
</file>

<file path=ppt/tags/tag354.xml><?xml version="1.0" encoding="utf-8"?>
<p:tagLst xmlns:p="http://schemas.openxmlformats.org/presentationml/2006/main">
  <p:tag name="AS_UNIQUEID" val="804"/>
</p:tagLst>
</file>

<file path=ppt/tags/tag355.xml><?xml version="1.0" encoding="utf-8"?>
<p:tagLst xmlns:p="http://schemas.openxmlformats.org/presentationml/2006/main">
  <p:tag name="AS_UNIQUEID" val="776"/>
</p:tagLst>
</file>

<file path=ppt/tags/tag356.xml><?xml version="1.0" encoding="utf-8"?>
<p:tagLst xmlns:p="http://schemas.openxmlformats.org/presentationml/2006/main">
  <p:tag name="AS_UNIQUEID" val="777"/>
</p:tagLst>
</file>

<file path=ppt/tags/tag357.xml><?xml version="1.0" encoding="utf-8"?>
<p:tagLst xmlns:p="http://schemas.openxmlformats.org/presentationml/2006/main">
  <p:tag name="AS_UNIQUEID" val="778"/>
</p:tagLst>
</file>

<file path=ppt/tags/tag358.xml><?xml version="1.0" encoding="utf-8"?>
<p:tagLst xmlns:p="http://schemas.openxmlformats.org/presentationml/2006/main">
  <p:tag name="AS_UNIQUEID" val="779"/>
</p:tagLst>
</file>

<file path=ppt/tags/tag359.xml><?xml version="1.0" encoding="utf-8"?>
<p:tagLst xmlns:p="http://schemas.openxmlformats.org/presentationml/2006/main">
  <p:tag name="AS_UNIQUEID" val="775"/>
</p:tagLst>
</file>

<file path=ppt/tags/tag360.xml><?xml version="1.0" encoding="utf-8"?>
<p:tagLst xmlns:p="http://schemas.openxmlformats.org/presentationml/2006/main">
  <p:tag name="AS_UNIQUEID" val="1629"/>
</p:tagLst>
</file>

<file path=ppt/tags/tag361.xml><?xml version="1.0" encoding="utf-8"?>
<p:tagLst xmlns:p="http://schemas.openxmlformats.org/presentationml/2006/main">
  <p:tag name="AS_UNIQUEID" val="1630"/>
</p:tagLst>
</file>

<file path=ppt/tags/tag362.xml><?xml version="1.0" encoding="utf-8"?>
<p:tagLst xmlns:p="http://schemas.openxmlformats.org/presentationml/2006/main">
  <p:tag name="AS_UNIQUEID" val="1631"/>
</p:tagLst>
</file>

<file path=ppt/tags/tag363.xml><?xml version="1.0" encoding="utf-8"?>
<p:tagLst xmlns:p="http://schemas.openxmlformats.org/presentationml/2006/main">
  <p:tag name="AS_UNIQUEID" val="805"/>
</p:tagLst>
</file>

<file path=ppt/tags/tag364.xml><?xml version="1.0" encoding="utf-8"?>
<p:tagLst xmlns:p="http://schemas.openxmlformats.org/presentationml/2006/main">
  <p:tag name="AS_UNIQUEID" val="806"/>
</p:tagLst>
</file>

<file path=ppt/tags/tag365.xml><?xml version="1.0" encoding="utf-8"?>
<p:tagLst xmlns:p="http://schemas.openxmlformats.org/presentationml/2006/main">
  <p:tag name="AS_UNIQUEID" val="832"/>
</p:tagLst>
</file>

<file path=ppt/tags/tag366.xml><?xml version="1.0" encoding="utf-8"?>
<p:tagLst xmlns:p="http://schemas.openxmlformats.org/presentationml/2006/main">
  <p:tag name="AS_UNIQUEID" val="823"/>
</p:tagLst>
</file>

<file path=ppt/tags/tag367.xml><?xml version="1.0" encoding="utf-8"?>
<p:tagLst xmlns:p="http://schemas.openxmlformats.org/presentationml/2006/main">
  <p:tag name="AS_UNIQUEID" val="824"/>
</p:tagLst>
</file>

<file path=ppt/tags/tag368.xml><?xml version="1.0" encoding="utf-8"?>
<p:tagLst xmlns:p="http://schemas.openxmlformats.org/presentationml/2006/main">
  <p:tag name="AS_UNIQUEID" val="825"/>
</p:tagLst>
</file>

<file path=ppt/tags/tag369.xml><?xml version="1.0" encoding="utf-8"?>
<p:tagLst xmlns:p="http://schemas.openxmlformats.org/presentationml/2006/main">
  <p:tag name="AS_UNIQUEID" val="833"/>
  <p:tag name="KSO_WM_DIAGRAM_VIRTUALLY_FRAME" val="{&quot;height&quot;:264,&quot;left&quot;:48,&quot;top&quot;:229.2,&quot;width&quot;:864.72}"/>
</p:tagLst>
</file>

<file path=ppt/tags/tag370.xml><?xml version="1.0" encoding="utf-8"?>
<p:tagLst xmlns:p="http://schemas.openxmlformats.org/presentationml/2006/main">
  <p:tag name="AS_UNIQUEID" val="826"/>
</p:tagLst>
</file>

<file path=ppt/tags/tag371.xml><?xml version="1.0" encoding="utf-8"?>
<p:tagLst xmlns:p="http://schemas.openxmlformats.org/presentationml/2006/main">
  <p:tag name="AS_UNIQUEID" val="827"/>
  <p:tag name="KSO_WM_DIAGRAM_VIRTUALLY_FRAME" val="{&quot;height&quot;:264,&quot;left&quot;:48,&quot;top&quot;:229.2,&quot;width&quot;:864.72}"/>
</p:tagLst>
</file>

<file path=ppt/tags/tag372.xml><?xml version="1.0" encoding="utf-8"?>
<p:tagLst xmlns:p="http://schemas.openxmlformats.org/presentationml/2006/main">
  <p:tag name="AS_UNIQUEID" val="828"/>
  <p:tag name="KSO_WM_DIAGRAM_VIRTUALLY_FRAME" val="{&quot;height&quot;:264,&quot;left&quot;:48,&quot;top&quot;:229.2,&quot;width&quot;:864.72}"/>
</p:tagLst>
</file>

<file path=ppt/tags/tag373.xml><?xml version="1.0" encoding="utf-8"?>
<p:tagLst xmlns:p="http://schemas.openxmlformats.org/presentationml/2006/main">
  <p:tag name="AS_UNIQUEID" val="834"/>
  <p:tag name="KSO_WM_DIAGRAM_VIRTUALLY_FRAME" val="{&quot;height&quot;:264,&quot;left&quot;:48,&quot;top&quot;:229.2,&quot;width&quot;:864.72}"/>
</p:tagLst>
</file>

<file path=ppt/tags/tag374.xml><?xml version="1.0" encoding="utf-8"?>
<p:tagLst xmlns:p="http://schemas.openxmlformats.org/presentationml/2006/main">
  <p:tag name="AS_UNIQUEID" val="829"/>
</p:tagLst>
</file>

<file path=ppt/tags/tag375.xml><?xml version="1.0" encoding="utf-8"?>
<p:tagLst xmlns:p="http://schemas.openxmlformats.org/presentationml/2006/main">
  <p:tag name="AS_UNIQUEID" val="830"/>
  <p:tag name="KSO_WM_DIAGRAM_VIRTUALLY_FRAME" val="{&quot;height&quot;:264,&quot;left&quot;:48,&quot;top&quot;:229.2,&quot;width&quot;:864.72}"/>
</p:tagLst>
</file>

<file path=ppt/tags/tag376.xml><?xml version="1.0" encoding="utf-8"?>
<p:tagLst xmlns:p="http://schemas.openxmlformats.org/presentationml/2006/main">
  <p:tag name="AS_UNIQUEID" val="831"/>
  <p:tag name="KSO_WM_DIAGRAM_VIRTUALLY_FRAME" val="{&quot;height&quot;:264,&quot;left&quot;:48,&quot;top&quot;:229.2,&quot;width&quot;:864.72}"/>
</p:tagLst>
</file>

<file path=ppt/tags/tag377.xml><?xml version="1.0" encoding="utf-8"?>
<p:tagLst xmlns:p="http://schemas.openxmlformats.org/presentationml/2006/main">
  <p:tag name="AS_UNIQUEID" val="835"/>
  <p:tag name="KSO_WM_DIAGRAM_VIRTUALLY_FRAME" val="{&quot;height&quot;:264,&quot;left&quot;:48,&quot;top&quot;:229.2,&quot;width&quot;:864.72}"/>
</p:tagLst>
</file>

<file path=ppt/tags/tag378.xml><?xml version="1.0" encoding="utf-8"?>
<p:tagLst xmlns:p="http://schemas.openxmlformats.org/presentationml/2006/main">
  <p:tag name="AS_UNIQUEID" val="820"/>
</p:tagLst>
</file>

<file path=ppt/tags/tag379.xml><?xml version="1.0" encoding="utf-8"?>
<p:tagLst xmlns:p="http://schemas.openxmlformats.org/presentationml/2006/main">
  <p:tag name="AS_UNIQUEID" val="821"/>
  <p:tag name="KSO_WM_DIAGRAM_VIRTUALLY_FRAME" val="{&quot;height&quot;:264,&quot;left&quot;:48,&quot;top&quot;:229.2,&quot;width&quot;:864.72}"/>
</p:tagLst>
</file>

<file path=ppt/tags/tag380.xml><?xml version="1.0" encoding="utf-8"?>
<p:tagLst xmlns:p="http://schemas.openxmlformats.org/presentationml/2006/main">
  <p:tag name="AS_UNIQUEID" val="822"/>
  <p:tag name="KSO_WM_DIAGRAM_VIRTUALLY_FRAME" val="{&quot;height&quot;:264,&quot;left&quot;:48,&quot;top&quot;:229.2,&quot;width&quot;:864.72}"/>
</p:tagLst>
</file>

<file path=ppt/tags/tag381.xml><?xml version="1.0" encoding="utf-8"?>
<p:tagLst xmlns:p="http://schemas.openxmlformats.org/presentationml/2006/main">
  <p:tag name="AS_UNIQUEID" val="819"/>
</p:tagLst>
</file>

<file path=ppt/tags/tag382.xml><?xml version="1.0" encoding="utf-8"?>
<p:tagLst xmlns:p="http://schemas.openxmlformats.org/presentationml/2006/main">
  <p:tag name="AS_UNIQUEID" val="1634"/>
</p:tagLst>
</file>

<file path=ppt/tags/tag383.xml><?xml version="1.0" encoding="utf-8"?>
<p:tagLst xmlns:p="http://schemas.openxmlformats.org/presentationml/2006/main">
  <p:tag name="AS_UNIQUEID" val="1635"/>
</p:tagLst>
</file>

<file path=ppt/tags/tag384.xml><?xml version="1.0" encoding="utf-8"?>
<p:tagLst xmlns:p="http://schemas.openxmlformats.org/presentationml/2006/main">
  <p:tag name="AS_UNIQUEID" val="1636"/>
</p:tagLst>
</file>

<file path=ppt/tags/tag959.xml><?xml version="1.0" encoding="utf-8"?>
<p:tagLst xmlns:p="http://schemas.openxmlformats.org/presentationml/2006/main">
  <p:tag name="AS_UNIQUEID" val="1547"/>
</p:tagLst>
</file>

<file path=ppt/tags/tag960.xml><?xml version="1.0" encoding="utf-8"?>
<p:tagLst xmlns:p="http://schemas.openxmlformats.org/presentationml/2006/main">
  <p:tag name="AS_UNIQUEID" val="1548"/>
</p:tagLst>
</file>

<file path=ppt/tags/tag961.xml><?xml version="1.0" encoding="utf-8"?>
<p:tagLst xmlns:p="http://schemas.openxmlformats.org/presentationml/2006/main">
  <p:tag name="AS_UNIQUEID" val="1549"/>
</p:tagLst>
</file>

<file path=ppt/tags/tag962.xml><?xml version="1.0" encoding="utf-8"?>
<p:tagLst xmlns:p="http://schemas.openxmlformats.org/presentationml/2006/main">
  <p:tag name="AS_UNIQUEID" val="1550"/>
</p:tagLst>
</file>

<file path=ppt/tags/tag963.xml><?xml version="1.0" encoding="utf-8"?>
<p:tagLst xmlns:p="http://schemas.openxmlformats.org/presentationml/2006/main">
  <p:tag name="AS_UNIQUEID" val="1551"/>
</p:tagLst>
</file>

<file path=ppt/tags/tag964.xml><?xml version="1.0" encoding="utf-8"?>
<p:tagLst xmlns:p="http://schemas.openxmlformats.org/presentationml/2006/main">
  <p:tag name="AS_UNIQUEID" val="1552"/>
</p:tagLst>
</file>

<file path=ppt/tags/tag965.xml><?xml version="1.0" encoding="utf-8"?>
<p:tagLst xmlns:p="http://schemas.openxmlformats.org/presentationml/2006/main">
  <p:tag name="AS_OS" val="Unix 5.10.134.13"/>
  <p:tag name="AS_RELEASE_DATE" val="2025.05.31"/>
  <p:tag name="AS_TITLE" val="Aspose.Slides for Java"/>
  <p:tag name="AS_VERSION" val="25.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6267</Words>
  <Application>WPS 演示</Application>
  <PresentationFormat>On-screen Show (4:3)</PresentationFormat>
  <Paragraphs>1024</Paragraphs>
  <Slides>37</Slides>
  <Notes>34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37</vt:i4>
      </vt:variant>
    </vt:vector>
  </HeadingPairs>
  <TitlesOfParts>
    <vt:vector size="57" baseType="lpstr">
      <vt:lpstr>Arial</vt:lpstr>
      <vt:lpstr>宋体</vt:lpstr>
      <vt:lpstr>Wingdings</vt:lpstr>
      <vt:lpstr>Arial</vt:lpstr>
      <vt:lpstr>思源黑体 CN Regular</vt:lpstr>
      <vt:lpstr>黑体</vt:lpstr>
      <vt:lpstr>思源黑体 CN Regular</vt:lpstr>
      <vt:lpstr>思源黑体 CN Regular</vt:lpstr>
      <vt:lpstr>思源黑体 CN Bold</vt:lpstr>
      <vt:lpstr>思源黑体 CN Bold</vt:lpstr>
      <vt:lpstr>思源黑体 CN Bold</vt:lpstr>
      <vt:lpstr>思源黑体 CN</vt:lpstr>
      <vt:lpstr>思源黑体 CN</vt:lpstr>
      <vt:lpstr>Noto Sans SC</vt:lpstr>
      <vt:lpstr>Calibri</vt:lpstr>
      <vt:lpstr>微软雅黑</vt:lpstr>
      <vt:lpstr>Arial Unicode MS</vt:lpstr>
      <vt:lpstr>等线</vt:lpstr>
      <vt:lpstr>Office Theme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202603</cp:lastModifiedBy>
  <cp:revision>20</cp:revision>
  <cp:lastPrinted>2026-08-24T23:56:00Z</cp:lastPrinted>
  <dcterms:created xsi:type="dcterms:W3CDTF">2026-08-24T15:56:00Z</dcterms:created>
  <dcterms:modified xsi:type="dcterms:W3CDTF">2026-09-06T06:10:31Z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D9C9FD1C83664570AA60787FDE251376_12</vt:lpwstr>
  </property>
</Properties>
</file>