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1.svg" ContentType="image/svg+xml"/>
  <Override PartName="/ppt/media/image109.svg" ContentType="image/svg+xml"/>
  <Override PartName="/ppt/media/image114.svg" ContentType="image/svg+xml"/>
  <Override PartName="/ppt/media/image118.svg" ContentType="image/svg+xml"/>
  <Override PartName="/ppt/media/image124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7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5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7.svg" ContentType="image/svg+xml"/>
  <Override PartName="/ppt/media/image52.svg" ContentType="image/svg+xml"/>
  <Override PartName="/ppt/media/image58.svg" ContentType="image/svg+xml"/>
  <Override PartName="/ppt/media/image63.svg" ContentType="image/svg+xml"/>
  <Override PartName="/ppt/media/image66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9.svg" ContentType="image/svg+xml"/>
  <Override PartName="/ppt/media/image81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2" r:id="rId5"/>
    <p:sldId id="265" r:id="rId6"/>
    <p:sldId id="268" r:id="rId7"/>
    <p:sldId id="271" r:id="rId8"/>
    <p:sldId id="274" r:id="rId9"/>
    <p:sldId id="277" r:id="rId10"/>
    <p:sldId id="280" r:id="rId11"/>
    <p:sldId id="283" r:id="rId12"/>
    <p:sldId id="286" r:id="rId13"/>
    <p:sldId id="289" r:id="rId14"/>
    <p:sldId id="292" r:id="rId15"/>
    <p:sldId id="295" r:id="rId16"/>
    <p:sldId id="298" r:id="rId17"/>
    <p:sldId id="301" r:id="rId18"/>
    <p:sldId id="304" r:id="rId19"/>
    <p:sldId id="307" r:id="rId20"/>
    <p:sldId id="310" r:id="rId21"/>
    <p:sldId id="313" r:id="rId22"/>
    <p:sldId id="316" r:id="rId23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 showGuides="1"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633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wmf"/><Relationship Id="rId1" Type="http://schemas.openxmlformats.org/officeDocument/2006/relationships/image" Target="../media/image115.wmf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632.xml"/><Relationship Id="rId5" Type="http://schemas.openxmlformats.org/officeDocument/2006/relationships/tags" Target="../tags/tag631.xml"/><Relationship Id="rId4" Type="http://schemas.openxmlformats.org/officeDocument/2006/relationships/tags" Target="../tags/tag630.xml"/><Relationship Id="rId3" Type="http://schemas.openxmlformats.org/officeDocument/2006/relationships/tags" Target="../tags/tag629.xml"/><Relationship Id="rId2" Type="http://schemas.openxmlformats.org/officeDocument/2006/relationships/tags" Target="../tags/tag628.xml"/><Relationship Id="rId1" Type="http://schemas.openxmlformats.org/officeDocument/2006/relationships/tags" Target="../tags/tag62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5" Type="http://schemas.openxmlformats.org/officeDocument/2006/relationships/tags" Target="../tags/tag335.xml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5" Type="http://schemas.openxmlformats.org/officeDocument/2006/relationships/tags" Target="../tags/tag400.xml"/><Relationship Id="rId4" Type="http://schemas.openxmlformats.org/officeDocument/2006/relationships/tags" Target="../tags/tag399.xml"/><Relationship Id="rId3" Type="http://schemas.openxmlformats.org/officeDocument/2006/relationships/tags" Target="../tags/tag39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5" Type="http://schemas.openxmlformats.org/officeDocument/2006/relationships/tags" Target="../tags/tag422.xml"/><Relationship Id="rId4" Type="http://schemas.openxmlformats.org/officeDocument/2006/relationships/tags" Target="../tags/tag421.xml"/><Relationship Id="rId3" Type="http://schemas.openxmlformats.org/officeDocument/2006/relationships/tags" Target="../tags/tag42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5" Type="http://schemas.openxmlformats.org/officeDocument/2006/relationships/tags" Target="../tags/tag451.xml"/><Relationship Id="rId4" Type="http://schemas.openxmlformats.org/officeDocument/2006/relationships/tags" Target="../tags/tag450.xml"/><Relationship Id="rId3" Type="http://schemas.openxmlformats.org/officeDocument/2006/relationships/tags" Target="../tags/tag44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5" Type="http://schemas.openxmlformats.org/officeDocument/2006/relationships/tags" Target="../tags/tag478.xml"/><Relationship Id="rId4" Type="http://schemas.openxmlformats.org/officeDocument/2006/relationships/tags" Target="../tags/tag477.xml"/><Relationship Id="rId3" Type="http://schemas.openxmlformats.org/officeDocument/2006/relationships/tags" Target="../tags/tag47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5" Type="http://schemas.openxmlformats.org/officeDocument/2006/relationships/tags" Target="../tags/tag488.xml"/><Relationship Id="rId4" Type="http://schemas.openxmlformats.org/officeDocument/2006/relationships/tags" Target="../tags/tag487.xml"/><Relationship Id="rId3" Type="http://schemas.openxmlformats.org/officeDocument/2006/relationships/tags" Target="../tags/tag48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5" Type="http://schemas.openxmlformats.org/officeDocument/2006/relationships/tags" Target="../tags/tag507.xml"/><Relationship Id="rId4" Type="http://schemas.openxmlformats.org/officeDocument/2006/relationships/tags" Target="../tags/tag506.xml"/><Relationship Id="rId3" Type="http://schemas.openxmlformats.org/officeDocument/2006/relationships/tags" Target="../tags/tag50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5" Type="http://schemas.openxmlformats.org/officeDocument/2006/relationships/tags" Target="../tags/tag560.xml"/><Relationship Id="rId4" Type="http://schemas.openxmlformats.org/officeDocument/2006/relationships/tags" Target="../tags/tag559.xml"/><Relationship Id="rId3" Type="http://schemas.openxmlformats.org/officeDocument/2006/relationships/tags" Target="../tags/tag55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5" Type="http://schemas.openxmlformats.org/officeDocument/2006/relationships/tags" Target="../tags/tag591.xml"/><Relationship Id="rId4" Type="http://schemas.openxmlformats.org/officeDocument/2006/relationships/tags" Target="../tags/tag590.xml"/><Relationship Id="rId3" Type="http://schemas.openxmlformats.org/officeDocument/2006/relationships/tags" Target="../tags/tag58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5" Type="http://schemas.openxmlformats.org/officeDocument/2006/relationships/tags" Target="../tags/tag621.xml"/><Relationship Id="rId4" Type="http://schemas.openxmlformats.org/officeDocument/2006/relationships/tags" Target="../tags/tag620.xml"/><Relationship Id="rId3" Type="http://schemas.openxmlformats.org/officeDocument/2006/relationships/tags" Target="../tags/tag61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5" Type="http://schemas.openxmlformats.org/officeDocument/2006/relationships/tags" Target="../tags/tag626.xml"/><Relationship Id="rId4" Type="http://schemas.openxmlformats.org/officeDocument/2006/relationships/tags" Target="../tags/tag625.xml"/><Relationship Id="rId3" Type="http://schemas.openxmlformats.org/officeDocument/2006/relationships/tags" Target="../tags/tag62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教师演示重点： 整体结论形成是综合分析过程，不是简单统计。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image" Target="../media/image8.png"/><Relationship Id="rId2" Type="http://schemas.openxmlformats.org/officeDocument/2006/relationships/image" Target="../media/image1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image" Target="../media/image6.png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5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10.png"/><Relationship Id="rId3" Type="http://schemas.openxmlformats.org/officeDocument/2006/relationships/tags" Target="../tags/tag21.xml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tags" Target="../tags/tag38.xml"/><Relationship Id="rId63" Type="http://schemas.openxmlformats.org/officeDocument/2006/relationships/notesSlide" Target="../notesSlides/notesSlide3.xml"/><Relationship Id="rId62" Type="http://schemas.openxmlformats.org/officeDocument/2006/relationships/slideLayout" Target="../slideLayouts/slideLayout1.xml"/><Relationship Id="rId61" Type="http://schemas.openxmlformats.org/officeDocument/2006/relationships/tags" Target="../tags/tag71.xml"/><Relationship Id="rId60" Type="http://schemas.openxmlformats.org/officeDocument/2006/relationships/image" Target="../media/image33.png"/><Relationship Id="rId6" Type="http://schemas.openxmlformats.org/officeDocument/2006/relationships/image" Target="../media/image12.png"/><Relationship Id="rId59" Type="http://schemas.openxmlformats.org/officeDocument/2006/relationships/tags" Target="../tags/tag70.xml"/><Relationship Id="rId58" Type="http://schemas.openxmlformats.org/officeDocument/2006/relationships/tags" Target="../tags/tag69.xml"/><Relationship Id="rId57" Type="http://schemas.openxmlformats.org/officeDocument/2006/relationships/image" Target="../media/image32.svg"/><Relationship Id="rId56" Type="http://schemas.openxmlformats.org/officeDocument/2006/relationships/image" Target="../media/image31.png"/><Relationship Id="rId55" Type="http://schemas.openxmlformats.org/officeDocument/2006/relationships/tags" Target="../tags/tag68.xml"/><Relationship Id="rId54" Type="http://schemas.openxmlformats.org/officeDocument/2006/relationships/tags" Target="../tags/tag67.xml"/><Relationship Id="rId53" Type="http://schemas.openxmlformats.org/officeDocument/2006/relationships/tags" Target="../tags/tag66.xml"/><Relationship Id="rId52" Type="http://schemas.openxmlformats.org/officeDocument/2006/relationships/tags" Target="../tags/tag65.xml"/><Relationship Id="rId51" Type="http://schemas.openxmlformats.org/officeDocument/2006/relationships/tags" Target="../tags/tag64.xml"/><Relationship Id="rId50" Type="http://schemas.openxmlformats.org/officeDocument/2006/relationships/tags" Target="../tags/tag63.xml"/><Relationship Id="rId5" Type="http://schemas.openxmlformats.org/officeDocument/2006/relationships/tags" Target="../tags/tag37.xml"/><Relationship Id="rId49" Type="http://schemas.openxmlformats.org/officeDocument/2006/relationships/image" Target="../media/image30.svg"/><Relationship Id="rId48" Type="http://schemas.openxmlformats.org/officeDocument/2006/relationships/image" Target="../media/image29.png"/><Relationship Id="rId47" Type="http://schemas.openxmlformats.org/officeDocument/2006/relationships/tags" Target="../tags/tag62.xml"/><Relationship Id="rId46" Type="http://schemas.openxmlformats.org/officeDocument/2006/relationships/image" Target="../media/image28.svg"/><Relationship Id="rId45" Type="http://schemas.openxmlformats.org/officeDocument/2006/relationships/image" Target="../media/image27.png"/><Relationship Id="rId44" Type="http://schemas.openxmlformats.org/officeDocument/2006/relationships/tags" Target="../tags/tag61.xml"/><Relationship Id="rId43" Type="http://schemas.openxmlformats.org/officeDocument/2006/relationships/tags" Target="../tags/tag60.xml"/><Relationship Id="rId42" Type="http://schemas.openxmlformats.org/officeDocument/2006/relationships/tags" Target="../tags/tag59.xml"/><Relationship Id="rId41" Type="http://schemas.openxmlformats.org/officeDocument/2006/relationships/tags" Target="../tags/tag58.xml"/><Relationship Id="rId40" Type="http://schemas.openxmlformats.org/officeDocument/2006/relationships/image" Target="../media/image26.svg"/><Relationship Id="rId4" Type="http://schemas.openxmlformats.org/officeDocument/2006/relationships/image" Target="../media/image11.png"/><Relationship Id="rId39" Type="http://schemas.openxmlformats.org/officeDocument/2006/relationships/image" Target="../media/image25.png"/><Relationship Id="rId38" Type="http://schemas.openxmlformats.org/officeDocument/2006/relationships/tags" Target="../tags/tag57.xml"/><Relationship Id="rId37" Type="http://schemas.openxmlformats.org/officeDocument/2006/relationships/tags" Target="../tags/tag56.xml"/><Relationship Id="rId36" Type="http://schemas.openxmlformats.org/officeDocument/2006/relationships/image" Target="../media/image24.svg"/><Relationship Id="rId35" Type="http://schemas.openxmlformats.org/officeDocument/2006/relationships/image" Target="../media/image23.png"/><Relationship Id="rId34" Type="http://schemas.openxmlformats.org/officeDocument/2006/relationships/tags" Target="../tags/tag55.xml"/><Relationship Id="rId33" Type="http://schemas.openxmlformats.org/officeDocument/2006/relationships/image" Target="../media/image22.png"/><Relationship Id="rId32" Type="http://schemas.openxmlformats.org/officeDocument/2006/relationships/tags" Target="../tags/tag54.xml"/><Relationship Id="rId31" Type="http://schemas.openxmlformats.org/officeDocument/2006/relationships/tags" Target="../tags/tag53.xml"/><Relationship Id="rId30" Type="http://schemas.openxmlformats.org/officeDocument/2006/relationships/image" Target="../media/image21.svg"/><Relationship Id="rId3" Type="http://schemas.openxmlformats.org/officeDocument/2006/relationships/tags" Target="../tags/tag36.xml"/><Relationship Id="rId29" Type="http://schemas.openxmlformats.org/officeDocument/2006/relationships/image" Target="../media/image20.png"/><Relationship Id="rId28" Type="http://schemas.openxmlformats.org/officeDocument/2006/relationships/tags" Target="../tags/tag52.xml"/><Relationship Id="rId27" Type="http://schemas.openxmlformats.org/officeDocument/2006/relationships/tags" Target="../tags/tag51.xml"/><Relationship Id="rId26" Type="http://schemas.openxmlformats.org/officeDocument/2006/relationships/tags" Target="../tags/tag50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image" Target="../media/image9.png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tags" Target="../tags/tag43.xml"/><Relationship Id="rId16" Type="http://schemas.openxmlformats.org/officeDocument/2006/relationships/image" Target="../media/image17.png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tags" Target="../tags/tag39.xml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image" Target="../media/image12.png"/><Relationship Id="rId50" Type="http://schemas.openxmlformats.org/officeDocument/2006/relationships/notesSlide" Target="../notesSlides/notesSlide4.xml"/><Relationship Id="rId5" Type="http://schemas.openxmlformats.org/officeDocument/2006/relationships/tags" Target="../tags/tag77.xml"/><Relationship Id="rId49" Type="http://schemas.openxmlformats.org/officeDocument/2006/relationships/slideLayout" Target="../slideLayouts/slideLayout1.xml"/><Relationship Id="rId48" Type="http://schemas.openxmlformats.org/officeDocument/2006/relationships/tags" Target="../tags/tag109.xml"/><Relationship Id="rId47" Type="http://schemas.openxmlformats.org/officeDocument/2006/relationships/tags" Target="../tags/tag108.xml"/><Relationship Id="rId46" Type="http://schemas.openxmlformats.org/officeDocument/2006/relationships/tags" Target="../tags/tag107.xml"/><Relationship Id="rId45" Type="http://schemas.openxmlformats.org/officeDocument/2006/relationships/tags" Target="../tags/tag106.xml"/><Relationship Id="rId44" Type="http://schemas.openxmlformats.org/officeDocument/2006/relationships/tags" Target="../tags/tag105.xml"/><Relationship Id="rId43" Type="http://schemas.openxmlformats.org/officeDocument/2006/relationships/tags" Target="../tags/tag104.xml"/><Relationship Id="rId42" Type="http://schemas.openxmlformats.org/officeDocument/2006/relationships/tags" Target="../tags/tag103.xml"/><Relationship Id="rId41" Type="http://schemas.openxmlformats.org/officeDocument/2006/relationships/tags" Target="../tags/tag102.xml"/><Relationship Id="rId40" Type="http://schemas.openxmlformats.org/officeDocument/2006/relationships/tags" Target="../tags/tag101.xml"/><Relationship Id="rId4" Type="http://schemas.openxmlformats.org/officeDocument/2006/relationships/image" Target="../media/image11.png"/><Relationship Id="rId39" Type="http://schemas.openxmlformats.org/officeDocument/2006/relationships/tags" Target="../tags/tag100.xml"/><Relationship Id="rId38" Type="http://schemas.openxmlformats.org/officeDocument/2006/relationships/tags" Target="../tags/tag99.xml"/><Relationship Id="rId37" Type="http://schemas.openxmlformats.org/officeDocument/2006/relationships/tags" Target="../tags/tag98.xml"/><Relationship Id="rId36" Type="http://schemas.openxmlformats.org/officeDocument/2006/relationships/tags" Target="../tags/tag97.xml"/><Relationship Id="rId35" Type="http://schemas.openxmlformats.org/officeDocument/2006/relationships/tags" Target="../tags/tag96.xml"/><Relationship Id="rId34" Type="http://schemas.openxmlformats.org/officeDocument/2006/relationships/tags" Target="../tags/tag95.xml"/><Relationship Id="rId33" Type="http://schemas.openxmlformats.org/officeDocument/2006/relationships/tags" Target="../tags/tag94.xml"/><Relationship Id="rId32" Type="http://schemas.openxmlformats.org/officeDocument/2006/relationships/tags" Target="../tags/tag93.xml"/><Relationship Id="rId31" Type="http://schemas.openxmlformats.org/officeDocument/2006/relationships/image" Target="../media/image43.svg"/><Relationship Id="rId30" Type="http://schemas.openxmlformats.org/officeDocument/2006/relationships/image" Target="../media/image42.png"/><Relationship Id="rId3" Type="http://schemas.openxmlformats.org/officeDocument/2006/relationships/tags" Target="../tags/tag76.xml"/><Relationship Id="rId29" Type="http://schemas.openxmlformats.org/officeDocument/2006/relationships/tags" Target="../tags/tag92.xml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tags" Target="../tags/tag89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tags" Target="../tags/tag86.xml"/><Relationship Id="rId20" Type="http://schemas.openxmlformats.org/officeDocument/2006/relationships/tags" Target="../tags/tag85.xml"/><Relationship Id="rId2" Type="http://schemas.openxmlformats.org/officeDocument/2006/relationships/image" Target="../media/image9.png"/><Relationship Id="rId19" Type="http://schemas.openxmlformats.org/officeDocument/2006/relationships/tags" Target="../tags/tag84.xml"/><Relationship Id="rId18" Type="http://schemas.openxmlformats.org/officeDocument/2006/relationships/image" Target="../media/image39.svg"/><Relationship Id="rId17" Type="http://schemas.openxmlformats.org/officeDocument/2006/relationships/image" Target="../media/image38.png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image" Target="../media/image37.svg"/><Relationship Id="rId12" Type="http://schemas.openxmlformats.org/officeDocument/2006/relationships/image" Target="../media/image36.png"/><Relationship Id="rId11" Type="http://schemas.openxmlformats.org/officeDocument/2006/relationships/tags" Target="../tags/tag80.xml"/><Relationship Id="rId10" Type="http://schemas.openxmlformats.org/officeDocument/2006/relationships/image" Target="../media/image35.svg"/><Relationship Id="rId1" Type="http://schemas.openxmlformats.org/officeDocument/2006/relationships/tags" Target="../tags/tag7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5" Type="http://schemas.openxmlformats.org/officeDocument/2006/relationships/notesSlide" Target="../notesSlides/notesSlide5.xml"/><Relationship Id="rId64" Type="http://schemas.openxmlformats.org/officeDocument/2006/relationships/slideLayout" Target="../slideLayouts/slideLayout1.xml"/><Relationship Id="rId63" Type="http://schemas.openxmlformats.org/officeDocument/2006/relationships/tags" Target="../tags/tag157.xml"/><Relationship Id="rId62" Type="http://schemas.openxmlformats.org/officeDocument/2006/relationships/tags" Target="../tags/tag156.xml"/><Relationship Id="rId61" Type="http://schemas.openxmlformats.org/officeDocument/2006/relationships/image" Target="../media/image58.svg"/><Relationship Id="rId60" Type="http://schemas.openxmlformats.org/officeDocument/2006/relationships/image" Target="../media/image57.png"/><Relationship Id="rId6" Type="http://schemas.openxmlformats.org/officeDocument/2006/relationships/image" Target="../media/image12.png"/><Relationship Id="rId59" Type="http://schemas.openxmlformats.org/officeDocument/2006/relationships/tags" Target="../tags/tag155.xml"/><Relationship Id="rId58" Type="http://schemas.openxmlformats.org/officeDocument/2006/relationships/tags" Target="../tags/tag154.xml"/><Relationship Id="rId57" Type="http://schemas.openxmlformats.org/officeDocument/2006/relationships/tags" Target="../tags/tag153.xml"/><Relationship Id="rId56" Type="http://schemas.openxmlformats.org/officeDocument/2006/relationships/tags" Target="../tags/tag152.xml"/><Relationship Id="rId55" Type="http://schemas.openxmlformats.org/officeDocument/2006/relationships/tags" Target="../tags/tag151.xml"/><Relationship Id="rId54" Type="http://schemas.openxmlformats.org/officeDocument/2006/relationships/image" Target="../media/image56.png"/><Relationship Id="rId53" Type="http://schemas.openxmlformats.org/officeDocument/2006/relationships/tags" Target="../tags/tag150.xml"/><Relationship Id="rId52" Type="http://schemas.openxmlformats.org/officeDocument/2006/relationships/tags" Target="../tags/tag149.xml"/><Relationship Id="rId51" Type="http://schemas.openxmlformats.org/officeDocument/2006/relationships/tags" Target="../tags/tag148.xml"/><Relationship Id="rId50" Type="http://schemas.openxmlformats.org/officeDocument/2006/relationships/tags" Target="../tags/tag147.xml"/><Relationship Id="rId5" Type="http://schemas.openxmlformats.org/officeDocument/2006/relationships/tags" Target="../tags/tag115.xml"/><Relationship Id="rId49" Type="http://schemas.openxmlformats.org/officeDocument/2006/relationships/tags" Target="../tags/tag146.xml"/><Relationship Id="rId48" Type="http://schemas.openxmlformats.org/officeDocument/2006/relationships/image" Target="../media/image55.png"/><Relationship Id="rId47" Type="http://schemas.openxmlformats.org/officeDocument/2006/relationships/tags" Target="../tags/tag145.xml"/><Relationship Id="rId46" Type="http://schemas.openxmlformats.org/officeDocument/2006/relationships/image" Target="../media/image54.png"/><Relationship Id="rId45" Type="http://schemas.openxmlformats.org/officeDocument/2006/relationships/tags" Target="../tags/tag144.xml"/><Relationship Id="rId44" Type="http://schemas.openxmlformats.org/officeDocument/2006/relationships/tags" Target="../tags/tag143.xml"/><Relationship Id="rId43" Type="http://schemas.openxmlformats.org/officeDocument/2006/relationships/image" Target="../media/image53.png"/><Relationship Id="rId42" Type="http://schemas.openxmlformats.org/officeDocument/2006/relationships/tags" Target="../tags/tag142.xml"/><Relationship Id="rId41" Type="http://schemas.openxmlformats.org/officeDocument/2006/relationships/tags" Target="../tags/tag141.xml"/><Relationship Id="rId40" Type="http://schemas.openxmlformats.org/officeDocument/2006/relationships/image" Target="../media/image52.svg"/><Relationship Id="rId4" Type="http://schemas.openxmlformats.org/officeDocument/2006/relationships/image" Target="../media/image11.png"/><Relationship Id="rId39" Type="http://schemas.openxmlformats.org/officeDocument/2006/relationships/image" Target="../media/image51.png"/><Relationship Id="rId38" Type="http://schemas.openxmlformats.org/officeDocument/2006/relationships/tags" Target="../tags/tag140.xml"/><Relationship Id="rId37" Type="http://schemas.openxmlformats.org/officeDocument/2006/relationships/tags" Target="../tags/tag139.xml"/><Relationship Id="rId36" Type="http://schemas.openxmlformats.org/officeDocument/2006/relationships/image" Target="../media/image50.png"/><Relationship Id="rId35" Type="http://schemas.openxmlformats.org/officeDocument/2006/relationships/tags" Target="../tags/tag138.xml"/><Relationship Id="rId34" Type="http://schemas.openxmlformats.org/officeDocument/2006/relationships/tags" Target="../tags/tag137.xml"/><Relationship Id="rId33" Type="http://schemas.openxmlformats.org/officeDocument/2006/relationships/image" Target="../media/image49.png"/><Relationship Id="rId32" Type="http://schemas.openxmlformats.org/officeDocument/2006/relationships/tags" Target="../tags/tag136.xml"/><Relationship Id="rId31" Type="http://schemas.openxmlformats.org/officeDocument/2006/relationships/image" Target="../media/image48.png"/><Relationship Id="rId30" Type="http://schemas.openxmlformats.org/officeDocument/2006/relationships/tags" Target="../tags/tag135.xml"/><Relationship Id="rId3" Type="http://schemas.openxmlformats.org/officeDocument/2006/relationships/tags" Target="../tags/tag114.xml"/><Relationship Id="rId29" Type="http://schemas.openxmlformats.org/officeDocument/2006/relationships/tags" Target="../tags/tag134.xml"/><Relationship Id="rId28" Type="http://schemas.openxmlformats.org/officeDocument/2006/relationships/tags" Target="../tags/tag133.xml"/><Relationship Id="rId27" Type="http://schemas.openxmlformats.org/officeDocument/2006/relationships/tags" Target="../tags/tag132.xml"/><Relationship Id="rId26" Type="http://schemas.openxmlformats.org/officeDocument/2006/relationships/tags" Target="../tags/tag131.xml"/><Relationship Id="rId25" Type="http://schemas.openxmlformats.org/officeDocument/2006/relationships/tags" Target="../tags/tag130.xml"/><Relationship Id="rId24" Type="http://schemas.openxmlformats.org/officeDocument/2006/relationships/tags" Target="../tags/tag129.xml"/><Relationship Id="rId23" Type="http://schemas.openxmlformats.org/officeDocument/2006/relationships/tags" Target="../tags/tag128.xml"/><Relationship Id="rId22" Type="http://schemas.openxmlformats.org/officeDocument/2006/relationships/image" Target="../media/image47.svg"/><Relationship Id="rId21" Type="http://schemas.openxmlformats.org/officeDocument/2006/relationships/image" Target="../media/image46.png"/><Relationship Id="rId20" Type="http://schemas.openxmlformats.org/officeDocument/2006/relationships/tags" Target="../tags/tag127.xml"/><Relationship Id="rId2" Type="http://schemas.openxmlformats.org/officeDocument/2006/relationships/image" Target="../media/image9.png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image" Target="../media/image45.png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1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image" Target="../media/image12.png"/><Relationship Id="rId5" Type="http://schemas.openxmlformats.org/officeDocument/2006/relationships/tags" Target="../tags/tag163.xml"/><Relationship Id="rId4" Type="http://schemas.openxmlformats.org/officeDocument/2006/relationships/image" Target="../media/image11.png"/><Relationship Id="rId3" Type="http://schemas.openxmlformats.org/officeDocument/2006/relationships/tags" Target="../tags/tag162.xml"/><Relationship Id="rId29" Type="http://schemas.openxmlformats.org/officeDocument/2006/relationships/notesSlide" Target="../notesSlides/notesSlide6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182.xml"/><Relationship Id="rId26" Type="http://schemas.openxmlformats.org/officeDocument/2006/relationships/tags" Target="../tags/tag181.xml"/><Relationship Id="rId25" Type="http://schemas.openxmlformats.org/officeDocument/2006/relationships/tags" Target="../tags/tag180.xml"/><Relationship Id="rId24" Type="http://schemas.openxmlformats.org/officeDocument/2006/relationships/tags" Target="../tags/tag179.xml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openxmlformats.org/officeDocument/2006/relationships/image" Target="../media/image9.png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image" Target="../media/image60.png"/><Relationship Id="rId10" Type="http://schemas.openxmlformats.org/officeDocument/2006/relationships/tags" Target="../tags/tag166.xml"/><Relationship Id="rId1" Type="http://schemas.openxmlformats.org/officeDocument/2006/relationships/tags" Target="../tags/tag16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image" Target="../media/image61.png"/><Relationship Id="rId7" Type="http://schemas.openxmlformats.org/officeDocument/2006/relationships/tags" Target="../tags/tag189.xml"/><Relationship Id="rId6" Type="http://schemas.openxmlformats.org/officeDocument/2006/relationships/image" Target="../media/image12.png"/><Relationship Id="rId5" Type="http://schemas.openxmlformats.org/officeDocument/2006/relationships/tags" Target="../tags/tag188.xml"/><Relationship Id="rId44" Type="http://schemas.openxmlformats.org/officeDocument/2006/relationships/notesSlide" Target="../notesSlides/notesSlide7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217.xml"/><Relationship Id="rId41" Type="http://schemas.openxmlformats.org/officeDocument/2006/relationships/tags" Target="../tags/tag216.xml"/><Relationship Id="rId40" Type="http://schemas.openxmlformats.org/officeDocument/2006/relationships/tags" Target="../tags/tag215.xml"/><Relationship Id="rId4" Type="http://schemas.openxmlformats.org/officeDocument/2006/relationships/image" Target="../media/image11.png"/><Relationship Id="rId39" Type="http://schemas.openxmlformats.org/officeDocument/2006/relationships/tags" Target="../tags/tag214.xml"/><Relationship Id="rId38" Type="http://schemas.openxmlformats.org/officeDocument/2006/relationships/tags" Target="../tags/tag213.xml"/><Relationship Id="rId37" Type="http://schemas.openxmlformats.org/officeDocument/2006/relationships/tags" Target="../tags/tag212.xml"/><Relationship Id="rId36" Type="http://schemas.openxmlformats.org/officeDocument/2006/relationships/tags" Target="../tags/tag211.xml"/><Relationship Id="rId35" Type="http://schemas.openxmlformats.org/officeDocument/2006/relationships/tags" Target="../tags/tag210.xml"/><Relationship Id="rId34" Type="http://schemas.openxmlformats.org/officeDocument/2006/relationships/tags" Target="../tags/tag209.xml"/><Relationship Id="rId33" Type="http://schemas.openxmlformats.org/officeDocument/2006/relationships/tags" Target="../tags/tag208.xml"/><Relationship Id="rId32" Type="http://schemas.openxmlformats.org/officeDocument/2006/relationships/tags" Target="../tags/tag207.xml"/><Relationship Id="rId31" Type="http://schemas.openxmlformats.org/officeDocument/2006/relationships/tags" Target="../tags/tag206.xml"/><Relationship Id="rId30" Type="http://schemas.openxmlformats.org/officeDocument/2006/relationships/tags" Target="../tags/tag205.xml"/><Relationship Id="rId3" Type="http://schemas.openxmlformats.org/officeDocument/2006/relationships/tags" Target="../tags/tag187.xml"/><Relationship Id="rId29" Type="http://schemas.openxmlformats.org/officeDocument/2006/relationships/tags" Target="../tags/tag204.xml"/><Relationship Id="rId28" Type="http://schemas.openxmlformats.org/officeDocument/2006/relationships/tags" Target="../tags/tag203.xml"/><Relationship Id="rId27" Type="http://schemas.openxmlformats.org/officeDocument/2006/relationships/image" Target="../media/image67.png"/><Relationship Id="rId26" Type="http://schemas.openxmlformats.org/officeDocument/2006/relationships/tags" Target="../tags/tag202.xml"/><Relationship Id="rId25" Type="http://schemas.openxmlformats.org/officeDocument/2006/relationships/tags" Target="../tags/tag201.xml"/><Relationship Id="rId24" Type="http://schemas.openxmlformats.org/officeDocument/2006/relationships/tags" Target="../tags/tag200.xml"/><Relationship Id="rId23" Type="http://schemas.openxmlformats.org/officeDocument/2006/relationships/tags" Target="../tags/tag199.xml"/><Relationship Id="rId22" Type="http://schemas.openxmlformats.org/officeDocument/2006/relationships/image" Target="../media/image66.svg"/><Relationship Id="rId21" Type="http://schemas.openxmlformats.org/officeDocument/2006/relationships/image" Target="../media/image65.png"/><Relationship Id="rId20" Type="http://schemas.openxmlformats.org/officeDocument/2006/relationships/tags" Target="../tags/tag198.xml"/><Relationship Id="rId2" Type="http://schemas.openxmlformats.org/officeDocument/2006/relationships/image" Target="../media/image9.png"/><Relationship Id="rId19" Type="http://schemas.openxmlformats.org/officeDocument/2006/relationships/tags" Target="../tags/tag197.xml"/><Relationship Id="rId18" Type="http://schemas.openxmlformats.org/officeDocument/2006/relationships/tags" Target="../tags/tag196.xml"/><Relationship Id="rId17" Type="http://schemas.openxmlformats.org/officeDocument/2006/relationships/tags" Target="../tags/tag195.xml"/><Relationship Id="rId16" Type="http://schemas.openxmlformats.org/officeDocument/2006/relationships/tags" Target="../tags/tag194.xml"/><Relationship Id="rId15" Type="http://schemas.openxmlformats.org/officeDocument/2006/relationships/image" Target="../media/image64.png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image" Target="../media/image63.svg"/><Relationship Id="rId11" Type="http://schemas.openxmlformats.org/officeDocument/2006/relationships/image" Target="../media/image62.png"/><Relationship Id="rId10" Type="http://schemas.openxmlformats.org/officeDocument/2006/relationships/tags" Target="../tags/tag191.xml"/><Relationship Id="rId1" Type="http://schemas.openxmlformats.org/officeDocument/2006/relationships/tags" Target="../tags/tag18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image" Target="../media/image12.png"/><Relationship Id="rId5" Type="http://schemas.openxmlformats.org/officeDocument/2006/relationships/tags" Target="../tags/tag223.xml"/><Relationship Id="rId4" Type="http://schemas.openxmlformats.org/officeDocument/2006/relationships/image" Target="../media/image11.png"/><Relationship Id="rId3" Type="http://schemas.openxmlformats.org/officeDocument/2006/relationships/tags" Target="../tags/tag222.xml"/><Relationship Id="rId24" Type="http://schemas.openxmlformats.org/officeDocument/2006/relationships/notesSlide" Target="../notesSlides/notesSlide8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34.xml"/><Relationship Id="rId21" Type="http://schemas.openxmlformats.org/officeDocument/2006/relationships/tags" Target="../tags/tag233.xml"/><Relationship Id="rId20" Type="http://schemas.openxmlformats.org/officeDocument/2006/relationships/tags" Target="../tags/tag232.xml"/><Relationship Id="rId2" Type="http://schemas.openxmlformats.org/officeDocument/2006/relationships/image" Target="../media/image9.png"/><Relationship Id="rId19" Type="http://schemas.openxmlformats.org/officeDocument/2006/relationships/image" Target="../media/image71.svg"/><Relationship Id="rId18" Type="http://schemas.openxmlformats.org/officeDocument/2006/relationships/image" Target="../media/image70.png"/><Relationship Id="rId17" Type="http://schemas.openxmlformats.org/officeDocument/2006/relationships/tags" Target="../tags/tag231.xml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image" Target="../media/image49.png"/><Relationship Id="rId12" Type="http://schemas.openxmlformats.org/officeDocument/2006/relationships/tags" Target="../tags/tag227.xml"/><Relationship Id="rId11" Type="http://schemas.openxmlformats.org/officeDocument/2006/relationships/image" Target="../media/image69.svg"/><Relationship Id="rId10" Type="http://schemas.openxmlformats.org/officeDocument/2006/relationships/image" Target="../media/image68.png"/><Relationship Id="rId1" Type="http://schemas.openxmlformats.org/officeDocument/2006/relationships/tags" Target="../tags/tag22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7" Type="http://schemas.openxmlformats.org/officeDocument/2006/relationships/notesSlide" Target="../notesSlides/notesSlide9.xml"/><Relationship Id="rId66" Type="http://schemas.openxmlformats.org/officeDocument/2006/relationships/slideLayout" Target="../slideLayouts/slideLayout1.xml"/><Relationship Id="rId65" Type="http://schemas.openxmlformats.org/officeDocument/2006/relationships/tags" Target="../tags/tag284.xml"/><Relationship Id="rId64" Type="http://schemas.openxmlformats.org/officeDocument/2006/relationships/tags" Target="../tags/tag283.xml"/><Relationship Id="rId63" Type="http://schemas.openxmlformats.org/officeDocument/2006/relationships/tags" Target="../tags/tag282.xml"/><Relationship Id="rId62" Type="http://schemas.openxmlformats.org/officeDocument/2006/relationships/tags" Target="../tags/tag281.xml"/><Relationship Id="rId61" Type="http://schemas.openxmlformats.org/officeDocument/2006/relationships/tags" Target="../tags/tag280.xml"/><Relationship Id="rId60" Type="http://schemas.openxmlformats.org/officeDocument/2006/relationships/tags" Target="../tags/tag279.xml"/><Relationship Id="rId6" Type="http://schemas.openxmlformats.org/officeDocument/2006/relationships/image" Target="../media/image12.png"/><Relationship Id="rId59" Type="http://schemas.openxmlformats.org/officeDocument/2006/relationships/image" Target="../media/image84.svg"/><Relationship Id="rId58" Type="http://schemas.openxmlformats.org/officeDocument/2006/relationships/image" Target="../media/image83.png"/><Relationship Id="rId57" Type="http://schemas.openxmlformats.org/officeDocument/2006/relationships/tags" Target="../tags/tag278.xml"/><Relationship Id="rId56" Type="http://schemas.openxmlformats.org/officeDocument/2006/relationships/tags" Target="../tags/tag277.xml"/><Relationship Id="rId55" Type="http://schemas.openxmlformats.org/officeDocument/2006/relationships/image" Target="../media/image82.png"/><Relationship Id="rId54" Type="http://schemas.openxmlformats.org/officeDocument/2006/relationships/tags" Target="../tags/tag276.xml"/><Relationship Id="rId53" Type="http://schemas.openxmlformats.org/officeDocument/2006/relationships/image" Target="../media/image81.svg"/><Relationship Id="rId52" Type="http://schemas.openxmlformats.org/officeDocument/2006/relationships/image" Target="../media/image80.png"/><Relationship Id="rId51" Type="http://schemas.openxmlformats.org/officeDocument/2006/relationships/tags" Target="../tags/tag275.xml"/><Relationship Id="rId50" Type="http://schemas.openxmlformats.org/officeDocument/2006/relationships/tags" Target="../tags/tag274.xml"/><Relationship Id="rId5" Type="http://schemas.openxmlformats.org/officeDocument/2006/relationships/tags" Target="../tags/tag240.xml"/><Relationship Id="rId49" Type="http://schemas.openxmlformats.org/officeDocument/2006/relationships/tags" Target="../tags/tag273.xml"/><Relationship Id="rId48" Type="http://schemas.openxmlformats.org/officeDocument/2006/relationships/tags" Target="../tags/tag272.xml"/><Relationship Id="rId47" Type="http://schemas.openxmlformats.org/officeDocument/2006/relationships/tags" Target="../tags/tag271.xml"/><Relationship Id="rId46" Type="http://schemas.openxmlformats.org/officeDocument/2006/relationships/tags" Target="../tags/tag270.xml"/><Relationship Id="rId45" Type="http://schemas.openxmlformats.org/officeDocument/2006/relationships/image" Target="../media/image79.svg"/><Relationship Id="rId44" Type="http://schemas.openxmlformats.org/officeDocument/2006/relationships/image" Target="../media/image78.png"/><Relationship Id="rId43" Type="http://schemas.openxmlformats.org/officeDocument/2006/relationships/tags" Target="../tags/tag269.xml"/><Relationship Id="rId42" Type="http://schemas.openxmlformats.org/officeDocument/2006/relationships/tags" Target="../tags/tag268.xml"/><Relationship Id="rId41" Type="http://schemas.openxmlformats.org/officeDocument/2006/relationships/image" Target="../media/image52.svg"/><Relationship Id="rId40" Type="http://schemas.openxmlformats.org/officeDocument/2006/relationships/image" Target="../media/image51.png"/><Relationship Id="rId4" Type="http://schemas.openxmlformats.org/officeDocument/2006/relationships/image" Target="../media/image11.png"/><Relationship Id="rId39" Type="http://schemas.openxmlformats.org/officeDocument/2006/relationships/tags" Target="../tags/tag267.xml"/><Relationship Id="rId38" Type="http://schemas.openxmlformats.org/officeDocument/2006/relationships/tags" Target="../tags/tag266.xml"/><Relationship Id="rId37" Type="http://schemas.openxmlformats.org/officeDocument/2006/relationships/tags" Target="../tags/tag265.xml"/><Relationship Id="rId36" Type="http://schemas.openxmlformats.org/officeDocument/2006/relationships/tags" Target="../tags/tag264.xml"/><Relationship Id="rId35" Type="http://schemas.openxmlformats.org/officeDocument/2006/relationships/tags" Target="../tags/tag263.xml"/><Relationship Id="rId34" Type="http://schemas.openxmlformats.org/officeDocument/2006/relationships/tags" Target="../tags/tag262.xml"/><Relationship Id="rId33" Type="http://schemas.openxmlformats.org/officeDocument/2006/relationships/image" Target="../media/image77.png"/><Relationship Id="rId32" Type="http://schemas.openxmlformats.org/officeDocument/2006/relationships/tags" Target="../tags/tag261.xml"/><Relationship Id="rId31" Type="http://schemas.openxmlformats.org/officeDocument/2006/relationships/tags" Target="../tags/tag260.xml"/><Relationship Id="rId30" Type="http://schemas.openxmlformats.org/officeDocument/2006/relationships/image" Target="../media/image76.png"/><Relationship Id="rId3" Type="http://schemas.openxmlformats.org/officeDocument/2006/relationships/tags" Target="../tags/tag239.xml"/><Relationship Id="rId29" Type="http://schemas.openxmlformats.org/officeDocument/2006/relationships/tags" Target="../tags/tag259.xml"/><Relationship Id="rId28" Type="http://schemas.openxmlformats.org/officeDocument/2006/relationships/image" Target="../media/image75.png"/><Relationship Id="rId27" Type="http://schemas.openxmlformats.org/officeDocument/2006/relationships/tags" Target="../tags/tag258.xml"/><Relationship Id="rId26" Type="http://schemas.openxmlformats.org/officeDocument/2006/relationships/tags" Target="../tags/tag257.xml"/><Relationship Id="rId25" Type="http://schemas.openxmlformats.org/officeDocument/2006/relationships/tags" Target="../tags/tag256.xml"/><Relationship Id="rId24" Type="http://schemas.openxmlformats.org/officeDocument/2006/relationships/tags" Target="../tags/tag255.xml"/><Relationship Id="rId23" Type="http://schemas.openxmlformats.org/officeDocument/2006/relationships/tags" Target="../tags/tag254.xml"/><Relationship Id="rId22" Type="http://schemas.openxmlformats.org/officeDocument/2006/relationships/tags" Target="../tags/tag253.xml"/><Relationship Id="rId21" Type="http://schemas.openxmlformats.org/officeDocument/2006/relationships/tags" Target="../tags/tag252.xml"/><Relationship Id="rId20" Type="http://schemas.openxmlformats.org/officeDocument/2006/relationships/tags" Target="../tags/tag251.xml"/><Relationship Id="rId2" Type="http://schemas.openxmlformats.org/officeDocument/2006/relationships/image" Target="../media/image9.png"/><Relationship Id="rId19" Type="http://schemas.openxmlformats.org/officeDocument/2006/relationships/tags" Target="../tags/tag250.xml"/><Relationship Id="rId18" Type="http://schemas.openxmlformats.org/officeDocument/2006/relationships/tags" Target="../tags/tag249.xml"/><Relationship Id="rId17" Type="http://schemas.openxmlformats.org/officeDocument/2006/relationships/tags" Target="../tags/tag248.xml"/><Relationship Id="rId16" Type="http://schemas.openxmlformats.org/officeDocument/2006/relationships/image" Target="../media/image74.png"/><Relationship Id="rId15" Type="http://schemas.openxmlformats.org/officeDocument/2006/relationships/tags" Target="../tags/tag247.xml"/><Relationship Id="rId14" Type="http://schemas.openxmlformats.org/officeDocument/2006/relationships/tags" Target="../tags/tag246.xml"/><Relationship Id="rId13" Type="http://schemas.openxmlformats.org/officeDocument/2006/relationships/tags" Target="../tags/tag245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image" Target="../media/image73.svg"/><Relationship Id="rId1" Type="http://schemas.openxmlformats.org/officeDocument/2006/relationships/tags" Target="../tags/tag23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5.png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2" Type="http://schemas.openxmlformats.org/officeDocument/2006/relationships/notesSlide" Target="../notesSlides/notesSlide10.xml"/><Relationship Id="rId61" Type="http://schemas.openxmlformats.org/officeDocument/2006/relationships/slideLayout" Target="../slideLayouts/slideLayout1.xml"/><Relationship Id="rId60" Type="http://schemas.openxmlformats.org/officeDocument/2006/relationships/tags" Target="../tags/tag332.xml"/><Relationship Id="rId6" Type="http://schemas.openxmlformats.org/officeDocument/2006/relationships/image" Target="../media/image12.png"/><Relationship Id="rId59" Type="http://schemas.openxmlformats.org/officeDocument/2006/relationships/tags" Target="../tags/tag331.xml"/><Relationship Id="rId58" Type="http://schemas.openxmlformats.org/officeDocument/2006/relationships/tags" Target="../tags/tag330.xml"/><Relationship Id="rId57" Type="http://schemas.openxmlformats.org/officeDocument/2006/relationships/image" Target="../media/image95.svg"/><Relationship Id="rId56" Type="http://schemas.openxmlformats.org/officeDocument/2006/relationships/image" Target="../media/image94.png"/><Relationship Id="rId55" Type="http://schemas.openxmlformats.org/officeDocument/2006/relationships/tags" Target="../tags/tag329.xml"/><Relationship Id="rId54" Type="http://schemas.openxmlformats.org/officeDocument/2006/relationships/tags" Target="../tags/tag328.xml"/><Relationship Id="rId53" Type="http://schemas.openxmlformats.org/officeDocument/2006/relationships/tags" Target="../tags/tag327.xml"/><Relationship Id="rId52" Type="http://schemas.openxmlformats.org/officeDocument/2006/relationships/image" Target="../media/image93.png"/><Relationship Id="rId51" Type="http://schemas.openxmlformats.org/officeDocument/2006/relationships/tags" Target="../tags/tag326.xml"/><Relationship Id="rId50" Type="http://schemas.openxmlformats.org/officeDocument/2006/relationships/tags" Target="../tags/tag325.xml"/><Relationship Id="rId5" Type="http://schemas.openxmlformats.org/officeDocument/2006/relationships/tags" Target="../tags/tag290.xml"/><Relationship Id="rId49" Type="http://schemas.openxmlformats.org/officeDocument/2006/relationships/tags" Target="../tags/tag324.xml"/><Relationship Id="rId48" Type="http://schemas.openxmlformats.org/officeDocument/2006/relationships/tags" Target="../tags/tag323.xml"/><Relationship Id="rId47" Type="http://schemas.openxmlformats.org/officeDocument/2006/relationships/tags" Target="../tags/tag322.xml"/><Relationship Id="rId46" Type="http://schemas.openxmlformats.org/officeDocument/2006/relationships/tags" Target="../tags/tag321.xml"/><Relationship Id="rId45" Type="http://schemas.openxmlformats.org/officeDocument/2006/relationships/image" Target="../media/image92.png"/><Relationship Id="rId44" Type="http://schemas.openxmlformats.org/officeDocument/2006/relationships/tags" Target="../tags/tag320.xml"/><Relationship Id="rId43" Type="http://schemas.openxmlformats.org/officeDocument/2006/relationships/tags" Target="../tags/tag319.xml"/><Relationship Id="rId42" Type="http://schemas.openxmlformats.org/officeDocument/2006/relationships/tags" Target="../tags/tag318.xml"/><Relationship Id="rId41" Type="http://schemas.openxmlformats.org/officeDocument/2006/relationships/tags" Target="../tags/tag317.xml"/><Relationship Id="rId40" Type="http://schemas.openxmlformats.org/officeDocument/2006/relationships/tags" Target="../tags/tag316.xml"/><Relationship Id="rId4" Type="http://schemas.openxmlformats.org/officeDocument/2006/relationships/image" Target="../media/image11.png"/><Relationship Id="rId39" Type="http://schemas.openxmlformats.org/officeDocument/2006/relationships/tags" Target="../tags/tag315.xml"/><Relationship Id="rId38" Type="http://schemas.openxmlformats.org/officeDocument/2006/relationships/tags" Target="../tags/tag314.xml"/><Relationship Id="rId37" Type="http://schemas.openxmlformats.org/officeDocument/2006/relationships/tags" Target="../tags/tag313.xml"/><Relationship Id="rId36" Type="http://schemas.openxmlformats.org/officeDocument/2006/relationships/tags" Target="../tags/tag312.xml"/><Relationship Id="rId35" Type="http://schemas.openxmlformats.org/officeDocument/2006/relationships/tags" Target="../tags/tag311.xml"/><Relationship Id="rId34" Type="http://schemas.openxmlformats.org/officeDocument/2006/relationships/tags" Target="../tags/tag310.xml"/><Relationship Id="rId33" Type="http://schemas.openxmlformats.org/officeDocument/2006/relationships/image" Target="../media/image91.png"/><Relationship Id="rId32" Type="http://schemas.openxmlformats.org/officeDocument/2006/relationships/tags" Target="../tags/tag309.xml"/><Relationship Id="rId31" Type="http://schemas.openxmlformats.org/officeDocument/2006/relationships/image" Target="../media/image90.png"/><Relationship Id="rId30" Type="http://schemas.openxmlformats.org/officeDocument/2006/relationships/tags" Target="../tags/tag308.xml"/><Relationship Id="rId3" Type="http://schemas.openxmlformats.org/officeDocument/2006/relationships/tags" Target="../tags/tag289.xml"/><Relationship Id="rId29" Type="http://schemas.openxmlformats.org/officeDocument/2006/relationships/tags" Target="../tags/tag307.xml"/><Relationship Id="rId28" Type="http://schemas.openxmlformats.org/officeDocument/2006/relationships/tags" Target="../tags/tag306.xml"/><Relationship Id="rId27" Type="http://schemas.openxmlformats.org/officeDocument/2006/relationships/tags" Target="../tags/tag305.xml"/><Relationship Id="rId26" Type="http://schemas.openxmlformats.org/officeDocument/2006/relationships/tags" Target="../tags/tag304.xml"/><Relationship Id="rId25" Type="http://schemas.openxmlformats.org/officeDocument/2006/relationships/tags" Target="../tags/tag303.xml"/><Relationship Id="rId24" Type="http://schemas.openxmlformats.org/officeDocument/2006/relationships/tags" Target="../tags/tag302.xml"/><Relationship Id="rId23" Type="http://schemas.openxmlformats.org/officeDocument/2006/relationships/tags" Target="../tags/tag301.xml"/><Relationship Id="rId22" Type="http://schemas.openxmlformats.org/officeDocument/2006/relationships/tags" Target="../tags/tag300.xml"/><Relationship Id="rId21" Type="http://schemas.openxmlformats.org/officeDocument/2006/relationships/tags" Target="../tags/tag299.xml"/><Relationship Id="rId20" Type="http://schemas.openxmlformats.org/officeDocument/2006/relationships/image" Target="../media/image50.png"/><Relationship Id="rId2" Type="http://schemas.openxmlformats.org/officeDocument/2006/relationships/image" Target="../media/image9.png"/><Relationship Id="rId19" Type="http://schemas.openxmlformats.org/officeDocument/2006/relationships/tags" Target="../tags/tag298.xml"/><Relationship Id="rId18" Type="http://schemas.openxmlformats.org/officeDocument/2006/relationships/tags" Target="../tags/tag297.xml"/><Relationship Id="rId17" Type="http://schemas.openxmlformats.org/officeDocument/2006/relationships/image" Target="../media/image89.png"/><Relationship Id="rId16" Type="http://schemas.openxmlformats.org/officeDocument/2006/relationships/tags" Target="../tags/tag296.xml"/><Relationship Id="rId15" Type="http://schemas.openxmlformats.org/officeDocument/2006/relationships/image" Target="../media/image88.svg"/><Relationship Id="rId14" Type="http://schemas.openxmlformats.org/officeDocument/2006/relationships/image" Target="../media/image87.png"/><Relationship Id="rId13" Type="http://schemas.openxmlformats.org/officeDocument/2006/relationships/tags" Target="../tags/tag295.xml"/><Relationship Id="rId12" Type="http://schemas.openxmlformats.org/officeDocument/2006/relationships/tags" Target="../tags/tag294.xml"/><Relationship Id="rId11" Type="http://schemas.openxmlformats.org/officeDocument/2006/relationships/tags" Target="../tags/tag293.xml"/><Relationship Id="rId10" Type="http://schemas.openxmlformats.org/officeDocument/2006/relationships/image" Target="../media/image86.svg"/><Relationship Id="rId1" Type="http://schemas.openxmlformats.org/officeDocument/2006/relationships/tags" Target="../tags/tag28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tags" Target="../tags/tag340.xml"/><Relationship Id="rId77" Type="http://schemas.openxmlformats.org/officeDocument/2006/relationships/notesSlide" Target="../notesSlides/notesSlide11.xml"/><Relationship Id="rId76" Type="http://schemas.openxmlformats.org/officeDocument/2006/relationships/slideLayout" Target="../slideLayouts/slideLayout1.xml"/><Relationship Id="rId75" Type="http://schemas.openxmlformats.org/officeDocument/2006/relationships/tags" Target="../tags/tag397.xml"/><Relationship Id="rId74" Type="http://schemas.openxmlformats.org/officeDocument/2006/relationships/tags" Target="../tags/tag396.xml"/><Relationship Id="rId73" Type="http://schemas.openxmlformats.org/officeDocument/2006/relationships/tags" Target="../tags/tag395.xml"/><Relationship Id="rId72" Type="http://schemas.openxmlformats.org/officeDocument/2006/relationships/tags" Target="../tags/tag394.xml"/><Relationship Id="rId71" Type="http://schemas.openxmlformats.org/officeDocument/2006/relationships/tags" Target="../tags/tag393.xml"/><Relationship Id="rId70" Type="http://schemas.openxmlformats.org/officeDocument/2006/relationships/tags" Target="../tags/tag392.xml"/><Relationship Id="rId7" Type="http://schemas.openxmlformats.org/officeDocument/2006/relationships/tags" Target="../tags/tag339.xml"/><Relationship Id="rId69" Type="http://schemas.openxmlformats.org/officeDocument/2006/relationships/tags" Target="../tags/tag391.xml"/><Relationship Id="rId68" Type="http://schemas.openxmlformats.org/officeDocument/2006/relationships/tags" Target="../tags/tag390.xml"/><Relationship Id="rId67" Type="http://schemas.openxmlformats.org/officeDocument/2006/relationships/tags" Target="../tags/tag389.xml"/><Relationship Id="rId66" Type="http://schemas.openxmlformats.org/officeDocument/2006/relationships/tags" Target="../tags/tag388.xml"/><Relationship Id="rId65" Type="http://schemas.openxmlformats.org/officeDocument/2006/relationships/tags" Target="../tags/tag387.xml"/><Relationship Id="rId64" Type="http://schemas.openxmlformats.org/officeDocument/2006/relationships/tags" Target="../tags/tag386.xml"/><Relationship Id="rId63" Type="http://schemas.openxmlformats.org/officeDocument/2006/relationships/tags" Target="../tags/tag385.xml"/><Relationship Id="rId62" Type="http://schemas.openxmlformats.org/officeDocument/2006/relationships/tags" Target="../tags/tag384.xml"/><Relationship Id="rId61" Type="http://schemas.openxmlformats.org/officeDocument/2006/relationships/tags" Target="../tags/tag383.xml"/><Relationship Id="rId60" Type="http://schemas.openxmlformats.org/officeDocument/2006/relationships/tags" Target="../tags/tag382.xml"/><Relationship Id="rId6" Type="http://schemas.openxmlformats.org/officeDocument/2006/relationships/image" Target="../media/image12.png"/><Relationship Id="rId59" Type="http://schemas.openxmlformats.org/officeDocument/2006/relationships/tags" Target="../tags/tag381.xml"/><Relationship Id="rId58" Type="http://schemas.openxmlformats.org/officeDocument/2006/relationships/tags" Target="../tags/tag380.xml"/><Relationship Id="rId57" Type="http://schemas.openxmlformats.org/officeDocument/2006/relationships/tags" Target="../tags/tag379.xml"/><Relationship Id="rId56" Type="http://schemas.openxmlformats.org/officeDocument/2006/relationships/tags" Target="../tags/tag378.xml"/><Relationship Id="rId55" Type="http://schemas.openxmlformats.org/officeDocument/2006/relationships/tags" Target="../tags/tag377.xml"/><Relationship Id="rId54" Type="http://schemas.openxmlformats.org/officeDocument/2006/relationships/tags" Target="../tags/tag376.xml"/><Relationship Id="rId53" Type="http://schemas.openxmlformats.org/officeDocument/2006/relationships/tags" Target="../tags/tag375.xml"/><Relationship Id="rId52" Type="http://schemas.openxmlformats.org/officeDocument/2006/relationships/tags" Target="../tags/tag374.xml"/><Relationship Id="rId51" Type="http://schemas.openxmlformats.org/officeDocument/2006/relationships/tags" Target="../tags/tag373.xml"/><Relationship Id="rId50" Type="http://schemas.openxmlformats.org/officeDocument/2006/relationships/tags" Target="../tags/tag372.xml"/><Relationship Id="rId5" Type="http://schemas.openxmlformats.org/officeDocument/2006/relationships/tags" Target="../tags/tag338.xml"/><Relationship Id="rId49" Type="http://schemas.openxmlformats.org/officeDocument/2006/relationships/tags" Target="../tags/tag371.xml"/><Relationship Id="rId48" Type="http://schemas.openxmlformats.org/officeDocument/2006/relationships/tags" Target="../tags/tag370.xml"/><Relationship Id="rId47" Type="http://schemas.openxmlformats.org/officeDocument/2006/relationships/tags" Target="../tags/tag369.xml"/><Relationship Id="rId46" Type="http://schemas.openxmlformats.org/officeDocument/2006/relationships/image" Target="../media/image104.png"/><Relationship Id="rId45" Type="http://schemas.openxmlformats.org/officeDocument/2006/relationships/tags" Target="../tags/tag368.xml"/><Relationship Id="rId44" Type="http://schemas.openxmlformats.org/officeDocument/2006/relationships/tags" Target="../tags/tag367.xml"/><Relationship Id="rId43" Type="http://schemas.openxmlformats.org/officeDocument/2006/relationships/tags" Target="../tags/tag366.xml"/><Relationship Id="rId42" Type="http://schemas.openxmlformats.org/officeDocument/2006/relationships/tags" Target="../tags/tag365.xml"/><Relationship Id="rId41" Type="http://schemas.openxmlformats.org/officeDocument/2006/relationships/tags" Target="../tags/tag364.xml"/><Relationship Id="rId40" Type="http://schemas.openxmlformats.org/officeDocument/2006/relationships/tags" Target="../tags/tag363.xml"/><Relationship Id="rId4" Type="http://schemas.openxmlformats.org/officeDocument/2006/relationships/image" Target="../media/image11.png"/><Relationship Id="rId39" Type="http://schemas.openxmlformats.org/officeDocument/2006/relationships/tags" Target="../tags/tag362.xml"/><Relationship Id="rId38" Type="http://schemas.openxmlformats.org/officeDocument/2006/relationships/tags" Target="../tags/tag361.xml"/><Relationship Id="rId37" Type="http://schemas.openxmlformats.org/officeDocument/2006/relationships/tags" Target="../tags/tag360.xml"/><Relationship Id="rId36" Type="http://schemas.openxmlformats.org/officeDocument/2006/relationships/tags" Target="../tags/tag359.xml"/><Relationship Id="rId35" Type="http://schemas.openxmlformats.org/officeDocument/2006/relationships/tags" Target="../tags/tag358.xml"/><Relationship Id="rId34" Type="http://schemas.openxmlformats.org/officeDocument/2006/relationships/tags" Target="../tags/tag357.xml"/><Relationship Id="rId33" Type="http://schemas.openxmlformats.org/officeDocument/2006/relationships/image" Target="../media/image103.png"/><Relationship Id="rId32" Type="http://schemas.openxmlformats.org/officeDocument/2006/relationships/tags" Target="../tags/tag356.xml"/><Relationship Id="rId31" Type="http://schemas.openxmlformats.org/officeDocument/2006/relationships/tags" Target="../tags/tag355.xml"/><Relationship Id="rId30" Type="http://schemas.openxmlformats.org/officeDocument/2006/relationships/tags" Target="../tags/tag354.xml"/><Relationship Id="rId3" Type="http://schemas.openxmlformats.org/officeDocument/2006/relationships/tags" Target="../tags/tag337.xml"/><Relationship Id="rId29" Type="http://schemas.openxmlformats.org/officeDocument/2006/relationships/tags" Target="../tags/tag353.xml"/><Relationship Id="rId28" Type="http://schemas.openxmlformats.org/officeDocument/2006/relationships/tags" Target="../tags/tag352.xml"/><Relationship Id="rId27" Type="http://schemas.openxmlformats.org/officeDocument/2006/relationships/tags" Target="../tags/tag351.xml"/><Relationship Id="rId26" Type="http://schemas.openxmlformats.org/officeDocument/2006/relationships/image" Target="../media/image102.png"/><Relationship Id="rId25" Type="http://schemas.openxmlformats.org/officeDocument/2006/relationships/tags" Target="../tags/tag350.xml"/><Relationship Id="rId24" Type="http://schemas.openxmlformats.org/officeDocument/2006/relationships/tags" Target="../tags/tag349.xml"/><Relationship Id="rId23" Type="http://schemas.openxmlformats.org/officeDocument/2006/relationships/tags" Target="../tags/tag348.xml"/><Relationship Id="rId22" Type="http://schemas.openxmlformats.org/officeDocument/2006/relationships/image" Target="../media/image101.svg"/><Relationship Id="rId21" Type="http://schemas.openxmlformats.org/officeDocument/2006/relationships/image" Target="../media/image100.png"/><Relationship Id="rId20" Type="http://schemas.openxmlformats.org/officeDocument/2006/relationships/tags" Target="../tags/tag347.xml"/><Relationship Id="rId2" Type="http://schemas.openxmlformats.org/officeDocument/2006/relationships/image" Target="../media/image9.png"/><Relationship Id="rId19" Type="http://schemas.openxmlformats.org/officeDocument/2006/relationships/tags" Target="../tags/tag346.xml"/><Relationship Id="rId18" Type="http://schemas.openxmlformats.org/officeDocument/2006/relationships/tags" Target="../tags/tag345.xml"/><Relationship Id="rId17" Type="http://schemas.openxmlformats.org/officeDocument/2006/relationships/image" Target="../media/image99.png"/><Relationship Id="rId16" Type="http://schemas.openxmlformats.org/officeDocument/2006/relationships/tags" Target="../tags/tag344.xml"/><Relationship Id="rId15" Type="http://schemas.openxmlformats.org/officeDocument/2006/relationships/tags" Target="../tags/tag343.xml"/><Relationship Id="rId14" Type="http://schemas.openxmlformats.org/officeDocument/2006/relationships/image" Target="../media/image39.svg"/><Relationship Id="rId13" Type="http://schemas.openxmlformats.org/officeDocument/2006/relationships/image" Target="../media/image98.png"/><Relationship Id="rId12" Type="http://schemas.openxmlformats.org/officeDocument/2006/relationships/tags" Target="../tags/tag342.xml"/><Relationship Id="rId11" Type="http://schemas.openxmlformats.org/officeDocument/2006/relationships/image" Target="../media/image97.png"/><Relationship Id="rId10" Type="http://schemas.openxmlformats.org/officeDocument/2006/relationships/tags" Target="../tags/tag341.xml"/><Relationship Id="rId1" Type="http://schemas.openxmlformats.org/officeDocument/2006/relationships/tags" Target="../tags/tag33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tags" Target="../tags/tag405.xml"/><Relationship Id="rId7" Type="http://schemas.openxmlformats.org/officeDocument/2006/relationships/tags" Target="../tags/tag404.xml"/><Relationship Id="rId6" Type="http://schemas.openxmlformats.org/officeDocument/2006/relationships/image" Target="../media/image12.png"/><Relationship Id="rId5" Type="http://schemas.openxmlformats.org/officeDocument/2006/relationships/tags" Target="../tags/tag403.xml"/><Relationship Id="rId4" Type="http://schemas.openxmlformats.org/officeDocument/2006/relationships/image" Target="../media/image11.png"/><Relationship Id="rId3" Type="http://schemas.openxmlformats.org/officeDocument/2006/relationships/tags" Target="../tags/tag402.xml"/><Relationship Id="rId26" Type="http://schemas.openxmlformats.org/officeDocument/2006/relationships/notesSlide" Target="../notesSlides/notesSlide1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19.xml"/><Relationship Id="rId23" Type="http://schemas.openxmlformats.org/officeDocument/2006/relationships/tags" Target="../tags/tag418.xml"/><Relationship Id="rId22" Type="http://schemas.openxmlformats.org/officeDocument/2006/relationships/tags" Target="../tags/tag417.xml"/><Relationship Id="rId21" Type="http://schemas.openxmlformats.org/officeDocument/2006/relationships/tags" Target="../tags/tag416.xml"/><Relationship Id="rId20" Type="http://schemas.openxmlformats.org/officeDocument/2006/relationships/tags" Target="../tags/tag415.xml"/><Relationship Id="rId2" Type="http://schemas.openxmlformats.org/officeDocument/2006/relationships/image" Target="../media/image9.png"/><Relationship Id="rId19" Type="http://schemas.openxmlformats.org/officeDocument/2006/relationships/tags" Target="../tags/tag414.xml"/><Relationship Id="rId18" Type="http://schemas.openxmlformats.org/officeDocument/2006/relationships/tags" Target="../tags/tag413.xml"/><Relationship Id="rId17" Type="http://schemas.openxmlformats.org/officeDocument/2006/relationships/tags" Target="../tags/tag412.xml"/><Relationship Id="rId16" Type="http://schemas.openxmlformats.org/officeDocument/2006/relationships/tags" Target="../tags/tag411.xml"/><Relationship Id="rId15" Type="http://schemas.openxmlformats.org/officeDocument/2006/relationships/tags" Target="../tags/tag410.xml"/><Relationship Id="rId14" Type="http://schemas.openxmlformats.org/officeDocument/2006/relationships/tags" Target="../tags/tag409.xml"/><Relationship Id="rId13" Type="http://schemas.openxmlformats.org/officeDocument/2006/relationships/tags" Target="../tags/tag408.xml"/><Relationship Id="rId12" Type="http://schemas.openxmlformats.org/officeDocument/2006/relationships/tags" Target="../tags/tag407.xml"/><Relationship Id="rId11" Type="http://schemas.openxmlformats.org/officeDocument/2006/relationships/image" Target="../media/image106.png"/><Relationship Id="rId10" Type="http://schemas.openxmlformats.org/officeDocument/2006/relationships/tags" Target="../tags/tag406.xml"/><Relationship Id="rId1" Type="http://schemas.openxmlformats.org/officeDocument/2006/relationships/tags" Target="../tags/tag40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7.png"/><Relationship Id="rId8" Type="http://schemas.openxmlformats.org/officeDocument/2006/relationships/tags" Target="../tags/tag427.xml"/><Relationship Id="rId7" Type="http://schemas.openxmlformats.org/officeDocument/2006/relationships/tags" Target="../tags/tag426.xml"/><Relationship Id="rId6" Type="http://schemas.openxmlformats.org/officeDocument/2006/relationships/image" Target="../media/image12.png"/><Relationship Id="rId5" Type="http://schemas.openxmlformats.org/officeDocument/2006/relationships/tags" Target="../tags/tag425.xml"/><Relationship Id="rId4" Type="http://schemas.openxmlformats.org/officeDocument/2006/relationships/image" Target="../media/image11.png"/><Relationship Id="rId39" Type="http://schemas.openxmlformats.org/officeDocument/2006/relationships/notesSlide" Target="../notesSlides/notesSlide13.xml"/><Relationship Id="rId38" Type="http://schemas.openxmlformats.org/officeDocument/2006/relationships/vmlDrawing" Target="../drawings/vmlDrawing1.vml"/><Relationship Id="rId37" Type="http://schemas.openxmlformats.org/officeDocument/2006/relationships/slideLayout" Target="../slideLayouts/slideLayout1.xml"/><Relationship Id="rId36" Type="http://schemas.openxmlformats.org/officeDocument/2006/relationships/image" Target="../media/image111.wmf"/><Relationship Id="rId35" Type="http://schemas.openxmlformats.org/officeDocument/2006/relationships/package" Target="../embeddings/Document2.docx"/><Relationship Id="rId34" Type="http://schemas.openxmlformats.org/officeDocument/2006/relationships/image" Target="../media/image110.wmf"/><Relationship Id="rId33" Type="http://schemas.openxmlformats.org/officeDocument/2006/relationships/package" Target="../embeddings/Document1.docx"/><Relationship Id="rId32" Type="http://schemas.openxmlformats.org/officeDocument/2006/relationships/tags" Target="../tags/tag448.xml"/><Relationship Id="rId31" Type="http://schemas.openxmlformats.org/officeDocument/2006/relationships/tags" Target="../tags/tag447.xml"/><Relationship Id="rId30" Type="http://schemas.openxmlformats.org/officeDocument/2006/relationships/tags" Target="../tags/tag446.xml"/><Relationship Id="rId3" Type="http://schemas.openxmlformats.org/officeDocument/2006/relationships/tags" Target="../tags/tag424.xml"/><Relationship Id="rId29" Type="http://schemas.openxmlformats.org/officeDocument/2006/relationships/tags" Target="../tags/tag445.xml"/><Relationship Id="rId28" Type="http://schemas.openxmlformats.org/officeDocument/2006/relationships/tags" Target="../tags/tag444.xml"/><Relationship Id="rId27" Type="http://schemas.openxmlformats.org/officeDocument/2006/relationships/tags" Target="../tags/tag443.xml"/><Relationship Id="rId26" Type="http://schemas.openxmlformats.org/officeDocument/2006/relationships/tags" Target="../tags/tag442.xml"/><Relationship Id="rId25" Type="http://schemas.openxmlformats.org/officeDocument/2006/relationships/tags" Target="../tags/tag441.xml"/><Relationship Id="rId24" Type="http://schemas.openxmlformats.org/officeDocument/2006/relationships/tags" Target="../tags/tag440.xml"/><Relationship Id="rId23" Type="http://schemas.openxmlformats.org/officeDocument/2006/relationships/tags" Target="../tags/tag439.xml"/><Relationship Id="rId22" Type="http://schemas.openxmlformats.org/officeDocument/2006/relationships/tags" Target="../tags/tag438.xml"/><Relationship Id="rId21" Type="http://schemas.openxmlformats.org/officeDocument/2006/relationships/tags" Target="../tags/tag437.xml"/><Relationship Id="rId20" Type="http://schemas.openxmlformats.org/officeDocument/2006/relationships/tags" Target="../tags/tag436.xml"/><Relationship Id="rId2" Type="http://schemas.openxmlformats.org/officeDocument/2006/relationships/image" Target="../media/image9.png"/><Relationship Id="rId19" Type="http://schemas.openxmlformats.org/officeDocument/2006/relationships/tags" Target="../tags/tag435.xml"/><Relationship Id="rId18" Type="http://schemas.openxmlformats.org/officeDocument/2006/relationships/tags" Target="../tags/tag434.xml"/><Relationship Id="rId17" Type="http://schemas.openxmlformats.org/officeDocument/2006/relationships/tags" Target="../tags/tag433.xml"/><Relationship Id="rId16" Type="http://schemas.openxmlformats.org/officeDocument/2006/relationships/tags" Target="../tags/tag432.xml"/><Relationship Id="rId15" Type="http://schemas.openxmlformats.org/officeDocument/2006/relationships/tags" Target="../tags/tag431.xml"/><Relationship Id="rId14" Type="http://schemas.openxmlformats.org/officeDocument/2006/relationships/image" Target="../media/image109.svg"/><Relationship Id="rId13" Type="http://schemas.openxmlformats.org/officeDocument/2006/relationships/image" Target="../media/image108.png"/><Relationship Id="rId12" Type="http://schemas.openxmlformats.org/officeDocument/2006/relationships/tags" Target="../tags/tag430.xml"/><Relationship Id="rId11" Type="http://schemas.openxmlformats.org/officeDocument/2006/relationships/tags" Target="../tags/tag429.xml"/><Relationship Id="rId10" Type="http://schemas.openxmlformats.org/officeDocument/2006/relationships/tags" Target="../tags/tag428.xml"/><Relationship Id="rId1" Type="http://schemas.openxmlformats.org/officeDocument/2006/relationships/tags" Target="../tags/tag42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png"/><Relationship Id="rId8" Type="http://schemas.openxmlformats.org/officeDocument/2006/relationships/tags" Target="../tags/tag456.xml"/><Relationship Id="rId7" Type="http://schemas.openxmlformats.org/officeDocument/2006/relationships/tags" Target="../tags/tag455.xml"/><Relationship Id="rId6" Type="http://schemas.openxmlformats.org/officeDocument/2006/relationships/image" Target="../media/image12.png"/><Relationship Id="rId5" Type="http://schemas.openxmlformats.org/officeDocument/2006/relationships/tags" Target="../tags/tag454.xml"/><Relationship Id="rId4" Type="http://schemas.openxmlformats.org/officeDocument/2006/relationships/image" Target="../media/image11.png"/><Relationship Id="rId37" Type="http://schemas.openxmlformats.org/officeDocument/2006/relationships/notesSlide" Target="../notesSlides/notesSlide14.xml"/><Relationship Id="rId36" Type="http://schemas.openxmlformats.org/officeDocument/2006/relationships/vmlDrawing" Target="../drawings/vmlDrawing2.vml"/><Relationship Id="rId35" Type="http://schemas.openxmlformats.org/officeDocument/2006/relationships/slideLayout" Target="../slideLayouts/slideLayout1.xml"/><Relationship Id="rId34" Type="http://schemas.openxmlformats.org/officeDocument/2006/relationships/image" Target="../media/image116.wmf"/><Relationship Id="rId33" Type="http://schemas.openxmlformats.org/officeDocument/2006/relationships/package" Target="../embeddings/Document4.docx"/><Relationship Id="rId32" Type="http://schemas.openxmlformats.org/officeDocument/2006/relationships/image" Target="../media/image115.wmf"/><Relationship Id="rId31" Type="http://schemas.openxmlformats.org/officeDocument/2006/relationships/package" Target="../embeddings/Document3.docx"/><Relationship Id="rId30" Type="http://schemas.openxmlformats.org/officeDocument/2006/relationships/tags" Target="../tags/tag475.xml"/><Relationship Id="rId3" Type="http://schemas.openxmlformats.org/officeDocument/2006/relationships/tags" Target="../tags/tag453.xml"/><Relationship Id="rId29" Type="http://schemas.openxmlformats.org/officeDocument/2006/relationships/tags" Target="../tags/tag474.xml"/><Relationship Id="rId28" Type="http://schemas.openxmlformats.org/officeDocument/2006/relationships/tags" Target="../tags/tag473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image" Target="../media/image9.png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image" Target="../media/image114.svg"/><Relationship Id="rId11" Type="http://schemas.openxmlformats.org/officeDocument/2006/relationships/image" Target="../media/image113.png"/><Relationship Id="rId10" Type="http://schemas.openxmlformats.org/officeDocument/2006/relationships/tags" Target="../tags/tag457.xml"/><Relationship Id="rId1" Type="http://schemas.openxmlformats.org/officeDocument/2006/relationships/tags" Target="../tags/tag45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png"/><Relationship Id="rId8" Type="http://schemas.openxmlformats.org/officeDocument/2006/relationships/tags" Target="../tags/tag483.xml"/><Relationship Id="rId7" Type="http://schemas.openxmlformats.org/officeDocument/2006/relationships/tags" Target="../tags/tag482.xml"/><Relationship Id="rId6" Type="http://schemas.openxmlformats.org/officeDocument/2006/relationships/image" Target="../media/image12.png"/><Relationship Id="rId5" Type="http://schemas.openxmlformats.org/officeDocument/2006/relationships/tags" Target="../tags/tag481.xml"/><Relationship Id="rId4" Type="http://schemas.openxmlformats.org/officeDocument/2006/relationships/image" Target="../media/image11.png"/><Relationship Id="rId3" Type="http://schemas.openxmlformats.org/officeDocument/2006/relationships/tags" Target="../tags/tag480.xml"/><Relationship Id="rId2" Type="http://schemas.openxmlformats.org/officeDocument/2006/relationships/image" Target="../media/image9.png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85.xml"/><Relationship Id="rId11" Type="http://schemas.openxmlformats.org/officeDocument/2006/relationships/tags" Target="../tags/tag484.xml"/><Relationship Id="rId10" Type="http://schemas.openxmlformats.org/officeDocument/2006/relationships/image" Target="../media/image118.svg"/><Relationship Id="rId1" Type="http://schemas.openxmlformats.org/officeDocument/2006/relationships/tags" Target="../tags/tag47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9.png"/><Relationship Id="rId8" Type="http://schemas.openxmlformats.org/officeDocument/2006/relationships/tags" Target="../tags/tag493.xml"/><Relationship Id="rId7" Type="http://schemas.openxmlformats.org/officeDocument/2006/relationships/tags" Target="../tags/tag492.xml"/><Relationship Id="rId6" Type="http://schemas.openxmlformats.org/officeDocument/2006/relationships/image" Target="../media/image12.png"/><Relationship Id="rId5" Type="http://schemas.openxmlformats.org/officeDocument/2006/relationships/tags" Target="../tags/tag491.xml"/><Relationship Id="rId4" Type="http://schemas.openxmlformats.org/officeDocument/2006/relationships/image" Target="../media/image11.png"/><Relationship Id="rId3" Type="http://schemas.openxmlformats.org/officeDocument/2006/relationships/tags" Target="../tags/tag490.xml"/><Relationship Id="rId22" Type="http://schemas.openxmlformats.org/officeDocument/2006/relationships/notesSlide" Target="../notesSlides/notesSlide16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504.xml"/><Relationship Id="rId2" Type="http://schemas.openxmlformats.org/officeDocument/2006/relationships/image" Target="../media/image9.png"/><Relationship Id="rId19" Type="http://schemas.openxmlformats.org/officeDocument/2006/relationships/tags" Target="../tags/tag503.xml"/><Relationship Id="rId18" Type="http://schemas.openxmlformats.org/officeDocument/2006/relationships/tags" Target="../tags/tag502.xml"/><Relationship Id="rId17" Type="http://schemas.openxmlformats.org/officeDocument/2006/relationships/tags" Target="../tags/tag501.xml"/><Relationship Id="rId16" Type="http://schemas.openxmlformats.org/officeDocument/2006/relationships/tags" Target="../tags/tag500.xml"/><Relationship Id="rId15" Type="http://schemas.openxmlformats.org/officeDocument/2006/relationships/tags" Target="../tags/tag499.xml"/><Relationship Id="rId14" Type="http://schemas.openxmlformats.org/officeDocument/2006/relationships/tags" Target="../tags/tag498.xml"/><Relationship Id="rId13" Type="http://schemas.openxmlformats.org/officeDocument/2006/relationships/tags" Target="../tags/tag497.xml"/><Relationship Id="rId12" Type="http://schemas.openxmlformats.org/officeDocument/2006/relationships/tags" Target="../tags/tag496.xml"/><Relationship Id="rId11" Type="http://schemas.openxmlformats.org/officeDocument/2006/relationships/tags" Target="../tags/tag495.xml"/><Relationship Id="rId10" Type="http://schemas.openxmlformats.org/officeDocument/2006/relationships/tags" Target="../tags/tag494.xml"/><Relationship Id="rId1" Type="http://schemas.openxmlformats.org/officeDocument/2006/relationships/tags" Target="../tags/tag48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png"/><Relationship Id="rId8" Type="http://schemas.openxmlformats.org/officeDocument/2006/relationships/tags" Target="../tags/tag512.xml"/><Relationship Id="rId7" Type="http://schemas.openxmlformats.org/officeDocument/2006/relationships/tags" Target="../tags/tag511.xml"/><Relationship Id="rId64" Type="http://schemas.openxmlformats.org/officeDocument/2006/relationships/notesSlide" Target="../notesSlides/notesSlide17.xml"/><Relationship Id="rId63" Type="http://schemas.openxmlformats.org/officeDocument/2006/relationships/slideLayout" Target="../slideLayouts/slideLayout1.xml"/><Relationship Id="rId62" Type="http://schemas.openxmlformats.org/officeDocument/2006/relationships/tags" Target="../tags/tag557.xml"/><Relationship Id="rId61" Type="http://schemas.openxmlformats.org/officeDocument/2006/relationships/tags" Target="../tags/tag556.xml"/><Relationship Id="rId60" Type="http://schemas.openxmlformats.org/officeDocument/2006/relationships/image" Target="../media/image128.svg"/><Relationship Id="rId6" Type="http://schemas.openxmlformats.org/officeDocument/2006/relationships/image" Target="../media/image12.png"/><Relationship Id="rId59" Type="http://schemas.openxmlformats.org/officeDocument/2006/relationships/image" Target="../media/image127.png"/><Relationship Id="rId58" Type="http://schemas.openxmlformats.org/officeDocument/2006/relationships/tags" Target="../tags/tag555.xml"/><Relationship Id="rId57" Type="http://schemas.openxmlformats.org/officeDocument/2006/relationships/tags" Target="../tags/tag554.xml"/><Relationship Id="rId56" Type="http://schemas.openxmlformats.org/officeDocument/2006/relationships/tags" Target="../tags/tag553.xml"/><Relationship Id="rId55" Type="http://schemas.openxmlformats.org/officeDocument/2006/relationships/tags" Target="../tags/tag552.xml"/><Relationship Id="rId54" Type="http://schemas.openxmlformats.org/officeDocument/2006/relationships/tags" Target="../tags/tag551.xml"/><Relationship Id="rId53" Type="http://schemas.openxmlformats.org/officeDocument/2006/relationships/tags" Target="../tags/tag550.xml"/><Relationship Id="rId52" Type="http://schemas.openxmlformats.org/officeDocument/2006/relationships/tags" Target="../tags/tag549.xml"/><Relationship Id="rId51" Type="http://schemas.openxmlformats.org/officeDocument/2006/relationships/tags" Target="../tags/tag548.xml"/><Relationship Id="rId50" Type="http://schemas.openxmlformats.org/officeDocument/2006/relationships/tags" Target="../tags/tag547.xml"/><Relationship Id="rId5" Type="http://schemas.openxmlformats.org/officeDocument/2006/relationships/tags" Target="../tags/tag510.xml"/><Relationship Id="rId49" Type="http://schemas.openxmlformats.org/officeDocument/2006/relationships/tags" Target="../tags/tag546.xml"/><Relationship Id="rId48" Type="http://schemas.openxmlformats.org/officeDocument/2006/relationships/tags" Target="../tags/tag545.xml"/><Relationship Id="rId47" Type="http://schemas.openxmlformats.org/officeDocument/2006/relationships/tags" Target="../tags/tag544.xml"/><Relationship Id="rId46" Type="http://schemas.openxmlformats.org/officeDocument/2006/relationships/tags" Target="../tags/tag543.xml"/><Relationship Id="rId45" Type="http://schemas.openxmlformats.org/officeDocument/2006/relationships/tags" Target="../tags/tag542.xml"/><Relationship Id="rId44" Type="http://schemas.openxmlformats.org/officeDocument/2006/relationships/tags" Target="../tags/tag541.xml"/><Relationship Id="rId43" Type="http://schemas.openxmlformats.org/officeDocument/2006/relationships/tags" Target="../tags/tag540.xml"/><Relationship Id="rId42" Type="http://schemas.openxmlformats.org/officeDocument/2006/relationships/tags" Target="../tags/tag539.xml"/><Relationship Id="rId41" Type="http://schemas.openxmlformats.org/officeDocument/2006/relationships/tags" Target="../tags/tag538.xml"/><Relationship Id="rId40" Type="http://schemas.openxmlformats.org/officeDocument/2006/relationships/tags" Target="../tags/tag537.xml"/><Relationship Id="rId4" Type="http://schemas.openxmlformats.org/officeDocument/2006/relationships/image" Target="../media/image11.png"/><Relationship Id="rId39" Type="http://schemas.openxmlformats.org/officeDocument/2006/relationships/tags" Target="../tags/tag536.xml"/><Relationship Id="rId38" Type="http://schemas.openxmlformats.org/officeDocument/2006/relationships/tags" Target="../tags/tag535.xml"/><Relationship Id="rId37" Type="http://schemas.openxmlformats.org/officeDocument/2006/relationships/tags" Target="../tags/tag534.xml"/><Relationship Id="rId36" Type="http://schemas.openxmlformats.org/officeDocument/2006/relationships/tags" Target="../tags/tag533.xml"/><Relationship Id="rId35" Type="http://schemas.openxmlformats.org/officeDocument/2006/relationships/tags" Target="../tags/tag532.xml"/><Relationship Id="rId34" Type="http://schemas.openxmlformats.org/officeDocument/2006/relationships/tags" Target="../tags/tag531.xml"/><Relationship Id="rId33" Type="http://schemas.openxmlformats.org/officeDocument/2006/relationships/tags" Target="../tags/tag530.xml"/><Relationship Id="rId32" Type="http://schemas.openxmlformats.org/officeDocument/2006/relationships/tags" Target="../tags/tag529.xml"/><Relationship Id="rId31" Type="http://schemas.openxmlformats.org/officeDocument/2006/relationships/tags" Target="../tags/tag528.xml"/><Relationship Id="rId30" Type="http://schemas.openxmlformats.org/officeDocument/2006/relationships/tags" Target="../tags/tag527.xml"/><Relationship Id="rId3" Type="http://schemas.openxmlformats.org/officeDocument/2006/relationships/tags" Target="../tags/tag509.xml"/><Relationship Id="rId29" Type="http://schemas.openxmlformats.org/officeDocument/2006/relationships/tags" Target="../tags/tag526.xml"/><Relationship Id="rId28" Type="http://schemas.openxmlformats.org/officeDocument/2006/relationships/image" Target="../media/image126.png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image" Target="../media/image125.png"/><Relationship Id="rId24" Type="http://schemas.openxmlformats.org/officeDocument/2006/relationships/tags" Target="../tags/tag523.xml"/><Relationship Id="rId23" Type="http://schemas.openxmlformats.org/officeDocument/2006/relationships/tags" Target="../tags/tag522.xml"/><Relationship Id="rId22" Type="http://schemas.openxmlformats.org/officeDocument/2006/relationships/tags" Target="../tags/tag521.xml"/><Relationship Id="rId21" Type="http://schemas.openxmlformats.org/officeDocument/2006/relationships/tags" Target="../tags/tag520.xml"/><Relationship Id="rId20" Type="http://schemas.openxmlformats.org/officeDocument/2006/relationships/tags" Target="../tags/tag519.xml"/><Relationship Id="rId2" Type="http://schemas.openxmlformats.org/officeDocument/2006/relationships/image" Target="../media/image9.png"/><Relationship Id="rId19" Type="http://schemas.openxmlformats.org/officeDocument/2006/relationships/tags" Target="../tags/tag518.xml"/><Relationship Id="rId18" Type="http://schemas.openxmlformats.org/officeDocument/2006/relationships/image" Target="../media/image124.svg"/><Relationship Id="rId17" Type="http://schemas.openxmlformats.org/officeDocument/2006/relationships/image" Target="../media/image123.png"/><Relationship Id="rId16" Type="http://schemas.openxmlformats.org/officeDocument/2006/relationships/tags" Target="../tags/tag517.xml"/><Relationship Id="rId15" Type="http://schemas.openxmlformats.org/officeDocument/2006/relationships/tags" Target="../tags/tag516.xml"/><Relationship Id="rId14" Type="http://schemas.openxmlformats.org/officeDocument/2006/relationships/image" Target="../media/image122.png"/><Relationship Id="rId13" Type="http://schemas.openxmlformats.org/officeDocument/2006/relationships/tags" Target="../tags/tag515.xml"/><Relationship Id="rId12" Type="http://schemas.openxmlformats.org/officeDocument/2006/relationships/tags" Target="../tags/tag514.xml"/><Relationship Id="rId11" Type="http://schemas.openxmlformats.org/officeDocument/2006/relationships/image" Target="../media/image121.png"/><Relationship Id="rId10" Type="http://schemas.openxmlformats.org/officeDocument/2006/relationships/tags" Target="../tags/tag513.xml"/><Relationship Id="rId1" Type="http://schemas.openxmlformats.org/officeDocument/2006/relationships/tags" Target="../tags/tag50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png"/><Relationship Id="rId8" Type="http://schemas.openxmlformats.org/officeDocument/2006/relationships/tags" Target="../tags/tag565.xml"/><Relationship Id="rId7" Type="http://schemas.openxmlformats.org/officeDocument/2006/relationships/tags" Target="../tags/tag564.xml"/><Relationship Id="rId6" Type="http://schemas.openxmlformats.org/officeDocument/2006/relationships/image" Target="../media/image12.png"/><Relationship Id="rId5" Type="http://schemas.openxmlformats.org/officeDocument/2006/relationships/tags" Target="../tags/tag563.xml"/><Relationship Id="rId40" Type="http://schemas.openxmlformats.org/officeDocument/2006/relationships/notesSlide" Target="../notesSlides/notesSlide18.xml"/><Relationship Id="rId4" Type="http://schemas.openxmlformats.org/officeDocument/2006/relationships/image" Target="../media/image11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588.xml"/><Relationship Id="rId37" Type="http://schemas.openxmlformats.org/officeDocument/2006/relationships/tags" Target="../tags/tag587.xml"/><Relationship Id="rId36" Type="http://schemas.openxmlformats.org/officeDocument/2006/relationships/tags" Target="../tags/tag586.xml"/><Relationship Id="rId35" Type="http://schemas.openxmlformats.org/officeDocument/2006/relationships/image" Target="../media/image135.png"/><Relationship Id="rId34" Type="http://schemas.openxmlformats.org/officeDocument/2006/relationships/tags" Target="../tags/tag585.xml"/><Relationship Id="rId33" Type="http://schemas.openxmlformats.org/officeDocument/2006/relationships/tags" Target="../tags/tag584.xml"/><Relationship Id="rId32" Type="http://schemas.openxmlformats.org/officeDocument/2006/relationships/tags" Target="../tags/tag583.xml"/><Relationship Id="rId31" Type="http://schemas.openxmlformats.org/officeDocument/2006/relationships/tags" Target="../tags/tag582.xml"/><Relationship Id="rId30" Type="http://schemas.openxmlformats.org/officeDocument/2006/relationships/tags" Target="../tags/tag581.xml"/><Relationship Id="rId3" Type="http://schemas.openxmlformats.org/officeDocument/2006/relationships/tags" Target="../tags/tag562.xml"/><Relationship Id="rId29" Type="http://schemas.openxmlformats.org/officeDocument/2006/relationships/tags" Target="../tags/tag580.xml"/><Relationship Id="rId28" Type="http://schemas.openxmlformats.org/officeDocument/2006/relationships/image" Target="../media/image134.png"/><Relationship Id="rId27" Type="http://schemas.openxmlformats.org/officeDocument/2006/relationships/tags" Target="../tags/tag579.xml"/><Relationship Id="rId26" Type="http://schemas.openxmlformats.org/officeDocument/2006/relationships/tags" Target="../tags/tag578.xml"/><Relationship Id="rId25" Type="http://schemas.openxmlformats.org/officeDocument/2006/relationships/tags" Target="../tags/tag577.xml"/><Relationship Id="rId24" Type="http://schemas.openxmlformats.org/officeDocument/2006/relationships/tags" Target="../tags/tag576.xml"/><Relationship Id="rId23" Type="http://schemas.openxmlformats.org/officeDocument/2006/relationships/tags" Target="../tags/tag575.xml"/><Relationship Id="rId22" Type="http://schemas.openxmlformats.org/officeDocument/2006/relationships/tags" Target="../tags/tag574.xml"/><Relationship Id="rId21" Type="http://schemas.openxmlformats.org/officeDocument/2006/relationships/tags" Target="../tags/tag573.xml"/><Relationship Id="rId20" Type="http://schemas.openxmlformats.org/officeDocument/2006/relationships/tags" Target="../tags/tag572.xml"/><Relationship Id="rId2" Type="http://schemas.openxmlformats.org/officeDocument/2006/relationships/image" Target="../media/image9.png"/><Relationship Id="rId19" Type="http://schemas.openxmlformats.org/officeDocument/2006/relationships/tags" Target="../tags/tag571.xml"/><Relationship Id="rId18" Type="http://schemas.openxmlformats.org/officeDocument/2006/relationships/tags" Target="../tags/tag570.xml"/><Relationship Id="rId17" Type="http://schemas.openxmlformats.org/officeDocument/2006/relationships/tags" Target="../tags/tag569.xml"/><Relationship Id="rId16" Type="http://schemas.openxmlformats.org/officeDocument/2006/relationships/tags" Target="../tags/tag568.xml"/><Relationship Id="rId15" Type="http://schemas.openxmlformats.org/officeDocument/2006/relationships/image" Target="../media/image133.png"/><Relationship Id="rId14" Type="http://schemas.openxmlformats.org/officeDocument/2006/relationships/tags" Target="../tags/tag567.xml"/><Relationship Id="rId13" Type="http://schemas.openxmlformats.org/officeDocument/2006/relationships/image" Target="../media/image132.svg"/><Relationship Id="rId12" Type="http://schemas.openxmlformats.org/officeDocument/2006/relationships/image" Target="../media/image131.png"/><Relationship Id="rId11" Type="http://schemas.openxmlformats.org/officeDocument/2006/relationships/tags" Target="../tags/tag566.xml"/><Relationship Id="rId10" Type="http://schemas.openxmlformats.org/officeDocument/2006/relationships/image" Target="../media/image130.svg"/><Relationship Id="rId1" Type="http://schemas.openxmlformats.org/officeDocument/2006/relationships/tags" Target="../tags/tag56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png"/><Relationship Id="rId8" Type="http://schemas.openxmlformats.org/officeDocument/2006/relationships/tags" Target="../tags/tag596.xml"/><Relationship Id="rId7" Type="http://schemas.openxmlformats.org/officeDocument/2006/relationships/tags" Target="../tags/tag595.xml"/><Relationship Id="rId6" Type="http://schemas.openxmlformats.org/officeDocument/2006/relationships/image" Target="../media/image12.png"/><Relationship Id="rId5" Type="http://schemas.openxmlformats.org/officeDocument/2006/relationships/tags" Target="../tags/tag594.xml"/><Relationship Id="rId43" Type="http://schemas.openxmlformats.org/officeDocument/2006/relationships/notesSlide" Target="../notesSlides/notesSlide19.xml"/><Relationship Id="rId42" Type="http://schemas.openxmlformats.org/officeDocument/2006/relationships/slideLayout" Target="../slideLayouts/slideLayout1.xml"/><Relationship Id="rId41" Type="http://schemas.openxmlformats.org/officeDocument/2006/relationships/tags" Target="../tags/tag618.xml"/><Relationship Id="rId40" Type="http://schemas.openxmlformats.org/officeDocument/2006/relationships/tags" Target="../tags/tag617.xml"/><Relationship Id="rId4" Type="http://schemas.openxmlformats.org/officeDocument/2006/relationships/image" Target="../media/image11.png"/><Relationship Id="rId39" Type="http://schemas.openxmlformats.org/officeDocument/2006/relationships/tags" Target="../tags/tag616.xml"/><Relationship Id="rId38" Type="http://schemas.openxmlformats.org/officeDocument/2006/relationships/tags" Target="../tags/tag615.xml"/><Relationship Id="rId37" Type="http://schemas.openxmlformats.org/officeDocument/2006/relationships/tags" Target="../tags/tag614.xml"/><Relationship Id="rId36" Type="http://schemas.openxmlformats.org/officeDocument/2006/relationships/tags" Target="../tags/tag613.xml"/><Relationship Id="rId35" Type="http://schemas.openxmlformats.org/officeDocument/2006/relationships/image" Target="../media/image145.svg"/><Relationship Id="rId34" Type="http://schemas.openxmlformats.org/officeDocument/2006/relationships/image" Target="../media/image144.png"/><Relationship Id="rId33" Type="http://schemas.openxmlformats.org/officeDocument/2006/relationships/tags" Target="../tags/tag612.xml"/><Relationship Id="rId32" Type="http://schemas.openxmlformats.org/officeDocument/2006/relationships/tags" Target="../tags/tag611.xml"/><Relationship Id="rId31" Type="http://schemas.openxmlformats.org/officeDocument/2006/relationships/tags" Target="../tags/tag610.xml"/><Relationship Id="rId30" Type="http://schemas.openxmlformats.org/officeDocument/2006/relationships/tags" Target="../tags/tag609.xml"/><Relationship Id="rId3" Type="http://schemas.openxmlformats.org/officeDocument/2006/relationships/tags" Target="../tags/tag593.xml"/><Relationship Id="rId29" Type="http://schemas.openxmlformats.org/officeDocument/2006/relationships/tags" Target="../tags/tag608.xml"/><Relationship Id="rId28" Type="http://schemas.openxmlformats.org/officeDocument/2006/relationships/tags" Target="../tags/tag607.xml"/><Relationship Id="rId27" Type="http://schemas.openxmlformats.org/officeDocument/2006/relationships/tags" Target="../tags/tag606.xml"/><Relationship Id="rId26" Type="http://schemas.openxmlformats.org/officeDocument/2006/relationships/tags" Target="../tags/tag605.xml"/><Relationship Id="rId25" Type="http://schemas.openxmlformats.org/officeDocument/2006/relationships/tags" Target="../tags/tag604.xml"/><Relationship Id="rId24" Type="http://schemas.openxmlformats.org/officeDocument/2006/relationships/image" Target="../media/image26.svg"/><Relationship Id="rId23" Type="http://schemas.openxmlformats.org/officeDocument/2006/relationships/image" Target="../media/image143.png"/><Relationship Id="rId22" Type="http://schemas.openxmlformats.org/officeDocument/2006/relationships/tags" Target="../tags/tag603.xml"/><Relationship Id="rId21" Type="http://schemas.openxmlformats.org/officeDocument/2006/relationships/tags" Target="../tags/tag602.xml"/><Relationship Id="rId20" Type="http://schemas.openxmlformats.org/officeDocument/2006/relationships/image" Target="../media/image142.svg"/><Relationship Id="rId2" Type="http://schemas.openxmlformats.org/officeDocument/2006/relationships/image" Target="../media/image9.png"/><Relationship Id="rId19" Type="http://schemas.openxmlformats.org/officeDocument/2006/relationships/image" Target="../media/image141.png"/><Relationship Id="rId18" Type="http://schemas.openxmlformats.org/officeDocument/2006/relationships/tags" Target="../tags/tag601.xml"/><Relationship Id="rId17" Type="http://schemas.openxmlformats.org/officeDocument/2006/relationships/image" Target="../media/image140.svg"/><Relationship Id="rId16" Type="http://schemas.openxmlformats.org/officeDocument/2006/relationships/image" Target="../media/image139.png"/><Relationship Id="rId15" Type="http://schemas.openxmlformats.org/officeDocument/2006/relationships/tags" Target="../tags/tag600.xml"/><Relationship Id="rId14" Type="http://schemas.openxmlformats.org/officeDocument/2006/relationships/image" Target="../media/image138.png"/><Relationship Id="rId13" Type="http://schemas.openxmlformats.org/officeDocument/2006/relationships/tags" Target="../tags/tag599.xml"/><Relationship Id="rId12" Type="http://schemas.openxmlformats.org/officeDocument/2006/relationships/tags" Target="../tags/tag598.xml"/><Relationship Id="rId11" Type="http://schemas.openxmlformats.org/officeDocument/2006/relationships/tags" Target="../tags/tag597.xml"/><Relationship Id="rId10" Type="http://schemas.openxmlformats.org/officeDocument/2006/relationships/image" Target="../media/image137.svg"/><Relationship Id="rId1" Type="http://schemas.openxmlformats.org/officeDocument/2006/relationships/tags" Target="../tags/tag59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23.xml"/><Relationship Id="rId2" Type="http://schemas.openxmlformats.org/officeDocument/2006/relationships/image" Target="../media/image9.png"/><Relationship Id="rId1" Type="http://schemas.openxmlformats.org/officeDocument/2006/relationships/tags" Target="../tags/tag6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-2"/>
            <a:ext cx="1799718" cy="2533649"/>
            <a:chOff x="-635000" y="-635000"/>
            <a:chExt cx="1799718" cy="2533647"/>
          </a:xfrm>
        </p:grpSpPr>
        <p:pic>
          <p:nvPicPr>
            <p:cNvPr id="14" name="Image 2" descr="TEMP_Z_ORDER_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-635000" y="-635000"/>
              <a:ext cx="1799718" cy="1829017"/>
            </a:xfrm>
            <a:prstGeom prst="rect">
              <a:avLst/>
            </a:prstGeom>
          </p:spPr>
        </p:pic>
        <p:pic>
          <p:nvPicPr>
            <p:cNvPr id="1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73903"/>
              <a:ext cx="961132" cy="1724746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487069" y="4530971"/>
            <a:ext cx="3482974" cy="637829"/>
            <a:chOff x="-635000" y="-635000"/>
            <a:chExt cx="3482974" cy="637829"/>
          </a:xfrm>
        </p:grpSpPr>
        <p:pic>
          <p:nvPicPr>
            <p:cNvPr id="1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3482974" cy="637829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10101383" y="2273111"/>
            <a:ext cx="2105868" cy="4595809"/>
            <a:chOff x="-635000" y="-635000"/>
            <a:chExt cx="2105868" cy="4595809"/>
          </a:xfrm>
        </p:grpSpPr>
        <p:pic>
          <p:nvPicPr>
            <p:cNvPr id="21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2105868" cy="4595809"/>
            </a:xfrm>
            <a:prstGeom prst="rect">
              <a:avLst/>
            </a:prstGeom>
          </p:spPr>
        </p:pic>
      </p:grpSp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18"/>
            </p:custDataLst>
          </p:nvPr>
        </p:nvGrpSpPr>
        <p:grpSpPr>
          <a:xfrm>
            <a:off x="9613224" y="2284033"/>
            <a:ext cx="2578776" cy="4584889"/>
            <a:chOff x="-635000" y="-635000"/>
            <a:chExt cx="2578776" cy="4584889"/>
          </a:xfrm>
        </p:grpSpPr>
        <p:pic>
          <p:nvPicPr>
            <p:cNvPr id="23" name="Image 7" descr="TEMP_Z_ORDER_7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2578776" cy="458488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>
            <p:custDataLst>
              <p:tags r:id="rId21"/>
            </p:custDataLst>
          </p:nvPr>
        </p:nvGrpSpPr>
        <p:grpSpPr>
          <a:xfrm>
            <a:off x="577080" y="4693350"/>
            <a:ext cx="3321262" cy="313055"/>
            <a:chOff x="-635000" y="-519413"/>
            <a:chExt cx="3321262" cy="313055"/>
          </a:xfrm>
        </p:grpSpPr>
        <p:sp>
          <p:nvSpPr>
            <p:cNvPr id="19" name="Text 0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-635000" y="-519413"/>
              <a:ext cx="3321262" cy="31305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40">
                  <a:solidFill>
                    <a:srgbClr val="000000"/>
                  </a:solidFill>
                </a:rPr>
                <a:t>授课教师</a:t>
              </a:r>
              <a:r>
                <a:rPr lang="zh-CN" altLang="en-US" sz="2040">
                  <a:solidFill>
                    <a:srgbClr val="000000"/>
                  </a:solidFill>
                </a:rPr>
                <a:t>：</a:t>
              </a:r>
              <a:r>
                <a:rPr lang="zh-CN" altLang="en-US" sz="2040">
                  <a:solidFill>
                    <a:srgbClr val="000000"/>
                  </a:solidFill>
                </a:rPr>
                <a:t>张玉</a:t>
              </a:r>
              <a:endParaRPr lang="zh-CN" altLang="en-US" sz="2040">
                <a:solidFill>
                  <a:srgbClr val="000000"/>
                </a:solidFill>
              </a:endParaRPr>
            </a:p>
          </p:txBody>
        </p:sp>
      </p:grpSp>
      <p:sp>
        <p:nvSpPr>
          <p:cNvPr id="11" name="Text 1"/>
          <p:cNvSpPr/>
          <p:nvPr>
            <p:custDataLst>
              <p:tags r:id="rId23"/>
            </p:custDataLst>
          </p:nvPr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6120">
                <a:solidFill>
                  <a:srgbClr val="FFFFFF"/>
                </a:solidFill>
              </a:rPr>
              <a:t>信息安全测评与风险评估</a:t>
            </a:r>
            <a:endParaRPr lang="en-US" sz="6120"/>
          </a:p>
        </p:txBody>
      </p:sp>
      <p:sp>
        <p:nvSpPr>
          <p:cNvPr id="12" name="Text 2"/>
          <p:cNvSpPr/>
          <p:nvPr>
            <p:custDataLst>
              <p:tags r:id="rId24"/>
            </p:custDataLst>
          </p:nvPr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68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6.2 系统整体测评结论形成</a:t>
            </a:r>
            <a:endParaRPr lang="en-US" sz="168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2" animBg="1"/>
      <p:bldP spid="12" grpId="5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5"/>
            </p:custDataLst>
          </p:nvPr>
        </p:nvSpPr>
        <p:spPr>
          <a:xfrm>
            <a:off x="3276744" y="1752719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01</a:t>
            </a:r>
            <a:endParaRPr lang="en-US" sz="3360"/>
          </a:p>
        </p:txBody>
      </p:sp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3276744" y="276931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02</a:t>
            </a:r>
            <a:endParaRPr lang="en-US" sz="3360"/>
          </a:p>
        </p:txBody>
      </p:sp>
      <p:sp>
        <p:nvSpPr>
          <p:cNvPr id="6" name="Text 2"/>
          <p:cNvSpPr/>
          <p:nvPr>
            <p:custDataLst>
              <p:tags r:id="rId7"/>
            </p:custDataLst>
          </p:nvPr>
        </p:nvSpPr>
        <p:spPr>
          <a:xfrm>
            <a:off x="3276744" y="3785903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03</a:t>
            </a:r>
            <a:endParaRPr lang="en-US" sz="3360"/>
          </a:p>
        </p:txBody>
      </p:sp>
      <p:sp>
        <p:nvSpPr>
          <p:cNvPr id="7" name="Text 3"/>
          <p:cNvSpPr/>
          <p:nvPr>
            <p:custDataLst>
              <p:tags r:id="rId8"/>
            </p:custDataLst>
          </p:nvPr>
        </p:nvSpPr>
        <p:spPr>
          <a:xfrm>
            <a:off x="3276744" y="480249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04</a:t>
            </a:r>
            <a:endParaRPr lang="en-US" sz="3360"/>
          </a:p>
        </p:txBody>
      </p:sp>
      <p:sp>
        <p:nvSpPr>
          <p:cNvPr id="8" name="Text 4"/>
          <p:cNvSpPr/>
          <p:nvPr>
            <p:custDataLst>
              <p:tags r:id="rId9"/>
            </p:custDataLst>
          </p:nvPr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4800">
                <a:solidFill>
                  <a:srgbClr val="000000"/>
                </a:solidFill>
              </a:rPr>
              <a:t>目录</a:t>
            </a:r>
            <a:endParaRPr lang="en-US" sz="4800"/>
          </a:p>
        </p:txBody>
      </p:sp>
      <p:sp>
        <p:nvSpPr>
          <p:cNvPr id="9" name="Text 5"/>
          <p:cNvSpPr/>
          <p:nvPr>
            <p:custDataLst>
              <p:tags r:id="rId10"/>
            </p:custDataLst>
          </p:nvPr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040">
                <a:solidFill>
                  <a:srgbClr val="000000"/>
                </a:solidFill>
              </a:rPr>
              <a:t>CONTENTS</a:t>
            </a:r>
            <a:endParaRPr lang="en-US" sz="2040"/>
          </a:p>
        </p:txBody>
      </p:sp>
      <p:sp>
        <p:nvSpPr>
          <p:cNvPr id="10" name="Text 6"/>
          <p:cNvSpPr/>
          <p:nvPr>
            <p:custDataLst>
              <p:tags r:id="rId11"/>
            </p:custDataLst>
          </p:nvPr>
        </p:nvSpPr>
        <p:spPr>
          <a:xfrm>
            <a:off x="4889500" y="4875530"/>
            <a:ext cx="7052310" cy="46164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整体结论的三种类型</a:t>
            </a:r>
            <a:endParaRPr lang="en-US" sz="3000"/>
          </a:p>
        </p:txBody>
      </p:sp>
      <p:sp>
        <p:nvSpPr>
          <p:cNvPr id="11" name="Text 7"/>
          <p:cNvSpPr/>
          <p:nvPr>
            <p:custDataLst>
              <p:tags r:id="rId12"/>
            </p:custDataLst>
          </p:nvPr>
        </p:nvSpPr>
        <p:spPr>
          <a:xfrm>
            <a:off x="4889500" y="1802765"/>
            <a:ext cx="7052310" cy="46164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案例导入</a:t>
            </a:r>
            <a:endParaRPr lang="en-US" sz="3000"/>
          </a:p>
        </p:txBody>
      </p:sp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4889500" y="3782695"/>
            <a:ext cx="7052310" cy="46164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整体测评结论——在等保报告中的定位</a:t>
            </a:r>
            <a:endParaRPr lang="en-US" sz="3000"/>
          </a:p>
        </p:txBody>
      </p:sp>
      <p:sp>
        <p:nvSpPr>
          <p:cNvPr id="13" name="Text 9"/>
          <p:cNvSpPr/>
          <p:nvPr>
            <p:custDataLst>
              <p:tags r:id="rId14"/>
            </p:custDataLst>
          </p:nvPr>
        </p:nvSpPr>
        <p:spPr>
          <a:xfrm>
            <a:off x="4889500" y="2819400"/>
            <a:ext cx="7052310" cy="46164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学习目标</a:t>
            </a:r>
            <a:endParaRPr lang="en-US" sz="30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7772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" y="1584960"/>
            <a:ext cx="365760" cy="36576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13"/>
            </p:custDataLst>
          </p:nvPr>
        </p:nvSpPr>
        <p:spPr>
          <a:xfrm>
            <a:off x="1036320" y="1584960"/>
            <a:ext cx="13106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?</a:t>
            </a:r>
            <a:endParaRPr lang="en-US" sz="1800"/>
          </a:p>
        </p:txBody>
      </p:sp>
      <p:sp>
        <p:nvSpPr>
          <p:cNvPr id="8" name="Text 1"/>
          <p:cNvSpPr/>
          <p:nvPr>
            <p:custDataLst>
              <p:tags r:id="rId14"/>
            </p:custDataLst>
          </p:nvPr>
        </p:nvSpPr>
        <p:spPr>
          <a:xfrm>
            <a:off x="1432560" y="1554480"/>
            <a:ext cx="78272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16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引入问题：单项测评结论都是“符合”，系统就一定是安全的吗？</a:t>
            </a:r>
            <a:endParaRPr lang="en-US" sz="2160"/>
          </a:p>
        </p:txBody>
      </p:sp>
      <p:pic>
        <p:nvPicPr>
          <p:cNvPr id="9" name="Image 5" descr="https://test.web.static.jianzeppt.com/ppt-temp-img3/aa0dc3fb163e3fbabcc5d3cb32d26e21.png?x-oss-process=image/resize,w_1440,h_800,m_lfit/format,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09600" y="2331720"/>
            <a:ext cx="5623560" cy="391668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8680" y="2575560"/>
            <a:ext cx="335280" cy="335280"/>
          </a:xfrm>
          <a:prstGeom prst="rect">
            <a:avLst/>
          </a:prstGeom>
        </p:spPr>
      </p:pic>
      <p:sp>
        <p:nvSpPr>
          <p:cNvPr id="11" name="Text 2"/>
          <p:cNvSpPr/>
          <p:nvPr>
            <p:custDataLst>
              <p:tags r:id="rId20"/>
            </p:custDataLst>
          </p:nvPr>
        </p:nvSpPr>
        <p:spPr>
          <a:xfrm>
            <a:off x="1325880" y="25146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4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2400"/>
          </a:p>
        </p:txBody>
      </p:sp>
      <p:sp>
        <p:nvSpPr>
          <p:cNvPr id="12" name="Text 3"/>
          <p:cNvSpPr/>
          <p:nvPr>
            <p:custDataLst>
              <p:tags r:id="rId21"/>
            </p:custDataLst>
          </p:nvPr>
        </p:nvSpPr>
        <p:spPr>
          <a:xfrm>
            <a:off x="868680" y="3048000"/>
            <a:ext cx="511454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56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某政务系统等保测评中，项目经理查看单项结论发现：</a:t>
            </a:r>
            <a:endParaRPr lang="en-US" sz="1560"/>
          </a:p>
        </p:txBody>
      </p:sp>
      <p:sp>
        <p:nvSpPr>
          <p:cNvPr id="13" name="Text 4"/>
          <p:cNvSpPr/>
          <p:nvPr>
            <p:custDataLst>
              <p:tags r:id="rId22"/>
            </p:custDataLst>
          </p:nvPr>
        </p:nvSpPr>
        <p:spPr>
          <a:xfrm>
            <a:off x="929640" y="3703320"/>
            <a:ext cx="2529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80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800"/>
          </a:p>
        </p:txBody>
      </p:sp>
      <p:sp>
        <p:nvSpPr>
          <p:cNvPr id="14" name="Text 5"/>
          <p:cNvSpPr/>
          <p:nvPr>
            <p:custDataLst>
              <p:tags r:id="rId23"/>
            </p:custDataLst>
          </p:nvPr>
        </p:nvSpPr>
        <p:spPr>
          <a:xfrm>
            <a:off x="1249680" y="3611880"/>
            <a:ext cx="4733544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物理环境 / 通信网络 / 区域边界：</a:t>
            </a:r>
            <a:r>
              <a:rPr lang="en-US" sz="18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全部“符合”</a:t>
            </a:r>
            <a:endParaRPr lang="en-US" sz="1800"/>
          </a:p>
        </p:txBody>
      </p:sp>
      <p:sp>
        <p:nvSpPr>
          <p:cNvPr id="15" name="Text 6"/>
          <p:cNvSpPr/>
          <p:nvPr>
            <p:custDataLst>
              <p:tags r:id="rId24"/>
            </p:custDataLst>
          </p:nvPr>
        </p:nvSpPr>
        <p:spPr>
          <a:xfrm>
            <a:off x="929640" y="4267200"/>
            <a:ext cx="2529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80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800"/>
          </a:p>
        </p:txBody>
      </p:sp>
      <p:sp>
        <p:nvSpPr>
          <p:cNvPr id="16" name="Text 7"/>
          <p:cNvSpPr/>
          <p:nvPr>
            <p:custDataLst>
              <p:tags r:id="rId25"/>
            </p:custDataLst>
          </p:nvPr>
        </p:nvSpPr>
        <p:spPr>
          <a:xfrm>
            <a:off x="1249680" y="4251960"/>
            <a:ext cx="473354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80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安全计算环境：15项“符合”，</a:t>
            </a:r>
            <a:r>
              <a:rPr lang="en-US" sz="1800" b="1">
                <a:solidFill>
                  <a:srgbClr val="D9534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1项“部分符合”</a:t>
            </a:r>
            <a:endParaRPr lang="en-US" sz="1800"/>
          </a:p>
        </p:txBody>
      </p:sp>
      <p:sp>
        <p:nvSpPr>
          <p:cNvPr id="17" name="Text 8"/>
          <p:cNvSpPr/>
          <p:nvPr>
            <p:custDataLst>
              <p:tags r:id="rId26"/>
            </p:custDataLst>
          </p:nvPr>
        </p:nvSpPr>
        <p:spPr>
          <a:xfrm>
            <a:off x="929640" y="4831080"/>
            <a:ext cx="2529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80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800"/>
          </a:p>
        </p:txBody>
      </p:sp>
      <p:sp>
        <p:nvSpPr>
          <p:cNvPr id="18" name="Text 9"/>
          <p:cNvSpPr/>
          <p:nvPr>
            <p:custDataLst>
              <p:tags r:id="rId27"/>
            </p:custDataLst>
          </p:nvPr>
        </p:nvSpPr>
        <p:spPr>
          <a:xfrm>
            <a:off x="1249680" y="4815840"/>
            <a:ext cx="441350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80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安全管理：10项“符合”，</a:t>
            </a:r>
            <a:r>
              <a:rPr lang="en-US" sz="1800" b="1">
                <a:solidFill>
                  <a:srgbClr val="D9534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2项“部分符合”</a:t>
            </a:r>
            <a:endParaRPr lang="en-US" sz="1800"/>
          </a:p>
        </p:txBody>
      </p:sp>
      <p:pic>
        <p:nvPicPr>
          <p:cNvPr id="19" name="Image 7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68680" y="5212080"/>
            <a:ext cx="5105400" cy="777240"/>
          </a:xfrm>
          <a:prstGeom prst="rect">
            <a:avLst/>
          </a:prstGeom>
          <a:effectLst>
            <a:outerShdw blurRad="30480" dist="15240" dir="5400000" algn="bl" rotWithShape="0">
              <a:srgbClr val="000000">
                <a:alpha val="5000"/>
              </a:srgbClr>
            </a:outerShdw>
          </a:effectLst>
        </p:spPr>
      </p:pic>
      <p:sp>
        <p:nvSpPr>
          <p:cNvPr id="20" name="Text 10"/>
          <p:cNvSpPr/>
          <p:nvPr>
            <p:custDataLst>
              <p:tags r:id="rId31"/>
            </p:custDataLst>
          </p:nvPr>
        </p:nvSpPr>
        <p:spPr>
          <a:xfrm>
            <a:off x="1036320" y="5379720"/>
            <a:ext cx="4779264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7000"/>
              </a:lnSpc>
              <a:buNone/>
            </a:pPr>
            <a:r>
              <a:rPr lang="en-US" sz="1800" b="1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结论：项目经理认为总体不错，直接给出“基本符合”结论。</a:t>
            </a:r>
            <a:endParaRPr lang="en-US" sz="1800"/>
          </a:p>
        </p:txBody>
      </p:sp>
      <p:pic>
        <p:nvPicPr>
          <p:cNvPr id="21" name="Image 8" descr="https://test.web.static.jianzeppt.com/ppt-temp-img3/38d32ec44718afce411ab829d52b01b3.png?x-oss-process=image/resize,w_1440,h_800,m_lfit/format,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6477000" y="4831715"/>
            <a:ext cx="5105400" cy="150812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675120" y="4861560"/>
            <a:ext cx="60960" cy="243840"/>
          </a:xfrm>
          <a:prstGeom prst="rect">
            <a:avLst/>
          </a:prstGeom>
        </p:spPr>
      </p:pic>
      <p:sp>
        <p:nvSpPr>
          <p:cNvPr id="23" name="Text 11"/>
          <p:cNvSpPr/>
          <p:nvPr>
            <p:custDataLst>
              <p:tags r:id="rId37"/>
            </p:custDataLst>
          </p:nvPr>
        </p:nvSpPr>
        <p:spPr>
          <a:xfrm>
            <a:off x="6827520" y="478536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16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问题讨论</a:t>
            </a:r>
            <a:endParaRPr lang="en-US" sz="2160"/>
          </a:p>
        </p:txBody>
      </p:sp>
      <p:pic>
        <p:nvPicPr>
          <p:cNvPr id="24" name="Image 10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827520" y="5440680"/>
            <a:ext cx="91440" cy="91440"/>
          </a:xfrm>
          <a:prstGeom prst="rect">
            <a:avLst/>
          </a:prstGeom>
        </p:spPr>
      </p:pic>
      <p:sp>
        <p:nvSpPr>
          <p:cNvPr id="25" name="Text 12"/>
          <p:cNvSpPr/>
          <p:nvPr>
            <p:custDataLst>
              <p:tags r:id="rId41"/>
            </p:custDataLst>
          </p:nvPr>
        </p:nvSpPr>
        <p:spPr>
          <a:xfrm>
            <a:off x="7040880" y="5318760"/>
            <a:ext cx="32247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800" b="1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该项目经理的做法有什么问题？</a:t>
            </a:r>
            <a:endParaRPr lang="en-US" sz="1800"/>
          </a:p>
        </p:txBody>
      </p:sp>
      <p:pic>
        <p:nvPicPr>
          <p:cNvPr id="26" name="Image 11" descr="preencoded.png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827520" y="6050280"/>
            <a:ext cx="91440" cy="91440"/>
          </a:xfrm>
          <a:prstGeom prst="rect">
            <a:avLst/>
          </a:prstGeom>
        </p:spPr>
      </p:pic>
      <p:sp>
        <p:nvSpPr>
          <p:cNvPr id="27" name="Text 13"/>
          <p:cNvSpPr/>
          <p:nvPr>
            <p:custDataLst>
              <p:tags r:id="rId43"/>
            </p:custDataLst>
          </p:nvPr>
        </p:nvSpPr>
        <p:spPr>
          <a:xfrm>
            <a:off x="7040880" y="5811520"/>
            <a:ext cx="4367784" cy="5537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800" b="1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整体结论应该怎么做？“部分符合”权重一样吗？</a:t>
            </a:r>
            <a:endParaRPr lang="en-US" sz="1800"/>
          </a:p>
        </p:txBody>
      </p:sp>
      <p:pic>
        <p:nvPicPr>
          <p:cNvPr id="28" name="Image 12" descr="preencoded.png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477000" y="2331720"/>
            <a:ext cx="5105400" cy="1691640"/>
          </a:xfrm>
          <a:prstGeom prst="rect">
            <a:avLst/>
          </a:prstGeom>
          <a:effectLst>
            <a:outerShdw blurRad="30480" dist="15240" dir="5400000" algn="bl" rotWithShape="0">
              <a:srgbClr val="000000">
                <a:alpha val="5000"/>
              </a:srgbClr>
            </a:outerShdw>
          </a:effectLst>
        </p:spPr>
      </p:pic>
      <p:pic>
        <p:nvPicPr>
          <p:cNvPr id="29" name="Image 13" descr="preencoded.png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736080" y="2468880"/>
            <a:ext cx="335280" cy="335280"/>
          </a:xfrm>
          <a:prstGeom prst="rect">
            <a:avLst/>
          </a:prstGeom>
        </p:spPr>
      </p:pic>
      <p:sp>
        <p:nvSpPr>
          <p:cNvPr id="30" name="Text 14"/>
          <p:cNvSpPr/>
          <p:nvPr>
            <p:custDataLst>
              <p:tags r:id="rId50"/>
            </p:custDataLst>
          </p:nvPr>
        </p:nvSpPr>
        <p:spPr>
          <a:xfrm>
            <a:off x="7193280" y="240792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400" b="1">
                <a:solidFill>
                  <a:srgbClr val="D9534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专家复评质疑</a:t>
            </a:r>
            <a:endParaRPr lang="en-US" sz="2400"/>
          </a:p>
        </p:txBody>
      </p:sp>
      <p:sp>
        <p:nvSpPr>
          <p:cNvPr id="31" name="Text 15"/>
          <p:cNvSpPr/>
          <p:nvPr>
            <p:custDataLst>
              <p:tags r:id="rId51"/>
            </p:custDataLst>
          </p:nvPr>
        </p:nvSpPr>
        <p:spPr>
          <a:xfrm>
            <a:off x="6736080" y="283464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800" b="1">
                <a:solidFill>
                  <a:srgbClr val="D9534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1.</a:t>
            </a:r>
            <a:endParaRPr lang="en-US" sz="1800"/>
          </a:p>
        </p:txBody>
      </p:sp>
      <p:sp>
        <p:nvSpPr>
          <p:cNvPr id="32" name="Text 16"/>
          <p:cNvSpPr/>
          <p:nvPr>
            <p:custDataLst>
              <p:tags r:id="rId52"/>
            </p:custDataLst>
          </p:nvPr>
        </p:nvSpPr>
        <p:spPr>
          <a:xfrm>
            <a:off x="7040880" y="2743200"/>
            <a:ext cx="4306824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1项计算环境指标恰好是</a:t>
            </a:r>
            <a:r>
              <a:rPr lang="en-US" sz="1800" b="1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“数据备份恢复”</a:t>
            </a:r>
            <a:r>
              <a:rPr lang="en-US" sz="18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</a:t>
            </a:r>
            <a:r>
              <a:rPr lang="en-US" sz="1800">
                <a:solidFill>
                  <a:srgbClr val="D9534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无异地备份</a:t>
            </a:r>
            <a:r>
              <a:rPr lang="en-US" sz="18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。</a:t>
            </a:r>
            <a:endParaRPr lang="en-US" sz="1800"/>
          </a:p>
        </p:txBody>
      </p:sp>
      <p:sp>
        <p:nvSpPr>
          <p:cNvPr id="33" name="Text 17"/>
          <p:cNvSpPr/>
          <p:nvPr>
            <p:custDataLst>
              <p:tags r:id="rId53"/>
            </p:custDataLst>
          </p:nvPr>
        </p:nvSpPr>
        <p:spPr>
          <a:xfrm>
            <a:off x="6736080" y="344424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800" b="1">
                <a:solidFill>
                  <a:srgbClr val="D9534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2.</a:t>
            </a:r>
            <a:endParaRPr lang="en-US" sz="1800"/>
          </a:p>
        </p:txBody>
      </p:sp>
      <p:sp>
        <p:nvSpPr>
          <p:cNvPr id="34" name="Text 18"/>
          <p:cNvSpPr/>
          <p:nvPr>
            <p:custDataLst>
              <p:tags r:id="rId54"/>
            </p:custDataLst>
          </p:nvPr>
        </p:nvSpPr>
        <p:spPr>
          <a:xfrm>
            <a:off x="7106285" y="3336290"/>
            <a:ext cx="4306824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2项管理指标涉及</a:t>
            </a:r>
            <a:r>
              <a:rPr lang="en-US" sz="1800" b="1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“应急预案与事件处置”</a:t>
            </a:r>
            <a:r>
              <a:rPr lang="en-US" sz="18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——</a:t>
            </a:r>
            <a:r>
              <a:rPr lang="en-US" sz="1800">
                <a:solidFill>
                  <a:srgbClr val="D9534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制度缺失</a:t>
            </a:r>
            <a:r>
              <a:rPr lang="en-US" sz="18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。</a:t>
            </a:r>
            <a:endParaRPr lang="en-US" sz="1800"/>
          </a:p>
        </p:txBody>
      </p:sp>
      <p:pic>
        <p:nvPicPr>
          <p:cNvPr id="35" name="Image 14" descr="preencoded.png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781800" y="4084955"/>
            <a:ext cx="4587240" cy="685165"/>
          </a:xfrm>
          <a:prstGeom prst="rect">
            <a:avLst/>
          </a:prstGeom>
        </p:spPr>
      </p:pic>
      <p:sp>
        <p:nvSpPr>
          <p:cNvPr id="36" name="Text 19"/>
          <p:cNvSpPr/>
          <p:nvPr>
            <p:custDataLst>
              <p:tags r:id="rId58"/>
            </p:custDataLst>
          </p:nvPr>
        </p:nvSpPr>
        <p:spPr>
          <a:xfrm>
            <a:off x="6827520" y="4145280"/>
            <a:ext cx="4291584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7000"/>
              </a:lnSpc>
              <a:buNone/>
            </a:pPr>
            <a:r>
              <a:rPr lang="en-US" sz="1800" b="1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专家指出：整体结论不仅看“符合”数，更看“不符合/部分符合”的位置和权重。</a:t>
            </a:r>
            <a:endParaRPr lang="en-US" sz="1800"/>
          </a:p>
        </p:txBody>
      </p:sp>
      <p:pic>
        <p:nvPicPr>
          <p:cNvPr id="37" name="Image 15" descr="https://test.web.static.jianzeppt.com/ppt-temp-img3/795a45c541a7524ce2bd6d6e9b688a44.png?x-oss-process=image/resize,w_1440,h_800,m_lfit/format,png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6492240" y="2346960"/>
            <a:ext cx="60960" cy="1661160"/>
          </a:xfrm>
          <a:prstGeom prst="rect">
            <a:avLst/>
          </a:prstGeom>
        </p:spPr>
      </p:pic>
      <p:sp>
        <p:nvSpPr>
          <p:cNvPr id="38" name="Text 20"/>
          <p:cNvSpPr/>
          <p:nvPr>
            <p:custDataLst>
              <p:tags r:id="rId6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案例导入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6" name="组合 55"/>
          <p:cNvGrpSpPr/>
          <p:nvPr>
            <p:custDataLst>
              <p:tags r:id="rId7"/>
            </p:custDataLst>
          </p:nvPr>
        </p:nvGrpSpPr>
        <p:grpSpPr>
          <a:xfrm>
            <a:off x="609600" y="2133600"/>
            <a:ext cx="10424160" cy="2743200"/>
            <a:chOff x="-635000" y="-635000"/>
            <a:chExt cx="10424160" cy="2743200"/>
          </a:xfrm>
        </p:grpSpPr>
        <p:pic>
          <p:nvPicPr>
            <p:cNvPr id="5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alphaModFix amt="2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86360" y="325120"/>
              <a:ext cx="9875520" cy="60960"/>
            </a:xfrm>
            <a:prstGeom prst="rect">
              <a:avLst/>
            </a:prstGeom>
          </p:spPr>
        </p:pic>
        <p:pic>
          <p:nvPicPr>
            <p:cNvPr id="58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589915"/>
              <a:ext cx="1981200" cy="1518285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59" name="Text 0" descr="TEMP_Z_ORDER_5"/>
            <p:cNvSpPr/>
            <p:nvPr>
              <p:custDataLst>
                <p:tags r:id="rId14"/>
              </p:custDataLst>
            </p:nvPr>
          </p:nvSpPr>
          <p:spPr>
            <a:xfrm>
              <a:off x="145415" y="767080"/>
              <a:ext cx="429895" cy="2241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理解</a:t>
              </a:r>
              <a:endParaRPr lang="en-US" sz="1680"/>
            </a:p>
          </p:txBody>
        </p:sp>
        <p:sp>
          <p:nvSpPr>
            <p:cNvPr id="60" name="Text 1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-436880" y="1056640"/>
              <a:ext cx="1594104" cy="7504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4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系统整体测评结论的形成原理（从“零件”到“整车”）</a:t>
              </a:r>
              <a:endParaRPr lang="en-US" sz="1440"/>
            </a:p>
          </p:txBody>
        </p:sp>
        <p:pic>
          <p:nvPicPr>
            <p:cNvPr id="61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62" name="Text 2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124476" y="-512924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2640"/>
            </a:p>
          </p:txBody>
        </p:sp>
      </p:grpSp>
      <p:grpSp>
        <p:nvGrpSpPr>
          <p:cNvPr id="44" name="组合 43"/>
          <p:cNvGrpSpPr/>
          <p:nvPr>
            <p:custDataLst>
              <p:tags r:id="rId20"/>
            </p:custDataLst>
          </p:nvPr>
        </p:nvGrpSpPr>
        <p:grpSpPr>
          <a:xfrm>
            <a:off x="2865120" y="2392680"/>
            <a:ext cx="1981200" cy="2240280"/>
            <a:chOff x="-635000" y="-635000"/>
            <a:chExt cx="1981200" cy="2240280"/>
          </a:xfrm>
        </p:grpSpPr>
        <p:pic>
          <p:nvPicPr>
            <p:cNvPr id="45" name="Image 6" descr="TEMP_Z_ORDER_9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35000" y="340360"/>
              <a:ext cx="1981200" cy="12649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6" name="Text 3" descr="TEMP_Z_ORDER_10"/>
            <p:cNvSpPr/>
            <p:nvPr>
              <p:custDataLst>
                <p:tags r:id="rId24"/>
              </p:custDataLst>
            </p:nvPr>
          </p:nvSpPr>
          <p:spPr>
            <a:xfrm>
              <a:off x="145320" y="538480"/>
              <a:ext cx="429704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掌握</a:t>
              </a:r>
              <a:endParaRPr lang="en-US" sz="1680"/>
            </a:p>
          </p:txBody>
        </p:sp>
        <p:sp>
          <p:nvSpPr>
            <p:cNvPr id="47" name="Text 4" descr="TEMP_Z_ORDER_11"/>
            <p:cNvSpPr/>
            <p:nvPr>
              <p:custDataLst>
                <p:tags r:id="rId25"/>
              </p:custDataLst>
            </p:nvPr>
          </p:nvSpPr>
          <p:spPr>
            <a:xfrm>
              <a:off x="-436880" y="889000"/>
              <a:ext cx="1594104" cy="45661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3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单项结论汇总分析的方法与步骤</a:t>
              </a:r>
              <a:endParaRPr lang="en-US" sz="1320"/>
            </a:p>
          </p:txBody>
        </p:sp>
        <p:pic>
          <p:nvPicPr>
            <p:cNvPr id="48" name="Image 7" descr="TEMP_Z_ORDER_12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2540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49" name="Text 5" descr="TEMP_Z_ORDER_13"/>
            <p:cNvSpPr/>
            <p:nvPr>
              <p:custDataLst>
                <p:tags r:id="rId27"/>
              </p:custDataLst>
            </p:nvPr>
          </p:nvSpPr>
          <p:spPr>
            <a:xfrm>
              <a:off x="109236" y="-528163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2640"/>
            </a:p>
          </p:txBody>
        </p:sp>
      </p:grpSp>
      <p:grpSp>
        <p:nvGrpSpPr>
          <p:cNvPr id="50" name="组合 49"/>
          <p:cNvGrpSpPr/>
          <p:nvPr>
            <p:custDataLst>
              <p:tags r:id="rId28"/>
            </p:custDataLst>
          </p:nvPr>
        </p:nvGrpSpPr>
        <p:grpSpPr>
          <a:xfrm>
            <a:off x="5105400" y="2270760"/>
            <a:ext cx="1981200" cy="2484120"/>
            <a:chOff x="-635000" y="-635000"/>
            <a:chExt cx="1981200" cy="2484120"/>
          </a:xfrm>
        </p:grpSpPr>
        <p:pic>
          <p:nvPicPr>
            <p:cNvPr id="51" name="Image 8" descr="TEMP_Z_ORDER_14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635000" y="478155"/>
              <a:ext cx="1981200" cy="1370965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52" name="Text 6" descr="TEMP_Z_ORDER_15"/>
            <p:cNvSpPr/>
            <p:nvPr>
              <p:custDataLst>
                <p:tags r:id="rId32"/>
              </p:custDataLst>
            </p:nvPr>
          </p:nvSpPr>
          <p:spPr>
            <a:xfrm>
              <a:off x="145320" y="614680"/>
              <a:ext cx="429704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能够</a:t>
              </a:r>
              <a:endParaRPr lang="en-US" sz="1680"/>
            </a:p>
          </p:txBody>
        </p:sp>
        <p:sp>
          <p:nvSpPr>
            <p:cNvPr id="53" name="Text 7" descr="TEMP_Z_ORDER_16"/>
            <p:cNvSpPr/>
            <p:nvPr>
              <p:custDataLst>
                <p:tags r:id="rId33"/>
              </p:custDataLst>
            </p:nvPr>
          </p:nvSpPr>
          <p:spPr>
            <a:xfrm>
              <a:off x="-436880" y="889000"/>
              <a:ext cx="1594104" cy="7504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4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运用风险趋势判断法识别“高风险集中领域”</a:t>
              </a:r>
              <a:endParaRPr lang="en-US" sz="1440"/>
            </a:p>
          </p:txBody>
        </p:sp>
        <p:pic>
          <p:nvPicPr>
            <p:cNvPr id="54" name="Image 9" descr="TEMP_Z_ORDER_17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55" name="Text 8" descr="TEMP_Z_ORDER_18"/>
            <p:cNvSpPr/>
            <p:nvPr>
              <p:custDataLst>
                <p:tags r:id="rId35"/>
              </p:custDataLst>
            </p:nvPr>
          </p:nvSpPr>
          <p:spPr>
            <a:xfrm>
              <a:off x="124476" y="-528163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2640"/>
            </a:p>
          </p:txBody>
        </p:sp>
      </p:grpSp>
      <p:grpSp>
        <p:nvGrpSpPr>
          <p:cNvPr id="32" name="组合 31"/>
          <p:cNvGrpSpPr/>
          <p:nvPr>
            <p:custDataLst>
              <p:tags r:id="rId36"/>
            </p:custDataLst>
          </p:nvPr>
        </p:nvGrpSpPr>
        <p:grpSpPr>
          <a:xfrm>
            <a:off x="7360920" y="2392680"/>
            <a:ext cx="1981200" cy="2240280"/>
            <a:chOff x="-635000" y="-635000"/>
            <a:chExt cx="1981200" cy="2240280"/>
          </a:xfrm>
        </p:grpSpPr>
        <p:pic>
          <p:nvPicPr>
            <p:cNvPr id="33" name="Image 10" descr="TEMP_Z_ORDER_19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35000" y="340360"/>
              <a:ext cx="1981200" cy="12649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34" name="Text 9" descr="TEMP_Z_ORDER_20"/>
            <p:cNvSpPr/>
            <p:nvPr>
              <p:custDataLst>
                <p:tags r:id="rId38"/>
              </p:custDataLst>
            </p:nvPr>
          </p:nvSpPr>
          <p:spPr>
            <a:xfrm>
              <a:off x="145320" y="538480"/>
              <a:ext cx="429704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能够</a:t>
              </a:r>
              <a:endParaRPr lang="en-US" sz="1680"/>
            </a:p>
          </p:txBody>
        </p:sp>
        <p:sp>
          <p:nvSpPr>
            <p:cNvPr id="35" name="Text 10" descr="TEMP_Z_ORDER_21"/>
            <p:cNvSpPr/>
            <p:nvPr>
              <p:custDataLst>
                <p:tags r:id="rId39"/>
              </p:custDataLst>
            </p:nvPr>
          </p:nvSpPr>
          <p:spPr>
            <a:xfrm>
              <a:off x="-436880" y="889000"/>
              <a:ext cx="1594104" cy="45661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3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规范撰写系统整体测评结论</a:t>
              </a:r>
              <a:endParaRPr lang="en-US" sz="1320"/>
            </a:p>
          </p:txBody>
        </p:sp>
        <p:pic>
          <p:nvPicPr>
            <p:cNvPr id="36" name="Image 11" descr="TEMP_Z_ORDER_22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37" name="Text 11" descr="TEMP_Z_ORDER_23"/>
            <p:cNvSpPr/>
            <p:nvPr>
              <p:custDataLst>
                <p:tags r:id="rId41"/>
              </p:custDataLst>
            </p:nvPr>
          </p:nvSpPr>
          <p:spPr>
            <a:xfrm>
              <a:off x="124476" y="-528163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04</a:t>
              </a:r>
              <a:endParaRPr lang="en-US" sz="2640"/>
            </a:p>
          </p:txBody>
        </p:sp>
      </p:grpSp>
      <p:grpSp>
        <p:nvGrpSpPr>
          <p:cNvPr id="38" name="组合 37"/>
          <p:cNvGrpSpPr/>
          <p:nvPr>
            <p:custDataLst>
              <p:tags r:id="rId42"/>
            </p:custDataLst>
          </p:nvPr>
        </p:nvGrpSpPr>
        <p:grpSpPr>
          <a:xfrm>
            <a:off x="9601200" y="2270760"/>
            <a:ext cx="1981200" cy="2484120"/>
            <a:chOff x="-635000" y="-635000"/>
            <a:chExt cx="1981200" cy="2484120"/>
          </a:xfrm>
        </p:grpSpPr>
        <p:pic>
          <p:nvPicPr>
            <p:cNvPr id="39" name="Image 12" descr="TEMP_Z_ORDER_24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635000" y="478155"/>
              <a:ext cx="1981200" cy="1370965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0" name="Text 12" descr="TEMP_Z_ORDER_25"/>
            <p:cNvSpPr/>
            <p:nvPr>
              <p:custDataLst>
                <p:tags r:id="rId44"/>
              </p:custDataLst>
            </p:nvPr>
          </p:nvSpPr>
          <p:spPr>
            <a:xfrm>
              <a:off x="145319" y="614680"/>
              <a:ext cx="429704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具备</a:t>
              </a:r>
              <a:endParaRPr lang="en-US" sz="1680"/>
            </a:p>
          </p:txBody>
        </p:sp>
        <p:sp>
          <p:nvSpPr>
            <p:cNvPr id="41" name="Text 13" descr="TEMP_Z_ORDER_26"/>
            <p:cNvSpPr/>
            <p:nvPr>
              <p:custDataLst>
                <p:tags r:id="rId45"/>
              </p:custDataLst>
            </p:nvPr>
          </p:nvSpPr>
          <p:spPr>
            <a:xfrm>
              <a:off x="-436880" y="889000"/>
              <a:ext cx="1594104" cy="7505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4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从“局部”到“整体”的综合安全判断能力</a:t>
              </a:r>
              <a:endParaRPr lang="en-US" sz="1440"/>
            </a:p>
          </p:txBody>
        </p:sp>
        <p:pic>
          <p:nvPicPr>
            <p:cNvPr id="42" name="Image 13" descr="TEMP_Z_ORDER_27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43" name="Text 14" descr="TEMP_Z_ORDER_28"/>
            <p:cNvSpPr/>
            <p:nvPr>
              <p:custDataLst>
                <p:tags r:id="rId47"/>
              </p:custDataLst>
            </p:nvPr>
          </p:nvSpPr>
          <p:spPr>
            <a:xfrm>
              <a:off x="124476" y="-528163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05</a:t>
              </a:r>
              <a:endParaRPr lang="en-US" sz="2640"/>
            </a:p>
          </p:txBody>
        </p:sp>
      </p:grpSp>
      <p:sp>
        <p:nvSpPr>
          <p:cNvPr id="31" name="Text 15"/>
          <p:cNvSpPr/>
          <p:nvPr>
            <p:custDataLst>
              <p:tags r:id="rId4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学习目标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4" name="组合 63"/>
          <p:cNvGrpSpPr/>
          <p:nvPr>
            <p:custDataLst>
              <p:tags r:id="rId7"/>
            </p:custDataLst>
          </p:nvPr>
        </p:nvGrpSpPr>
        <p:grpSpPr>
          <a:xfrm>
            <a:off x="609600" y="1295400"/>
            <a:ext cx="10972800" cy="1051560"/>
            <a:chOff x="-635000" y="-635000"/>
            <a:chExt cx="10972800" cy="1051560"/>
          </a:xfrm>
        </p:grpSpPr>
        <p:pic>
          <p:nvPicPr>
            <p:cNvPr id="6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051560"/>
            </a:xfrm>
            <a:prstGeom prst="rect">
              <a:avLst/>
            </a:prstGeom>
          </p:spPr>
        </p:pic>
        <p:sp>
          <p:nvSpPr>
            <p:cNvPr id="66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467360" y="-467360"/>
              <a:ext cx="193367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</a:rPr>
                <a:t>等保测评报告结构：</a:t>
              </a:r>
              <a:endParaRPr lang="en-US" sz="1680"/>
            </a:p>
          </p:txBody>
        </p:sp>
        <p:sp>
          <p:nvSpPr>
            <p:cNvPr id="67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467360" y="-55880"/>
              <a:ext cx="368776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333333"/>
                  </a:solidFill>
                </a:rPr>
                <a:t>封面</a:t>
              </a:r>
              <a:endParaRPr lang="en-US" sz="1440"/>
            </a:p>
          </p:txBody>
        </p:sp>
        <p:pic>
          <p:nvPicPr>
            <p:cNvPr id="68" name="Image 4" descr="TEMP_Z_ORDER_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55880" y="-25400"/>
              <a:ext cx="213360" cy="213360"/>
            </a:xfrm>
            <a:prstGeom prst="rect">
              <a:avLst/>
            </a:prstGeom>
          </p:spPr>
        </p:pic>
        <p:sp>
          <p:nvSpPr>
            <p:cNvPr id="69" name="Text 2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203200" y="-55880"/>
              <a:ext cx="368776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333333"/>
                  </a:solidFill>
                </a:rPr>
                <a:t>概述</a:t>
              </a:r>
              <a:endParaRPr lang="en-US" sz="1440"/>
            </a:p>
          </p:txBody>
        </p:sp>
        <p:pic>
          <p:nvPicPr>
            <p:cNvPr id="70" name="Image 5" descr="TEMP_Z_ORDER_8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614680" y="-25400"/>
              <a:ext cx="213360" cy="213360"/>
            </a:xfrm>
            <a:prstGeom prst="rect">
              <a:avLst/>
            </a:prstGeom>
          </p:spPr>
        </p:pic>
        <p:sp>
          <p:nvSpPr>
            <p:cNvPr id="71" name="Text 3" descr="TEMP_Z_ORDER_9"/>
            <p:cNvSpPr/>
            <p:nvPr>
              <p:custDataLst>
                <p:tags r:id="rId16"/>
              </p:custDataLst>
            </p:nvPr>
          </p:nvSpPr>
          <p:spPr>
            <a:xfrm>
              <a:off x="873760" y="-55880"/>
              <a:ext cx="737553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333333"/>
                  </a:solidFill>
                </a:rPr>
                <a:t>测评范围</a:t>
              </a:r>
              <a:endParaRPr lang="en-US" sz="1440"/>
            </a:p>
          </p:txBody>
        </p:sp>
        <p:pic>
          <p:nvPicPr>
            <p:cNvPr id="72" name="Image 6" descr="TEMP_Z_ORDER_10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651000" y="-25400"/>
              <a:ext cx="213360" cy="213360"/>
            </a:xfrm>
            <a:prstGeom prst="rect">
              <a:avLst/>
            </a:prstGeom>
          </p:spPr>
        </p:pic>
        <p:sp>
          <p:nvSpPr>
            <p:cNvPr id="73" name="Text 4" descr="TEMP_Z_ORDER_11"/>
            <p:cNvSpPr/>
            <p:nvPr>
              <p:custDataLst>
                <p:tags r:id="rId18"/>
              </p:custDataLst>
            </p:nvPr>
          </p:nvSpPr>
          <p:spPr>
            <a:xfrm>
              <a:off x="1910080" y="-55880"/>
              <a:ext cx="737553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333333"/>
                  </a:solidFill>
                </a:rPr>
                <a:t>单项结果</a:t>
              </a:r>
              <a:endParaRPr lang="en-US" sz="1440"/>
            </a:p>
          </p:txBody>
        </p:sp>
        <p:pic>
          <p:nvPicPr>
            <p:cNvPr id="74" name="Image 7" descr="TEMP_Z_ORDER_12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2687320" y="-25400"/>
              <a:ext cx="213360" cy="213360"/>
            </a:xfrm>
            <a:prstGeom prst="rect">
              <a:avLst/>
            </a:prstGeom>
          </p:spPr>
        </p:pic>
        <p:pic>
          <p:nvPicPr>
            <p:cNvPr id="75" name="Image 8" descr="TEMP_Z_ORDER_13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946400" y="-86360"/>
              <a:ext cx="929640" cy="335280"/>
            </a:xfrm>
            <a:prstGeom prst="rect">
              <a:avLst/>
            </a:prstGeom>
          </p:spPr>
        </p:pic>
        <p:sp>
          <p:nvSpPr>
            <p:cNvPr id="76" name="Text 5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3037840" y="-25400"/>
              <a:ext cx="737553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整体结论</a:t>
              </a:r>
              <a:endParaRPr lang="en-US" sz="1440"/>
            </a:p>
          </p:txBody>
        </p:sp>
        <p:pic>
          <p:nvPicPr>
            <p:cNvPr id="77" name="Image 9" descr="TEMP_Z_ORDER_15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3906520" y="-25400"/>
              <a:ext cx="213360" cy="213360"/>
            </a:xfrm>
            <a:prstGeom prst="rect">
              <a:avLst/>
            </a:prstGeom>
          </p:spPr>
        </p:pic>
        <p:sp>
          <p:nvSpPr>
            <p:cNvPr id="78" name="Text 6" descr="TEMP_Z_ORDER_16"/>
            <p:cNvSpPr/>
            <p:nvPr>
              <p:custDataLst>
                <p:tags r:id="rId25"/>
              </p:custDataLst>
            </p:nvPr>
          </p:nvSpPr>
          <p:spPr>
            <a:xfrm>
              <a:off x="4165600" y="-55880"/>
              <a:ext cx="737553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333333"/>
                  </a:solidFill>
                </a:rPr>
                <a:t>问题汇总</a:t>
              </a:r>
              <a:endParaRPr lang="en-US" sz="1440"/>
            </a:p>
          </p:txBody>
        </p:sp>
        <p:pic>
          <p:nvPicPr>
            <p:cNvPr id="79" name="Image 10" descr="TEMP_Z_ORDER_17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4942840" y="-25400"/>
              <a:ext cx="213360" cy="213360"/>
            </a:xfrm>
            <a:prstGeom prst="rect">
              <a:avLst/>
            </a:prstGeom>
          </p:spPr>
        </p:pic>
        <p:sp>
          <p:nvSpPr>
            <p:cNvPr id="80" name="Text 7" descr="TEMP_Z_ORDER_18"/>
            <p:cNvSpPr/>
            <p:nvPr>
              <p:custDataLst>
                <p:tags r:id="rId27"/>
              </p:custDataLst>
            </p:nvPr>
          </p:nvSpPr>
          <p:spPr>
            <a:xfrm>
              <a:off x="5201919" y="-55880"/>
              <a:ext cx="737553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333333"/>
                  </a:solidFill>
                </a:rPr>
                <a:t>整改建议</a:t>
              </a:r>
              <a:endParaRPr lang="en-US" sz="1440"/>
            </a:p>
          </p:txBody>
        </p:sp>
      </p:grpSp>
      <p:sp>
        <p:nvSpPr>
          <p:cNvPr id="21" name="Text 8"/>
          <p:cNvSpPr/>
          <p:nvPr>
            <p:custDataLst>
              <p:tags r:id="rId28"/>
            </p:custDataLst>
          </p:nvPr>
        </p:nvSpPr>
        <p:spPr>
          <a:xfrm>
            <a:off x="609600" y="252984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None/>
            </a:pPr>
            <a:r>
              <a:rPr lang="en-US" sz="2400" b="1">
                <a:solidFill>
                  <a:srgbClr val="00234E"/>
                </a:solidFill>
              </a:rPr>
              <a:t>整体结论是什么？</a:t>
            </a:r>
            <a:endParaRPr lang="en-US" sz="2400"/>
          </a:p>
        </p:txBody>
      </p:sp>
      <p:grpSp>
        <p:nvGrpSpPr>
          <p:cNvPr id="44" name="组合 43"/>
          <p:cNvGrpSpPr/>
          <p:nvPr>
            <p:custDataLst>
              <p:tags r:id="rId29"/>
            </p:custDataLst>
          </p:nvPr>
        </p:nvGrpSpPr>
        <p:grpSpPr>
          <a:xfrm>
            <a:off x="609600" y="3169920"/>
            <a:ext cx="10972800" cy="2346960"/>
            <a:chOff x="-635000" y="-635000"/>
            <a:chExt cx="10972800" cy="2346960"/>
          </a:xfrm>
        </p:grpSpPr>
        <p:pic>
          <p:nvPicPr>
            <p:cNvPr id="45" name="Image 11" descr="TEMP_Z_ORDER_20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-635000" y="-635000"/>
              <a:ext cx="10972800" cy="2346960"/>
            </a:xfrm>
            <a:prstGeom prst="rect">
              <a:avLst/>
            </a:prstGeom>
          </p:spPr>
        </p:pic>
        <p:pic>
          <p:nvPicPr>
            <p:cNvPr id="46" name="Image 12" descr="TEMP_Z_ORDER_21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19760" y="-619760"/>
              <a:ext cx="10942320" cy="609600"/>
            </a:xfrm>
            <a:prstGeom prst="rect">
              <a:avLst/>
            </a:prstGeom>
          </p:spPr>
        </p:pic>
        <p:sp>
          <p:nvSpPr>
            <p:cNvPr id="47" name="Text 9" descr="TEMP_Z_ORDER_22"/>
            <p:cNvSpPr/>
            <p:nvPr>
              <p:custDataLst>
                <p:tags r:id="rId34"/>
              </p:custDataLst>
            </p:nvPr>
          </p:nvSpPr>
          <p:spPr>
            <a:xfrm>
              <a:off x="-107728" y="-467360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</a:rPr>
                <a:t>概念</a:t>
              </a:r>
              <a:endParaRPr lang="en-US" sz="1920"/>
            </a:p>
          </p:txBody>
        </p:sp>
        <p:pic>
          <p:nvPicPr>
            <p:cNvPr id="48" name="Image 13" descr="TEMP_Z_ORDER_23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889000" y="-619760"/>
              <a:ext cx="15240" cy="609600"/>
            </a:xfrm>
            <a:prstGeom prst="rect">
              <a:avLst/>
            </a:prstGeom>
          </p:spPr>
        </p:pic>
        <p:sp>
          <p:nvSpPr>
            <p:cNvPr id="49" name="Text 10" descr="TEMP_Z_ORDER_24"/>
            <p:cNvSpPr/>
            <p:nvPr>
              <p:custDataLst>
                <p:tags r:id="rId37"/>
              </p:custDataLst>
            </p:nvPr>
          </p:nvSpPr>
          <p:spPr>
            <a:xfrm>
              <a:off x="1087120" y="-497840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</a:rPr>
                <a:t>说明</a:t>
              </a:r>
              <a:endParaRPr lang="en-US" sz="1920"/>
            </a:p>
          </p:txBody>
        </p:sp>
        <p:pic>
          <p:nvPicPr>
            <p:cNvPr id="50" name="Image 14" descr="TEMP_Z_ORDER_25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-619760" y="-10160"/>
              <a:ext cx="10942320" cy="579120"/>
            </a:xfrm>
            <a:prstGeom prst="rect">
              <a:avLst/>
            </a:prstGeom>
          </p:spPr>
        </p:pic>
        <p:sp>
          <p:nvSpPr>
            <p:cNvPr id="51" name="Text 11" descr="TEMP_Z_ORDER_26"/>
            <p:cNvSpPr/>
            <p:nvPr>
              <p:custDataLst>
                <p:tags r:id="rId41"/>
              </p:custDataLst>
            </p:nvPr>
          </p:nvSpPr>
          <p:spPr>
            <a:xfrm>
              <a:off x="-107728" y="79316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定义</a:t>
              </a:r>
              <a:endParaRPr lang="en-US" sz="1920"/>
            </a:p>
          </p:txBody>
        </p:sp>
        <p:pic>
          <p:nvPicPr>
            <p:cNvPr id="52" name="Image 15" descr="TEMP_Z_ORDER_27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889000" y="-10160"/>
              <a:ext cx="15240" cy="558698"/>
            </a:xfrm>
            <a:prstGeom prst="rect">
              <a:avLst/>
            </a:prstGeom>
          </p:spPr>
        </p:pic>
        <p:sp>
          <p:nvSpPr>
            <p:cNvPr id="53" name="Text 12" descr="TEMP_Z_ORDER_28"/>
            <p:cNvSpPr/>
            <p:nvPr>
              <p:custDataLst>
                <p:tags r:id="rId44"/>
              </p:custDataLst>
            </p:nvPr>
          </p:nvSpPr>
          <p:spPr>
            <a:xfrm>
              <a:off x="1087120" y="106338"/>
              <a:ext cx="8148351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在汇总全部单项测评结论基础上，对对象的整体安全状况作出的综合性评价</a:t>
              </a:r>
              <a:endParaRPr lang="en-US" sz="1920"/>
            </a:p>
          </p:txBody>
        </p:sp>
        <p:pic>
          <p:nvPicPr>
            <p:cNvPr id="54" name="Image 16" descr="TEMP_Z_ORDER_29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-619760" y="563778"/>
              <a:ext cx="10942320" cy="15240"/>
            </a:xfrm>
            <a:prstGeom prst="rect">
              <a:avLst/>
            </a:prstGeom>
          </p:spPr>
        </p:pic>
        <p:pic>
          <p:nvPicPr>
            <p:cNvPr id="55" name="Image 17" descr="TEMP_Z_ORDER_30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48"/>
            <a:stretch>
              <a:fillRect/>
            </a:stretch>
          </p:blipFill>
          <p:spPr>
            <a:xfrm>
              <a:off x="-619760" y="568960"/>
              <a:ext cx="10942320" cy="579120"/>
            </a:xfrm>
            <a:prstGeom prst="rect">
              <a:avLst/>
            </a:prstGeom>
          </p:spPr>
        </p:pic>
        <p:sp>
          <p:nvSpPr>
            <p:cNvPr id="56" name="Text 13" descr="TEMP_Z_ORDER_31"/>
            <p:cNvSpPr/>
            <p:nvPr>
              <p:custDataLst>
                <p:tags r:id="rId49"/>
              </p:custDataLst>
            </p:nvPr>
          </p:nvSpPr>
          <p:spPr>
            <a:xfrm>
              <a:off x="-107728" y="658436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作用</a:t>
              </a:r>
              <a:endParaRPr lang="en-US" sz="1920"/>
            </a:p>
          </p:txBody>
        </p:sp>
        <p:pic>
          <p:nvPicPr>
            <p:cNvPr id="57" name="Image 18" descr="TEMP_Z_ORDER_32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889000" y="563778"/>
              <a:ext cx="15240" cy="558851"/>
            </a:xfrm>
            <a:prstGeom prst="rect">
              <a:avLst/>
            </a:prstGeom>
          </p:spPr>
        </p:pic>
        <p:sp>
          <p:nvSpPr>
            <p:cNvPr id="58" name="Text 14" descr="TEMP_Z_ORDER_33"/>
            <p:cNvSpPr/>
            <p:nvPr>
              <p:custDataLst>
                <p:tags r:id="rId51"/>
              </p:custDataLst>
            </p:nvPr>
          </p:nvSpPr>
          <p:spPr>
            <a:xfrm>
              <a:off x="1087120" y="685459"/>
              <a:ext cx="4701096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回答“这个系统到底安不安全”这个核心问题</a:t>
              </a:r>
              <a:endParaRPr lang="en-US" sz="1920"/>
            </a:p>
          </p:txBody>
        </p:sp>
        <p:pic>
          <p:nvPicPr>
            <p:cNvPr id="59" name="Image 19" descr="TEMP_Z_ORDER_34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-619760" y="1137869"/>
              <a:ext cx="10942320" cy="15240"/>
            </a:xfrm>
            <a:prstGeom prst="rect">
              <a:avLst/>
            </a:prstGeom>
          </p:spPr>
        </p:pic>
        <p:pic>
          <p:nvPicPr>
            <p:cNvPr id="60" name="Image 20" descr="TEMP_Z_ORDER_35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54"/>
            <a:stretch>
              <a:fillRect/>
            </a:stretch>
          </p:blipFill>
          <p:spPr>
            <a:xfrm>
              <a:off x="-619760" y="1132840"/>
              <a:ext cx="10942320" cy="563880"/>
            </a:xfrm>
            <a:prstGeom prst="rect">
              <a:avLst/>
            </a:prstGeom>
          </p:spPr>
        </p:pic>
        <p:sp>
          <p:nvSpPr>
            <p:cNvPr id="61" name="Text 15" descr="TEMP_Z_ORDER_36"/>
            <p:cNvSpPr/>
            <p:nvPr>
              <p:custDataLst>
                <p:tags r:id="rId55"/>
              </p:custDataLst>
            </p:nvPr>
          </p:nvSpPr>
          <p:spPr>
            <a:xfrm>
              <a:off x="-354647" y="1237555"/>
              <a:ext cx="9876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表现形式</a:t>
              </a:r>
              <a:endParaRPr lang="en-US" sz="1920"/>
            </a:p>
          </p:txBody>
        </p:sp>
        <p:pic>
          <p:nvPicPr>
            <p:cNvPr id="62" name="Image 21" descr="TEMP_Z_ORDER_37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889000" y="1137869"/>
              <a:ext cx="15240" cy="558851"/>
            </a:xfrm>
            <a:prstGeom prst="rect">
              <a:avLst/>
            </a:prstGeom>
          </p:spPr>
        </p:pic>
        <p:sp>
          <p:nvSpPr>
            <p:cNvPr id="63" name="Text 16" descr="TEMP_Z_ORDER_38"/>
            <p:cNvSpPr/>
            <p:nvPr>
              <p:custDataLst>
                <p:tags r:id="rId57"/>
              </p:custDataLst>
            </p:nvPr>
          </p:nvSpPr>
          <p:spPr>
            <a:xfrm>
              <a:off x="1087120" y="1249338"/>
              <a:ext cx="5361686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通常以“符合/基本符合/不符合”三种结论之一呈现</a:t>
              </a:r>
              <a:endParaRPr lang="en-US" sz="1920"/>
            </a:p>
          </p:txBody>
        </p:sp>
      </p:grpSp>
      <p:grpSp>
        <p:nvGrpSpPr>
          <p:cNvPr id="81" name="组合 80"/>
          <p:cNvGrpSpPr/>
          <p:nvPr>
            <p:custDataLst>
              <p:tags r:id="rId58"/>
            </p:custDataLst>
          </p:nvPr>
        </p:nvGrpSpPr>
        <p:grpSpPr>
          <a:xfrm>
            <a:off x="609600" y="5699760"/>
            <a:ext cx="10972800" cy="701040"/>
            <a:chOff x="-635000" y="-635000"/>
            <a:chExt cx="10972800" cy="701040"/>
          </a:xfrm>
        </p:grpSpPr>
        <p:pic>
          <p:nvPicPr>
            <p:cNvPr id="82" name="Image 22" descr="TEMP_Z_ORDER_39"/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70104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83" name="Text 17" descr="TEMP_Z_ORDER_40"/>
            <p:cNvSpPr/>
            <p:nvPr>
              <p:custDataLst>
                <p:tags r:id="rId62"/>
              </p:custDataLst>
            </p:nvPr>
          </p:nvSpPr>
          <p:spPr>
            <a:xfrm>
              <a:off x="-452120" y="-436879"/>
              <a:ext cx="10616184" cy="3071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800" b="1">
                  <a:solidFill>
                    <a:srgbClr val="FFFFFF">
                      <a:alpha val="90000"/>
                    </a:srgbClr>
                  </a:solidFill>
                </a:rPr>
                <a:t>一句话概括：</a:t>
              </a:r>
              <a:r>
                <a:rPr lang="en-US" sz="1800">
                  <a:solidFill>
                    <a:srgbClr val="FFFFFF"/>
                  </a:solidFill>
                </a:rPr>
                <a:t>单项结论是“体检报告”里的科室检查，整体结论是“主治医生的综合诊断”。</a:t>
              </a:r>
              <a:endParaRPr lang="en-US" sz="1800"/>
            </a:p>
          </p:txBody>
        </p:sp>
      </p:grpSp>
      <p:sp>
        <p:nvSpPr>
          <p:cNvPr id="43" name="Text 18"/>
          <p:cNvSpPr/>
          <p:nvPr>
            <p:custDataLst>
              <p:tags r:id="rId6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整体测评结论——在等保报告中的定位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1" animBg="1"/>
      <p:bldP spid="21" grpId="3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3" name="组合 32"/>
          <p:cNvGrpSpPr/>
          <p:nvPr>
            <p:custDataLst>
              <p:tags r:id="rId7"/>
            </p:custDataLst>
          </p:nvPr>
        </p:nvGrpSpPr>
        <p:grpSpPr>
          <a:xfrm>
            <a:off x="609600" y="1524000"/>
            <a:ext cx="10972800" cy="1219200"/>
            <a:chOff x="-635000" y="-635000"/>
            <a:chExt cx="10972800" cy="1219200"/>
          </a:xfrm>
        </p:grpSpPr>
        <p:pic>
          <p:nvPicPr>
            <p:cNvPr id="3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219200"/>
            </a:xfrm>
            <a:prstGeom prst="rect">
              <a:avLst/>
            </a:prstGeom>
          </p:spPr>
        </p:pic>
        <p:pic>
          <p:nvPicPr>
            <p:cNvPr id="35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2438400" cy="1219200"/>
            </a:xfrm>
            <a:prstGeom prst="rect">
              <a:avLst/>
            </a:prstGeom>
          </p:spPr>
        </p:pic>
        <p:sp>
          <p:nvSpPr>
            <p:cNvPr id="36" name="Text 0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248920" y="-284480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符合</a:t>
              </a:r>
              <a:endParaRPr lang="en-US" sz="2640"/>
            </a:p>
          </p:txBody>
        </p:sp>
        <p:sp>
          <p:nvSpPr>
            <p:cNvPr id="37" name="Text 1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2169160" y="-467360"/>
              <a:ext cx="7812024" cy="3685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判断标准：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所有测评指标均为“符合”</a:t>
              </a:r>
              <a:endParaRPr lang="en-US" sz="2160"/>
            </a:p>
          </p:txBody>
        </p:sp>
        <p:sp>
          <p:nvSpPr>
            <p:cNvPr id="38" name="Text 2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2169160" y="35560"/>
              <a:ext cx="7812024" cy="3071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常见场景：</a:t>
              </a:r>
              <a:r>
                <a:rPr lang="en-US" sz="180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系统安全状况良好，无任何差距</a:t>
              </a:r>
              <a:endParaRPr lang="en-US" sz="1800"/>
            </a:p>
          </p:txBody>
        </p:sp>
      </p:grpSp>
      <p:grpSp>
        <p:nvGrpSpPr>
          <p:cNvPr id="21" name="组合 20"/>
          <p:cNvGrpSpPr/>
          <p:nvPr>
            <p:custDataLst>
              <p:tags r:id="rId15"/>
            </p:custDataLst>
          </p:nvPr>
        </p:nvGrpSpPr>
        <p:grpSpPr>
          <a:xfrm>
            <a:off x="609600" y="2971800"/>
            <a:ext cx="10972800" cy="1219200"/>
            <a:chOff x="-635000" y="-619760"/>
            <a:chExt cx="10972800" cy="1219200"/>
          </a:xfrm>
        </p:grpSpPr>
        <p:pic>
          <p:nvPicPr>
            <p:cNvPr id="22" name="Image 5" descr="TEMP_Z_ORDER_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19760"/>
              <a:ext cx="10972800" cy="1219200"/>
            </a:xfrm>
            <a:prstGeom prst="rect">
              <a:avLst/>
            </a:prstGeom>
          </p:spPr>
        </p:pic>
        <p:pic>
          <p:nvPicPr>
            <p:cNvPr id="23" name="Image 6" descr="TEMP_Z_ORDER_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19760"/>
              <a:ext cx="2438400" cy="1219200"/>
            </a:xfrm>
            <a:prstGeom prst="rect">
              <a:avLst/>
            </a:prstGeom>
          </p:spPr>
        </p:pic>
        <p:sp>
          <p:nvSpPr>
            <p:cNvPr id="24" name="Text 3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-86360" y="-254000"/>
              <a:ext cx="1353249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基本符合</a:t>
              </a:r>
              <a:endParaRPr lang="en-US" sz="2640"/>
            </a:p>
          </p:txBody>
        </p:sp>
        <p:sp>
          <p:nvSpPr>
            <p:cNvPr id="25" name="Text 4" descr="TEMP_Z_ORDER_11"/>
            <p:cNvSpPr/>
            <p:nvPr>
              <p:custDataLst>
                <p:tags r:id="rId19"/>
              </p:custDataLst>
            </p:nvPr>
          </p:nvSpPr>
          <p:spPr>
            <a:xfrm>
              <a:off x="2169160" y="-406400"/>
              <a:ext cx="8092440" cy="3549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判断标准：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存在“部分符合”或“不符合”项，但无重大安全隐患</a:t>
              </a:r>
              <a:endParaRPr lang="en-US" sz="2160"/>
            </a:p>
          </p:txBody>
        </p:sp>
        <p:sp>
          <p:nvSpPr>
            <p:cNvPr id="26" name="Text 5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2169160" y="248920"/>
              <a:ext cx="7812024" cy="3071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常见场景：</a:t>
              </a:r>
              <a:r>
                <a:rPr lang="en-US" sz="180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系统存在一般性差距，整改后可达标</a:t>
              </a:r>
              <a:endParaRPr lang="en-US" sz="1800"/>
            </a:p>
          </p:txBody>
        </p:sp>
      </p:grpSp>
      <p:grpSp>
        <p:nvGrpSpPr>
          <p:cNvPr id="27" name="组合 26"/>
          <p:cNvGrpSpPr/>
          <p:nvPr>
            <p:custDataLst>
              <p:tags r:id="rId21"/>
            </p:custDataLst>
          </p:nvPr>
        </p:nvGrpSpPr>
        <p:grpSpPr>
          <a:xfrm>
            <a:off x="609600" y="4434840"/>
            <a:ext cx="10972800" cy="1219200"/>
            <a:chOff x="-635000" y="-635000"/>
            <a:chExt cx="10972800" cy="1219200"/>
          </a:xfrm>
        </p:grpSpPr>
        <p:pic>
          <p:nvPicPr>
            <p:cNvPr id="28" name="Image 7" descr="TEMP_Z_ORDER_1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219200"/>
            </a:xfrm>
            <a:prstGeom prst="rect">
              <a:avLst/>
            </a:prstGeom>
          </p:spPr>
        </p:pic>
        <p:pic>
          <p:nvPicPr>
            <p:cNvPr id="29" name="Image 8" descr="TEMP_Z_ORDER_1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2438400" cy="1219200"/>
            </a:xfrm>
            <a:prstGeom prst="rect">
              <a:avLst/>
            </a:prstGeom>
          </p:spPr>
        </p:pic>
        <p:sp>
          <p:nvSpPr>
            <p:cNvPr id="30" name="Text 6" descr="TEMP_Z_ORDER_15"/>
            <p:cNvSpPr/>
            <p:nvPr>
              <p:custDataLst>
                <p:tags r:id="rId24"/>
              </p:custDataLst>
            </p:nvPr>
          </p:nvSpPr>
          <p:spPr>
            <a:xfrm>
              <a:off x="81280" y="-284480"/>
              <a:ext cx="1014936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不符合</a:t>
              </a:r>
              <a:endParaRPr lang="en-US" sz="2640"/>
            </a:p>
          </p:txBody>
        </p:sp>
        <p:sp>
          <p:nvSpPr>
            <p:cNvPr id="31" name="Text 7" descr="TEMP_Z_ORDER_16"/>
            <p:cNvSpPr/>
            <p:nvPr>
              <p:custDataLst>
                <p:tags r:id="rId25"/>
              </p:custDataLst>
            </p:nvPr>
          </p:nvSpPr>
          <p:spPr>
            <a:xfrm>
              <a:off x="2169160" y="-467360"/>
              <a:ext cx="7812024" cy="36862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判断标准：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存在重大安全隐患或关键指标不符合</a:t>
              </a:r>
              <a:endParaRPr lang="en-US" sz="2160"/>
            </a:p>
          </p:txBody>
        </p:sp>
        <p:sp>
          <p:nvSpPr>
            <p:cNvPr id="32" name="Text 8" descr="TEMP_Z_ORDER_17"/>
            <p:cNvSpPr/>
            <p:nvPr>
              <p:custDataLst>
                <p:tags r:id="rId26"/>
              </p:custDataLst>
            </p:nvPr>
          </p:nvSpPr>
          <p:spPr>
            <a:xfrm>
              <a:off x="2169160" y="35560"/>
              <a:ext cx="7812024" cy="3071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常见场景：</a:t>
              </a:r>
              <a:r>
                <a:rPr lang="en-US" sz="180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系统存在高危漏洞、核心数据未保护等</a:t>
              </a:r>
              <a:endParaRPr lang="en-US" sz="1800"/>
            </a:p>
          </p:txBody>
        </p:sp>
      </p:grpSp>
      <p:sp>
        <p:nvSpPr>
          <p:cNvPr id="20" name="Text 9"/>
          <p:cNvSpPr/>
          <p:nvPr>
            <p:custDataLst>
              <p:tags r:id="rId27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整体结论的三种类型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079382e1caecbde47a22d00fed1a1190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93520" y="2103120"/>
            <a:ext cx="9220200" cy="30480"/>
          </a:xfrm>
          <a:prstGeom prst="rect">
            <a:avLst/>
          </a:prstGeom>
        </p:spPr>
      </p:pic>
      <p:grpSp>
        <p:nvGrpSpPr>
          <p:cNvPr id="40" name="组合 39"/>
          <p:cNvGrpSpPr/>
          <p:nvPr>
            <p:custDataLst>
              <p:tags r:id="rId9"/>
            </p:custDataLst>
          </p:nvPr>
        </p:nvGrpSpPr>
        <p:grpSpPr>
          <a:xfrm>
            <a:off x="609600" y="1828800"/>
            <a:ext cx="3352800" cy="4602480"/>
            <a:chOff x="-635000" y="-635000"/>
            <a:chExt cx="3352800" cy="4602480"/>
          </a:xfrm>
        </p:grpSpPr>
        <p:pic>
          <p:nvPicPr>
            <p:cNvPr id="41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7080" y="-635000"/>
              <a:ext cx="548640" cy="54864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42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853567" y="-560057"/>
              <a:ext cx="384810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2160"/>
            </a:p>
          </p:txBody>
        </p:sp>
        <p:pic>
          <p:nvPicPr>
            <p:cNvPr id="43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279400"/>
              <a:ext cx="3352800" cy="3688080"/>
            </a:xfrm>
            <a:prstGeom prst="rect">
              <a:avLst/>
            </a:prstGeom>
          </p:spPr>
        </p:pic>
        <p:sp>
          <p:nvSpPr>
            <p:cNvPr id="44" name="Text 1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-138922" y="538480"/>
              <a:ext cx="2369788" cy="3203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步骤1：汇总统计</a:t>
              </a:r>
              <a:endParaRPr lang="en-US" sz="2400"/>
            </a:p>
          </p:txBody>
        </p:sp>
        <p:sp>
          <p:nvSpPr>
            <p:cNvPr id="45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375920" y="1178560"/>
              <a:ext cx="2843784" cy="7606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操作：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统计各等级结论的数量</a:t>
              </a:r>
              <a:endParaRPr lang="en-US" sz="1920"/>
            </a:p>
          </p:txBody>
        </p:sp>
        <p:sp>
          <p:nvSpPr>
            <p:cNvPr id="46" name="Text 3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375920" y="2047240"/>
              <a:ext cx="2843784" cy="11508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具体方法：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按“符合/部分符合/不符合/不适用”分类计数</a:t>
              </a:r>
              <a:endParaRPr lang="en-US" sz="1920"/>
            </a:p>
          </p:txBody>
        </p:sp>
        <p:sp>
          <p:nvSpPr>
            <p:cNvPr id="47" name="Text 4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375920" y="3312160"/>
              <a:ext cx="2843784" cy="3705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工具：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测评结论汇总表</a:t>
              </a:r>
              <a:endParaRPr lang="en-US" sz="1920"/>
            </a:p>
          </p:txBody>
        </p:sp>
        <p:pic>
          <p:nvPicPr>
            <p:cNvPr id="48" name="Image 6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19480" y="172720"/>
              <a:ext cx="243840" cy="121920"/>
            </a:xfrm>
            <a:prstGeom prst="rect">
              <a:avLst/>
            </a:prstGeom>
          </p:spPr>
        </p:pic>
      </p:grpSp>
      <p:grpSp>
        <p:nvGrpSpPr>
          <p:cNvPr id="49" name="组合 48"/>
          <p:cNvGrpSpPr/>
          <p:nvPr>
            <p:custDataLst>
              <p:tags r:id="rId23"/>
            </p:custDataLst>
          </p:nvPr>
        </p:nvGrpSpPr>
        <p:grpSpPr>
          <a:xfrm>
            <a:off x="4419600" y="1828800"/>
            <a:ext cx="3352800" cy="4584700"/>
            <a:chOff x="-635000" y="-635000"/>
            <a:chExt cx="3352800" cy="4584700"/>
          </a:xfrm>
        </p:grpSpPr>
        <p:pic>
          <p:nvPicPr>
            <p:cNvPr id="50" name="Image 7" descr="TEMP_Z_ORDER_1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7080" y="-635000"/>
              <a:ext cx="548640" cy="54864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51" name="Text 5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853567" y="-560057"/>
              <a:ext cx="384810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2160"/>
            </a:p>
          </p:txBody>
        </p:sp>
        <p:pic>
          <p:nvPicPr>
            <p:cNvPr id="52" name="Image 8" descr="TEMP_Z_ORDER_1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635000" y="279400"/>
              <a:ext cx="3352800" cy="3670300"/>
            </a:xfrm>
            <a:prstGeom prst="rect">
              <a:avLst/>
            </a:prstGeom>
          </p:spPr>
        </p:pic>
        <p:sp>
          <p:nvSpPr>
            <p:cNvPr id="53" name="Text 6" descr="TEMP_Z_ORDER_15"/>
            <p:cNvSpPr/>
            <p:nvPr>
              <p:custDataLst>
                <p:tags r:id="rId28"/>
              </p:custDataLst>
            </p:nvPr>
          </p:nvSpPr>
          <p:spPr>
            <a:xfrm>
              <a:off x="-138923" y="538480"/>
              <a:ext cx="2369788" cy="3203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步骤2：风险分析</a:t>
              </a:r>
              <a:endParaRPr lang="en-US" sz="2400"/>
            </a:p>
          </p:txBody>
        </p:sp>
        <p:sp>
          <p:nvSpPr>
            <p:cNvPr id="54" name="Text 7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-375920" y="1178560"/>
              <a:ext cx="2843784" cy="7605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操作：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分析“部分符合/不符合”项的风险严重程度</a:t>
              </a:r>
              <a:endParaRPr lang="en-US" sz="1920"/>
            </a:p>
          </p:txBody>
        </p:sp>
        <p:sp>
          <p:nvSpPr>
            <p:cNvPr id="55" name="Text 8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-375920" y="2047240"/>
              <a:ext cx="2843784" cy="7606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具体方法：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识别高危风险项、关注风险集中领域</a:t>
              </a:r>
              <a:endParaRPr lang="en-US" sz="1920"/>
            </a:p>
          </p:txBody>
        </p:sp>
        <p:sp>
          <p:nvSpPr>
            <p:cNvPr id="56" name="Text 9" descr="TEMP_Z_ORDER_18"/>
            <p:cNvSpPr/>
            <p:nvPr>
              <p:custDataLst>
                <p:tags r:id="rId31"/>
              </p:custDataLst>
            </p:nvPr>
          </p:nvSpPr>
          <p:spPr>
            <a:xfrm>
              <a:off x="-375920" y="2915920"/>
              <a:ext cx="2843784" cy="3705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工具：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风险趋势判断法</a:t>
              </a:r>
              <a:endParaRPr lang="en-US" sz="1920"/>
            </a:p>
          </p:txBody>
        </p:sp>
        <p:pic>
          <p:nvPicPr>
            <p:cNvPr id="57" name="Image 9" descr="TEMP_Z_ORDER_19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19480" y="172720"/>
              <a:ext cx="243840" cy="121920"/>
            </a:xfrm>
            <a:prstGeom prst="rect">
              <a:avLst/>
            </a:prstGeom>
          </p:spPr>
        </p:pic>
      </p:grpSp>
      <p:grpSp>
        <p:nvGrpSpPr>
          <p:cNvPr id="31" name="组合 30"/>
          <p:cNvGrpSpPr/>
          <p:nvPr>
            <p:custDataLst>
              <p:tags r:id="rId33"/>
            </p:custDataLst>
          </p:nvPr>
        </p:nvGrpSpPr>
        <p:grpSpPr>
          <a:xfrm>
            <a:off x="8229600" y="1828800"/>
            <a:ext cx="3352800" cy="4602480"/>
            <a:chOff x="-635000" y="-635000"/>
            <a:chExt cx="3352800" cy="4602480"/>
          </a:xfrm>
        </p:grpSpPr>
        <p:pic>
          <p:nvPicPr>
            <p:cNvPr id="32" name="Image 10" descr="TEMP_Z_ORDER_20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7081" y="-635000"/>
              <a:ext cx="548640" cy="54864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33" name="Text 10" descr="TEMP_Z_ORDER_21"/>
            <p:cNvSpPr/>
            <p:nvPr>
              <p:custDataLst>
                <p:tags r:id="rId35"/>
              </p:custDataLst>
            </p:nvPr>
          </p:nvSpPr>
          <p:spPr>
            <a:xfrm>
              <a:off x="853567" y="-560057"/>
              <a:ext cx="384810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2160"/>
            </a:p>
          </p:txBody>
        </p:sp>
        <p:pic>
          <p:nvPicPr>
            <p:cNvPr id="34" name="Image 11" descr="TEMP_Z_ORDER_22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635000" y="279400"/>
              <a:ext cx="3352800" cy="3688080"/>
            </a:xfrm>
            <a:prstGeom prst="rect">
              <a:avLst/>
            </a:prstGeom>
          </p:spPr>
        </p:pic>
        <p:sp>
          <p:nvSpPr>
            <p:cNvPr id="35" name="Text 11" descr="TEMP_Z_ORDER_23"/>
            <p:cNvSpPr/>
            <p:nvPr>
              <p:custDataLst>
                <p:tags r:id="rId37"/>
              </p:custDataLst>
            </p:nvPr>
          </p:nvSpPr>
          <p:spPr>
            <a:xfrm>
              <a:off x="-138922" y="538480"/>
              <a:ext cx="2369788" cy="3203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步骤3：综合判断</a:t>
              </a:r>
              <a:endParaRPr lang="en-US" sz="2400"/>
            </a:p>
          </p:txBody>
        </p:sp>
        <p:sp>
          <p:nvSpPr>
            <p:cNvPr id="36" name="Text 12" descr="TEMP_Z_ORDER_24"/>
            <p:cNvSpPr/>
            <p:nvPr>
              <p:custDataLst>
                <p:tags r:id="rId38"/>
              </p:custDataLst>
            </p:nvPr>
          </p:nvSpPr>
          <p:spPr>
            <a:xfrm>
              <a:off x="-375919" y="1178560"/>
              <a:ext cx="2843784" cy="7605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操作：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结合“数量+位置+风险”形成整体结论</a:t>
              </a:r>
              <a:endParaRPr lang="en-US" sz="1920"/>
            </a:p>
          </p:txBody>
        </p:sp>
        <p:sp>
          <p:nvSpPr>
            <p:cNvPr id="37" name="Text 13" descr="TEMP_Z_ORDER_25"/>
            <p:cNvSpPr/>
            <p:nvPr>
              <p:custDataLst>
                <p:tags r:id="rId39"/>
              </p:custDataLst>
            </p:nvPr>
          </p:nvSpPr>
          <p:spPr>
            <a:xfrm>
              <a:off x="-375919" y="2047240"/>
              <a:ext cx="2843784" cy="7606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具体方法：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判断是否存在重大安全隐患</a:t>
              </a:r>
              <a:endParaRPr lang="en-US" sz="1920"/>
            </a:p>
          </p:txBody>
        </p:sp>
        <p:sp>
          <p:nvSpPr>
            <p:cNvPr id="38" name="Text 14" descr="TEMP_Z_ORDER_26"/>
            <p:cNvSpPr/>
            <p:nvPr>
              <p:custDataLst>
                <p:tags r:id="rId40"/>
              </p:custDataLst>
            </p:nvPr>
          </p:nvSpPr>
          <p:spPr>
            <a:xfrm>
              <a:off x="-375919" y="2915920"/>
              <a:ext cx="2843784" cy="3705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工具：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综合判断矩阵</a:t>
              </a:r>
              <a:endParaRPr lang="en-US" sz="1920"/>
            </a:p>
          </p:txBody>
        </p:sp>
        <p:pic>
          <p:nvPicPr>
            <p:cNvPr id="39" name="Image 12" descr="TEMP_Z_ORDER_27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19481" y="172720"/>
              <a:ext cx="243840" cy="121920"/>
            </a:xfrm>
            <a:prstGeom prst="rect">
              <a:avLst/>
            </a:prstGeom>
          </p:spPr>
        </p:pic>
      </p:grpSp>
      <p:sp>
        <p:nvSpPr>
          <p:cNvPr id="30" name="Text 15"/>
          <p:cNvSpPr/>
          <p:nvPr>
            <p:custDataLst>
              <p:tags r:id="rId4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从单项结论到整体结论——三个关键步骤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7" presetClass="entr" presetSubtype="1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2160">
                <a:solidFill>
                  <a:srgbClr val="333333"/>
                </a:solidFill>
              </a:rPr>
              <a:t>教师演示： 展示一份测评结论汇总表，带领学生统计</a:t>
            </a:r>
            <a:endParaRPr lang="en-US" sz="2160"/>
          </a:p>
        </p:txBody>
      </p:sp>
      <p:grpSp>
        <p:nvGrpSpPr>
          <p:cNvPr id="14" name="组合 13"/>
          <p:cNvGrpSpPr/>
          <p:nvPr>
            <p:custDataLst>
              <p:tags r:id="rId8"/>
            </p:custDataLst>
          </p:nvPr>
        </p:nvGrpSpPr>
        <p:grpSpPr>
          <a:xfrm>
            <a:off x="609600" y="2026920"/>
            <a:ext cx="10972800" cy="1341120"/>
            <a:chOff x="-635000" y="-635000"/>
            <a:chExt cx="10972800" cy="1341120"/>
          </a:xfrm>
        </p:grpSpPr>
        <p:pic>
          <p:nvPicPr>
            <p:cNvPr id="15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3411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16" name="Image 4" descr="TEMP_Z_ORDER_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19760" y="-619760"/>
              <a:ext cx="10942320" cy="609600"/>
            </a:xfrm>
            <a:prstGeom prst="rect">
              <a:avLst/>
            </a:prstGeom>
          </p:spPr>
        </p:pic>
        <p:sp>
          <p:nvSpPr>
            <p:cNvPr id="17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375920" y="-467360"/>
              <a:ext cx="172843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</a:rPr>
                <a:t>测评结论汇总表</a:t>
              </a:r>
              <a:endParaRPr lang="en-US" sz="1920"/>
            </a:p>
          </p:txBody>
        </p:sp>
      </p:grpSp>
      <p:graphicFrame>
        <p:nvGraphicFramePr>
          <p:cNvPr id="9" name="Table 0"/>
          <p:cNvGraphicFramePr>
            <a:graphicFrameLocks noGrp="1"/>
          </p:cNvGraphicFramePr>
          <p:nvPr>
            <p:custDataLst>
              <p:tags r:id="rId15"/>
            </p:custDataLst>
          </p:nvPr>
        </p:nvGraphicFramePr>
        <p:xfrm>
          <a:off x="1586230" y="2926080"/>
          <a:ext cx="9516745" cy="1493520"/>
        </p:xfrm>
        <a:graphic>
          <a:graphicData uri="http://schemas.openxmlformats.org/drawingml/2006/table">
            <a:tbl>
              <a:tblPr/>
              <a:tblGrid>
                <a:gridCol w="2402840"/>
                <a:gridCol w="1697990"/>
                <a:gridCol w="1003300"/>
                <a:gridCol w="1697990"/>
                <a:gridCol w="1355725"/>
                <a:gridCol w="1358900"/>
              </a:tblGrid>
              <a:tr h="2133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测评大类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总指标数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符合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部分符合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不适用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安全物理环境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安全通信网络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安全区域边界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安全计算环境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安全管理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合计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46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15240" marR="15240" marT="15240" marB="152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8" name="组合 17"/>
          <p:cNvGrpSpPr/>
          <p:nvPr>
            <p:custDataLst>
              <p:tags r:id="rId16"/>
            </p:custDataLst>
          </p:nvPr>
        </p:nvGrpSpPr>
        <p:grpSpPr>
          <a:xfrm>
            <a:off x="609600" y="5003800"/>
            <a:ext cx="10972800" cy="1320800"/>
            <a:chOff x="-635000" y="-635000"/>
            <a:chExt cx="10972800" cy="1905000"/>
          </a:xfrm>
        </p:grpSpPr>
        <p:pic>
          <p:nvPicPr>
            <p:cNvPr id="19" name="Image 5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905000"/>
            </a:xfrm>
            <a:prstGeom prst="rect">
              <a:avLst/>
            </a:prstGeom>
          </p:spPr>
        </p:pic>
        <p:sp>
          <p:nvSpPr>
            <p:cNvPr id="20" name="Text 2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-330200" y="-391160"/>
              <a:ext cx="1143000" cy="39931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>
                  <a:solidFill>
                    <a:srgbClr val="6B7280"/>
                  </a:solidFill>
                </a:rPr>
                <a:t>统计结论：</a:t>
              </a:r>
              <a:endParaRPr lang="en-US">
                <a:solidFill>
                  <a:srgbClr val="6B7280"/>
                </a:solidFill>
              </a:endParaRPr>
            </a:p>
          </p:txBody>
        </p:sp>
        <p:sp>
          <p:nvSpPr>
            <p:cNvPr id="21" name="Text 3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-330200" y="111760"/>
              <a:ext cx="10433304" cy="9763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2000">
                  <a:solidFill>
                    <a:srgbClr val="00234E"/>
                  </a:solidFill>
                </a:rPr>
                <a:t>符合率 =</a:t>
              </a:r>
              <a:r>
                <a:rPr lang="en-US" sz="2400" b="1">
                  <a:solidFill>
                    <a:srgbClr val="E65100"/>
                  </a:solidFill>
                </a:rPr>
                <a:t>33/46 ≈ 72%</a:t>
              </a:r>
              <a:r>
                <a:rPr lang="en-US" sz="2000">
                  <a:solidFill>
                    <a:srgbClr val="00234E"/>
                  </a:solidFill>
                </a:rPr>
                <a:t>，存在</a:t>
              </a:r>
              <a:r>
                <a:rPr lang="en-US" sz="2400" b="1">
                  <a:solidFill>
                    <a:srgbClr val="E65100"/>
                  </a:solidFill>
                </a:rPr>
                <a:t>8项</a:t>
              </a:r>
              <a:r>
                <a:rPr lang="en-US" sz="2000">
                  <a:solidFill>
                    <a:srgbClr val="00234E"/>
                  </a:solidFill>
                </a:rPr>
                <a:t>“部分符合”和</a:t>
              </a:r>
              <a:r>
                <a:rPr lang="en-US" sz="2400" b="1">
                  <a:solidFill>
                    <a:srgbClr val="E65100"/>
                  </a:solidFill>
                </a:rPr>
                <a:t>4项</a:t>
              </a:r>
              <a:r>
                <a:rPr lang="en-US" sz="2000">
                  <a:solidFill>
                    <a:srgbClr val="00234E"/>
                  </a:solidFill>
                </a:rPr>
                <a:t>“不符合”——仅看数字，整体情况似乎“还可以”。</a:t>
              </a:r>
              <a:endParaRPr lang="en-US" sz="2000">
                <a:solidFill>
                  <a:srgbClr val="00234E"/>
                </a:solidFill>
              </a:endParaRPr>
            </a:p>
          </p:txBody>
        </p:sp>
      </p:grpSp>
      <p:sp>
        <p:nvSpPr>
          <p:cNvPr id="13" name="Text 4"/>
          <p:cNvSpPr/>
          <p:nvPr>
            <p:custDataLst>
              <p:tags r:id="rId2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步骤1——单项结论汇总统计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5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85" name="组合 84"/>
          <p:cNvGrpSpPr/>
          <p:nvPr>
            <p:custDataLst>
              <p:tags r:id="rId7"/>
            </p:custDataLst>
          </p:nvPr>
        </p:nvGrpSpPr>
        <p:grpSpPr>
          <a:xfrm>
            <a:off x="609600" y="1295400"/>
            <a:ext cx="7324344" cy="411480"/>
            <a:chOff x="-635000" y="-635000"/>
            <a:chExt cx="7324344" cy="411480"/>
          </a:xfrm>
        </p:grpSpPr>
        <p:pic>
          <p:nvPicPr>
            <p:cNvPr id="86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91440" cy="243840"/>
            </a:xfrm>
            <a:prstGeom prst="rect">
              <a:avLst/>
            </a:prstGeom>
          </p:spPr>
        </p:pic>
        <p:sp>
          <p:nvSpPr>
            <p:cNvPr id="87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21640" y="-635000"/>
              <a:ext cx="1386919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教师演示：</a:t>
              </a:r>
              <a:endParaRPr lang="en-US" sz="2160"/>
            </a:p>
          </p:txBody>
        </p:sp>
        <p:sp>
          <p:nvSpPr>
            <p:cNvPr id="88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1071880" y="-635000"/>
              <a:ext cx="5108353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识别“部分符合/不符合”项中的“高风险项”</a:t>
              </a:r>
              <a:endParaRPr lang="en-US" sz="2160"/>
            </a:p>
          </p:txBody>
        </p:sp>
      </p:grpSp>
      <p:grpSp>
        <p:nvGrpSpPr>
          <p:cNvPr id="74" name="组合 73"/>
          <p:cNvGrpSpPr/>
          <p:nvPr>
            <p:custDataLst>
              <p:tags r:id="rId13"/>
            </p:custDataLst>
          </p:nvPr>
        </p:nvGrpSpPr>
        <p:grpSpPr>
          <a:xfrm>
            <a:off x="609600" y="1950720"/>
            <a:ext cx="10981690" cy="1981487"/>
            <a:chOff x="-635000" y="-724598"/>
            <a:chExt cx="10972800" cy="2329878"/>
          </a:xfrm>
        </p:grpSpPr>
        <p:sp>
          <p:nvSpPr>
            <p:cNvPr id="75" name="Text 2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635000" y="-724598"/>
              <a:ext cx="3883374" cy="48830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风险趋势判断法——三个维度：</a:t>
              </a:r>
              <a:endParaRPr lang="en-US" sz="2160"/>
            </a:p>
          </p:txBody>
        </p:sp>
        <p:pic>
          <p:nvPicPr>
            <p:cNvPr id="76" name="Image 4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-101600"/>
              <a:ext cx="3535680" cy="1706880"/>
            </a:xfrm>
            <a:prstGeom prst="rect">
              <a:avLst/>
            </a:prstGeom>
          </p:spPr>
        </p:pic>
        <p:sp>
          <p:nvSpPr>
            <p:cNvPr id="77" name="Text 3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436880" y="6922"/>
              <a:ext cx="987679" cy="43380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指标性质</a:t>
              </a:r>
              <a:endParaRPr lang="en-US" sz="192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78" name="Text 4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436880" y="508000"/>
              <a:ext cx="3148584" cy="10468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S类（信息安全）/A类（服务保证）/G类（通用），</a:t>
              </a:r>
              <a:r>
                <a:rPr lang="en-US" sz="168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S类/A类</a:t>
              </a: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指标不合规风险更高</a:t>
              </a:r>
              <a:endParaRPr lang="en-US" sz="1680"/>
            </a:p>
          </p:txBody>
        </p:sp>
        <p:pic>
          <p:nvPicPr>
            <p:cNvPr id="79" name="Image 5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083560" y="-101600"/>
              <a:ext cx="3535680" cy="1706880"/>
            </a:xfrm>
            <a:prstGeom prst="rect">
              <a:avLst/>
            </a:prstGeom>
          </p:spPr>
        </p:pic>
        <p:sp>
          <p:nvSpPr>
            <p:cNvPr id="80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3281680" y="6922"/>
              <a:ext cx="987679" cy="43380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安全层面</a:t>
              </a:r>
              <a:endParaRPr lang="en-US" sz="192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81" name="Text 6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3281680" y="508000"/>
              <a:ext cx="3148584" cy="6981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技术 / 管理，</a:t>
              </a:r>
              <a:r>
                <a:rPr lang="en-US" sz="168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技术类</a:t>
              </a: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不合规往往更直接、更紧迫</a:t>
              </a:r>
              <a:endParaRPr lang="en-US" sz="1680"/>
            </a:p>
          </p:txBody>
        </p:sp>
        <p:pic>
          <p:nvPicPr>
            <p:cNvPr id="82" name="Image 6" descr="TEMP_Z_ORDER_1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6802120" y="-101600"/>
              <a:ext cx="3535680" cy="1706880"/>
            </a:xfrm>
            <a:prstGeom prst="rect">
              <a:avLst/>
            </a:prstGeom>
          </p:spPr>
        </p:pic>
        <p:sp>
          <p:nvSpPr>
            <p:cNvPr id="83" name="Text 7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7000240" y="6922"/>
              <a:ext cx="1481518" cy="43380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系统影响范围</a:t>
              </a:r>
              <a:endParaRPr lang="en-US" sz="192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84" name="Text 8" descr="TEMP_Z_ORDER_15"/>
            <p:cNvSpPr/>
            <p:nvPr>
              <p:custDataLst>
                <p:tags r:id="rId24"/>
              </p:custDataLst>
            </p:nvPr>
          </p:nvSpPr>
          <p:spPr>
            <a:xfrm>
              <a:off x="7000240" y="508000"/>
              <a:ext cx="3148584" cy="6981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局部 / 全局，影响范围</a:t>
              </a:r>
              <a:r>
                <a:rPr lang="en-US" sz="168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越广</a:t>
              </a: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，风险越高</a:t>
              </a:r>
              <a:endParaRPr lang="en-US" sz="1680"/>
            </a:p>
          </p:txBody>
        </p:sp>
      </p:grpSp>
      <p:grpSp>
        <p:nvGrpSpPr>
          <p:cNvPr id="46" name="组合 45"/>
          <p:cNvGrpSpPr/>
          <p:nvPr>
            <p:custDataLst>
              <p:tags r:id="rId25"/>
            </p:custDataLst>
          </p:nvPr>
        </p:nvGrpSpPr>
        <p:grpSpPr>
          <a:xfrm>
            <a:off x="609600" y="4053840"/>
            <a:ext cx="10981944" cy="2259330"/>
            <a:chOff x="-635000" y="-635000"/>
            <a:chExt cx="10972800" cy="2259330"/>
          </a:xfrm>
        </p:grpSpPr>
        <p:sp>
          <p:nvSpPr>
            <p:cNvPr id="47" name="Text 9" descr="TEMP_Z_ORDER_16"/>
            <p:cNvSpPr/>
            <p:nvPr>
              <p:custDataLst>
                <p:tags r:id="rId26"/>
              </p:custDataLst>
            </p:nvPr>
          </p:nvSpPr>
          <p:spPr>
            <a:xfrm>
              <a:off x="-635000" y="-635000"/>
              <a:ext cx="2219071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高风险项目示例：</a:t>
              </a:r>
              <a:endParaRPr lang="en-US" sz="2160"/>
            </a:p>
          </p:txBody>
        </p:sp>
        <p:pic>
          <p:nvPicPr>
            <p:cNvPr id="48" name="Image 7" descr="TEMP_Z_ORDER_17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635000" y="-101600"/>
              <a:ext cx="10972800" cy="1371600"/>
            </a:xfrm>
            <a:prstGeom prst="rect">
              <a:avLst/>
            </a:prstGeom>
          </p:spPr>
        </p:pic>
        <p:pic>
          <p:nvPicPr>
            <p:cNvPr id="49" name="Image 8" descr="TEMP_Z_ORDER_18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619760" y="-86360"/>
              <a:ext cx="10942320" cy="563880"/>
            </a:xfrm>
            <a:prstGeom prst="rect">
              <a:avLst/>
            </a:prstGeom>
          </p:spPr>
        </p:pic>
        <p:sp>
          <p:nvSpPr>
            <p:cNvPr id="50" name="Text 10" descr="TEMP_Z_ORDER_19"/>
            <p:cNvSpPr/>
            <p:nvPr>
              <p:custDataLst>
                <p:tags r:id="rId31"/>
              </p:custDataLst>
            </p:nvPr>
          </p:nvSpPr>
          <p:spPr>
            <a:xfrm>
              <a:off x="-436880" y="35560"/>
              <a:ext cx="429704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项目</a:t>
              </a:r>
              <a:endParaRPr lang="en-US" sz="1680"/>
            </a:p>
          </p:txBody>
        </p:sp>
        <p:pic>
          <p:nvPicPr>
            <p:cNvPr id="51" name="Image 9" descr="TEMP_Z_ORDER_2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1553312" y="-90170"/>
              <a:ext cx="15240" cy="563880"/>
            </a:xfrm>
            <a:prstGeom prst="rect">
              <a:avLst/>
            </a:prstGeom>
          </p:spPr>
        </p:pic>
        <p:sp>
          <p:nvSpPr>
            <p:cNvPr id="52" name="Text 11" descr="TEMP_Z_ORDER_21"/>
            <p:cNvSpPr/>
            <p:nvPr>
              <p:custDataLst>
                <p:tags r:id="rId34"/>
              </p:custDataLst>
            </p:nvPr>
          </p:nvSpPr>
          <p:spPr>
            <a:xfrm>
              <a:off x="1757680" y="35560"/>
              <a:ext cx="429704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状态</a:t>
              </a:r>
              <a:endParaRPr lang="en-US" sz="1680"/>
            </a:p>
          </p:txBody>
        </p:sp>
        <p:pic>
          <p:nvPicPr>
            <p:cNvPr id="53" name="Image 10" descr="TEMP_Z_ORDER_22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3194507" y="-90170"/>
              <a:ext cx="15240" cy="563880"/>
            </a:xfrm>
            <a:prstGeom prst="rect">
              <a:avLst/>
            </a:prstGeom>
          </p:spPr>
        </p:pic>
        <p:sp>
          <p:nvSpPr>
            <p:cNvPr id="54" name="Text 12" descr="TEMP_Z_ORDER_23"/>
            <p:cNvSpPr/>
            <p:nvPr>
              <p:custDataLst>
                <p:tags r:id="rId36"/>
              </p:custDataLst>
            </p:nvPr>
          </p:nvSpPr>
          <p:spPr>
            <a:xfrm>
              <a:off x="3403600" y="3556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分析说明</a:t>
              </a:r>
              <a:endParaRPr lang="en-US" sz="1680"/>
            </a:p>
          </p:txBody>
        </p:sp>
        <p:pic>
          <p:nvPicPr>
            <p:cNvPr id="55" name="Image 11" descr="TEMP_Z_ORDER_24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8665972" y="-90170"/>
              <a:ext cx="15240" cy="563880"/>
            </a:xfrm>
            <a:prstGeom prst="rect">
              <a:avLst/>
            </a:prstGeom>
          </p:spPr>
        </p:pic>
        <p:sp>
          <p:nvSpPr>
            <p:cNvPr id="56" name="Text 13" descr="TEMP_Z_ORDER_25"/>
            <p:cNvSpPr/>
            <p:nvPr>
              <p:custDataLst>
                <p:tags r:id="rId38"/>
              </p:custDataLst>
            </p:nvPr>
          </p:nvSpPr>
          <p:spPr>
            <a:xfrm>
              <a:off x="9074467" y="3556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风险等级</a:t>
              </a:r>
              <a:endParaRPr lang="en-US" sz="1680"/>
            </a:p>
          </p:txBody>
        </p:sp>
        <p:pic>
          <p:nvPicPr>
            <p:cNvPr id="57" name="Image 12" descr="TEMP_Z_ORDER_26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-619760" y="477520"/>
              <a:ext cx="10942320" cy="579120"/>
            </a:xfrm>
            <a:prstGeom prst="rect">
              <a:avLst/>
            </a:prstGeom>
          </p:spPr>
        </p:pic>
        <p:sp>
          <p:nvSpPr>
            <p:cNvPr id="58" name="Text 14" descr="TEMP_Z_ORDER_27"/>
            <p:cNvSpPr/>
            <p:nvPr>
              <p:custDataLst>
                <p:tags r:id="rId42"/>
              </p:custDataLst>
            </p:nvPr>
          </p:nvSpPr>
          <p:spPr>
            <a:xfrm>
              <a:off x="-436880" y="599439"/>
              <a:ext cx="128911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数据备份恢复</a:t>
              </a:r>
              <a:endParaRPr lang="en-US" sz="1680"/>
            </a:p>
          </p:txBody>
        </p:sp>
        <p:pic>
          <p:nvPicPr>
            <p:cNvPr id="59" name="Image 13" descr="TEMP_Z_ORDER_28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553312" y="473710"/>
              <a:ext cx="15240" cy="571500"/>
            </a:xfrm>
            <a:prstGeom prst="rect">
              <a:avLst/>
            </a:prstGeom>
          </p:spPr>
        </p:pic>
        <p:sp>
          <p:nvSpPr>
            <p:cNvPr id="60" name="Text 15" descr="TEMP_Z_ORDER_29"/>
            <p:cNvSpPr/>
            <p:nvPr>
              <p:custDataLst>
                <p:tags r:id="rId46"/>
              </p:custDataLst>
            </p:nvPr>
          </p:nvSpPr>
          <p:spPr>
            <a:xfrm>
              <a:off x="1757680" y="599439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部分符合</a:t>
              </a:r>
              <a:endParaRPr lang="en-US" sz="1680"/>
            </a:p>
          </p:txBody>
        </p:sp>
        <p:pic>
          <p:nvPicPr>
            <p:cNvPr id="61" name="Image 14" descr="TEMP_Z_ORDER_30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3194507" y="473710"/>
              <a:ext cx="15240" cy="571500"/>
            </a:xfrm>
            <a:prstGeom prst="rect">
              <a:avLst/>
            </a:prstGeom>
          </p:spPr>
        </p:pic>
        <p:sp>
          <p:nvSpPr>
            <p:cNvPr id="62" name="Text 16" descr="TEMP_Z_ORDER_31"/>
            <p:cNvSpPr/>
            <p:nvPr>
              <p:custDataLst>
                <p:tags r:id="rId48"/>
              </p:custDataLst>
            </p:nvPr>
          </p:nvSpPr>
          <p:spPr>
            <a:xfrm>
              <a:off x="3403600" y="599440"/>
              <a:ext cx="379999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A类，系统无异地备份，数据丢失风险高</a:t>
              </a:r>
              <a:endParaRPr lang="en-US" sz="1680"/>
            </a:p>
          </p:txBody>
        </p:sp>
        <p:pic>
          <p:nvPicPr>
            <p:cNvPr id="63" name="Image 15" descr="TEMP_Z_ORDER_32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8665972" y="473710"/>
              <a:ext cx="15240" cy="571500"/>
            </a:xfrm>
            <a:prstGeom prst="rect">
              <a:avLst/>
            </a:prstGeom>
          </p:spPr>
        </p:pic>
        <p:sp>
          <p:nvSpPr>
            <p:cNvPr id="64" name="Text 17" descr="TEMP_Z_ORDER_33"/>
            <p:cNvSpPr/>
            <p:nvPr>
              <p:custDataLst>
                <p:tags r:id="rId50"/>
              </p:custDataLst>
            </p:nvPr>
          </p:nvSpPr>
          <p:spPr>
            <a:xfrm>
              <a:off x="9330206" y="599439"/>
              <a:ext cx="347932" cy="3080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DC262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🔴 高</a:t>
              </a:r>
              <a:endParaRPr lang="en-US" sz="1680"/>
            </a:p>
          </p:txBody>
        </p:sp>
        <p:pic>
          <p:nvPicPr>
            <p:cNvPr id="65" name="Image 16" descr="TEMP_Z_ORDER_34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-619760" y="1045210"/>
              <a:ext cx="10942320" cy="15240"/>
            </a:xfrm>
            <a:prstGeom prst="rect">
              <a:avLst/>
            </a:prstGeom>
          </p:spPr>
        </p:pic>
        <p:pic>
          <p:nvPicPr>
            <p:cNvPr id="66" name="Image 17" descr="TEMP_Z_ORDER_35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-619760" y="1041400"/>
              <a:ext cx="10942320" cy="579120"/>
            </a:xfrm>
            <a:prstGeom prst="rect">
              <a:avLst/>
            </a:prstGeom>
          </p:spPr>
        </p:pic>
        <p:sp>
          <p:nvSpPr>
            <p:cNvPr id="67" name="Text 18" descr="TEMP_Z_ORDER_36"/>
            <p:cNvSpPr/>
            <p:nvPr>
              <p:custDataLst>
                <p:tags r:id="rId56"/>
              </p:custDataLst>
            </p:nvPr>
          </p:nvSpPr>
          <p:spPr>
            <a:xfrm>
              <a:off x="-436880" y="117856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入侵防范</a:t>
              </a:r>
              <a:endParaRPr lang="en-US" sz="1680"/>
            </a:p>
          </p:txBody>
        </p:sp>
        <p:pic>
          <p:nvPicPr>
            <p:cNvPr id="68" name="Image 18" descr="TEMP_Z_ORDER_37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1553312" y="1045210"/>
              <a:ext cx="15240" cy="579120"/>
            </a:xfrm>
            <a:prstGeom prst="rect">
              <a:avLst/>
            </a:prstGeom>
          </p:spPr>
        </p:pic>
        <p:sp>
          <p:nvSpPr>
            <p:cNvPr id="69" name="Text 19" descr="TEMP_Z_ORDER_38"/>
            <p:cNvSpPr/>
            <p:nvPr>
              <p:custDataLst>
                <p:tags r:id="rId60"/>
              </p:custDataLst>
            </p:nvPr>
          </p:nvSpPr>
          <p:spPr>
            <a:xfrm>
              <a:off x="1757680" y="1178560"/>
              <a:ext cx="64455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不符合</a:t>
              </a:r>
              <a:endParaRPr lang="en-US" sz="1680"/>
            </a:p>
          </p:txBody>
        </p:sp>
        <p:pic>
          <p:nvPicPr>
            <p:cNvPr id="70" name="Image 19" descr="TEMP_Z_ORDER_39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3194507" y="1045210"/>
              <a:ext cx="15240" cy="579120"/>
            </a:xfrm>
            <a:prstGeom prst="rect">
              <a:avLst/>
            </a:prstGeom>
          </p:spPr>
        </p:pic>
        <p:sp>
          <p:nvSpPr>
            <p:cNvPr id="71" name="Text 20" descr="TEMP_Z_ORDER_40"/>
            <p:cNvSpPr/>
            <p:nvPr>
              <p:custDataLst>
                <p:tags r:id="rId62"/>
              </p:custDataLst>
            </p:nvPr>
          </p:nvSpPr>
          <p:spPr>
            <a:xfrm>
              <a:off x="3403600" y="1178560"/>
              <a:ext cx="2499662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S类，存在未修复高危漏洞</a:t>
              </a:r>
              <a:endParaRPr lang="en-US" sz="1680"/>
            </a:p>
          </p:txBody>
        </p:sp>
        <p:pic>
          <p:nvPicPr>
            <p:cNvPr id="72" name="Image 20" descr="TEMP_Z_ORDER_41"/>
            <p:cNvPicPr>
              <a:picLocks noChangeAspect="1"/>
            </p:cNvPicPr>
            <p:nvPr>
              <p:custDataLst>
                <p:tags r:id="rId63"/>
              </p:custDataLst>
            </p:nvPr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8665972" y="1045210"/>
              <a:ext cx="15240" cy="579120"/>
            </a:xfrm>
            <a:prstGeom prst="rect">
              <a:avLst/>
            </a:prstGeom>
          </p:spPr>
        </p:pic>
        <p:sp>
          <p:nvSpPr>
            <p:cNvPr id="73" name="Text 21" descr="TEMP_Z_ORDER_42"/>
            <p:cNvSpPr/>
            <p:nvPr>
              <p:custDataLst>
                <p:tags r:id="rId64"/>
              </p:custDataLst>
            </p:nvPr>
          </p:nvSpPr>
          <p:spPr>
            <a:xfrm>
              <a:off x="9330351" y="1163319"/>
              <a:ext cx="347643" cy="3080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DC262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🔴 高</a:t>
              </a:r>
              <a:endParaRPr lang="en-US" sz="1680"/>
            </a:p>
          </p:txBody>
        </p:sp>
      </p:grpSp>
      <p:sp>
        <p:nvSpPr>
          <p:cNvPr id="45" name="Text 22"/>
          <p:cNvSpPr/>
          <p:nvPr>
            <p:custDataLst>
              <p:tags r:id="rId6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步骤2——风险趋势判断法（核心方法）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83" name="组合 82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7705344" cy="457200"/>
            <a:chOff x="-635000" y="-635000"/>
            <a:chExt cx="7705344" cy="457200"/>
          </a:xfrm>
        </p:grpSpPr>
        <p:pic>
          <p:nvPicPr>
            <p:cNvPr id="8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467360"/>
              <a:ext cx="121920" cy="121920"/>
            </a:xfrm>
            <a:prstGeom prst="rect">
              <a:avLst/>
            </a:prstGeom>
          </p:spPr>
        </p:pic>
        <p:sp>
          <p:nvSpPr>
            <p:cNvPr id="85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391160" y="-635000"/>
              <a:ext cx="7492571" cy="3203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>
                      <a:alpha val="9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教师演示： 如何结合“数量+位置+风险”得出最终结论</a:t>
              </a:r>
              <a:endParaRPr lang="en-US" sz="2400"/>
            </a:p>
          </p:txBody>
        </p:sp>
      </p:grpSp>
      <p:grpSp>
        <p:nvGrpSpPr>
          <p:cNvPr id="45" name="组合 44"/>
          <p:cNvGrpSpPr/>
          <p:nvPr>
            <p:custDataLst>
              <p:tags r:id="rId12"/>
            </p:custDataLst>
          </p:nvPr>
        </p:nvGrpSpPr>
        <p:grpSpPr>
          <a:xfrm>
            <a:off x="609600" y="2072640"/>
            <a:ext cx="10972800" cy="3703320"/>
            <a:chOff x="-635000" y="-635000"/>
            <a:chExt cx="10972800" cy="3703320"/>
          </a:xfrm>
        </p:grpSpPr>
        <p:pic>
          <p:nvPicPr>
            <p:cNvPr id="46" name="Image 4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35661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7" name="Image 5" descr="TEMP_Z_ORDER_6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04520" y="-619760"/>
              <a:ext cx="10911840" cy="609600"/>
            </a:xfrm>
            <a:prstGeom prst="rect">
              <a:avLst/>
            </a:prstGeom>
          </p:spPr>
        </p:pic>
        <p:sp>
          <p:nvSpPr>
            <p:cNvPr id="48" name="Text 1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-110807" y="-4978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不符合项</a:t>
              </a:r>
              <a:endParaRPr lang="en-US" sz="1920"/>
            </a:p>
          </p:txBody>
        </p:sp>
        <p:pic>
          <p:nvPicPr>
            <p:cNvPr id="49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1344371" y="-619760"/>
              <a:ext cx="15240" cy="609600"/>
            </a:xfrm>
            <a:prstGeom prst="rect">
              <a:avLst/>
            </a:prstGeom>
          </p:spPr>
        </p:pic>
        <p:sp>
          <p:nvSpPr>
            <p:cNvPr id="50" name="Text 2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1855153" y="-4978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高风险项</a:t>
              </a:r>
              <a:endParaRPr lang="en-US" sz="1920"/>
            </a:p>
          </p:txBody>
        </p:sp>
        <p:pic>
          <p:nvPicPr>
            <p:cNvPr id="51" name="Image 7" descr="TEMP_Z_ORDER_10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3308350" y="-619760"/>
              <a:ext cx="15240" cy="609600"/>
            </a:xfrm>
            <a:prstGeom prst="rect">
              <a:avLst/>
            </a:prstGeom>
          </p:spPr>
        </p:pic>
        <p:sp>
          <p:nvSpPr>
            <p:cNvPr id="52" name="Text 3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4369753" y="-4978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整体结论</a:t>
              </a:r>
              <a:endParaRPr lang="en-US" sz="1920"/>
            </a:p>
          </p:txBody>
        </p:sp>
        <p:pic>
          <p:nvPicPr>
            <p:cNvPr id="53" name="Image 8" descr="TEMP_Z_ORDER_1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6363513" y="-619760"/>
              <a:ext cx="15240" cy="609600"/>
            </a:xfrm>
            <a:prstGeom prst="rect">
              <a:avLst/>
            </a:prstGeom>
          </p:spPr>
        </p:pic>
        <p:sp>
          <p:nvSpPr>
            <p:cNvPr id="54" name="Text 4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8099013" y="-492237"/>
              <a:ext cx="49383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说明</a:t>
              </a:r>
              <a:endParaRPr lang="en-US" sz="1920"/>
            </a:p>
          </p:txBody>
        </p:sp>
        <p:sp>
          <p:nvSpPr>
            <p:cNvPr id="55" name="Text 5" descr="TEMP_Z_ORDER_14"/>
            <p:cNvSpPr/>
            <p:nvPr>
              <p:custDataLst>
                <p:tags r:id="rId26"/>
              </p:custDataLst>
            </p:nvPr>
          </p:nvSpPr>
          <p:spPr>
            <a:xfrm>
              <a:off x="304467" y="50800"/>
              <a:ext cx="15713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0</a:t>
              </a:r>
              <a:endParaRPr lang="en-US" sz="1920"/>
            </a:p>
          </p:txBody>
        </p:sp>
        <p:sp>
          <p:nvSpPr>
            <p:cNvPr id="56" name="Text 6" descr="TEMP_Z_ORDER_15"/>
            <p:cNvSpPr/>
            <p:nvPr>
              <p:custDataLst>
                <p:tags r:id="rId27"/>
              </p:custDataLst>
            </p:nvPr>
          </p:nvSpPr>
          <p:spPr>
            <a:xfrm>
              <a:off x="2225532" y="50800"/>
              <a:ext cx="246920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否</a:t>
              </a:r>
              <a:endParaRPr lang="en-US" sz="1920"/>
            </a:p>
          </p:txBody>
        </p:sp>
        <p:sp>
          <p:nvSpPr>
            <p:cNvPr id="57" name="Text 7" descr="TEMP_Z_ORDER_16"/>
            <p:cNvSpPr/>
            <p:nvPr>
              <p:custDataLst>
                <p:tags r:id="rId28"/>
              </p:custDataLst>
            </p:nvPr>
          </p:nvSpPr>
          <p:spPr>
            <a:xfrm>
              <a:off x="4616672" y="50800"/>
              <a:ext cx="49383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符合</a:t>
              </a:r>
              <a:endParaRPr lang="en-US" sz="1920"/>
            </a:p>
          </p:txBody>
        </p:sp>
        <p:sp>
          <p:nvSpPr>
            <p:cNvPr id="58" name="Text 8" descr="TEMP_Z_ORDER_17"/>
            <p:cNvSpPr/>
            <p:nvPr>
              <p:custDataLst>
                <p:tags r:id="rId29"/>
              </p:custDataLst>
            </p:nvPr>
          </p:nvSpPr>
          <p:spPr>
            <a:xfrm>
              <a:off x="6619240" y="50800"/>
              <a:ext cx="222227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全部符合，无需整改</a:t>
              </a:r>
              <a:endParaRPr lang="en-US" sz="1920"/>
            </a:p>
          </p:txBody>
        </p:sp>
        <p:pic>
          <p:nvPicPr>
            <p:cNvPr id="59" name="Image 9" descr="TEMP_Z_ORDER_18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-604520" y="485140"/>
              <a:ext cx="10911840" cy="15240"/>
            </a:xfrm>
            <a:prstGeom prst="rect">
              <a:avLst/>
            </a:prstGeom>
          </p:spPr>
        </p:pic>
        <p:pic>
          <p:nvPicPr>
            <p:cNvPr id="60" name="Image 10" descr="TEMP_Z_ORDER_19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04520" y="492760"/>
              <a:ext cx="10911840" cy="502920"/>
            </a:xfrm>
            <a:prstGeom prst="rect">
              <a:avLst/>
            </a:prstGeom>
          </p:spPr>
        </p:pic>
        <p:sp>
          <p:nvSpPr>
            <p:cNvPr id="61" name="Text 9" descr="TEMP_Z_ORDER_20"/>
            <p:cNvSpPr/>
            <p:nvPr>
              <p:custDataLst>
                <p:tags r:id="rId34"/>
              </p:custDataLst>
            </p:nvPr>
          </p:nvSpPr>
          <p:spPr>
            <a:xfrm>
              <a:off x="181808" y="553720"/>
              <a:ext cx="40244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1-3</a:t>
              </a:r>
              <a:endParaRPr lang="en-US" sz="1920"/>
            </a:p>
          </p:txBody>
        </p:sp>
        <p:sp>
          <p:nvSpPr>
            <p:cNvPr id="62" name="Text 10" descr="TEMP_Z_ORDER_21"/>
            <p:cNvSpPr/>
            <p:nvPr>
              <p:custDataLst>
                <p:tags r:id="rId35"/>
              </p:custDataLst>
            </p:nvPr>
          </p:nvSpPr>
          <p:spPr>
            <a:xfrm>
              <a:off x="2225532" y="553720"/>
              <a:ext cx="246920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否</a:t>
              </a:r>
              <a:endParaRPr lang="en-US" sz="1920"/>
            </a:p>
          </p:txBody>
        </p:sp>
        <p:sp>
          <p:nvSpPr>
            <p:cNvPr id="63" name="Text 11" descr="TEMP_Z_ORDER_22"/>
            <p:cNvSpPr/>
            <p:nvPr>
              <p:custDataLst>
                <p:tags r:id="rId36"/>
              </p:custDataLst>
            </p:nvPr>
          </p:nvSpPr>
          <p:spPr>
            <a:xfrm>
              <a:off x="4369753" y="55372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基本符合</a:t>
              </a:r>
              <a:endParaRPr lang="en-US" sz="1920"/>
            </a:p>
          </p:txBody>
        </p:sp>
        <p:sp>
          <p:nvSpPr>
            <p:cNvPr id="64" name="Text 12" descr="TEMP_Z_ORDER_23"/>
            <p:cNvSpPr/>
            <p:nvPr>
              <p:custDataLst>
                <p:tags r:id="rId37"/>
              </p:custDataLst>
            </p:nvPr>
          </p:nvSpPr>
          <p:spPr>
            <a:xfrm>
              <a:off x="6619241" y="553720"/>
              <a:ext cx="320995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存在一般性差距，可整改达标</a:t>
              </a:r>
              <a:endParaRPr lang="en-US" sz="1920"/>
            </a:p>
          </p:txBody>
        </p:sp>
        <p:pic>
          <p:nvPicPr>
            <p:cNvPr id="65" name="Image 11" descr="TEMP_Z_ORDER_24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-604520" y="988060"/>
              <a:ext cx="10911840" cy="15240"/>
            </a:xfrm>
            <a:prstGeom prst="rect">
              <a:avLst/>
            </a:prstGeom>
          </p:spPr>
        </p:pic>
        <p:sp>
          <p:nvSpPr>
            <p:cNvPr id="66" name="Text 13" descr="TEMP_Z_ORDER_25"/>
            <p:cNvSpPr/>
            <p:nvPr>
              <p:custDataLst>
                <p:tags r:id="rId39"/>
              </p:custDataLst>
            </p:nvPr>
          </p:nvSpPr>
          <p:spPr>
            <a:xfrm>
              <a:off x="181808" y="1056640"/>
              <a:ext cx="40244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4-6</a:t>
              </a:r>
              <a:endParaRPr lang="en-US" sz="1920"/>
            </a:p>
          </p:txBody>
        </p:sp>
        <p:sp>
          <p:nvSpPr>
            <p:cNvPr id="67" name="Text 14" descr="TEMP_Z_ORDER_26"/>
            <p:cNvSpPr/>
            <p:nvPr>
              <p:custDataLst>
                <p:tags r:id="rId40"/>
              </p:custDataLst>
            </p:nvPr>
          </p:nvSpPr>
          <p:spPr>
            <a:xfrm>
              <a:off x="2225532" y="1056640"/>
              <a:ext cx="246920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否</a:t>
              </a:r>
              <a:endParaRPr lang="en-US" sz="1920"/>
            </a:p>
          </p:txBody>
        </p:sp>
        <p:sp>
          <p:nvSpPr>
            <p:cNvPr id="68" name="Text 15" descr="TEMP_Z_ORDER_27"/>
            <p:cNvSpPr/>
            <p:nvPr>
              <p:custDataLst>
                <p:tags r:id="rId41"/>
              </p:custDataLst>
            </p:nvPr>
          </p:nvSpPr>
          <p:spPr>
            <a:xfrm>
              <a:off x="4369753" y="10566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基本符合</a:t>
              </a:r>
              <a:endParaRPr lang="en-US" sz="1920"/>
            </a:p>
          </p:txBody>
        </p:sp>
        <p:sp>
          <p:nvSpPr>
            <p:cNvPr id="69" name="Text 16" descr="TEMP_Z_ORDER_28"/>
            <p:cNvSpPr/>
            <p:nvPr>
              <p:custDataLst>
                <p:tags r:id="rId42"/>
              </p:custDataLst>
            </p:nvPr>
          </p:nvSpPr>
          <p:spPr>
            <a:xfrm>
              <a:off x="6619240" y="1056640"/>
              <a:ext cx="172843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需要较全面整改</a:t>
              </a:r>
              <a:endParaRPr lang="en-US" sz="1920"/>
            </a:p>
          </p:txBody>
        </p:sp>
        <p:pic>
          <p:nvPicPr>
            <p:cNvPr id="70" name="Image 12" descr="TEMP_Z_ORDER_29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-604520" y="1490980"/>
              <a:ext cx="10911840" cy="15240"/>
            </a:xfrm>
            <a:prstGeom prst="rect">
              <a:avLst/>
            </a:prstGeom>
          </p:spPr>
        </p:pic>
        <p:pic>
          <p:nvPicPr>
            <p:cNvPr id="71" name="Image 13" descr="TEMP_Z_ORDER_30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-604520" y="1498600"/>
              <a:ext cx="10911840" cy="762000"/>
            </a:xfrm>
            <a:prstGeom prst="rect">
              <a:avLst/>
            </a:prstGeom>
          </p:spPr>
        </p:pic>
        <p:sp>
          <p:nvSpPr>
            <p:cNvPr id="72" name="Text 17" descr="TEMP_Z_ORDER_31"/>
            <p:cNvSpPr/>
            <p:nvPr>
              <p:custDataLst>
                <p:tags r:id="rId46"/>
              </p:custDataLst>
            </p:nvPr>
          </p:nvSpPr>
          <p:spPr>
            <a:xfrm>
              <a:off x="201049" y="1702376"/>
              <a:ext cx="363966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≥7</a:t>
              </a:r>
              <a:endParaRPr lang="en-US" sz="1920"/>
            </a:p>
          </p:txBody>
        </p:sp>
        <p:sp>
          <p:nvSpPr>
            <p:cNvPr id="73" name="Text 18" descr="TEMP_Z_ORDER_32"/>
            <p:cNvSpPr/>
            <p:nvPr>
              <p:custDataLst>
                <p:tags r:id="rId47"/>
              </p:custDataLst>
            </p:nvPr>
          </p:nvSpPr>
          <p:spPr>
            <a:xfrm>
              <a:off x="2225532" y="1702323"/>
              <a:ext cx="246920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否</a:t>
              </a:r>
              <a:endParaRPr lang="en-US" sz="1920"/>
            </a:p>
          </p:txBody>
        </p:sp>
        <p:sp>
          <p:nvSpPr>
            <p:cNvPr id="74" name="Text 19" descr="TEMP_Z_ORDER_33"/>
            <p:cNvSpPr/>
            <p:nvPr>
              <p:custDataLst>
                <p:tags r:id="rId48"/>
              </p:custDataLst>
            </p:nvPr>
          </p:nvSpPr>
          <p:spPr>
            <a:xfrm>
              <a:off x="4135120" y="1559560"/>
              <a:ext cx="2142744" cy="5693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基本符合</a:t>
              </a:r>
              <a:r>
                <a:rPr lang="en-US" sz="1680">
                  <a:solidFill>
                    <a:srgbClr val="00234E">
                      <a:alpha val="7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(建议重点关注)</a:t>
              </a:r>
              <a:endParaRPr lang="en-US" sz="1920"/>
            </a:p>
          </p:txBody>
        </p:sp>
        <p:sp>
          <p:nvSpPr>
            <p:cNvPr id="75" name="Text 20" descr="TEMP_Z_ORDER_34"/>
            <p:cNvSpPr/>
            <p:nvPr>
              <p:custDataLst>
                <p:tags r:id="rId49"/>
              </p:custDataLst>
            </p:nvPr>
          </p:nvSpPr>
          <p:spPr>
            <a:xfrm>
              <a:off x="6619240" y="1702323"/>
              <a:ext cx="148151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整改工作量大</a:t>
              </a:r>
              <a:endParaRPr lang="en-US" sz="1920"/>
            </a:p>
          </p:txBody>
        </p:sp>
        <p:pic>
          <p:nvPicPr>
            <p:cNvPr id="76" name="Image 14" descr="TEMP_Z_ORDER_35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-604520" y="2252980"/>
              <a:ext cx="10911840" cy="15240"/>
            </a:xfrm>
            <a:prstGeom prst="rect">
              <a:avLst/>
            </a:prstGeom>
          </p:spPr>
        </p:pic>
        <p:pic>
          <p:nvPicPr>
            <p:cNvPr id="77" name="Image 15" descr="TEMP_Z_ORDER_36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52"/>
            <a:stretch>
              <a:fillRect/>
            </a:stretch>
          </p:blipFill>
          <p:spPr>
            <a:xfrm>
              <a:off x="-604520" y="2260600"/>
              <a:ext cx="10911840" cy="807720"/>
            </a:xfrm>
            <a:prstGeom prst="rect">
              <a:avLst/>
            </a:prstGeom>
          </p:spPr>
        </p:pic>
        <p:sp>
          <p:nvSpPr>
            <p:cNvPr id="78" name="Text 21" descr="TEMP_Z_ORDER_37"/>
            <p:cNvSpPr/>
            <p:nvPr>
              <p:custDataLst>
                <p:tags r:id="rId53"/>
              </p:custDataLst>
            </p:nvPr>
          </p:nvSpPr>
          <p:spPr>
            <a:xfrm>
              <a:off x="105648" y="2465023"/>
              <a:ext cx="554768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任意</a:t>
              </a:r>
              <a:endParaRPr lang="en-US" sz="2160"/>
            </a:p>
          </p:txBody>
        </p:sp>
        <p:sp>
          <p:nvSpPr>
            <p:cNvPr id="79" name="Text 22" descr="TEMP_Z_ORDER_38"/>
            <p:cNvSpPr/>
            <p:nvPr>
              <p:custDataLst>
                <p:tags r:id="rId54"/>
              </p:custDataLst>
            </p:nvPr>
          </p:nvSpPr>
          <p:spPr>
            <a:xfrm>
              <a:off x="2210300" y="2465023"/>
              <a:ext cx="277384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是</a:t>
              </a:r>
              <a:endParaRPr lang="en-US" sz="2160"/>
            </a:p>
          </p:txBody>
        </p:sp>
        <p:pic>
          <p:nvPicPr>
            <p:cNvPr id="80" name="Image 16" descr="TEMP_Z_ORDER_39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3449320" y="2397760"/>
              <a:ext cx="2819400" cy="533400"/>
            </a:xfrm>
            <a:prstGeom prst="rect">
              <a:avLst/>
            </a:prstGeom>
          </p:spPr>
        </p:pic>
        <p:sp>
          <p:nvSpPr>
            <p:cNvPr id="81" name="Text 23" descr="TEMP_Z_ORDER_40"/>
            <p:cNvSpPr/>
            <p:nvPr>
              <p:custDataLst>
                <p:tags r:id="rId58"/>
              </p:custDataLst>
            </p:nvPr>
          </p:nvSpPr>
          <p:spPr>
            <a:xfrm>
              <a:off x="4439896" y="2458720"/>
              <a:ext cx="832152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不符合</a:t>
              </a:r>
              <a:endParaRPr lang="en-US" sz="2160"/>
            </a:p>
          </p:txBody>
        </p:sp>
        <p:sp>
          <p:nvSpPr>
            <p:cNvPr id="82" name="Text 24" descr="TEMP_Z_ORDER_41"/>
            <p:cNvSpPr/>
            <p:nvPr>
              <p:custDataLst>
                <p:tags r:id="rId59"/>
              </p:custDataLst>
            </p:nvPr>
          </p:nvSpPr>
          <p:spPr>
            <a:xfrm>
              <a:off x="6619240" y="2465023"/>
              <a:ext cx="2219071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存在重大安全隐患</a:t>
              </a:r>
              <a:endParaRPr lang="en-US" sz="2160"/>
            </a:p>
          </p:txBody>
        </p:sp>
      </p:grpSp>
      <p:sp>
        <p:nvSpPr>
          <p:cNvPr id="44" name="Text 25"/>
          <p:cNvSpPr/>
          <p:nvPr>
            <p:custDataLst>
              <p:tags r:id="rId6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步骤3——综合判断矩阵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81" name="组合 80"/>
          <p:cNvGrpSpPr/>
          <p:nvPr>
            <p:custDataLst>
              <p:tags r:id="rId7"/>
            </p:custDataLst>
          </p:nvPr>
        </p:nvGrpSpPr>
        <p:grpSpPr>
          <a:xfrm>
            <a:off x="609600" y="1493520"/>
            <a:ext cx="2148840" cy="4038600"/>
            <a:chOff x="-635000" y="-635000"/>
            <a:chExt cx="2148840" cy="4038600"/>
          </a:xfrm>
        </p:grpSpPr>
        <p:pic>
          <p:nvPicPr>
            <p:cNvPr id="82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36600" y="-269240"/>
              <a:ext cx="762000" cy="30480"/>
            </a:xfrm>
            <a:prstGeom prst="rect">
              <a:avLst/>
            </a:prstGeom>
          </p:spPr>
        </p:pic>
        <p:pic>
          <p:nvPicPr>
            <p:cNvPr id="83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22400" y="-330200"/>
              <a:ext cx="91440" cy="121920"/>
            </a:xfrm>
            <a:prstGeom prst="rect">
              <a:avLst/>
            </a:prstGeom>
          </p:spPr>
        </p:pic>
        <p:pic>
          <p:nvPicPr>
            <p:cNvPr id="84" name="Image 5" descr="TEMP_Z_ORDER_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85" name="Text 0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145319" y="-490770"/>
              <a:ext cx="429704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</a:rPr>
                <a:t>01</a:t>
              </a:r>
              <a:endParaRPr lang="en-US" sz="2400"/>
            </a:p>
          </p:txBody>
        </p:sp>
        <p:pic>
          <p:nvPicPr>
            <p:cNvPr id="86" name="Image 6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279400"/>
              <a:ext cx="1981200" cy="3124200"/>
            </a:xfrm>
            <a:prstGeom prst="rect">
              <a:avLst/>
            </a:prstGeom>
          </p:spPr>
        </p:pic>
        <p:sp>
          <p:nvSpPr>
            <p:cNvPr id="87" name="Text 1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-194596" y="4775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总体评价</a:t>
              </a:r>
              <a:endParaRPr lang="en-US" sz="2160"/>
            </a:p>
          </p:txBody>
        </p:sp>
        <p:sp>
          <p:nvSpPr>
            <p:cNvPr id="88" name="Text 2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-436880" y="1010920"/>
              <a:ext cx="1594104" cy="5810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一句话概括系统整体安全状况</a:t>
              </a:r>
              <a:endParaRPr lang="en-US" sz="1680"/>
            </a:p>
          </p:txBody>
        </p:sp>
        <p:pic>
          <p:nvPicPr>
            <p:cNvPr id="89" name="Image 7" descr="TEMP_Z_ORDER_10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436880" y="1879600"/>
              <a:ext cx="624840" cy="335280"/>
            </a:xfrm>
            <a:prstGeom prst="rect">
              <a:avLst/>
            </a:prstGeom>
          </p:spPr>
        </p:pic>
        <p:sp>
          <p:nvSpPr>
            <p:cNvPr id="90" name="Text 3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-314960" y="1940560"/>
              <a:ext cx="368776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FFFFFF"/>
                  </a:solidFill>
                </a:rPr>
                <a:t>示例</a:t>
              </a:r>
              <a:endParaRPr lang="en-US" sz="1440"/>
            </a:p>
          </p:txBody>
        </p:sp>
        <p:sp>
          <p:nvSpPr>
            <p:cNvPr id="91" name="Text 4" descr="TEMP_Z_ORDER_12"/>
            <p:cNvSpPr/>
            <p:nvPr>
              <p:custDataLst>
                <p:tags r:id="rId24"/>
              </p:custDataLst>
            </p:nvPr>
          </p:nvSpPr>
          <p:spPr>
            <a:xfrm>
              <a:off x="-436880" y="2275840"/>
              <a:ext cx="1594104" cy="9125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40">
                  <a:solidFill>
                    <a:srgbClr val="6B7280"/>
                  </a:solidFill>
                </a:rPr>
                <a:t>“XX系统整体安全状况良好，基本符合等级保护第三级要求”</a:t>
              </a:r>
              <a:endParaRPr lang="en-US" sz="1440"/>
            </a:p>
          </p:txBody>
        </p:sp>
        <p:pic>
          <p:nvPicPr>
            <p:cNvPr id="92" name="Image 8" descr="TEMP_Z_ORDER_13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436880" y="1700530"/>
              <a:ext cx="1584960" cy="15240"/>
            </a:xfrm>
            <a:prstGeom prst="rect">
              <a:avLst/>
            </a:prstGeom>
          </p:spPr>
        </p:pic>
      </p:grpSp>
      <p:grpSp>
        <p:nvGrpSpPr>
          <p:cNvPr id="93" name="组合 92"/>
          <p:cNvGrpSpPr/>
          <p:nvPr>
            <p:custDataLst>
              <p:tags r:id="rId27"/>
            </p:custDataLst>
          </p:nvPr>
        </p:nvGrpSpPr>
        <p:grpSpPr>
          <a:xfrm>
            <a:off x="2865120" y="1600200"/>
            <a:ext cx="2148840" cy="3810000"/>
            <a:chOff x="-635000" y="-635000"/>
            <a:chExt cx="2148840" cy="3810000"/>
          </a:xfrm>
        </p:grpSpPr>
        <p:pic>
          <p:nvPicPr>
            <p:cNvPr id="94" name="Image 9" descr="TEMP_Z_ORDER_14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36600" y="-269240"/>
              <a:ext cx="762000" cy="30480"/>
            </a:xfrm>
            <a:prstGeom prst="rect">
              <a:avLst/>
            </a:prstGeom>
          </p:spPr>
        </p:pic>
        <p:pic>
          <p:nvPicPr>
            <p:cNvPr id="95" name="Image 10" descr="TEMP_Z_ORDER_1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22400" y="-330200"/>
              <a:ext cx="91440" cy="121920"/>
            </a:xfrm>
            <a:prstGeom prst="rect">
              <a:avLst/>
            </a:prstGeom>
          </p:spPr>
        </p:pic>
        <p:pic>
          <p:nvPicPr>
            <p:cNvPr id="96" name="Image 11" descr="TEMP_Z_ORDER_16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97" name="Text 5" descr="TEMP_Z_ORDER_17"/>
            <p:cNvSpPr/>
            <p:nvPr>
              <p:custDataLst>
                <p:tags r:id="rId31"/>
              </p:custDataLst>
            </p:nvPr>
          </p:nvSpPr>
          <p:spPr>
            <a:xfrm>
              <a:off x="145320" y="-490771"/>
              <a:ext cx="429704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</a:rPr>
                <a:t>02</a:t>
              </a:r>
              <a:endParaRPr lang="en-US" sz="2400"/>
            </a:p>
          </p:txBody>
        </p:sp>
        <p:pic>
          <p:nvPicPr>
            <p:cNvPr id="98" name="Image 12" descr="TEMP_Z_ORDER_18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35000" y="279400"/>
              <a:ext cx="1981200" cy="2895600"/>
            </a:xfrm>
            <a:prstGeom prst="rect">
              <a:avLst/>
            </a:prstGeom>
          </p:spPr>
        </p:pic>
        <p:sp>
          <p:nvSpPr>
            <p:cNvPr id="99" name="Text 6" descr="TEMP_Z_ORDER_19"/>
            <p:cNvSpPr/>
            <p:nvPr>
              <p:custDataLst>
                <p:tags r:id="rId34"/>
              </p:custDataLst>
            </p:nvPr>
          </p:nvSpPr>
          <p:spPr>
            <a:xfrm>
              <a:off x="-194596" y="4775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符合情况</a:t>
              </a:r>
              <a:endParaRPr lang="en-US" sz="2160"/>
            </a:p>
          </p:txBody>
        </p:sp>
        <p:sp>
          <p:nvSpPr>
            <p:cNvPr id="100" name="Text 7" descr="TEMP_Z_ORDER_20"/>
            <p:cNvSpPr/>
            <p:nvPr>
              <p:custDataLst>
                <p:tags r:id="rId35"/>
              </p:custDataLst>
            </p:nvPr>
          </p:nvSpPr>
          <p:spPr>
            <a:xfrm>
              <a:off x="-436880" y="1010920"/>
              <a:ext cx="1594104" cy="5810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用数据说明整体符合程度</a:t>
              </a:r>
              <a:endParaRPr lang="en-US" sz="1680"/>
            </a:p>
          </p:txBody>
        </p:sp>
        <p:pic>
          <p:nvPicPr>
            <p:cNvPr id="101" name="Image 13" descr="TEMP_Z_ORDER_21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436880" y="1894840"/>
              <a:ext cx="624840" cy="335280"/>
            </a:xfrm>
            <a:prstGeom prst="rect">
              <a:avLst/>
            </a:prstGeom>
          </p:spPr>
        </p:pic>
        <p:sp>
          <p:nvSpPr>
            <p:cNvPr id="102" name="Text 8" descr="TEMP_Z_ORDER_22"/>
            <p:cNvSpPr/>
            <p:nvPr>
              <p:custDataLst>
                <p:tags r:id="rId37"/>
              </p:custDataLst>
            </p:nvPr>
          </p:nvSpPr>
          <p:spPr>
            <a:xfrm>
              <a:off x="-314960" y="1955800"/>
              <a:ext cx="368776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FFFFFF"/>
                  </a:solidFill>
                </a:rPr>
                <a:t>示例</a:t>
              </a:r>
              <a:endParaRPr lang="en-US" sz="1440"/>
            </a:p>
          </p:txBody>
        </p:sp>
        <p:sp>
          <p:nvSpPr>
            <p:cNvPr id="103" name="Text 9" descr="TEMP_Z_ORDER_23"/>
            <p:cNvSpPr/>
            <p:nvPr>
              <p:custDataLst>
                <p:tags r:id="rId38"/>
              </p:custDataLst>
            </p:nvPr>
          </p:nvSpPr>
          <p:spPr>
            <a:xfrm>
              <a:off x="-436880" y="2291080"/>
              <a:ext cx="1594104" cy="6839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40">
                  <a:solidFill>
                    <a:srgbClr val="6B7280"/>
                  </a:solidFill>
                </a:rPr>
                <a:t>“本次测评共46项指标，符合33项，部分符合8项...”</a:t>
              </a:r>
              <a:endParaRPr lang="en-US" sz="1440"/>
            </a:p>
          </p:txBody>
        </p:sp>
        <p:pic>
          <p:nvPicPr>
            <p:cNvPr id="104" name="Image 14" descr="TEMP_Z_ORDER_24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444500" y="1708150"/>
              <a:ext cx="1584960" cy="15240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>
            <p:custDataLst>
              <p:tags r:id="rId40"/>
            </p:custDataLst>
          </p:nvPr>
        </p:nvGrpSpPr>
        <p:grpSpPr>
          <a:xfrm>
            <a:off x="5105400" y="1463040"/>
            <a:ext cx="2148840" cy="4099560"/>
            <a:chOff x="-635000" y="-635000"/>
            <a:chExt cx="2148840" cy="4099560"/>
          </a:xfrm>
        </p:grpSpPr>
        <p:pic>
          <p:nvPicPr>
            <p:cNvPr id="106" name="Image 15" descr="TEMP_Z_ORDER_25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36600" y="-269240"/>
              <a:ext cx="762000" cy="30480"/>
            </a:xfrm>
            <a:prstGeom prst="rect">
              <a:avLst/>
            </a:prstGeom>
          </p:spPr>
        </p:pic>
        <p:pic>
          <p:nvPicPr>
            <p:cNvPr id="107" name="Image 16" descr="TEMP_Z_ORDER_26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22400" y="-330200"/>
              <a:ext cx="91440" cy="121920"/>
            </a:xfrm>
            <a:prstGeom prst="rect">
              <a:avLst/>
            </a:prstGeom>
          </p:spPr>
        </p:pic>
        <p:pic>
          <p:nvPicPr>
            <p:cNvPr id="108" name="Image 17" descr="TEMP_Z_ORDER_27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109" name="Text 10" descr="TEMP_Z_ORDER_28"/>
            <p:cNvSpPr/>
            <p:nvPr>
              <p:custDataLst>
                <p:tags r:id="rId44"/>
              </p:custDataLst>
            </p:nvPr>
          </p:nvSpPr>
          <p:spPr>
            <a:xfrm>
              <a:off x="145320" y="-490770"/>
              <a:ext cx="429704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</a:rPr>
                <a:t>03</a:t>
              </a:r>
              <a:endParaRPr lang="en-US" sz="2400"/>
            </a:p>
          </p:txBody>
        </p:sp>
        <p:pic>
          <p:nvPicPr>
            <p:cNvPr id="110" name="Image 18" descr="TEMP_Z_ORDER_29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-635000" y="279400"/>
              <a:ext cx="1981200" cy="3185160"/>
            </a:xfrm>
            <a:prstGeom prst="rect">
              <a:avLst/>
            </a:prstGeom>
          </p:spPr>
        </p:pic>
        <p:sp>
          <p:nvSpPr>
            <p:cNvPr id="111" name="Text 11" descr="TEMP_Z_ORDER_30"/>
            <p:cNvSpPr/>
            <p:nvPr>
              <p:custDataLst>
                <p:tags r:id="rId47"/>
              </p:custDataLst>
            </p:nvPr>
          </p:nvSpPr>
          <p:spPr>
            <a:xfrm>
              <a:off x="-194596" y="4775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主要问题</a:t>
              </a:r>
              <a:endParaRPr lang="en-US" sz="2160"/>
            </a:p>
          </p:txBody>
        </p:sp>
        <p:sp>
          <p:nvSpPr>
            <p:cNvPr id="112" name="Text 12" descr="TEMP_Z_ORDER_31"/>
            <p:cNvSpPr/>
            <p:nvPr>
              <p:custDataLst>
                <p:tags r:id="rId48"/>
              </p:custDataLst>
            </p:nvPr>
          </p:nvSpPr>
          <p:spPr>
            <a:xfrm>
              <a:off x="-436880" y="1010920"/>
              <a:ext cx="1594104" cy="8755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概括“不符合项”和“部分符合项”的主要问题</a:t>
              </a:r>
              <a:endParaRPr lang="en-US" sz="1680"/>
            </a:p>
          </p:txBody>
        </p:sp>
        <p:pic>
          <p:nvPicPr>
            <p:cNvPr id="113" name="Image 19" descr="TEMP_Z_ORDER_32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436880" y="2169160"/>
              <a:ext cx="624840" cy="335280"/>
            </a:xfrm>
            <a:prstGeom prst="rect">
              <a:avLst/>
            </a:prstGeom>
          </p:spPr>
        </p:pic>
        <p:sp>
          <p:nvSpPr>
            <p:cNvPr id="114" name="Text 13" descr="TEMP_Z_ORDER_33"/>
            <p:cNvSpPr/>
            <p:nvPr>
              <p:custDataLst>
                <p:tags r:id="rId50"/>
              </p:custDataLst>
            </p:nvPr>
          </p:nvSpPr>
          <p:spPr>
            <a:xfrm>
              <a:off x="-314960" y="2230120"/>
              <a:ext cx="368776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FFFFFF"/>
                  </a:solidFill>
                </a:rPr>
                <a:t>示例</a:t>
              </a:r>
              <a:endParaRPr lang="en-US" sz="1440"/>
            </a:p>
          </p:txBody>
        </p:sp>
        <p:sp>
          <p:nvSpPr>
            <p:cNvPr id="115" name="Text 14" descr="TEMP_Z_ORDER_34"/>
            <p:cNvSpPr/>
            <p:nvPr>
              <p:custDataLst>
                <p:tags r:id="rId51"/>
              </p:custDataLst>
            </p:nvPr>
          </p:nvSpPr>
          <p:spPr>
            <a:xfrm>
              <a:off x="-436880" y="2565400"/>
              <a:ext cx="1594104" cy="6839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40">
                  <a:solidFill>
                    <a:srgbClr val="6B7280"/>
                  </a:solidFill>
                </a:rPr>
                <a:t>“主要问题集中在数据备份恢复、入侵防范等方面”</a:t>
              </a:r>
              <a:endParaRPr lang="en-US" sz="1440"/>
            </a:p>
          </p:txBody>
        </p:sp>
        <p:pic>
          <p:nvPicPr>
            <p:cNvPr id="116" name="Image 20" descr="TEMP_Z_ORDER_35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436880" y="1992071"/>
              <a:ext cx="1584960" cy="15240"/>
            </a:xfrm>
            <a:prstGeom prst="rect">
              <a:avLst/>
            </a:prstGeom>
          </p:spPr>
        </p:pic>
      </p:grpSp>
      <p:grpSp>
        <p:nvGrpSpPr>
          <p:cNvPr id="59" name="组合 58"/>
          <p:cNvGrpSpPr/>
          <p:nvPr>
            <p:custDataLst>
              <p:tags r:id="rId53"/>
            </p:custDataLst>
          </p:nvPr>
        </p:nvGrpSpPr>
        <p:grpSpPr>
          <a:xfrm>
            <a:off x="7360920" y="1600200"/>
            <a:ext cx="2148840" cy="3810000"/>
            <a:chOff x="-635000" y="-635000"/>
            <a:chExt cx="2148840" cy="3810000"/>
          </a:xfrm>
        </p:grpSpPr>
        <p:pic>
          <p:nvPicPr>
            <p:cNvPr id="60" name="Image 21" descr="TEMP_Z_ORDER_36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36600" y="-269240"/>
              <a:ext cx="762000" cy="30480"/>
            </a:xfrm>
            <a:prstGeom prst="rect">
              <a:avLst/>
            </a:prstGeom>
          </p:spPr>
        </p:pic>
        <p:pic>
          <p:nvPicPr>
            <p:cNvPr id="61" name="Image 22" descr="TEMP_Z_ORDER_37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22400" y="-330200"/>
              <a:ext cx="91440" cy="121920"/>
            </a:xfrm>
            <a:prstGeom prst="rect">
              <a:avLst/>
            </a:prstGeom>
          </p:spPr>
        </p:pic>
        <p:pic>
          <p:nvPicPr>
            <p:cNvPr id="62" name="Image 23" descr="TEMP_Z_ORDER_38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63" name="Text 15" descr="TEMP_Z_ORDER_39"/>
            <p:cNvSpPr/>
            <p:nvPr>
              <p:custDataLst>
                <p:tags r:id="rId57"/>
              </p:custDataLst>
            </p:nvPr>
          </p:nvSpPr>
          <p:spPr>
            <a:xfrm>
              <a:off x="145320" y="-490771"/>
              <a:ext cx="429704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</a:rPr>
                <a:t>04</a:t>
              </a:r>
              <a:endParaRPr lang="en-US" sz="2400"/>
            </a:p>
          </p:txBody>
        </p:sp>
        <p:pic>
          <p:nvPicPr>
            <p:cNvPr id="64" name="Image 24" descr="TEMP_Z_ORDER_40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35000" y="279400"/>
              <a:ext cx="1981200" cy="2895600"/>
            </a:xfrm>
            <a:prstGeom prst="rect">
              <a:avLst/>
            </a:prstGeom>
          </p:spPr>
        </p:pic>
        <p:sp>
          <p:nvSpPr>
            <p:cNvPr id="65" name="Text 16" descr="TEMP_Z_ORDER_41"/>
            <p:cNvSpPr/>
            <p:nvPr>
              <p:custDataLst>
                <p:tags r:id="rId59"/>
              </p:custDataLst>
            </p:nvPr>
          </p:nvSpPr>
          <p:spPr>
            <a:xfrm>
              <a:off x="-194595" y="4775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风险趋势</a:t>
              </a:r>
              <a:endParaRPr lang="en-US" sz="2160"/>
            </a:p>
          </p:txBody>
        </p:sp>
        <p:sp>
          <p:nvSpPr>
            <p:cNvPr id="66" name="Text 17" descr="TEMP_Z_ORDER_42"/>
            <p:cNvSpPr/>
            <p:nvPr>
              <p:custDataLst>
                <p:tags r:id="rId60"/>
              </p:custDataLst>
            </p:nvPr>
          </p:nvSpPr>
          <p:spPr>
            <a:xfrm>
              <a:off x="-436880" y="1010920"/>
              <a:ext cx="1594104" cy="5810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判断系统面临的主要风险</a:t>
              </a:r>
              <a:endParaRPr lang="en-US" sz="1680"/>
            </a:p>
          </p:txBody>
        </p:sp>
        <p:pic>
          <p:nvPicPr>
            <p:cNvPr id="67" name="Image 25" descr="TEMP_Z_ORDER_43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436880" y="1894840"/>
              <a:ext cx="624840" cy="335280"/>
            </a:xfrm>
            <a:prstGeom prst="rect">
              <a:avLst/>
            </a:prstGeom>
          </p:spPr>
        </p:pic>
        <p:sp>
          <p:nvSpPr>
            <p:cNvPr id="68" name="Text 18" descr="TEMP_Z_ORDER_44"/>
            <p:cNvSpPr/>
            <p:nvPr>
              <p:custDataLst>
                <p:tags r:id="rId62"/>
              </p:custDataLst>
            </p:nvPr>
          </p:nvSpPr>
          <p:spPr>
            <a:xfrm>
              <a:off x="-314960" y="1955800"/>
              <a:ext cx="368776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FFFFFF"/>
                  </a:solidFill>
                </a:rPr>
                <a:t>示例</a:t>
              </a:r>
              <a:endParaRPr lang="en-US" sz="1440"/>
            </a:p>
          </p:txBody>
        </p:sp>
        <p:sp>
          <p:nvSpPr>
            <p:cNvPr id="69" name="Text 19" descr="TEMP_Z_ORDER_45"/>
            <p:cNvSpPr/>
            <p:nvPr>
              <p:custDataLst>
                <p:tags r:id="rId63"/>
              </p:custDataLst>
            </p:nvPr>
          </p:nvSpPr>
          <p:spPr>
            <a:xfrm>
              <a:off x="-436880" y="2291080"/>
              <a:ext cx="1594104" cy="6839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40">
                  <a:solidFill>
                    <a:srgbClr val="6B7280"/>
                  </a:solidFill>
                </a:rPr>
                <a:t>“系统存在数据丢失风险、网络攻击风险等”</a:t>
              </a:r>
              <a:endParaRPr lang="en-US" sz="1440"/>
            </a:p>
          </p:txBody>
        </p:sp>
        <p:pic>
          <p:nvPicPr>
            <p:cNvPr id="70" name="Image 26" descr="TEMP_Z_ORDER_46"/>
            <p:cNvPicPr>
              <a:picLocks noChangeAspect="1"/>
            </p:cNvPicPr>
            <p:nvPr>
              <p:custDataLst>
                <p:tags r:id="rId64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444500" y="1708150"/>
              <a:ext cx="1584960" cy="15240"/>
            </a:xfrm>
            <a:prstGeom prst="rect">
              <a:avLst/>
            </a:prstGeom>
          </p:spPr>
        </p:pic>
      </p:grpSp>
      <p:grpSp>
        <p:nvGrpSpPr>
          <p:cNvPr id="71" name="组合 70"/>
          <p:cNvGrpSpPr/>
          <p:nvPr>
            <p:custDataLst>
              <p:tags r:id="rId65"/>
            </p:custDataLst>
          </p:nvPr>
        </p:nvGrpSpPr>
        <p:grpSpPr>
          <a:xfrm>
            <a:off x="9601200" y="1600200"/>
            <a:ext cx="1981200" cy="3810000"/>
            <a:chOff x="-635001" y="-635000"/>
            <a:chExt cx="1981200" cy="3810000"/>
          </a:xfrm>
        </p:grpSpPr>
        <p:pic>
          <p:nvPicPr>
            <p:cNvPr id="72" name="Image 27" descr="TEMP_Z_ORDER_47"/>
            <p:cNvPicPr>
              <a:picLocks noChangeAspect="1"/>
            </p:cNvPicPr>
            <p:nvPr>
              <p:custDataLst>
                <p:tags r:id="rId66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73" name="Text 20" descr="TEMP_Z_ORDER_48"/>
            <p:cNvSpPr/>
            <p:nvPr>
              <p:custDataLst>
                <p:tags r:id="rId67"/>
              </p:custDataLst>
            </p:nvPr>
          </p:nvSpPr>
          <p:spPr>
            <a:xfrm>
              <a:off x="145320" y="-490771"/>
              <a:ext cx="429704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</a:rPr>
                <a:t>05</a:t>
              </a:r>
              <a:endParaRPr lang="en-US" sz="2400"/>
            </a:p>
          </p:txBody>
        </p:sp>
        <p:pic>
          <p:nvPicPr>
            <p:cNvPr id="74" name="Image 28" descr="TEMP_Z_ORDER_49"/>
            <p:cNvPicPr>
              <a:picLocks noChangeAspect="1"/>
            </p:cNvPicPr>
            <p:nvPr>
              <p:custDataLst>
                <p:tags r:id="rId68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35001" y="279400"/>
              <a:ext cx="1981200" cy="2895600"/>
            </a:xfrm>
            <a:prstGeom prst="rect">
              <a:avLst/>
            </a:prstGeom>
          </p:spPr>
        </p:pic>
        <p:sp>
          <p:nvSpPr>
            <p:cNvPr id="75" name="Text 21" descr="TEMP_Z_ORDER_50"/>
            <p:cNvSpPr/>
            <p:nvPr>
              <p:custDataLst>
                <p:tags r:id="rId69"/>
              </p:custDataLst>
            </p:nvPr>
          </p:nvSpPr>
          <p:spPr>
            <a:xfrm>
              <a:off x="-194597" y="4775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最终结论</a:t>
              </a:r>
              <a:endParaRPr lang="en-US" sz="2160"/>
            </a:p>
          </p:txBody>
        </p:sp>
        <p:sp>
          <p:nvSpPr>
            <p:cNvPr id="76" name="Text 22" descr="TEMP_Z_ORDER_51"/>
            <p:cNvSpPr/>
            <p:nvPr>
              <p:custDataLst>
                <p:tags r:id="rId70"/>
              </p:custDataLst>
            </p:nvPr>
          </p:nvSpPr>
          <p:spPr>
            <a:xfrm>
              <a:off x="-436881" y="1010920"/>
              <a:ext cx="1594104" cy="5810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明确给出整体结论类型</a:t>
              </a:r>
              <a:endParaRPr lang="en-US" sz="1680"/>
            </a:p>
          </p:txBody>
        </p:sp>
        <p:pic>
          <p:nvPicPr>
            <p:cNvPr id="77" name="Image 29" descr="TEMP_Z_ORDER_52"/>
            <p:cNvPicPr>
              <a:picLocks noChangeAspect="1"/>
            </p:cNvPicPr>
            <p:nvPr>
              <p:custDataLst>
                <p:tags r:id="rId71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436881" y="1894840"/>
              <a:ext cx="624840" cy="335280"/>
            </a:xfrm>
            <a:prstGeom prst="rect">
              <a:avLst/>
            </a:prstGeom>
          </p:spPr>
        </p:pic>
        <p:sp>
          <p:nvSpPr>
            <p:cNvPr id="78" name="Text 23" descr="TEMP_Z_ORDER_53"/>
            <p:cNvSpPr/>
            <p:nvPr>
              <p:custDataLst>
                <p:tags r:id="rId72"/>
              </p:custDataLst>
            </p:nvPr>
          </p:nvSpPr>
          <p:spPr>
            <a:xfrm>
              <a:off x="-314961" y="1955800"/>
              <a:ext cx="368776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FFFFFF"/>
                  </a:solidFill>
                </a:rPr>
                <a:t>示例</a:t>
              </a:r>
              <a:endParaRPr lang="en-US" sz="1440"/>
            </a:p>
          </p:txBody>
        </p:sp>
        <p:sp>
          <p:nvSpPr>
            <p:cNvPr id="79" name="Text 24" descr="TEMP_Z_ORDER_54"/>
            <p:cNvSpPr/>
            <p:nvPr>
              <p:custDataLst>
                <p:tags r:id="rId73"/>
              </p:custDataLst>
            </p:nvPr>
          </p:nvSpPr>
          <p:spPr>
            <a:xfrm>
              <a:off x="-436881" y="2291080"/>
              <a:ext cx="1594104" cy="6839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40">
                  <a:solidFill>
                    <a:srgbClr val="6B7280"/>
                  </a:solidFill>
                </a:rPr>
                <a:t>“综合判定：XX系统不符合等级保护第三级要求”</a:t>
              </a:r>
              <a:endParaRPr lang="en-US" sz="1440"/>
            </a:p>
          </p:txBody>
        </p:sp>
        <p:pic>
          <p:nvPicPr>
            <p:cNvPr id="80" name="Image 30" descr="TEMP_Z_ORDER_55"/>
            <p:cNvPicPr>
              <a:picLocks noChangeAspect="1"/>
            </p:cNvPicPr>
            <p:nvPr>
              <p:custDataLst>
                <p:tags r:id="rId74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436881" y="1708150"/>
              <a:ext cx="1584960" cy="15240"/>
            </a:xfrm>
            <a:prstGeom prst="rect">
              <a:avLst/>
            </a:prstGeom>
          </p:spPr>
        </p:pic>
      </p:grpSp>
      <p:sp>
        <p:nvSpPr>
          <p:cNvPr id="58" name="Text 25"/>
          <p:cNvSpPr/>
          <p:nvPr>
            <p:custDataLst>
              <p:tags r:id="rId7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整体结论的撰写规范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2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2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2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3" name="组合 22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1402080"/>
            <a:chOff x="-635000" y="-635000"/>
            <a:chExt cx="10972800" cy="1402080"/>
          </a:xfrm>
        </p:grpSpPr>
        <p:pic>
          <p:nvPicPr>
            <p:cNvPr id="2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402080"/>
            </a:xfrm>
            <a:prstGeom prst="rect">
              <a:avLst/>
            </a:prstGeom>
          </p:spPr>
        </p:pic>
        <p:pic>
          <p:nvPicPr>
            <p:cNvPr id="25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828800" cy="1402080"/>
            </a:xfrm>
            <a:prstGeom prst="rect">
              <a:avLst/>
            </a:prstGeom>
          </p:spPr>
        </p:pic>
        <p:sp>
          <p:nvSpPr>
            <p:cNvPr id="26" name="Text 0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25400" y="-162560"/>
              <a:ext cx="615696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符合</a:t>
              </a:r>
              <a:endParaRPr lang="en-US" sz="2400"/>
            </a:p>
          </p:txBody>
        </p:sp>
        <p:sp>
          <p:nvSpPr>
            <p:cNvPr id="27" name="Text 1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1376680" y="-452120"/>
              <a:ext cx="8787384" cy="10142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XX系统本次测评共涵盖46项测评指标，全部符合要求。系统在安全物理环境、通信网络、区域边界、计算环境、安全管理等方面均达到等级保护第三级标准，整体安全状况良好，能够有效抵御相应的安全威胁。”</a:t>
              </a:r>
              <a:endParaRPr lang="en-US" sz="1920"/>
            </a:p>
          </p:txBody>
        </p:sp>
      </p:grpSp>
      <p:grpSp>
        <p:nvGrpSpPr>
          <p:cNvPr id="28" name="组合 27"/>
          <p:cNvGrpSpPr/>
          <p:nvPr>
            <p:custDataLst>
              <p:tags r:id="rId14"/>
            </p:custDataLst>
          </p:nvPr>
        </p:nvGrpSpPr>
        <p:grpSpPr>
          <a:xfrm>
            <a:off x="609600" y="3108960"/>
            <a:ext cx="10972800" cy="1402080"/>
            <a:chOff x="-635000" y="-635000"/>
            <a:chExt cx="10972800" cy="1402080"/>
          </a:xfrm>
        </p:grpSpPr>
        <p:pic>
          <p:nvPicPr>
            <p:cNvPr id="29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402080"/>
            </a:xfrm>
            <a:prstGeom prst="rect">
              <a:avLst/>
            </a:prstGeom>
          </p:spPr>
        </p:pic>
        <p:pic>
          <p:nvPicPr>
            <p:cNvPr id="30" name="Image 6" descr="TEMP_Z_ORDER_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828800" cy="1402080"/>
            </a:xfrm>
            <a:prstGeom prst="rect">
              <a:avLst/>
            </a:prstGeom>
          </p:spPr>
        </p:pic>
        <p:sp>
          <p:nvSpPr>
            <p:cNvPr id="31" name="Text 2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330200" y="-16256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基本符合</a:t>
              </a:r>
              <a:endParaRPr lang="en-US" sz="2400"/>
            </a:p>
          </p:txBody>
        </p:sp>
        <p:sp>
          <p:nvSpPr>
            <p:cNvPr id="32" name="Text 3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1376680" y="-452120"/>
              <a:ext cx="8787384" cy="10142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“XX系统测评46项指标，符合33项，部分符合8项，不符合4项，符合率72%。主要问题：无异地备份、未修复高危漏洞、应急预案制度缺失。存在数据丢失和网络安全风险。判定：基本符合三级要求，建议整改。”</a:t>
              </a:r>
              <a:endParaRPr lang="en-US" sz="1920"/>
            </a:p>
          </p:txBody>
        </p:sp>
      </p:grpSp>
      <p:grpSp>
        <p:nvGrpSpPr>
          <p:cNvPr id="18" name="组合 17"/>
          <p:cNvGrpSpPr/>
          <p:nvPr>
            <p:custDataLst>
              <p:tags r:id="rId19"/>
            </p:custDataLst>
          </p:nvPr>
        </p:nvGrpSpPr>
        <p:grpSpPr>
          <a:xfrm>
            <a:off x="609600" y="4861560"/>
            <a:ext cx="10972800" cy="1402080"/>
            <a:chOff x="-635000" y="-635000"/>
            <a:chExt cx="10972800" cy="1402080"/>
          </a:xfrm>
        </p:grpSpPr>
        <p:pic>
          <p:nvPicPr>
            <p:cNvPr id="19" name="Image 7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402080"/>
            </a:xfrm>
            <a:prstGeom prst="rect">
              <a:avLst/>
            </a:prstGeom>
          </p:spPr>
        </p:pic>
        <p:pic>
          <p:nvPicPr>
            <p:cNvPr id="20" name="Image 8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828800" cy="1402080"/>
            </a:xfrm>
            <a:prstGeom prst="rect">
              <a:avLst/>
            </a:prstGeom>
          </p:spPr>
        </p:pic>
        <p:sp>
          <p:nvSpPr>
            <p:cNvPr id="21" name="Text 4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177800" y="-177800"/>
              <a:ext cx="923544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不符合</a:t>
              </a:r>
              <a:endParaRPr lang="en-US" sz="2400"/>
            </a:p>
          </p:txBody>
        </p:sp>
        <p:sp>
          <p:nvSpPr>
            <p:cNvPr id="22" name="Text 5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1376680" y="-452120"/>
              <a:ext cx="8787384" cy="10142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“XX系统测评46项指标，符合28项，不符合8项，符合率61%。发现多项高危风险：无异地备份、高危漏洞(CVE-2017-5638等)、Telnet明文传输、管理制度缺失。构成重大隐患。判定：不符合三级要求。”</a:t>
              </a:r>
              <a:endParaRPr lang="en-US" sz="1920"/>
            </a:p>
          </p:txBody>
        </p:sp>
      </p:grpSp>
      <p:sp>
        <p:nvSpPr>
          <p:cNvPr id="17" name="Text 6"/>
          <p:cNvSpPr/>
          <p:nvPr>
            <p:custDataLst>
              <p:tags r:id="rId2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整体结论撰写示例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6" name="组合 25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4267200"/>
            <a:chOff x="-635000" y="-635000"/>
            <a:chExt cx="10972800" cy="4267200"/>
          </a:xfrm>
        </p:grpSpPr>
        <p:pic>
          <p:nvPicPr>
            <p:cNvPr id="2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242560" cy="1950720"/>
            </a:xfrm>
            <a:prstGeom prst="rect">
              <a:avLst/>
            </a:prstGeom>
          </p:spPr>
        </p:pic>
        <p:sp>
          <p:nvSpPr>
            <p:cNvPr id="28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314960" y="-162560"/>
              <a:ext cx="102108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任务名称</a:t>
              </a:r>
              <a:endParaRPr lang="en-US" sz="20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29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314960" y="469900"/>
              <a:ext cx="3602990" cy="3289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测评结论汇总与风险趋势分析</a:t>
              </a:r>
              <a:endParaRPr lang="en-US" sz="20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30" name="Image 4" descr="TEMP_Z_ORDER_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619760" y="-619760"/>
              <a:ext cx="1005840" cy="441960"/>
            </a:xfrm>
            <a:prstGeom prst="rect">
              <a:avLst/>
            </a:prstGeom>
          </p:spPr>
        </p:pic>
        <p:sp>
          <p:nvSpPr>
            <p:cNvPr id="31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436880" y="-558800"/>
              <a:ext cx="64455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要点一</a:t>
              </a:r>
              <a:endParaRPr lang="en-US" sz="1680"/>
            </a:p>
          </p:txBody>
        </p:sp>
        <p:pic>
          <p:nvPicPr>
            <p:cNvPr id="32" name="Image 5" descr="TEMP_Z_ORDER_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095240" y="-635000"/>
              <a:ext cx="5242560" cy="1950720"/>
            </a:xfrm>
            <a:prstGeom prst="rect">
              <a:avLst/>
            </a:prstGeom>
          </p:spPr>
        </p:pic>
        <p:sp>
          <p:nvSpPr>
            <p:cNvPr id="33" name="Text 3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5415280" y="-116840"/>
              <a:ext cx="102108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任务场景</a:t>
              </a:r>
              <a:endParaRPr lang="en-US" sz="20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34" name="Text 4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5415280" y="355600"/>
              <a:ext cx="4611624" cy="7524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教师提供一份模拟的单项测评结论清单（见素材1）</a:t>
              </a:r>
              <a:endParaRPr lang="en-US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35" name="Image 6" descr="TEMP_Z_ORDER_11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110480" y="-619760"/>
              <a:ext cx="1005840" cy="441960"/>
            </a:xfrm>
            <a:prstGeom prst="rect">
              <a:avLst/>
            </a:prstGeom>
          </p:spPr>
        </p:pic>
        <p:sp>
          <p:nvSpPr>
            <p:cNvPr id="36" name="Text 5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5293360" y="-558800"/>
              <a:ext cx="64455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要点二</a:t>
              </a:r>
              <a:endParaRPr lang="en-US" sz="1680"/>
            </a:p>
          </p:txBody>
        </p:sp>
        <p:pic>
          <p:nvPicPr>
            <p:cNvPr id="37" name="Image 7" descr="TEMP_Z_ORDER_13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681480"/>
              <a:ext cx="5242560" cy="1950720"/>
            </a:xfrm>
            <a:prstGeom prst="rect">
              <a:avLst/>
            </a:prstGeom>
          </p:spPr>
        </p:pic>
        <p:sp>
          <p:nvSpPr>
            <p:cNvPr id="38" name="Text 6" descr="TEMP_Z_ORDER_14"/>
            <p:cNvSpPr/>
            <p:nvPr>
              <p:custDataLst>
                <p:tags r:id="rId22"/>
              </p:custDataLst>
            </p:nvPr>
          </p:nvSpPr>
          <p:spPr>
            <a:xfrm>
              <a:off x="-314960" y="2199640"/>
              <a:ext cx="737870" cy="1924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任务内容</a:t>
              </a:r>
              <a:endParaRPr lang="en-US" sz="20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39" name="Text 7" descr="TEMP_Z_ORDER_15"/>
            <p:cNvSpPr/>
            <p:nvPr>
              <p:custDataLst>
                <p:tags r:id="rId23"/>
              </p:custDataLst>
            </p:nvPr>
          </p:nvSpPr>
          <p:spPr>
            <a:xfrm>
              <a:off x="-314960" y="2580640"/>
              <a:ext cx="4611624" cy="7524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按大类统计各等级结论数量 → ② 标记“高风险项” → ③ 判断整体结论类型</a:t>
              </a:r>
              <a:endParaRPr lang="en-US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40" name="Image 8" descr="TEMP_Z_ORDER_1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619760" y="1696720"/>
              <a:ext cx="1005840" cy="441960"/>
            </a:xfrm>
            <a:prstGeom prst="rect">
              <a:avLst/>
            </a:prstGeom>
          </p:spPr>
        </p:pic>
        <p:sp>
          <p:nvSpPr>
            <p:cNvPr id="41" name="Text 8" descr="TEMP_Z_ORDER_17"/>
            <p:cNvSpPr/>
            <p:nvPr>
              <p:custDataLst>
                <p:tags r:id="rId25"/>
              </p:custDataLst>
            </p:nvPr>
          </p:nvSpPr>
          <p:spPr>
            <a:xfrm>
              <a:off x="-436880" y="1757680"/>
              <a:ext cx="64455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要点三</a:t>
              </a:r>
              <a:endParaRPr lang="en-US" sz="1680"/>
            </a:p>
          </p:txBody>
        </p:sp>
        <p:pic>
          <p:nvPicPr>
            <p:cNvPr id="42" name="Image 9" descr="TEMP_Z_ORDER_18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095240" y="1681480"/>
              <a:ext cx="5242560" cy="1950720"/>
            </a:xfrm>
            <a:prstGeom prst="rect">
              <a:avLst/>
            </a:prstGeom>
          </p:spPr>
        </p:pic>
        <p:sp>
          <p:nvSpPr>
            <p:cNvPr id="43" name="Text 9" descr="TEMP_Z_ORDER_19"/>
            <p:cNvSpPr/>
            <p:nvPr>
              <p:custDataLst>
                <p:tags r:id="rId27"/>
              </p:custDataLst>
            </p:nvPr>
          </p:nvSpPr>
          <p:spPr>
            <a:xfrm>
              <a:off x="5415281" y="2230120"/>
              <a:ext cx="102108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成果形式</a:t>
              </a:r>
              <a:endParaRPr lang="en-US" sz="20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44" name="Text 10" descr="TEMP_Z_ORDER_20"/>
            <p:cNvSpPr/>
            <p:nvPr>
              <p:custDataLst>
                <p:tags r:id="rId28"/>
              </p:custDataLst>
            </p:nvPr>
          </p:nvSpPr>
          <p:spPr>
            <a:xfrm>
              <a:off x="5415280" y="2839720"/>
              <a:ext cx="4191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填写《整体结论判断表》（见素材2）</a:t>
              </a:r>
              <a:endParaRPr lang="en-US" sz="20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45" name="Image 10" descr="TEMP_Z_ORDER_21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110480" y="1696720"/>
              <a:ext cx="1005840" cy="441960"/>
            </a:xfrm>
            <a:prstGeom prst="rect">
              <a:avLst/>
            </a:prstGeom>
          </p:spPr>
        </p:pic>
        <p:sp>
          <p:nvSpPr>
            <p:cNvPr id="46" name="Text 11" descr="TEMP_Z_ORDER_22"/>
            <p:cNvSpPr/>
            <p:nvPr>
              <p:custDataLst>
                <p:tags r:id="rId30"/>
              </p:custDataLst>
            </p:nvPr>
          </p:nvSpPr>
          <p:spPr>
            <a:xfrm>
              <a:off x="5293359" y="1757680"/>
              <a:ext cx="64455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要点四</a:t>
              </a:r>
              <a:endParaRPr lang="en-US" sz="1680"/>
            </a:p>
          </p:txBody>
        </p:sp>
      </p:grpSp>
      <p:sp>
        <p:nvSpPr>
          <p:cNvPr id="25" name="Text 12"/>
          <p:cNvSpPr/>
          <p:nvPr>
            <p:custDataLst>
              <p:tags r:id="rId3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实践任务1——单项结论汇总分析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2"/>
            </p:custDataLst>
          </p:nvPr>
        </p:nvGraphicFramePr>
        <p:xfrm>
          <a:off x="10210800" y="143192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33" imgW="971550" imgH="666750" progId="Word.Document.12">
                  <p:embed/>
                </p:oleObj>
              </mc:Choice>
              <mc:Fallback>
                <p:oleObj name="" showAsIcon="1" r:id="rId33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0210800" y="143192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87000" y="382841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35" imgW="971550" imgH="666750" progId="Word.Document.12">
                  <p:embed/>
                </p:oleObj>
              </mc:Choice>
              <mc:Fallback>
                <p:oleObj name="" showAsIcon="1" r:id="rId35" imgW="971550" imgH="666750" progId="Word.Documen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287000" y="382841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2" name="组合 31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242560" cy="1950720"/>
            <a:chOff x="-635000" y="-635000"/>
            <a:chExt cx="5242560" cy="1950720"/>
          </a:xfrm>
        </p:grpSpPr>
        <p:pic>
          <p:nvPicPr>
            <p:cNvPr id="33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242560" cy="1950720"/>
            </a:xfrm>
            <a:prstGeom prst="rect">
              <a:avLst/>
            </a:prstGeom>
          </p:spPr>
        </p:pic>
        <p:pic>
          <p:nvPicPr>
            <p:cNvPr id="34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54000" y="-116840"/>
              <a:ext cx="91440" cy="304800"/>
            </a:xfrm>
            <a:prstGeom prst="rect">
              <a:avLst/>
            </a:prstGeom>
          </p:spPr>
        </p:pic>
        <p:sp>
          <p:nvSpPr>
            <p:cNvPr id="35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20320" y="-11684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任务名称</a:t>
              </a:r>
              <a:endParaRPr lang="en-US" sz="2400"/>
            </a:p>
          </p:txBody>
        </p:sp>
        <p:sp>
          <p:nvSpPr>
            <p:cNvPr id="36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254000" y="431800"/>
              <a:ext cx="2773839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撰写系统整体测评结论</a:t>
              </a:r>
              <a:endParaRPr lang="en-US" sz="2160"/>
            </a:p>
          </p:txBody>
        </p:sp>
      </p:grpSp>
      <p:grpSp>
        <p:nvGrpSpPr>
          <p:cNvPr id="37" name="组合 36"/>
          <p:cNvGrpSpPr/>
          <p:nvPr>
            <p:custDataLst>
              <p:tags r:id="rId15"/>
            </p:custDataLst>
          </p:nvPr>
        </p:nvGrpSpPr>
        <p:grpSpPr>
          <a:xfrm>
            <a:off x="6339840" y="1371600"/>
            <a:ext cx="5242560" cy="1950720"/>
            <a:chOff x="-635000" y="-635000"/>
            <a:chExt cx="5242560" cy="1950720"/>
          </a:xfrm>
        </p:grpSpPr>
        <p:pic>
          <p:nvPicPr>
            <p:cNvPr id="38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242560" cy="1950720"/>
            </a:xfrm>
            <a:prstGeom prst="rect">
              <a:avLst/>
            </a:prstGeom>
          </p:spPr>
        </p:pic>
        <p:pic>
          <p:nvPicPr>
            <p:cNvPr id="39" name="Image 6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54000" y="-116840"/>
              <a:ext cx="91440" cy="304800"/>
            </a:xfrm>
            <a:prstGeom prst="rect">
              <a:avLst/>
            </a:prstGeom>
          </p:spPr>
        </p:pic>
        <p:sp>
          <p:nvSpPr>
            <p:cNvPr id="40" name="Text 2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20320" y="-11684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任务场景</a:t>
              </a:r>
              <a:endParaRPr lang="en-US" sz="2400"/>
            </a:p>
          </p:txBody>
        </p:sp>
        <p:sp>
          <p:nvSpPr>
            <p:cNvPr id="41" name="Text 3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254000" y="431800"/>
              <a:ext cx="2672826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基于任务1的汇总结果</a:t>
              </a:r>
              <a:endParaRPr lang="en-US" sz="2160"/>
            </a:p>
          </p:txBody>
        </p:sp>
      </p:grpSp>
      <p:grpSp>
        <p:nvGrpSpPr>
          <p:cNvPr id="22" name="组合 21"/>
          <p:cNvGrpSpPr/>
          <p:nvPr>
            <p:custDataLst>
              <p:tags r:id="rId20"/>
            </p:custDataLst>
          </p:nvPr>
        </p:nvGrpSpPr>
        <p:grpSpPr>
          <a:xfrm>
            <a:off x="609600" y="3688080"/>
            <a:ext cx="5242560" cy="1950720"/>
            <a:chOff x="-635000" y="-635000"/>
            <a:chExt cx="5242560" cy="1950720"/>
          </a:xfrm>
        </p:grpSpPr>
        <p:pic>
          <p:nvPicPr>
            <p:cNvPr id="23" name="Image 7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242560" cy="1950720"/>
            </a:xfrm>
            <a:prstGeom prst="rect">
              <a:avLst/>
            </a:prstGeom>
          </p:spPr>
        </p:pic>
        <p:pic>
          <p:nvPicPr>
            <p:cNvPr id="24" name="Image 8" descr="TEMP_Z_ORDER_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54000" y="-269240"/>
              <a:ext cx="91440" cy="304800"/>
            </a:xfrm>
            <a:prstGeom prst="rect">
              <a:avLst/>
            </a:prstGeom>
          </p:spPr>
        </p:pic>
        <p:sp>
          <p:nvSpPr>
            <p:cNvPr id="25" name="Text 4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20320" y="-26924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任务内容</a:t>
              </a:r>
              <a:endParaRPr lang="en-US" sz="2400"/>
            </a:p>
          </p:txBody>
        </p:sp>
        <p:sp>
          <p:nvSpPr>
            <p:cNvPr id="26" name="Text 5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-254000" y="264160"/>
              <a:ext cx="4489704" cy="6641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依据汇总分析和风险判断，撰写一份完整的整体测评结论</a:t>
              </a:r>
              <a:endParaRPr lang="en-US" sz="1920"/>
            </a:p>
          </p:txBody>
        </p:sp>
      </p:grpSp>
      <p:grpSp>
        <p:nvGrpSpPr>
          <p:cNvPr id="27" name="组合 26"/>
          <p:cNvGrpSpPr/>
          <p:nvPr>
            <p:custDataLst>
              <p:tags r:id="rId25"/>
            </p:custDataLst>
          </p:nvPr>
        </p:nvGrpSpPr>
        <p:grpSpPr>
          <a:xfrm>
            <a:off x="6339840" y="3688080"/>
            <a:ext cx="5242560" cy="1950720"/>
            <a:chOff x="-635000" y="-635000"/>
            <a:chExt cx="5242560" cy="1950720"/>
          </a:xfrm>
        </p:grpSpPr>
        <p:pic>
          <p:nvPicPr>
            <p:cNvPr id="28" name="Image 9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242560" cy="1950720"/>
            </a:xfrm>
            <a:prstGeom prst="rect">
              <a:avLst/>
            </a:prstGeom>
          </p:spPr>
        </p:pic>
        <p:pic>
          <p:nvPicPr>
            <p:cNvPr id="29" name="Image 10" descr="TEMP_Z_ORDER_16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54000" y="-116840"/>
              <a:ext cx="91440" cy="304800"/>
            </a:xfrm>
            <a:prstGeom prst="rect">
              <a:avLst/>
            </a:prstGeom>
          </p:spPr>
        </p:pic>
        <p:sp>
          <p:nvSpPr>
            <p:cNvPr id="30" name="Text 6" descr="TEMP_Z_ORDER_17"/>
            <p:cNvSpPr/>
            <p:nvPr>
              <p:custDataLst>
                <p:tags r:id="rId28"/>
              </p:custDataLst>
            </p:nvPr>
          </p:nvSpPr>
          <p:spPr>
            <a:xfrm>
              <a:off x="20320" y="-11684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成果形式</a:t>
              </a:r>
              <a:endParaRPr lang="en-US" sz="2400"/>
            </a:p>
          </p:txBody>
        </p:sp>
        <p:sp>
          <p:nvSpPr>
            <p:cNvPr id="31" name="Text 7" descr="TEMP_Z_ORDER_18"/>
            <p:cNvSpPr/>
            <p:nvPr>
              <p:custDataLst>
                <p:tags r:id="rId29"/>
              </p:custDataLst>
            </p:nvPr>
          </p:nvSpPr>
          <p:spPr>
            <a:xfrm>
              <a:off x="-254000" y="431800"/>
              <a:ext cx="3328607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提交《整体测评结论初稿》</a:t>
              </a:r>
              <a:endParaRPr lang="en-US" sz="2160"/>
            </a:p>
          </p:txBody>
        </p:sp>
      </p:grpSp>
      <p:sp>
        <p:nvSpPr>
          <p:cNvPr id="21" name="Text 8"/>
          <p:cNvSpPr/>
          <p:nvPr>
            <p:custDataLst>
              <p:tags r:id="rId3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实践任务2——撰写整体测评结论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72000" y="219456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31" imgW="971550" imgH="666750" progId="Word.Document.12">
                  <p:embed/>
                </p:oleObj>
              </mc:Choice>
              <mc:Fallback>
                <p:oleObj name="" showAsIcon="1" r:id="rId31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572000" y="219456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72000" y="382778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showAsIcon="1" r:id="rId33" imgW="971550" imgH="666750" progId="Word.Document.12">
                  <p:embed/>
                </p:oleObj>
              </mc:Choice>
              <mc:Fallback>
                <p:oleObj name="" showAsIcon="1" r:id="rId33" imgW="971550" imgH="666750" progId="Word.Document.12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572000" y="382778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7" presetClass="entr" presetSubtype="1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7" presetClass="entr" presetSubtype="1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4267200"/>
            <a:chOff x="-635000" y="-635000"/>
            <a:chExt cx="10972800" cy="4267200"/>
          </a:xfrm>
        </p:grpSpPr>
        <p:pic>
          <p:nvPicPr>
            <p:cNvPr id="18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42672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</p:grpSp>
      <p:graphicFrame>
        <p:nvGraphicFramePr>
          <p:cNvPr id="16" name="Table 0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624840" y="1386840"/>
          <a:ext cx="10942320" cy="4236720"/>
        </p:xfrm>
        <a:graphic>
          <a:graphicData uri="http://schemas.openxmlformats.org/drawingml/2006/table">
            <a:tbl>
              <a:tblPr/>
              <a:tblGrid>
                <a:gridCol w="1907657"/>
                <a:gridCol w="4242629"/>
                <a:gridCol w="4792034"/>
              </a:tblGrid>
              <a:tr h="84734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错误类型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错误表现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正确做法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734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只数数量，不看位置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只有4项不符合，总体应该算基本符合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要看这4项是不是核心指标（如数据备份、入侵防范等）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734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忽视高风险项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只有1项不符合，应该问题不大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1项不符合也可能直接导致整体结论为不符合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734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结论与描述矛盾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正文说存在多项高危风险，结论却是基本符合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结论必须与风险分析一致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734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结论过于模糊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系统安全状况尚可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整体结论必须明确为符合/基本符合/不符合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custDataLst>
              <p:tags r:id="rId1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常见错误与避坑指南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3459480" cy="4267200"/>
            <a:chOff x="-635000" y="-635000"/>
            <a:chExt cx="3459480" cy="4267200"/>
          </a:xfrm>
        </p:grpSpPr>
        <p:pic>
          <p:nvPicPr>
            <p:cNvPr id="20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3459480" cy="4267200"/>
            </a:xfrm>
            <a:prstGeom prst="rect">
              <a:avLst/>
            </a:prstGeom>
          </p:spPr>
        </p:pic>
        <p:sp>
          <p:nvSpPr>
            <p:cNvPr id="21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761000" y="-269240"/>
              <a:ext cx="676624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64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担当</a:t>
              </a:r>
              <a:endParaRPr lang="en-US" sz="2640"/>
            </a:p>
          </p:txBody>
        </p:sp>
        <p:sp>
          <p:nvSpPr>
            <p:cNvPr id="22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269240" y="477520"/>
              <a:ext cx="2737104" cy="26591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整体结论是测评报告的“结论”，客户领导要看，监管部门要看。一句话可能决定一个系统能否上线运行。</a:t>
              </a:r>
              <a:endParaRPr lang="en-US" sz="2160"/>
            </a:p>
          </p:txBody>
        </p:sp>
      </p:grpSp>
      <p:grpSp>
        <p:nvGrpSpPr>
          <p:cNvPr id="23" name="组合 22"/>
          <p:cNvGrpSpPr/>
          <p:nvPr>
            <p:custDataLst>
              <p:tags r:id="rId12"/>
            </p:custDataLst>
          </p:nvPr>
        </p:nvGrpSpPr>
        <p:grpSpPr>
          <a:xfrm>
            <a:off x="4373880" y="1371600"/>
            <a:ext cx="3459480" cy="4267200"/>
            <a:chOff x="-635000" y="-635000"/>
            <a:chExt cx="3459480" cy="4267200"/>
          </a:xfrm>
        </p:grpSpPr>
        <p:pic>
          <p:nvPicPr>
            <p:cNvPr id="24" name="Image 4" descr="TEMP_Z_ORDER_6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3459480" cy="4267200"/>
            </a:xfrm>
            <a:prstGeom prst="rect">
              <a:avLst/>
            </a:prstGeom>
          </p:spPr>
        </p:pic>
        <p:sp>
          <p:nvSpPr>
            <p:cNvPr id="25" name="Text 2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761000" y="-269240"/>
              <a:ext cx="676624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64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客观</a:t>
              </a:r>
              <a:endParaRPr lang="en-US" sz="2640"/>
            </a:p>
          </p:txBody>
        </p:sp>
        <p:sp>
          <p:nvSpPr>
            <p:cNvPr id="26" name="Text 3" descr="TEMP_Z_ORDER_8"/>
            <p:cNvSpPr/>
            <p:nvPr>
              <p:custDataLst>
                <p:tags r:id="rId15"/>
              </p:custDataLst>
            </p:nvPr>
          </p:nvSpPr>
          <p:spPr>
            <a:xfrm>
              <a:off x="-269239" y="477520"/>
              <a:ext cx="2737104" cy="221197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不看“面子”，只看“里子”。不因为客户“重要”就放松标准，不因为问题“麻烦”就回避不报。</a:t>
              </a:r>
              <a:endParaRPr lang="en-US" sz="2160"/>
            </a:p>
          </p:txBody>
        </p:sp>
      </p:grpSp>
      <p:grpSp>
        <p:nvGrpSpPr>
          <p:cNvPr id="15" name="组合 14"/>
          <p:cNvGrpSpPr/>
          <p:nvPr>
            <p:custDataLst>
              <p:tags r:id="rId16"/>
            </p:custDataLst>
          </p:nvPr>
        </p:nvGrpSpPr>
        <p:grpSpPr>
          <a:xfrm>
            <a:off x="8122920" y="1371600"/>
            <a:ext cx="3459480" cy="4267200"/>
            <a:chOff x="-635000" y="-635000"/>
            <a:chExt cx="3459480" cy="4267200"/>
          </a:xfrm>
        </p:grpSpPr>
        <p:pic>
          <p:nvPicPr>
            <p:cNvPr id="16" name="Image 5" descr="TEMP_Z_ORDER_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3459480" cy="4267200"/>
            </a:xfrm>
            <a:prstGeom prst="rect">
              <a:avLst/>
            </a:prstGeom>
          </p:spPr>
        </p:pic>
        <p:sp>
          <p:nvSpPr>
            <p:cNvPr id="17" name="Text 4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422688" y="-26924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64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系统思维</a:t>
              </a:r>
              <a:endParaRPr lang="en-US" sz="2640"/>
            </a:p>
          </p:txBody>
        </p:sp>
        <p:sp>
          <p:nvSpPr>
            <p:cNvPr id="18" name="Text 5" descr="TEMP_Z_ORDER_11"/>
            <p:cNvSpPr/>
            <p:nvPr>
              <p:custDataLst>
                <p:tags r:id="rId19"/>
              </p:custDataLst>
            </p:nvPr>
          </p:nvSpPr>
          <p:spPr>
            <a:xfrm>
              <a:off x="-269239" y="477520"/>
              <a:ext cx="2737104" cy="26591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单项合格≠整体安全——这个认识，是测评师专业能力的体现。安全是一个整体，不能在“木桶”上有明显短板。</a:t>
              </a:r>
              <a:endParaRPr lang="en-US" sz="2160"/>
            </a:p>
          </p:txBody>
        </p:sp>
      </p:grpSp>
      <p:sp>
        <p:nvSpPr>
          <p:cNvPr id="14" name="Text 6"/>
          <p:cNvSpPr/>
          <p:nvPr>
            <p:custDataLst>
              <p:tags r:id="rId2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思政融入——整体结论中的职业责任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12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62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12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86" name="组合 85"/>
          <p:cNvGrpSpPr/>
          <p:nvPr>
            <p:custDataLst>
              <p:tags r:id="rId7"/>
            </p:custDataLst>
          </p:nvPr>
        </p:nvGrpSpPr>
        <p:grpSpPr>
          <a:xfrm>
            <a:off x="3048000" y="1676400"/>
            <a:ext cx="457200" cy="3657600"/>
            <a:chOff x="-635000" y="-635000"/>
            <a:chExt cx="457200" cy="3657600"/>
          </a:xfrm>
        </p:grpSpPr>
        <p:pic>
          <p:nvPicPr>
            <p:cNvPr id="8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178560"/>
              <a:ext cx="457200" cy="30480"/>
            </a:xfrm>
            <a:prstGeom prst="rect">
              <a:avLst/>
            </a:prstGeom>
          </p:spPr>
        </p:pic>
        <p:pic>
          <p:nvPicPr>
            <p:cNvPr id="88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208280" y="-635000"/>
              <a:ext cx="30480" cy="3657600"/>
            </a:xfrm>
            <a:prstGeom prst="rect">
              <a:avLst/>
            </a:prstGeom>
          </p:spPr>
        </p:pic>
      </p:grpSp>
      <p:grpSp>
        <p:nvGrpSpPr>
          <p:cNvPr id="66" name="组合 65"/>
          <p:cNvGrpSpPr/>
          <p:nvPr>
            <p:custDataLst>
              <p:tags r:id="rId12"/>
            </p:custDataLst>
          </p:nvPr>
        </p:nvGrpSpPr>
        <p:grpSpPr>
          <a:xfrm>
            <a:off x="3474720" y="1219200"/>
            <a:ext cx="6577584" cy="1219200"/>
            <a:chOff x="-635000" y="-635000"/>
            <a:chExt cx="6607588" cy="1207889"/>
          </a:xfrm>
        </p:grpSpPr>
        <p:pic>
          <p:nvPicPr>
            <p:cNvPr id="67" name="Image 5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299720" y="-635000"/>
              <a:ext cx="2438400" cy="1097280"/>
            </a:xfrm>
            <a:prstGeom prst="rect">
              <a:avLst/>
            </a:prstGeom>
          </p:spPr>
        </p:pic>
        <p:sp>
          <p:nvSpPr>
            <p:cNvPr id="68" name="Text 0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-162560" y="-443783"/>
              <a:ext cx="1929384" cy="80628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一、整体结论的三种类型</a:t>
              </a:r>
              <a:endParaRPr lang="en-US" sz="2160"/>
            </a:p>
          </p:txBody>
        </p:sp>
        <p:pic>
          <p:nvPicPr>
            <p:cNvPr id="69" name="Image 6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-482600"/>
              <a:ext cx="60960" cy="60960"/>
            </a:xfrm>
            <a:prstGeom prst="rect">
              <a:avLst/>
            </a:prstGeom>
          </p:spPr>
        </p:pic>
        <p:sp>
          <p:nvSpPr>
            <p:cNvPr id="70" name="Text 1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2595880" y="-635000"/>
              <a:ext cx="214210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符合（全部符合）</a:t>
              </a:r>
              <a:endParaRPr lang="en-US" sz="1920"/>
            </a:p>
          </p:txBody>
        </p:sp>
        <p:pic>
          <p:nvPicPr>
            <p:cNvPr id="71" name="Image 7" descr="TEMP_Z_ORDER_9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-55880"/>
              <a:ext cx="60960" cy="60960"/>
            </a:xfrm>
            <a:prstGeom prst="rect">
              <a:avLst/>
            </a:prstGeom>
          </p:spPr>
        </p:pic>
        <p:sp>
          <p:nvSpPr>
            <p:cNvPr id="72" name="Text 2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2595880" y="-208280"/>
              <a:ext cx="337670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基本符合（存在一般性问题）</a:t>
              </a:r>
              <a:endParaRPr lang="en-US" sz="1920"/>
            </a:p>
          </p:txBody>
        </p:sp>
        <p:pic>
          <p:nvPicPr>
            <p:cNvPr id="73" name="Image 8" descr="TEMP_Z_ORDER_11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370840"/>
              <a:ext cx="60960" cy="60960"/>
            </a:xfrm>
            <a:prstGeom prst="rect">
              <a:avLst/>
            </a:prstGeom>
          </p:spPr>
        </p:pic>
        <p:sp>
          <p:nvSpPr>
            <p:cNvPr id="74" name="Text 3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2595880" y="218440"/>
              <a:ext cx="337670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不符合（存在重大安全隐患）</a:t>
              </a:r>
              <a:endParaRPr lang="en-US" sz="1920"/>
            </a:p>
          </p:txBody>
        </p:sp>
        <p:pic>
          <p:nvPicPr>
            <p:cNvPr id="75" name="Image 9" descr="TEMP_Z_ORDER_1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299720"/>
              <a:ext cx="304800" cy="30480"/>
            </a:xfrm>
            <a:prstGeom prst="rect">
              <a:avLst/>
            </a:prstGeom>
          </p:spPr>
        </p:pic>
      </p:grpSp>
      <p:grpSp>
        <p:nvGrpSpPr>
          <p:cNvPr id="46" name="组合 45"/>
          <p:cNvGrpSpPr/>
          <p:nvPr>
            <p:custDataLst>
              <p:tags r:id="rId26"/>
            </p:custDataLst>
          </p:nvPr>
        </p:nvGrpSpPr>
        <p:grpSpPr>
          <a:xfrm>
            <a:off x="3474720" y="2362200"/>
            <a:ext cx="7141464" cy="1219200"/>
            <a:chOff x="-635000" y="-635000"/>
            <a:chExt cx="7168770" cy="1207889"/>
          </a:xfrm>
        </p:grpSpPr>
        <p:pic>
          <p:nvPicPr>
            <p:cNvPr id="47" name="Image 10" descr="TEMP_Z_ORDER_14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299720" y="-635000"/>
              <a:ext cx="2438400" cy="685800"/>
            </a:xfrm>
            <a:prstGeom prst="rect">
              <a:avLst/>
            </a:prstGeom>
          </p:spPr>
        </p:pic>
        <p:sp>
          <p:nvSpPr>
            <p:cNvPr id="48" name="Text 4" descr="TEMP_Z_ORDER_15"/>
            <p:cNvSpPr/>
            <p:nvPr>
              <p:custDataLst>
                <p:tags r:id="rId29"/>
              </p:custDataLst>
            </p:nvPr>
          </p:nvSpPr>
          <p:spPr>
            <a:xfrm>
              <a:off x="-162560" y="-452120"/>
              <a:ext cx="1941687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二、形成三步骤</a:t>
              </a:r>
              <a:endParaRPr lang="en-US" sz="2160"/>
            </a:p>
          </p:txBody>
        </p:sp>
        <p:pic>
          <p:nvPicPr>
            <p:cNvPr id="49" name="Image 11" descr="TEMP_Z_ORDER_16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-482600"/>
              <a:ext cx="60960" cy="60960"/>
            </a:xfrm>
            <a:prstGeom prst="rect">
              <a:avLst/>
            </a:prstGeom>
          </p:spPr>
        </p:pic>
        <p:sp>
          <p:nvSpPr>
            <p:cNvPr id="50" name="Text 5" descr="TEMP_Z_ORDER_17"/>
            <p:cNvSpPr/>
            <p:nvPr>
              <p:custDataLst>
                <p:tags r:id="rId31"/>
              </p:custDataLst>
            </p:nvPr>
          </p:nvSpPr>
          <p:spPr>
            <a:xfrm>
              <a:off x="2595880" y="-635000"/>
              <a:ext cx="2950210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- 1. 汇总统计（分类计数）</a:t>
              </a:r>
              <a:endParaRPr lang="en-US" sz="1920"/>
            </a:p>
          </p:txBody>
        </p:sp>
        <p:pic>
          <p:nvPicPr>
            <p:cNvPr id="51" name="Image 12" descr="TEMP_Z_ORDER_18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-55880"/>
              <a:ext cx="60960" cy="60960"/>
            </a:xfrm>
            <a:prstGeom prst="rect">
              <a:avLst/>
            </a:prstGeom>
          </p:spPr>
        </p:pic>
        <p:sp>
          <p:nvSpPr>
            <p:cNvPr id="52" name="Text 6" descr="TEMP_Z_ORDER_19"/>
            <p:cNvSpPr/>
            <p:nvPr>
              <p:custDataLst>
                <p:tags r:id="rId33"/>
              </p:custDataLst>
            </p:nvPr>
          </p:nvSpPr>
          <p:spPr>
            <a:xfrm>
              <a:off x="2595880" y="-208280"/>
              <a:ext cx="393788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- 2. 风险趋势判断（识别高风险项）</a:t>
              </a:r>
              <a:endParaRPr lang="en-US" sz="1920"/>
            </a:p>
          </p:txBody>
        </p:sp>
        <p:pic>
          <p:nvPicPr>
            <p:cNvPr id="53" name="Image 13" descr="TEMP_Z_ORDER_20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370840"/>
              <a:ext cx="60960" cy="60960"/>
            </a:xfrm>
            <a:prstGeom prst="rect">
              <a:avLst/>
            </a:prstGeom>
          </p:spPr>
        </p:pic>
        <p:sp>
          <p:nvSpPr>
            <p:cNvPr id="54" name="Text 7" descr="TEMP_Z_ORDER_21"/>
            <p:cNvSpPr/>
            <p:nvPr>
              <p:custDataLst>
                <p:tags r:id="rId35"/>
              </p:custDataLst>
            </p:nvPr>
          </p:nvSpPr>
          <p:spPr>
            <a:xfrm>
              <a:off x="2595880" y="218440"/>
              <a:ext cx="3857720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- 3. 综合判断（数量+位置+风险）</a:t>
              </a:r>
              <a:endParaRPr lang="en-US" sz="1920"/>
            </a:p>
          </p:txBody>
        </p:sp>
        <p:pic>
          <p:nvPicPr>
            <p:cNvPr id="55" name="Image 14" descr="TEMP_Z_ORDER_22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299720"/>
              <a:ext cx="304800" cy="30480"/>
            </a:xfrm>
            <a:prstGeom prst="rect">
              <a:avLst/>
            </a:prstGeom>
          </p:spPr>
        </p:pic>
      </p:grpSp>
      <p:grpSp>
        <p:nvGrpSpPr>
          <p:cNvPr id="56" name="组合 55"/>
          <p:cNvGrpSpPr/>
          <p:nvPr>
            <p:custDataLst>
              <p:tags r:id="rId37"/>
            </p:custDataLst>
          </p:nvPr>
        </p:nvGrpSpPr>
        <p:grpSpPr>
          <a:xfrm>
            <a:off x="3474720" y="3505200"/>
            <a:ext cx="5937504" cy="1219200"/>
            <a:chOff x="-635000" y="-635000"/>
            <a:chExt cx="5950204" cy="1207889"/>
          </a:xfrm>
        </p:grpSpPr>
        <p:pic>
          <p:nvPicPr>
            <p:cNvPr id="57" name="Image 15" descr="TEMP_Z_ORDER_23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299720" y="-635000"/>
              <a:ext cx="2438400" cy="1097280"/>
            </a:xfrm>
            <a:prstGeom prst="rect">
              <a:avLst/>
            </a:prstGeom>
          </p:spPr>
        </p:pic>
        <p:sp>
          <p:nvSpPr>
            <p:cNvPr id="58" name="Text 8" descr="TEMP_Z_ORDER_24"/>
            <p:cNvSpPr/>
            <p:nvPr>
              <p:custDataLst>
                <p:tags r:id="rId39"/>
              </p:custDataLst>
            </p:nvPr>
          </p:nvSpPr>
          <p:spPr>
            <a:xfrm>
              <a:off x="-162560" y="-443783"/>
              <a:ext cx="1929384" cy="80628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三、风险趋势判断法</a:t>
              </a:r>
              <a:endParaRPr lang="en-US" sz="2160"/>
            </a:p>
          </p:txBody>
        </p:sp>
        <p:pic>
          <p:nvPicPr>
            <p:cNvPr id="59" name="Image 16" descr="TEMP_Z_ORDER_25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-482600"/>
              <a:ext cx="60960" cy="60960"/>
            </a:xfrm>
            <a:prstGeom prst="rect">
              <a:avLst/>
            </a:prstGeom>
          </p:spPr>
        </p:pic>
        <p:sp>
          <p:nvSpPr>
            <p:cNvPr id="60" name="Text 9" descr="TEMP_Z_ORDER_26"/>
            <p:cNvSpPr/>
            <p:nvPr>
              <p:custDataLst>
                <p:tags r:id="rId41"/>
              </p:custDataLst>
            </p:nvPr>
          </p:nvSpPr>
          <p:spPr>
            <a:xfrm>
              <a:off x="2595880" y="-635000"/>
              <a:ext cx="233130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指标性质（S/A/G）</a:t>
              </a:r>
              <a:endParaRPr lang="en-US" sz="1920"/>
            </a:p>
          </p:txBody>
        </p:sp>
        <p:pic>
          <p:nvPicPr>
            <p:cNvPr id="61" name="Image 17" descr="TEMP_Z_ORDER_27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-55880"/>
              <a:ext cx="60960" cy="60960"/>
            </a:xfrm>
            <a:prstGeom prst="rect">
              <a:avLst/>
            </a:prstGeom>
          </p:spPr>
        </p:pic>
        <p:sp>
          <p:nvSpPr>
            <p:cNvPr id="62" name="Text 10" descr="TEMP_Z_ORDER_28"/>
            <p:cNvSpPr/>
            <p:nvPr>
              <p:custDataLst>
                <p:tags r:id="rId43"/>
              </p:custDataLst>
            </p:nvPr>
          </p:nvSpPr>
          <p:spPr>
            <a:xfrm>
              <a:off x="2595880" y="-208280"/>
              <a:ext cx="2719324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安全层面（技术/管理）</a:t>
              </a:r>
              <a:endParaRPr lang="en-US" sz="1920"/>
            </a:p>
          </p:txBody>
        </p:sp>
        <p:pic>
          <p:nvPicPr>
            <p:cNvPr id="63" name="Image 18" descr="TEMP_Z_ORDER_29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370840"/>
              <a:ext cx="60960" cy="60960"/>
            </a:xfrm>
            <a:prstGeom prst="rect">
              <a:avLst/>
            </a:prstGeom>
          </p:spPr>
        </p:pic>
        <p:sp>
          <p:nvSpPr>
            <p:cNvPr id="64" name="Text 11" descr="TEMP_Z_ORDER_30"/>
            <p:cNvSpPr/>
            <p:nvPr>
              <p:custDataLst>
                <p:tags r:id="rId45"/>
              </p:custDataLst>
            </p:nvPr>
          </p:nvSpPr>
          <p:spPr>
            <a:xfrm>
              <a:off x="2595880" y="218440"/>
              <a:ext cx="2719324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影响范围（局部/全局）</a:t>
              </a:r>
              <a:endParaRPr lang="en-US" sz="1920"/>
            </a:p>
          </p:txBody>
        </p:sp>
        <p:pic>
          <p:nvPicPr>
            <p:cNvPr id="65" name="Image 19" descr="TEMP_Z_ORDER_31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299720"/>
              <a:ext cx="304800" cy="30480"/>
            </a:xfrm>
            <a:prstGeom prst="rect">
              <a:avLst/>
            </a:prstGeom>
          </p:spPr>
        </p:pic>
      </p:grpSp>
      <p:grpSp>
        <p:nvGrpSpPr>
          <p:cNvPr id="76" name="组合 75"/>
          <p:cNvGrpSpPr/>
          <p:nvPr>
            <p:custDataLst>
              <p:tags r:id="rId47"/>
            </p:custDataLst>
          </p:nvPr>
        </p:nvGrpSpPr>
        <p:grpSpPr>
          <a:xfrm>
            <a:off x="3474720" y="4648200"/>
            <a:ext cx="5724144" cy="1219200"/>
            <a:chOff x="-635000" y="-635000"/>
            <a:chExt cx="5736955" cy="1207889"/>
          </a:xfrm>
        </p:grpSpPr>
        <p:pic>
          <p:nvPicPr>
            <p:cNvPr id="77" name="Image 20" descr="TEMP_Z_ORDER_32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299720" y="-635000"/>
              <a:ext cx="2438400" cy="685800"/>
            </a:xfrm>
            <a:prstGeom prst="rect">
              <a:avLst/>
            </a:prstGeom>
          </p:spPr>
        </p:pic>
        <p:sp>
          <p:nvSpPr>
            <p:cNvPr id="78" name="Text 12" descr="TEMP_Z_ORDER_33"/>
            <p:cNvSpPr/>
            <p:nvPr>
              <p:custDataLst>
                <p:tags r:id="rId49"/>
              </p:custDataLst>
            </p:nvPr>
          </p:nvSpPr>
          <p:spPr>
            <a:xfrm>
              <a:off x="-162560" y="-452120"/>
              <a:ext cx="1664303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四、撰写规范</a:t>
              </a:r>
              <a:endParaRPr lang="en-US" sz="2160"/>
            </a:p>
          </p:txBody>
        </p:sp>
        <p:pic>
          <p:nvPicPr>
            <p:cNvPr id="79" name="Image 21" descr="TEMP_Z_ORDER_34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-482600"/>
              <a:ext cx="60960" cy="60960"/>
            </a:xfrm>
            <a:prstGeom prst="rect">
              <a:avLst/>
            </a:prstGeom>
          </p:spPr>
        </p:pic>
        <p:sp>
          <p:nvSpPr>
            <p:cNvPr id="80" name="Text 13" descr="TEMP_Z_ORDER_35"/>
            <p:cNvSpPr/>
            <p:nvPr>
              <p:custDataLst>
                <p:tags r:id="rId51"/>
              </p:custDataLst>
            </p:nvPr>
          </p:nvSpPr>
          <p:spPr>
            <a:xfrm>
              <a:off x="2595880" y="-635000"/>
              <a:ext cx="2506075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总体评价 + 符合情况</a:t>
              </a:r>
              <a:endParaRPr lang="en-US" sz="1920"/>
            </a:p>
          </p:txBody>
        </p:sp>
        <p:pic>
          <p:nvPicPr>
            <p:cNvPr id="81" name="Image 22" descr="TEMP_Z_ORDER_36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-55880"/>
              <a:ext cx="60960" cy="60960"/>
            </a:xfrm>
            <a:prstGeom prst="rect">
              <a:avLst/>
            </a:prstGeom>
          </p:spPr>
        </p:pic>
        <p:sp>
          <p:nvSpPr>
            <p:cNvPr id="82" name="Text 14" descr="TEMP_Z_ORDER_37"/>
            <p:cNvSpPr/>
            <p:nvPr>
              <p:custDataLst>
                <p:tags r:id="rId53"/>
              </p:custDataLst>
            </p:nvPr>
          </p:nvSpPr>
          <p:spPr>
            <a:xfrm>
              <a:off x="2595880" y="-208280"/>
              <a:ext cx="2506075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主要问题 + 风险趋势</a:t>
              </a:r>
              <a:endParaRPr lang="en-US" sz="1920"/>
            </a:p>
          </p:txBody>
        </p:sp>
        <p:pic>
          <p:nvPicPr>
            <p:cNvPr id="83" name="Image 23" descr="TEMP_Z_ORDER_38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443480" y="370840"/>
              <a:ext cx="60960" cy="60960"/>
            </a:xfrm>
            <a:prstGeom prst="rect">
              <a:avLst/>
            </a:prstGeom>
          </p:spPr>
        </p:pic>
        <p:sp>
          <p:nvSpPr>
            <p:cNvPr id="84" name="Text 15" descr="TEMP_Z_ORDER_39"/>
            <p:cNvSpPr/>
            <p:nvPr>
              <p:custDataLst>
                <p:tags r:id="rId55"/>
              </p:custDataLst>
            </p:nvPr>
          </p:nvSpPr>
          <p:spPr>
            <a:xfrm>
              <a:off x="2595880" y="218440"/>
              <a:ext cx="1154430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- 最终结论</a:t>
              </a:r>
              <a:endParaRPr lang="en-US" sz="1920"/>
            </a:p>
          </p:txBody>
        </p:sp>
        <p:pic>
          <p:nvPicPr>
            <p:cNvPr id="85" name="Image 24" descr="TEMP_Z_ORDER_40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299720"/>
              <a:ext cx="304800" cy="30480"/>
            </a:xfrm>
            <a:prstGeom prst="rect">
              <a:avLst/>
            </a:prstGeom>
          </p:spPr>
        </p:pic>
      </p:grpSp>
      <p:grpSp>
        <p:nvGrpSpPr>
          <p:cNvPr id="89" name="组合 88"/>
          <p:cNvGrpSpPr/>
          <p:nvPr>
            <p:custDataLst>
              <p:tags r:id="rId57"/>
            </p:custDataLst>
          </p:nvPr>
        </p:nvGrpSpPr>
        <p:grpSpPr>
          <a:xfrm>
            <a:off x="914400" y="3048000"/>
            <a:ext cx="2133600" cy="914400"/>
            <a:chOff x="-635000" y="-635000"/>
            <a:chExt cx="2133600" cy="914400"/>
          </a:xfrm>
        </p:grpSpPr>
        <p:pic>
          <p:nvPicPr>
            <p:cNvPr id="90" name="Image 25" descr="TEMP_Z_ORDER_41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133600" cy="9144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91" name="Text 16" descr="TEMP_Z_ORDER_42"/>
            <p:cNvSpPr/>
            <p:nvPr>
              <p:custDataLst>
                <p:tags r:id="rId61"/>
              </p:custDataLst>
            </p:nvPr>
          </p:nvSpPr>
          <p:spPr>
            <a:xfrm>
              <a:off x="-482600" y="-406400"/>
              <a:ext cx="1847088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</a:rPr>
                <a:t>本课核心知识</a:t>
              </a:r>
              <a:endParaRPr lang="en-US" sz="2400"/>
            </a:p>
          </p:txBody>
        </p:sp>
      </p:grpSp>
      <p:sp>
        <p:nvSpPr>
          <p:cNvPr id="45" name="Text 17"/>
          <p:cNvSpPr/>
          <p:nvPr>
            <p:custDataLst>
              <p:tags r:id="rId6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知识点回顾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99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49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400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900"/>
                            </p:stCondLst>
                            <p:childTnLst>
                              <p:par>
                                <p:cTn id="40" presetID="3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650"/>
                            </p:stCondLst>
                            <p:childTnLst>
                              <p:par>
                                <p:cTn id="47" presetID="3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4" name="组合 43"/>
          <p:cNvGrpSpPr/>
          <p:nvPr>
            <p:custDataLst>
              <p:tags r:id="rId7"/>
            </p:custDataLst>
          </p:nvPr>
        </p:nvGrpSpPr>
        <p:grpSpPr>
          <a:xfrm>
            <a:off x="1219200" y="1524000"/>
            <a:ext cx="9753600" cy="929640"/>
            <a:chOff x="-635000" y="-635000"/>
            <a:chExt cx="9753600" cy="929640"/>
          </a:xfrm>
        </p:grpSpPr>
        <p:pic>
          <p:nvPicPr>
            <p:cNvPr id="4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762000" cy="762000"/>
            </a:xfrm>
            <a:prstGeom prst="rect">
              <a:avLst/>
            </a:prstGeom>
          </p:spPr>
        </p:pic>
        <p:pic>
          <p:nvPicPr>
            <p:cNvPr id="46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436880" y="-345440"/>
              <a:ext cx="365760" cy="365760"/>
            </a:xfrm>
            <a:prstGeom prst="rect">
              <a:avLst/>
            </a:prstGeom>
          </p:spPr>
        </p:pic>
        <p:pic>
          <p:nvPicPr>
            <p:cNvPr id="47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431800" y="-635000"/>
              <a:ext cx="8686800" cy="929640"/>
            </a:xfrm>
            <a:prstGeom prst="rect">
              <a:avLst/>
            </a:prstGeom>
          </p:spPr>
        </p:pic>
        <p:sp>
          <p:nvSpPr>
            <p:cNvPr id="48" name="Text 0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751840" y="-37592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【必做】</a:t>
              </a:r>
              <a:endParaRPr lang="en-US" sz="2160"/>
            </a:p>
          </p:txBody>
        </p:sp>
        <p:sp>
          <p:nvSpPr>
            <p:cNvPr id="49" name="Text 1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2032000" y="-375920"/>
              <a:ext cx="5547677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完成《整体结论判断表》并提交至学习通平台</a:t>
              </a:r>
              <a:endParaRPr lang="en-US" sz="2160"/>
            </a:p>
          </p:txBody>
        </p:sp>
      </p:grpSp>
      <p:grpSp>
        <p:nvGrpSpPr>
          <p:cNvPr id="26" name="组合 25"/>
          <p:cNvGrpSpPr/>
          <p:nvPr>
            <p:custDataLst>
              <p:tags r:id="rId18"/>
            </p:custDataLst>
          </p:nvPr>
        </p:nvGrpSpPr>
        <p:grpSpPr>
          <a:xfrm>
            <a:off x="1219200" y="2545080"/>
            <a:ext cx="9753600" cy="929640"/>
            <a:chOff x="-635000" y="-635000"/>
            <a:chExt cx="9753600" cy="929640"/>
          </a:xfrm>
        </p:grpSpPr>
        <p:pic>
          <p:nvPicPr>
            <p:cNvPr id="27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762000" cy="762000"/>
            </a:xfrm>
            <a:prstGeom prst="rect">
              <a:avLst/>
            </a:prstGeom>
          </p:spPr>
        </p:pic>
        <p:pic>
          <p:nvPicPr>
            <p:cNvPr id="28" name="Image 7" descr="TEMP_Z_ORDER_9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436880" y="-345440"/>
              <a:ext cx="365760" cy="365760"/>
            </a:xfrm>
            <a:prstGeom prst="rect">
              <a:avLst/>
            </a:prstGeom>
          </p:spPr>
        </p:pic>
        <p:pic>
          <p:nvPicPr>
            <p:cNvPr id="29" name="Image 8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431800" y="-635000"/>
              <a:ext cx="8686800" cy="929640"/>
            </a:xfrm>
            <a:prstGeom prst="rect">
              <a:avLst/>
            </a:prstGeom>
          </p:spPr>
        </p:pic>
        <p:sp>
          <p:nvSpPr>
            <p:cNvPr id="30" name="Text 2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751840" y="-37592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【必做】</a:t>
              </a:r>
              <a:endParaRPr lang="en-US" sz="2160"/>
            </a:p>
          </p:txBody>
        </p:sp>
        <p:sp>
          <p:nvSpPr>
            <p:cNvPr id="31" name="Text 3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2032000" y="-375920"/>
              <a:ext cx="4135104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完成作业：6.2 整体测评结论形成</a:t>
              </a:r>
              <a:endParaRPr lang="en-US" sz="2160"/>
            </a:p>
          </p:txBody>
        </p:sp>
      </p:grpSp>
      <p:grpSp>
        <p:nvGrpSpPr>
          <p:cNvPr id="38" name="组合 37"/>
          <p:cNvGrpSpPr/>
          <p:nvPr>
            <p:custDataLst>
              <p:tags r:id="rId24"/>
            </p:custDataLst>
          </p:nvPr>
        </p:nvGrpSpPr>
        <p:grpSpPr>
          <a:xfrm>
            <a:off x="1219200" y="3581400"/>
            <a:ext cx="9753600" cy="1341120"/>
            <a:chOff x="-635000" y="-635000"/>
            <a:chExt cx="9753600" cy="1341120"/>
          </a:xfrm>
        </p:grpSpPr>
        <p:pic>
          <p:nvPicPr>
            <p:cNvPr id="39" name="Image 9" descr="TEMP_Z_ORDER_13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345440"/>
              <a:ext cx="762000" cy="762000"/>
            </a:xfrm>
            <a:prstGeom prst="rect">
              <a:avLst/>
            </a:prstGeom>
          </p:spPr>
        </p:pic>
        <p:pic>
          <p:nvPicPr>
            <p:cNvPr id="40" name="Image 10" descr="TEMP_Z_ORDER_1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436880" y="-147320"/>
              <a:ext cx="365760" cy="365760"/>
            </a:xfrm>
            <a:prstGeom prst="rect">
              <a:avLst/>
            </a:prstGeom>
          </p:spPr>
        </p:pic>
        <p:pic>
          <p:nvPicPr>
            <p:cNvPr id="41" name="Image 11" descr="TEMP_Z_ORDER_1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431800" y="-635000"/>
              <a:ext cx="8686800" cy="1341120"/>
            </a:xfrm>
            <a:prstGeom prst="rect">
              <a:avLst/>
            </a:prstGeom>
          </p:spPr>
        </p:pic>
        <p:sp>
          <p:nvSpPr>
            <p:cNvPr id="42" name="Text 4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751840" y="-17780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6666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【选做】</a:t>
              </a:r>
              <a:endParaRPr lang="en-US" sz="2160"/>
            </a:p>
          </p:txBody>
        </p:sp>
        <p:sp>
          <p:nvSpPr>
            <p:cNvPr id="43" name="Text 5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2032000" y="-367643"/>
              <a:ext cx="6775704" cy="8064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阅读一份真实测评报告（脱敏版）的“整体结论”部分，分析其结构</a:t>
              </a:r>
              <a:endParaRPr lang="en-US" sz="2160"/>
            </a:p>
          </p:txBody>
        </p:sp>
      </p:grpSp>
      <p:grpSp>
        <p:nvGrpSpPr>
          <p:cNvPr id="32" name="组合 31"/>
          <p:cNvGrpSpPr/>
          <p:nvPr>
            <p:custDataLst>
              <p:tags r:id="rId31"/>
            </p:custDataLst>
          </p:nvPr>
        </p:nvGrpSpPr>
        <p:grpSpPr>
          <a:xfrm>
            <a:off x="1219200" y="5013960"/>
            <a:ext cx="9753600" cy="929640"/>
            <a:chOff x="-635000" y="-635000"/>
            <a:chExt cx="9753600" cy="929640"/>
          </a:xfrm>
        </p:grpSpPr>
        <p:pic>
          <p:nvPicPr>
            <p:cNvPr id="33" name="Image 12" descr="TEMP_Z_ORDER_18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762000" cy="762000"/>
            </a:xfrm>
            <a:prstGeom prst="rect">
              <a:avLst/>
            </a:prstGeom>
          </p:spPr>
        </p:pic>
        <p:pic>
          <p:nvPicPr>
            <p:cNvPr id="34" name="Image 13" descr="TEMP_Z_ORDER_19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436880" y="-345440"/>
              <a:ext cx="365760" cy="365760"/>
            </a:xfrm>
            <a:prstGeom prst="rect">
              <a:avLst/>
            </a:prstGeom>
          </p:spPr>
        </p:pic>
        <p:pic>
          <p:nvPicPr>
            <p:cNvPr id="35" name="Image 14" descr="TEMP_Z_ORDER_20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431800" y="-635000"/>
              <a:ext cx="8686800" cy="929640"/>
            </a:xfrm>
            <a:prstGeom prst="rect">
              <a:avLst/>
            </a:prstGeom>
          </p:spPr>
        </p:pic>
        <p:sp>
          <p:nvSpPr>
            <p:cNvPr id="36" name="Text 6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751840" y="-37592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6666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【预习】</a:t>
              </a:r>
              <a:endParaRPr lang="en-US" sz="2160"/>
            </a:p>
          </p:txBody>
        </p:sp>
        <p:sp>
          <p:nvSpPr>
            <p:cNvPr id="37" name="Text 7" descr="TEMP_Z_ORDER_22"/>
            <p:cNvSpPr/>
            <p:nvPr>
              <p:custDataLst>
                <p:tags r:id="rId37"/>
              </p:custDataLst>
            </p:nvPr>
          </p:nvSpPr>
          <p:spPr>
            <a:xfrm>
              <a:off x="2032000" y="-375920"/>
              <a:ext cx="516767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预习6.3“编制完整等保测评报告”相关内容</a:t>
              </a:r>
              <a:endParaRPr lang="en-US" sz="2160"/>
            </a:p>
          </p:txBody>
        </p:sp>
      </p:grpSp>
      <p:sp>
        <p:nvSpPr>
          <p:cNvPr id="25" name="Text 8"/>
          <p:cNvSpPr/>
          <p:nvPr>
            <p:custDataLst>
              <p:tags r:id="rId3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课后作业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6" name="组合 45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190744" cy="480060"/>
            <a:chOff x="-635000" y="-635000"/>
            <a:chExt cx="5190744" cy="480060"/>
          </a:xfrm>
        </p:grpSpPr>
        <p:pic>
          <p:nvPicPr>
            <p:cNvPr id="4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121920" cy="365760"/>
            </a:xfrm>
            <a:prstGeom prst="rect">
              <a:avLst/>
            </a:prstGeom>
          </p:spPr>
        </p:pic>
        <p:sp>
          <p:nvSpPr>
            <p:cNvPr id="48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330200" y="-635000"/>
              <a:ext cx="4782868" cy="3363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5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任务6.3：编制完整等保测评报告</a:t>
              </a:r>
              <a:endParaRPr lang="en-US" sz="2520"/>
            </a:p>
          </p:txBody>
        </p:sp>
      </p:grpSp>
      <p:grpSp>
        <p:nvGrpSpPr>
          <p:cNvPr id="26" name="组合 25"/>
          <p:cNvGrpSpPr/>
          <p:nvPr>
            <p:custDataLst>
              <p:tags r:id="rId12"/>
            </p:custDataLst>
          </p:nvPr>
        </p:nvGrpSpPr>
        <p:grpSpPr>
          <a:xfrm>
            <a:off x="609600" y="2240280"/>
            <a:ext cx="5242560" cy="3398520"/>
            <a:chOff x="-635000" y="-635000"/>
            <a:chExt cx="5242560" cy="3398520"/>
          </a:xfrm>
        </p:grpSpPr>
        <p:pic>
          <p:nvPicPr>
            <p:cNvPr id="27" name="Image 4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5242560" cy="3398520"/>
            </a:xfrm>
            <a:prstGeom prst="rect">
              <a:avLst/>
            </a:prstGeom>
          </p:spPr>
        </p:pic>
        <p:pic>
          <p:nvPicPr>
            <p:cNvPr id="28" name="Image 5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54000" y="-254000"/>
              <a:ext cx="487680" cy="487680"/>
            </a:xfrm>
            <a:prstGeom prst="rect">
              <a:avLst/>
            </a:prstGeom>
          </p:spPr>
        </p:pic>
        <p:pic>
          <p:nvPicPr>
            <p:cNvPr id="29" name="Image 6" descr="TEMP_Z_ORDER_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132080" y="-132080"/>
              <a:ext cx="243840" cy="243840"/>
            </a:xfrm>
            <a:prstGeom prst="rect">
              <a:avLst/>
            </a:prstGeom>
          </p:spPr>
        </p:pic>
        <p:sp>
          <p:nvSpPr>
            <p:cNvPr id="30" name="Text 1" descr="TEMP_Z_ORDER_8"/>
            <p:cNvSpPr/>
            <p:nvPr>
              <p:custDataLst>
                <p:tags r:id="rId21"/>
              </p:custDataLst>
            </p:nvPr>
          </p:nvSpPr>
          <p:spPr>
            <a:xfrm>
              <a:off x="416560" y="-23876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预告内容</a:t>
              </a:r>
              <a:endParaRPr lang="en-US" sz="2400"/>
            </a:p>
          </p:txBody>
        </p:sp>
        <p:pic>
          <p:nvPicPr>
            <p:cNvPr id="31" name="Image 7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254000" y="629920"/>
              <a:ext cx="91440" cy="91440"/>
            </a:xfrm>
            <a:prstGeom prst="rect">
              <a:avLst/>
            </a:prstGeom>
          </p:spPr>
        </p:pic>
        <p:sp>
          <p:nvSpPr>
            <p:cNvPr id="32" name="Text 2" descr="TEMP_Z_ORDER_10"/>
            <p:cNvSpPr/>
            <p:nvPr>
              <p:custDataLst>
                <p:tags r:id="rId25"/>
              </p:custDataLst>
            </p:nvPr>
          </p:nvSpPr>
          <p:spPr>
            <a:xfrm>
              <a:off x="20320" y="490733"/>
              <a:ext cx="4215384" cy="7736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整合全部测评成果（单项结论+整体结论+整改建议）</a:t>
              </a:r>
              <a:endParaRPr lang="en-US" sz="1920"/>
            </a:p>
          </p:txBody>
        </p:sp>
        <p:pic>
          <p:nvPicPr>
            <p:cNvPr id="33" name="Image 8" descr="TEMP_Z_ORDER_11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254000" y="1666240"/>
              <a:ext cx="91440" cy="91440"/>
            </a:xfrm>
            <a:prstGeom prst="rect">
              <a:avLst/>
            </a:prstGeom>
          </p:spPr>
        </p:pic>
        <p:sp>
          <p:nvSpPr>
            <p:cNvPr id="34" name="Text 3" descr="TEMP_Z_ORDER_12"/>
            <p:cNvSpPr/>
            <p:nvPr>
              <p:custDataLst>
                <p:tags r:id="rId27"/>
              </p:custDataLst>
            </p:nvPr>
          </p:nvSpPr>
          <p:spPr>
            <a:xfrm>
              <a:off x="20320" y="1513840"/>
              <a:ext cx="2716117" cy="3801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等保测评报告的整体格式</a:t>
              </a:r>
              <a:endParaRPr lang="en-US" sz="1920"/>
            </a:p>
          </p:txBody>
        </p:sp>
        <p:pic>
          <p:nvPicPr>
            <p:cNvPr id="35" name="Image 9" descr="TEMP_Z_ORDER_13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254000" y="2306320"/>
              <a:ext cx="91440" cy="91440"/>
            </a:xfrm>
            <a:prstGeom prst="rect">
              <a:avLst/>
            </a:prstGeom>
          </p:spPr>
        </p:pic>
        <p:sp>
          <p:nvSpPr>
            <p:cNvPr id="36" name="Text 4" descr="TEMP_Z_ORDER_14"/>
            <p:cNvSpPr/>
            <p:nvPr>
              <p:custDataLst>
                <p:tags r:id="rId29"/>
              </p:custDataLst>
            </p:nvPr>
          </p:nvSpPr>
          <p:spPr>
            <a:xfrm>
              <a:off x="20320" y="2153920"/>
              <a:ext cx="2222278" cy="3801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报告审核与修订流程</a:t>
              </a:r>
              <a:endParaRPr lang="en-US" sz="1920"/>
            </a:p>
          </p:txBody>
        </p:sp>
      </p:grpSp>
      <p:grpSp>
        <p:nvGrpSpPr>
          <p:cNvPr id="37" name="组合 36"/>
          <p:cNvGrpSpPr/>
          <p:nvPr>
            <p:custDataLst>
              <p:tags r:id="rId30"/>
            </p:custDataLst>
          </p:nvPr>
        </p:nvGrpSpPr>
        <p:grpSpPr>
          <a:xfrm>
            <a:off x="6339840" y="2240280"/>
            <a:ext cx="5242560" cy="3398520"/>
            <a:chOff x="-635000" y="-635000"/>
            <a:chExt cx="5242560" cy="3398520"/>
          </a:xfrm>
        </p:grpSpPr>
        <p:pic>
          <p:nvPicPr>
            <p:cNvPr id="38" name="Image 10" descr="TEMP_Z_ORDER_15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5242560" cy="3398520"/>
            </a:xfrm>
            <a:prstGeom prst="rect">
              <a:avLst/>
            </a:prstGeom>
          </p:spPr>
        </p:pic>
        <p:pic>
          <p:nvPicPr>
            <p:cNvPr id="39" name="Image 11" descr="TEMP_Z_ORDER_16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54000" y="-254000"/>
              <a:ext cx="487680" cy="487680"/>
            </a:xfrm>
            <a:prstGeom prst="rect">
              <a:avLst/>
            </a:prstGeom>
          </p:spPr>
        </p:pic>
        <p:pic>
          <p:nvPicPr>
            <p:cNvPr id="40" name="Image 12" descr="TEMP_Z_ORDER_17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132080" y="-132080"/>
              <a:ext cx="243840" cy="243840"/>
            </a:xfrm>
            <a:prstGeom prst="rect">
              <a:avLst/>
            </a:prstGeom>
          </p:spPr>
        </p:pic>
        <p:sp>
          <p:nvSpPr>
            <p:cNvPr id="41" name="Text 5" descr="TEMP_Z_ORDER_18"/>
            <p:cNvSpPr/>
            <p:nvPr>
              <p:custDataLst>
                <p:tags r:id="rId36"/>
              </p:custDataLst>
            </p:nvPr>
          </p:nvSpPr>
          <p:spPr>
            <a:xfrm>
              <a:off x="416560" y="-23876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课前准备</a:t>
              </a:r>
              <a:endParaRPr lang="en-US" sz="2400"/>
            </a:p>
          </p:txBody>
        </p:sp>
        <p:pic>
          <p:nvPicPr>
            <p:cNvPr id="42" name="Image 13" descr="TEMP_Z_ORDER_19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254000" y="629920"/>
              <a:ext cx="91440" cy="91440"/>
            </a:xfrm>
            <a:prstGeom prst="rect">
              <a:avLst/>
            </a:prstGeom>
          </p:spPr>
        </p:pic>
        <p:sp>
          <p:nvSpPr>
            <p:cNvPr id="43" name="Text 6" descr="TEMP_Z_ORDER_20"/>
            <p:cNvSpPr/>
            <p:nvPr>
              <p:custDataLst>
                <p:tags r:id="rId38"/>
              </p:custDataLst>
            </p:nvPr>
          </p:nvSpPr>
          <p:spPr>
            <a:xfrm>
              <a:off x="20320" y="477520"/>
              <a:ext cx="4106243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复习前序项目（项目1-5）的测评记录</a:t>
              </a:r>
              <a:endParaRPr lang="en-US" sz="1920"/>
            </a:p>
          </p:txBody>
        </p:sp>
        <p:pic>
          <p:nvPicPr>
            <p:cNvPr id="44" name="Image 14" descr="TEMP_Z_ORDER_21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254000" y="1270000"/>
              <a:ext cx="91440" cy="91440"/>
            </a:xfrm>
            <a:prstGeom prst="rect">
              <a:avLst/>
            </a:prstGeom>
          </p:spPr>
        </p:pic>
        <p:sp>
          <p:nvSpPr>
            <p:cNvPr id="45" name="Text 7" descr="TEMP_Z_ORDER_22"/>
            <p:cNvSpPr/>
            <p:nvPr>
              <p:custDataLst>
                <p:tags r:id="rId40"/>
              </p:custDataLst>
            </p:nvPr>
          </p:nvSpPr>
          <p:spPr>
            <a:xfrm>
              <a:off x="20320" y="1117600"/>
              <a:ext cx="1975358" cy="3801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阅读测评报告模板</a:t>
              </a:r>
              <a:endParaRPr lang="en-US" sz="1920"/>
            </a:p>
          </p:txBody>
        </p:sp>
      </p:grpSp>
      <p:sp>
        <p:nvSpPr>
          <p:cNvPr id="25" name="Text 8"/>
          <p:cNvSpPr/>
          <p:nvPr>
            <p:custDataLst>
              <p:tags r:id="rId4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下节课预告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custDataLst>
              <p:tags r:id="rId3"/>
            </p:custDataLst>
          </p:nvPr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6360">
                <a:solidFill>
                  <a:srgbClr val="FFFFFF"/>
                </a:solidFill>
              </a:rPr>
              <a:t>感谢观看</a:t>
            </a:r>
            <a:endParaRPr lang="en-US" sz="63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tags/tag1.xml><?xml version="1.0" encoding="utf-8"?>
<p:tagLst xmlns:p="http://schemas.openxmlformats.org/presentationml/2006/main">
  <p:tag name="AS_UNIQUEID" val="336"/>
</p:tagLst>
</file>

<file path=ppt/tags/tag2.xml><?xml version="1.0" encoding="utf-8"?>
<p:tagLst xmlns:p="http://schemas.openxmlformats.org/presentationml/2006/main">
  <p:tag name="AS_UNIQUEID" val="337"/>
</p:tagLst>
</file>

<file path=ppt/tags/tag3.xml><?xml version="1.0" encoding="utf-8"?>
<p:tagLst xmlns:p="http://schemas.openxmlformats.org/presentationml/2006/main">
  <p:tag name="AS_UNIQUEID" val="353"/>
</p:tagLst>
</file>

<file path=ppt/tags/tag4.xml><?xml version="1.0" encoding="utf-8"?>
<p:tagLst xmlns:p="http://schemas.openxmlformats.org/presentationml/2006/main">
  <p:tag name="AS_UNIQUEID" val="347"/>
</p:tagLst>
</file>

<file path=ppt/tags/tag5.xml><?xml version="1.0" encoding="utf-8"?>
<p:tagLst xmlns:p="http://schemas.openxmlformats.org/presentationml/2006/main">
  <p:tag name="AS_UNIQUEID" val="348"/>
</p:tagLst>
</file>

<file path=ppt/tags/tag6.xml><?xml version="1.0" encoding="utf-8"?>
<p:tagLst xmlns:p="http://schemas.openxmlformats.org/presentationml/2006/main">
  <p:tag name="AS_UNIQUEID" val="354"/>
</p:tagLst>
</file>

<file path=ppt/tags/tag7.xml><?xml version="1.0" encoding="utf-8"?>
<p:tagLst xmlns:p="http://schemas.openxmlformats.org/presentationml/2006/main">
  <p:tag name="AS_UNIQUEID" val="349"/>
</p:tagLst>
</file>

<file path=ppt/tags/tag8.xml><?xml version="1.0" encoding="utf-8"?>
<p:tagLst xmlns:p="http://schemas.openxmlformats.org/presentationml/2006/main">
  <p:tag name="AS_UNIQUEID" val="355"/>
</p:tagLst>
</file>

<file path=ppt/tags/tag9.xml><?xml version="1.0" encoding="utf-8"?>
<p:tagLst xmlns:p="http://schemas.openxmlformats.org/presentationml/2006/main">
  <p:tag name="AS_UNIQUEID" val="351"/>
</p:tagLst>
</file>

<file path=ppt/tags/tag10.xml><?xml version="1.0" encoding="utf-8"?>
<p:tagLst xmlns:p="http://schemas.openxmlformats.org/presentationml/2006/main">
  <p:tag name="AS_UNIQUEID" val="342"/>
</p:tagLst>
</file>

<file path=ppt/tags/tag11.xml><?xml version="1.0" encoding="utf-8"?>
<p:tagLst xmlns:p="http://schemas.openxmlformats.org/presentationml/2006/main">
  <p:tag name="AS_UNIQUEID" val="356"/>
</p:tagLst>
</file>

<file path=ppt/tags/tag12.xml><?xml version="1.0" encoding="utf-8"?>
<p:tagLst xmlns:p="http://schemas.openxmlformats.org/presentationml/2006/main">
  <p:tag name="AS_UNIQUEID" val="352"/>
</p:tagLst>
</file>

<file path=ppt/tags/tag13.xml><?xml version="1.0" encoding="utf-8"?>
<p:tagLst xmlns:p="http://schemas.openxmlformats.org/presentationml/2006/main">
  <p:tag name="AS_UNIQUEID" val="357"/>
</p:tagLst>
</file>

<file path=ppt/tags/tag14.xml><?xml version="1.0" encoding="utf-8"?>
<p:tagLst xmlns:p="http://schemas.openxmlformats.org/presentationml/2006/main">
  <p:tag name="AS_UNIQUEID" val="350"/>
</p:tagLst>
</file>

<file path=ppt/tags/tag15.xml><?xml version="1.0" encoding="utf-8"?>
<p:tagLst xmlns:p="http://schemas.openxmlformats.org/presentationml/2006/main">
  <p:tag name="AS_UNIQUEID" val="345"/>
</p:tagLst>
</file>

<file path=ppt/tags/tag16.xml><?xml version="1.0" encoding="utf-8"?>
<p:tagLst xmlns:p="http://schemas.openxmlformats.org/presentationml/2006/main">
  <p:tag name="AS_UNIQUEID" val="346"/>
</p:tagLst>
</file>

<file path=ppt/tags/tag17.xml><?xml version="1.0" encoding="utf-8"?>
<p:tagLst xmlns:p="http://schemas.openxmlformats.org/presentationml/2006/main">
  <p:tag name="AS_UNIQUEID" val="959"/>
</p:tagLst>
</file>

<file path=ppt/tags/tag18.xml><?xml version="1.0" encoding="utf-8"?>
<p:tagLst xmlns:p="http://schemas.openxmlformats.org/presentationml/2006/main">
  <p:tag name="AS_UNIQUEID" val="960"/>
</p:tagLst>
</file>

<file path=ppt/tags/tag19.xml><?xml version="1.0" encoding="utf-8"?>
<p:tagLst xmlns:p="http://schemas.openxmlformats.org/presentationml/2006/main">
  <p:tag name="AS_UNIQUEID" val="961"/>
</p:tagLst>
</file>

<file path=ppt/tags/tag20.xml><?xml version="1.0" encoding="utf-8"?>
<p:tagLst xmlns:p="http://schemas.openxmlformats.org/presentationml/2006/main">
  <p:tag name="AS_UNIQUEID" val="358"/>
</p:tagLst>
</file>

<file path=ppt/tags/tag21.xml><?xml version="1.0" encoding="utf-8"?>
<p:tagLst xmlns:p="http://schemas.openxmlformats.org/presentationml/2006/main">
  <p:tag name="AS_UNIQUEID" val="359"/>
</p:tagLst>
</file>

<file path=ppt/tags/tag22.xml><?xml version="1.0" encoding="utf-8"?>
<p:tagLst xmlns:p="http://schemas.openxmlformats.org/presentationml/2006/main">
  <p:tag name="AS_UNIQUEID" val="360"/>
</p:tagLst>
</file>

<file path=ppt/tags/tag23.xml><?xml version="1.0" encoding="utf-8"?>
<p:tagLst xmlns:p="http://schemas.openxmlformats.org/presentationml/2006/main">
  <p:tag name="AS_UNIQUEID" val="361"/>
</p:tagLst>
</file>

<file path=ppt/tags/tag24.xml><?xml version="1.0" encoding="utf-8"?>
<p:tagLst xmlns:p="http://schemas.openxmlformats.org/presentationml/2006/main">
  <p:tag name="AS_UNIQUEID" val="362"/>
</p:tagLst>
</file>

<file path=ppt/tags/tag25.xml><?xml version="1.0" encoding="utf-8"?>
<p:tagLst xmlns:p="http://schemas.openxmlformats.org/presentationml/2006/main">
  <p:tag name="AS_UNIQUEID" val="363"/>
</p:tagLst>
</file>

<file path=ppt/tags/tag26.xml><?xml version="1.0" encoding="utf-8"?>
<p:tagLst xmlns:p="http://schemas.openxmlformats.org/presentationml/2006/main">
  <p:tag name="AS_UNIQUEID" val="364"/>
</p:tagLst>
</file>

<file path=ppt/tags/tag27.xml><?xml version="1.0" encoding="utf-8"?>
<p:tagLst xmlns:p="http://schemas.openxmlformats.org/presentationml/2006/main">
  <p:tag name="AS_UNIQUEID" val="365"/>
</p:tagLst>
</file>

<file path=ppt/tags/tag28.xml><?xml version="1.0" encoding="utf-8"?>
<p:tagLst xmlns:p="http://schemas.openxmlformats.org/presentationml/2006/main">
  <p:tag name="AS_UNIQUEID" val="366"/>
</p:tagLst>
</file>

<file path=ppt/tags/tag29.xml><?xml version="1.0" encoding="utf-8"?>
<p:tagLst xmlns:p="http://schemas.openxmlformats.org/presentationml/2006/main">
  <p:tag name="AS_UNIQUEID" val="367"/>
</p:tagLst>
</file>

<file path=ppt/tags/tag30.xml><?xml version="1.0" encoding="utf-8"?>
<p:tagLst xmlns:p="http://schemas.openxmlformats.org/presentationml/2006/main">
  <p:tag name="AS_UNIQUEID" val="368"/>
</p:tagLst>
</file>

<file path=ppt/tags/tag31.xml><?xml version="1.0" encoding="utf-8"?>
<p:tagLst xmlns:p="http://schemas.openxmlformats.org/presentationml/2006/main">
  <p:tag name="AS_UNIQUEID" val="369"/>
</p:tagLst>
</file>

<file path=ppt/tags/tag32.xml><?xml version="1.0" encoding="utf-8"?>
<p:tagLst xmlns:p="http://schemas.openxmlformats.org/presentationml/2006/main">
  <p:tag name="AS_UNIQUEID" val="964"/>
</p:tagLst>
</file>

<file path=ppt/tags/tag33.xml><?xml version="1.0" encoding="utf-8"?>
<p:tagLst xmlns:p="http://schemas.openxmlformats.org/presentationml/2006/main">
  <p:tag name="AS_UNIQUEID" val="965"/>
</p:tagLst>
</file>

<file path=ppt/tags/tag34.xml><?xml version="1.0" encoding="utf-8"?>
<p:tagLst xmlns:p="http://schemas.openxmlformats.org/presentationml/2006/main">
  <p:tag name="AS_UNIQUEID" val="966"/>
</p:tagLst>
</file>

<file path=ppt/tags/tag35.xml><?xml version="1.0" encoding="utf-8"?>
<p:tagLst xmlns:p="http://schemas.openxmlformats.org/presentationml/2006/main">
  <p:tag name="AS_UNIQUEID" val="370"/>
</p:tagLst>
</file>

<file path=ppt/tags/tag36.xml><?xml version="1.0" encoding="utf-8"?>
<p:tagLst xmlns:p="http://schemas.openxmlformats.org/presentationml/2006/main">
  <p:tag name="AS_UNIQUEID" val="371"/>
</p:tagLst>
</file>

<file path=ppt/tags/tag37.xml><?xml version="1.0" encoding="utf-8"?>
<p:tagLst xmlns:p="http://schemas.openxmlformats.org/presentationml/2006/main">
  <p:tag name="AS_UNIQUEID" val="372"/>
</p:tagLst>
</file>

<file path=ppt/tags/tag38.xml><?xml version="1.0" encoding="utf-8"?>
<p:tagLst xmlns:p="http://schemas.openxmlformats.org/presentationml/2006/main">
  <p:tag name="AS_UNIQUEID" val="373"/>
</p:tagLst>
</file>

<file path=ppt/tags/tag39.xml><?xml version="1.0" encoding="utf-8"?>
<p:tagLst xmlns:p="http://schemas.openxmlformats.org/presentationml/2006/main">
  <p:tag name="AS_UNIQUEID" val="374"/>
</p:tagLst>
</file>

<file path=ppt/tags/tag40.xml><?xml version="1.0" encoding="utf-8"?>
<p:tagLst xmlns:p="http://schemas.openxmlformats.org/presentationml/2006/main">
  <p:tag name="AS_UNIQUEID" val="375"/>
</p:tagLst>
</file>

<file path=ppt/tags/tag41.xml><?xml version="1.0" encoding="utf-8"?>
<p:tagLst xmlns:p="http://schemas.openxmlformats.org/presentationml/2006/main">
  <p:tag name="AS_UNIQUEID" val="376"/>
</p:tagLst>
</file>

<file path=ppt/tags/tag42.xml><?xml version="1.0" encoding="utf-8"?>
<p:tagLst xmlns:p="http://schemas.openxmlformats.org/presentationml/2006/main">
  <p:tag name="AS_UNIQUEID" val="377"/>
</p:tagLst>
</file>

<file path=ppt/tags/tag43.xml><?xml version="1.0" encoding="utf-8"?>
<p:tagLst xmlns:p="http://schemas.openxmlformats.org/presentationml/2006/main">
  <p:tag name="AS_UNIQUEID" val="378"/>
</p:tagLst>
</file>

<file path=ppt/tags/tag44.xml><?xml version="1.0" encoding="utf-8"?>
<p:tagLst xmlns:p="http://schemas.openxmlformats.org/presentationml/2006/main">
  <p:tag name="AS_UNIQUEID" val="379"/>
</p:tagLst>
</file>

<file path=ppt/tags/tag45.xml><?xml version="1.0" encoding="utf-8"?>
<p:tagLst xmlns:p="http://schemas.openxmlformats.org/presentationml/2006/main">
  <p:tag name="AS_UNIQUEID" val="380"/>
</p:tagLst>
</file>

<file path=ppt/tags/tag46.xml><?xml version="1.0" encoding="utf-8"?>
<p:tagLst xmlns:p="http://schemas.openxmlformats.org/presentationml/2006/main">
  <p:tag name="AS_UNIQUEID" val="381"/>
</p:tagLst>
</file>

<file path=ppt/tags/tag47.xml><?xml version="1.0" encoding="utf-8"?>
<p:tagLst xmlns:p="http://schemas.openxmlformats.org/presentationml/2006/main">
  <p:tag name="AS_UNIQUEID" val="382"/>
</p:tagLst>
</file>

<file path=ppt/tags/tag48.xml><?xml version="1.0" encoding="utf-8"?>
<p:tagLst xmlns:p="http://schemas.openxmlformats.org/presentationml/2006/main">
  <p:tag name="AS_UNIQUEID" val="383"/>
</p:tagLst>
</file>

<file path=ppt/tags/tag49.xml><?xml version="1.0" encoding="utf-8"?>
<p:tagLst xmlns:p="http://schemas.openxmlformats.org/presentationml/2006/main">
  <p:tag name="AS_UNIQUEID" val="384"/>
</p:tagLst>
</file>

<file path=ppt/tags/tag50.xml><?xml version="1.0" encoding="utf-8"?>
<p:tagLst xmlns:p="http://schemas.openxmlformats.org/presentationml/2006/main">
  <p:tag name="AS_UNIQUEID" val="385"/>
</p:tagLst>
</file>

<file path=ppt/tags/tag51.xml><?xml version="1.0" encoding="utf-8"?>
<p:tagLst xmlns:p="http://schemas.openxmlformats.org/presentationml/2006/main">
  <p:tag name="AS_UNIQUEID" val="386"/>
</p:tagLst>
</file>

<file path=ppt/tags/tag52.xml><?xml version="1.0" encoding="utf-8"?>
<p:tagLst xmlns:p="http://schemas.openxmlformats.org/presentationml/2006/main">
  <p:tag name="AS_UNIQUEID" val="387"/>
</p:tagLst>
</file>

<file path=ppt/tags/tag53.xml><?xml version="1.0" encoding="utf-8"?>
<p:tagLst xmlns:p="http://schemas.openxmlformats.org/presentationml/2006/main">
  <p:tag name="AS_UNIQUEID" val="388"/>
</p:tagLst>
</file>

<file path=ppt/tags/tag54.xml><?xml version="1.0" encoding="utf-8"?>
<p:tagLst xmlns:p="http://schemas.openxmlformats.org/presentationml/2006/main">
  <p:tag name="AS_UNIQUEID" val="389"/>
</p:tagLst>
</file>

<file path=ppt/tags/tag55.xml><?xml version="1.0" encoding="utf-8"?>
<p:tagLst xmlns:p="http://schemas.openxmlformats.org/presentationml/2006/main">
  <p:tag name="AS_UNIQUEID" val="390"/>
</p:tagLst>
</file>

<file path=ppt/tags/tag56.xml><?xml version="1.0" encoding="utf-8"?>
<p:tagLst xmlns:p="http://schemas.openxmlformats.org/presentationml/2006/main">
  <p:tag name="AS_UNIQUEID" val="391"/>
</p:tagLst>
</file>

<file path=ppt/tags/tag57.xml><?xml version="1.0" encoding="utf-8"?>
<p:tagLst xmlns:p="http://schemas.openxmlformats.org/presentationml/2006/main">
  <p:tag name="AS_UNIQUEID" val="392"/>
</p:tagLst>
</file>

<file path=ppt/tags/tag58.xml><?xml version="1.0" encoding="utf-8"?>
<p:tagLst xmlns:p="http://schemas.openxmlformats.org/presentationml/2006/main">
  <p:tag name="AS_UNIQUEID" val="393"/>
</p:tagLst>
</file>

<file path=ppt/tags/tag59.xml><?xml version="1.0" encoding="utf-8"?>
<p:tagLst xmlns:p="http://schemas.openxmlformats.org/presentationml/2006/main">
  <p:tag name="AS_UNIQUEID" val="394"/>
</p:tagLst>
</file>

<file path=ppt/tags/tag60.xml><?xml version="1.0" encoding="utf-8"?>
<p:tagLst xmlns:p="http://schemas.openxmlformats.org/presentationml/2006/main">
  <p:tag name="AS_UNIQUEID" val="395"/>
</p:tagLst>
</file>

<file path=ppt/tags/tag61.xml><?xml version="1.0" encoding="utf-8"?>
<p:tagLst xmlns:p="http://schemas.openxmlformats.org/presentationml/2006/main">
  <p:tag name="AS_UNIQUEID" val="396"/>
</p:tagLst>
</file>

<file path=ppt/tags/tag62.xml><?xml version="1.0" encoding="utf-8"?>
<p:tagLst xmlns:p="http://schemas.openxmlformats.org/presentationml/2006/main">
  <p:tag name="AS_UNIQUEID" val="397"/>
</p:tagLst>
</file>

<file path=ppt/tags/tag63.xml><?xml version="1.0" encoding="utf-8"?>
<p:tagLst xmlns:p="http://schemas.openxmlformats.org/presentationml/2006/main">
  <p:tag name="AS_UNIQUEID" val="398"/>
</p:tagLst>
</file>

<file path=ppt/tags/tag64.xml><?xml version="1.0" encoding="utf-8"?>
<p:tagLst xmlns:p="http://schemas.openxmlformats.org/presentationml/2006/main">
  <p:tag name="AS_UNIQUEID" val="399"/>
</p:tagLst>
</file>

<file path=ppt/tags/tag65.xml><?xml version="1.0" encoding="utf-8"?>
<p:tagLst xmlns:p="http://schemas.openxmlformats.org/presentationml/2006/main">
  <p:tag name="AS_UNIQUEID" val="400"/>
</p:tagLst>
</file>

<file path=ppt/tags/tag66.xml><?xml version="1.0" encoding="utf-8"?>
<p:tagLst xmlns:p="http://schemas.openxmlformats.org/presentationml/2006/main">
  <p:tag name="AS_UNIQUEID" val="401"/>
</p:tagLst>
</file>

<file path=ppt/tags/tag67.xml><?xml version="1.0" encoding="utf-8"?>
<p:tagLst xmlns:p="http://schemas.openxmlformats.org/presentationml/2006/main">
  <p:tag name="AS_UNIQUEID" val="402"/>
</p:tagLst>
</file>

<file path=ppt/tags/tag68.xml><?xml version="1.0" encoding="utf-8"?>
<p:tagLst xmlns:p="http://schemas.openxmlformats.org/presentationml/2006/main">
  <p:tag name="AS_UNIQUEID" val="403"/>
</p:tagLst>
</file>

<file path=ppt/tags/tag69.xml><?xml version="1.0" encoding="utf-8"?>
<p:tagLst xmlns:p="http://schemas.openxmlformats.org/presentationml/2006/main">
  <p:tag name="AS_UNIQUEID" val="404"/>
</p:tagLst>
</file>

<file path=ppt/tags/tag70.xml><?xml version="1.0" encoding="utf-8"?>
<p:tagLst xmlns:p="http://schemas.openxmlformats.org/presentationml/2006/main">
  <p:tag name="AS_UNIQUEID" val="405"/>
</p:tagLst>
</file>

<file path=ppt/tags/tag71.xml><?xml version="1.0" encoding="utf-8"?>
<p:tagLst xmlns:p="http://schemas.openxmlformats.org/presentationml/2006/main">
  <p:tag name="AS_UNIQUEID" val="406"/>
</p:tagLst>
</file>

<file path=ppt/tags/tag72.xml><?xml version="1.0" encoding="utf-8"?>
<p:tagLst xmlns:p="http://schemas.openxmlformats.org/presentationml/2006/main">
  <p:tag name="AS_UNIQUEID" val="969"/>
</p:tagLst>
</file>

<file path=ppt/tags/tag73.xml><?xml version="1.0" encoding="utf-8"?>
<p:tagLst xmlns:p="http://schemas.openxmlformats.org/presentationml/2006/main">
  <p:tag name="AS_UNIQUEID" val="970"/>
</p:tagLst>
</file>

<file path=ppt/tags/tag74.xml><?xml version="1.0" encoding="utf-8"?>
<p:tagLst xmlns:p="http://schemas.openxmlformats.org/presentationml/2006/main">
  <p:tag name="AS_UNIQUEID" val="971"/>
</p:tagLst>
</file>

<file path=ppt/tags/tag75.xml><?xml version="1.0" encoding="utf-8"?>
<p:tagLst xmlns:p="http://schemas.openxmlformats.org/presentationml/2006/main">
  <p:tag name="AS_UNIQUEID" val="407"/>
</p:tagLst>
</file>

<file path=ppt/tags/tag76.xml><?xml version="1.0" encoding="utf-8"?>
<p:tagLst xmlns:p="http://schemas.openxmlformats.org/presentationml/2006/main">
  <p:tag name="AS_UNIQUEID" val="408"/>
</p:tagLst>
</file>

<file path=ppt/tags/tag77.xml><?xml version="1.0" encoding="utf-8"?>
<p:tagLst xmlns:p="http://schemas.openxmlformats.org/presentationml/2006/main">
  <p:tag name="AS_UNIQUEID" val="409"/>
</p:tagLst>
</file>

<file path=ppt/tags/tag78.xml><?xml version="1.0" encoding="utf-8"?>
<p:tagLst xmlns:p="http://schemas.openxmlformats.org/presentationml/2006/main">
  <p:tag name="AS_UNIQUEID" val="463"/>
  <p:tag name="KSO_WM_DIAGRAM_VIRTUALLY_FRAME" val="{&quot;height&quot;:216,&quot;left&quot;:48,&quot;top&quot;:168,&quot;width&quot;:864}"/>
</p:tagLst>
</file>

<file path=ppt/tags/tag79.xml><?xml version="1.0" encoding="utf-8"?>
<p:tagLst xmlns:p="http://schemas.openxmlformats.org/presentationml/2006/main">
  <p:tag name="AS_UNIQUEID" val="457"/>
  <p:tag name="KSO_WM_DIAGRAM_VIRTUALLY_FRAME" val="{&quot;height&quot;:216,&quot;left&quot;:48,&quot;top&quot;:168,&quot;width&quot;:864}"/>
</p:tagLst>
</file>

<file path=ppt/tags/tag80.xml><?xml version="1.0" encoding="utf-8"?>
<p:tagLst xmlns:p="http://schemas.openxmlformats.org/presentationml/2006/main">
  <p:tag name="AS_UNIQUEID" val="458"/>
  <p:tag name="KSO_WM_DIAGRAM_VIRTUALLY_FRAME" val="{&quot;height&quot;:216,&quot;left&quot;:48,&quot;top&quot;:168,&quot;width&quot;:864}"/>
</p:tagLst>
</file>

<file path=ppt/tags/tag81.xml><?xml version="1.0" encoding="utf-8"?>
<p:tagLst xmlns:p="http://schemas.openxmlformats.org/presentationml/2006/main">
  <p:tag name="AS_UNIQUEID" val="459"/>
  <p:tag name="KSO_WM_DIAGRAM_VIRTUALLY_FRAME" val="{&quot;height&quot;:216,&quot;left&quot;:48,&quot;top&quot;:168,&quot;width&quot;:864}"/>
</p:tagLst>
</file>

<file path=ppt/tags/tag82.xml><?xml version="1.0" encoding="utf-8"?>
<p:tagLst xmlns:p="http://schemas.openxmlformats.org/presentationml/2006/main">
  <p:tag name="AS_UNIQUEID" val="460"/>
  <p:tag name="KSO_WM_DIAGRAM_VIRTUALLY_FRAME" val="{&quot;height&quot;:216,&quot;left&quot;:48,&quot;top&quot;:168,&quot;width&quot;:864}"/>
</p:tagLst>
</file>

<file path=ppt/tags/tag83.xml><?xml version="1.0" encoding="utf-8"?>
<p:tagLst xmlns:p="http://schemas.openxmlformats.org/presentationml/2006/main">
  <p:tag name="AS_UNIQUEID" val="461"/>
  <p:tag name="KSO_WM_DIAGRAM_VIRTUALLY_FRAME" val="{&quot;height&quot;:216,&quot;left&quot;:48,&quot;top&quot;:168,&quot;width&quot;:864}"/>
</p:tagLst>
</file>

<file path=ppt/tags/tag84.xml><?xml version="1.0" encoding="utf-8"?>
<p:tagLst xmlns:p="http://schemas.openxmlformats.org/presentationml/2006/main">
  <p:tag name="AS_UNIQUEID" val="462"/>
  <p:tag name="KSO_WM_DIAGRAM_VIRTUALLY_FRAME" val="{&quot;height&quot;:216,&quot;left&quot;:48,&quot;top&quot;:168,&quot;width&quot;:864}"/>
</p:tagLst>
</file>

<file path=ppt/tags/tag85.xml><?xml version="1.0" encoding="utf-8"?>
<p:tagLst xmlns:p="http://schemas.openxmlformats.org/presentationml/2006/main">
  <p:tag name="AS_UNIQUEID" val="464"/>
  <p:tag name="KSO_WM_DIAGRAM_VIRTUALLY_FRAME" val="{&quot;height&quot;:216,&quot;left&quot;:48,&quot;top&quot;:168,&quot;width&quot;:864}"/>
</p:tagLst>
</file>

<file path=ppt/tags/tag86.xml><?xml version="1.0" encoding="utf-8"?>
<p:tagLst xmlns:p="http://schemas.openxmlformats.org/presentationml/2006/main">
  <p:tag name="AS_UNIQUEID" val="447"/>
  <p:tag name="KSO_WM_DIAGRAM_VIRTUALLY_FRAME" val="{&quot;height&quot;:216,&quot;left&quot;:48,&quot;top&quot;:168,&quot;width&quot;:864}"/>
</p:tagLst>
</file>

<file path=ppt/tags/tag87.xml><?xml version="1.0" encoding="utf-8"?>
<p:tagLst xmlns:p="http://schemas.openxmlformats.org/presentationml/2006/main">
  <p:tag name="AS_UNIQUEID" val="448"/>
  <p:tag name="KSO_WM_DIAGRAM_VIRTUALLY_FRAME" val="{&quot;height&quot;:216,&quot;left&quot;:48,&quot;top&quot;:168,&quot;width&quot;:864}"/>
</p:tagLst>
</file>

<file path=ppt/tags/tag88.xml><?xml version="1.0" encoding="utf-8"?>
<p:tagLst xmlns:p="http://schemas.openxmlformats.org/presentationml/2006/main">
  <p:tag name="AS_UNIQUEID" val="449"/>
  <p:tag name="KSO_WM_DIAGRAM_VIRTUALLY_FRAME" val="{&quot;height&quot;:216,&quot;left&quot;:48,&quot;top&quot;:168,&quot;width&quot;:864}"/>
</p:tagLst>
</file>

<file path=ppt/tags/tag89.xml><?xml version="1.0" encoding="utf-8"?>
<p:tagLst xmlns:p="http://schemas.openxmlformats.org/presentationml/2006/main">
  <p:tag name="AS_UNIQUEID" val="450"/>
  <p:tag name="KSO_WM_DIAGRAM_VIRTUALLY_FRAME" val="{&quot;height&quot;:216,&quot;left&quot;:48,&quot;top&quot;:168,&quot;width&quot;:864}"/>
</p:tagLst>
</file>

<file path=ppt/tags/tag90.xml><?xml version="1.0" encoding="utf-8"?>
<p:tagLst xmlns:p="http://schemas.openxmlformats.org/presentationml/2006/main">
  <p:tag name="AS_UNIQUEID" val="451"/>
  <p:tag name="KSO_WM_DIAGRAM_VIRTUALLY_FRAME" val="{&quot;height&quot;:216,&quot;left&quot;:48,&quot;top&quot;:168,&quot;width&quot;:864}"/>
</p:tagLst>
</file>

<file path=ppt/tags/tag91.xml><?xml version="1.0" encoding="utf-8"?>
<p:tagLst xmlns:p="http://schemas.openxmlformats.org/presentationml/2006/main">
  <p:tag name="AS_UNIQUEID" val="465"/>
  <p:tag name="KSO_WM_DIAGRAM_VIRTUALLY_FRAME" val="{&quot;height&quot;:216,&quot;left&quot;:48,&quot;top&quot;:168,&quot;width&quot;:864}"/>
</p:tagLst>
</file>

<file path=ppt/tags/tag92.xml><?xml version="1.0" encoding="utf-8"?>
<p:tagLst xmlns:p="http://schemas.openxmlformats.org/presentationml/2006/main">
  <p:tag name="AS_UNIQUEID" val="452"/>
  <p:tag name="KSO_WM_DIAGRAM_VIRTUALLY_FRAME" val="{&quot;height&quot;:216,&quot;left&quot;:48,&quot;top&quot;:168,&quot;width&quot;:864}"/>
</p:tagLst>
</file>

<file path=ppt/tags/tag93.xml><?xml version="1.0" encoding="utf-8"?>
<p:tagLst xmlns:p="http://schemas.openxmlformats.org/presentationml/2006/main">
  <p:tag name="AS_UNIQUEID" val="453"/>
  <p:tag name="KSO_WM_DIAGRAM_VIRTUALLY_FRAME" val="{&quot;height&quot;:216,&quot;left&quot;:48,&quot;top&quot;:168,&quot;width&quot;:864}"/>
</p:tagLst>
</file>

<file path=ppt/tags/tag94.xml><?xml version="1.0" encoding="utf-8"?>
<p:tagLst xmlns:p="http://schemas.openxmlformats.org/presentationml/2006/main">
  <p:tag name="AS_UNIQUEID" val="454"/>
  <p:tag name="KSO_WM_DIAGRAM_VIRTUALLY_FRAME" val="{&quot;height&quot;:216,&quot;left&quot;:48,&quot;top&quot;:168,&quot;width&quot;:864}"/>
</p:tagLst>
</file>

<file path=ppt/tags/tag95.xml><?xml version="1.0" encoding="utf-8"?>
<p:tagLst xmlns:p="http://schemas.openxmlformats.org/presentationml/2006/main">
  <p:tag name="AS_UNIQUEID" val="455"/>
  <p:tag name="KSO_WM_DIAGRAM_VIRTUALLY_FRAME" val="{&quot;height&quot;:216,&quot;left&quot;:48,&quot;top&quot;:168,&quot;width&quot;:864}"/>
</p:tagLst>
</file>

<file path=ppt/tags/tag96.xml><?xml version="1.0" encoding="utf-8"?>
<p:tagLst xmlns:p="http://schemas.openxmlformats.org/presentationml/2006/main">
  <p:tag name="AS_UNIQUEID" val="456"/>
  <p:tag name="KSO_WM_DIAGRAM_VIRTUALLY_FRAME" val="{&quot;height&quot;:216,&quot;left&quot;:48,&quot;top&quot;:168,&quot;width&quot;:864}"/>
</p:tagLst>
</file>

<file path=ppt/tags/tag97.xml><?xml version="1.0" encoding="utf-8"?>
<p:tagLst xmlns:p="http://schemas.openxmlformats.org/presentationml/2006/main">
  <p:tag name="AS_UNIQUEID" val="466"/>
  <p:tag name="KSO_WM_DIAGRAM_VIRTUALLY_FRAME" val="{&quot;height&quot;:216,&quot;left&quot;:48,&quot;top&quot;:168,&quot;width&quot;:864}"/>
</p:tagLst>
</file>

<file path=ppt/tags/tag98.xml><?xml version="1.0" encoding="utf-8"?>
<p:tagLst xmlns:p="http://schemas.openxmlformats.org/presentationml/2006/main">
  <p:tag name="AS_UNIQUEID" val="437"/>
  <p:tag name="KSO_WM_DIAGRAM_VIRTUALLY_FRAME" val="{&quot;height&quot;:216,&quot;left&quot;:48,&quot;top&quot;:168,&quot;width&quot;:864}"/>
</p:tagLst>
</file>

<file path=ppt/tags/tag99.xml><?xml version="1.0" encoding="utf-8"?>
<p:tagLst xmlns:p="http://schemas.openxmlformats.org/presentationml/2006/main">
  <p:tag name="AS_UNIQUEID" val="438"/>
  <p:tag name="KSO_WM_DIAGRAM_VIRTUALLY_FRAME" val="{&quot;height&quot;:216,&quot;left&quot;:48,&quot;top&quot;:168,&quot;width&quot;:864}"/>
</p:tagLst>
</file>

<file path=ppt/tags/tag100.xml><?xml version="1.0" encoding="utf-8"?>
<p:tagLst xmlns:p="http://schemas.openxmlformats.org/presentationml/2006/main">
  <p:tag name="AS_UNIQUEID" val="439"/>
  <p:tag name="KSO_WM_DIAGRAM_VIRTUALLY_FRAME" val="{&quot;height&quot;:216,&quot;left&quot;:48,&quot;top&quot;:168,&quot;width&quot;:864}"/>
</p:tagLst>
</file>

<file path=ppt/tags/tag101.xml><?xml version="1.0" encoding="utf-8"?>
<p:tagLst xmlns:p="http://schemas.openxmlformats.org/presentationml/2006/main">
  <p:tag name="AS_UNIQUEID" val="440"/>
  <p:tag name="KSO_WM_DIAGRAM_VIRTUALLY_FRAME" val="{&quot;height&quot;:216,&quot;left&quot;:48,&quot;top&quot;:168,&quot;width&quot;:864}"/>
</p:tagLst>
</file>

<file path=ppt/tags/tag102.xml><?xml version="1.0" encoding="utf-8"?>
<p:tagLst xmlns:p="http://schemas.openxmlformats.org/presentationml/2006/main">
  <p:tag name="AS_UNIQUEID" val="441"/>
  <p:tag name="KSO_WM_DIAGRAM_VIRTUALLY_FRAME" val="{&quot;height&quot;:216,&quot;left&quot;:48,&quot;top&quot;:168,&quot;width&quot;:864}"/>
</p:tagLst>
</file>

<file path=ppt/tags/tag103.xml><?xml version="1.0" encoding="utf-8"?>
<p:tagLst xmlns:p="http://schemas.openxmlformats.org/presentationml/2006/main">
  <p:tag name="AS_UNIQUEID" val="467"/>
  <p:tag name="KSO_WM_DIAGRAM_VIRTUALLY_FRAME" val="{&quot;height&quot;:216,&quot;left&quot;:48,&quot;top&quot;:168,&quot;width&quot;:864}"/>
</p:tagLst>
</file>

<file path=ppt/tags/tag104.xml><?xml version="1.0" encoding="utf-8"?>
<p:tagLst xmlns:p="http://schemas.openxmlformats.org/presentationml/2006/main">
  <p:tag name="AS_UNIQUEID" val="442"/>
  <p:tag name="KSO_WM_DIAGRAM_VIRTUALLY_FRAME" val="{&quot;height&quot;:216,&quot;left&quot;:48,&quot;top&quot;:168,&quot;width&quot;:864}"/>
</p:tagLst>
</file>

<file path=ppt/tags/tag105.xml><?xml version="1.0" encoding="utf-8"?>
<p:tagLst xmlns:p="http://schemas.openxmlformats.org/presentationml/2006/main">
  <p:tag name="AS_UNIQUEID" val="443"/>
  <p:tag name="KSO_WM_DIAGRAM_VIRTUALLY_FRAME" val="{&quot;height&quot;:216,&quot;left&quot;:48,&quot;top&quot;:168,&quot;width&quot;:864}"/>
</p:tagLst>
</file>

<file path=ppt/tags/tag106.xml><?xml version="1.0" encoding="utf-8"?>
<p:tagLst xmlns:p="http://schemas.openxmlformats.org/presentationml/2006/main">
  <p:tag name="AS_UNIQUEID" val="444"/>
  <p:tag name="KSO_WM_DIAGRAM_VIRTUALLY_FRAME" val="{&quot;height&quot;:216,&quot;left&quot;:48,&quot;top&quot;:168,&quot;width&quot;:864}"/>
</p:tagLst>
</file>

<file path=ppt/tags/tag107.xml><?xml version="1.0" encoding="utf-8"?>
<p:tagLst xmlns:p="http://schemas.openxmlformats.org/presentationml/2006/main">
  <p:tag name="AS_UNIQUEID" val="445"/>
  <p:tag name="KSO_WM_DIAGRAM_VIRTUALLY_FRAME" val="{&quot;height&quot;:216,&quot;left&quot;:48,&quot;top&quot;:168,&quot;width&quot;:864}"/>
</p:tagLst>
</file>

<file path=ppt/tags/tag108.xml><?xml version="1.0" encoding="utf-8"?>
<p:tagLst xmlns:p="http://schemas.openxmlformats.org/presentationml/2006/main">
  <p:tag name="AS_UNIQUEID" val="446"/>
  <p:tag name="KSO_WM_DIAGRAM_VIRTUALLY_FRAME" val="{&quot;height&quot;:216,&quot;left&quot;:48,&quot;top&quot;:168,&quot;width&quot;:864}"/>
</p:tagLst>
</file>

<file path=ppt/tags/tag109.xml><?xml version="1.0" encoding="utf-8"?>
<p:tagLst xmlns:p="http://schemas.openxmlformats.org/presentationml/2006/main">
  <p:tag name="AS_UNIQUEID" val="436"/>
</p:tagLst>
</file>

<file path=ppt/tags/tag110.xml><?xml version="1.0" encoding="utf-8"?>
<p:tagLst xmlns:p="http://schemas.openxmlformats.org/presentationml/2006/main">
  <p:tag name="AS_UNIQUEID" val="974"/>
</p:tagLst>
</file>

<file path=ppt/tags/tag111.xml><?xml version="1.0" encoding="utf-8"?>
<p:tagLst xmlns:p="http://schemas.openxmlformats.org/presentationml/2006/main">
  <p:tag name="AS_UNIQUEID" val="975"/>
</p:tagLst>
</file>

<file path=ppt/tags/tag112.xml><?xml version="1.0" encoding="utf-8"?>
<p:tagLst xmlns:p="http://schemas.openxmlformats.org/presentationml/2006/main">
  <p:tag name="AS_UNIQUEID" val="976"/>
</p:tagLst>
</file>

<file path=ppt/tags/tag113.xml><?xml version="1.0" encoding="utf-8"?>
<p:tagLst xmlns:p="http://schemas.openxmlformats.org/presentationml/2006/main">
  <p:tag name="AS_UNIQUEID" val="468"/>
</p:tagLst>
</file>

<file path=ppt/tags/tag114.xml><?xml version="1.0" encoding="utf-8"?>
<p:tagLst xmlns:p="http://schemas.openxmlformats.org/presentationml/2006/main">
  <p:tag name="AS_UNIQUEID" val="469"/>
</p:tagLst>
</file>

<file path=ppt/tags/tag115.xml><?xml version="1.0" encoding="utf-8"?>
<p:tagLst xmlns:p="http://schemas.openxmlformats.org/presentationml/2006/main">
  <p:tag name="AS_UNIQUEID" val="470"/>
</p:tagLst>
</file>

<file path=ppt/tags/tag116.xml><?xml version="1.0" encoding="utf-8"?>
<p:tagLst xmlns:p="http://schemas.openxmlformats.org/presentationml/2006/main">
  <p:tag name="AS_UNIQUEID" val="547"/>
</p:tagLst>
</file>

<file path=ppt/tags/tag117.xml><?xml version="1.0" encoding="utf-8"?>
<p:tagLst xmlns:p="http://schemas.openxmlformats.org/presentationml/2006/main">
  <p:tag name="AS_UNIQUEID" val="529"/>
</p:tagLst>
</file>

<file path=ppt/tags/tag118.xml><?xml version="1.0" encoding="utf-8"?>
<p:tagLst xmlns:p="http://schemas.openxmlformats.org/presentationml/2006/main">
  <p:tag name="AS_UNIQUEID" val="530"/>
</p:tagLst>
</file>

<file path=ppt/tags/tag119.xml><?xml version="1.0" encoding="utf-8"?>
<p:tagLst xmlns:p="http://schemas.openxmlformats.org/presentationml/2006/main">
  <p:tag name="AS_UNIQUEID" val="531"/>
</p:tagLst>
</file>

<file path=ppt/tags/tag120.xml><?xml version="1.0" encoding="utf-8"?>
<p:tagLst xmlns:p="http://schemas.openxmlformats.org/presentationml/2006/main">
  <p:tag name="AS_UNIQUEID" val="532"/>
</p:tagLst>
</file>

<file path=ppt/tags/tag121.xml><?xml version="1.0" encoding="utf-8"?>
<p:tagLst xmlns:p="http://schemas.openxmlformats.org/presentationml/2006/main">
  <p:tag name="AS_UNIQUEID" val="533"/>
</p:tagLst>
</file>

<file path=ppt/tags/tag122.xml><?xml version="1.0" encoding="utf-8"?>
<p:tagLst xmlns:p="http://schemas.openxmlformats.org/presentationml/2006/main">
  <p:tag name="AS_UNIQUEID" val="534"/>
</p:tagLst>
</file>

<file path=ppt/tags/tag123.xml><?xml version="1.0" encoding="utf-8"?>
<p:tagLst xmlns:p="http://schemas.openxmlformats.org/presentationml/2006/main">
  <p:tag name="AS_UNIQUEID" val="535"/>
</p:tagLst>
</file>

<file path=ppt/tags/tag124.xml><?xml version="1.0" encoding="utf-8"?>
<p:tagLst xmlns:p="http://schemas.openxmlformats.org/presentationml/2006/main">
  <p:tag name="AS_UNIQUEID" val="536"/>
</p:tagLst>
</file>

<file path=ppt/tags/tag125.xml><?xml version="1.0" encoding="utf-8"?>
<p:tagLst xmlns:p="http://schemas.openxmlformats.org/presentationml/2006/main">
  <p:tag name="AS_UNIQUEID" val="537"/>
</p:tagLst>
</file>

<file path=ppt/tags/tag126.xml><?xml version="1.0" encoding="utf-8"?>
<p:tagLst xmlns:p="http://schemas.openxmlformats.org/presentationml/2006/main">
  <p:tag name="AS_UNIQUEID" val="538"/>
</p:tagLst>
</file>

<file path=ppt/tags/tag127.xml><?xml version="1.0" encoding="utf-8"?>
<p:tagLst xmlns:p="http://schemas.openxmlformats.org/presentationml/2006/main">
  <p:tag name="AS_UNIQUEID" val="539"/>
</p:tagLst>
</file>

<file path=ppt/tags/tag128.xml><?xml version="1.0" encoding="utf-8"?>
<p:tagLst xmlns:p="http://schemas.openxmlformats.org/presentationml/2006/main">
  <p:tag name="AS_UNIQUEID" val="540"/>
</p:tagLst>
</file>

<file path=ppt/tags/tag129.xml><?xml version="1.0" encoding="utf-8"?>
<p:tagLst xmlns:p="http://schemas.openxmlformats.org/presentationml/2006/main">
  <p:tag name="AS_UNIQUEID" val="541"/>
</p:tagLst>
</file>

<file path=ppt/tags/tag130.xml><?xml version="1.0" encoding="utf-8"?>
<p:tagLst xmlns:p="http://schemas.openxmlformats.org/presentationml/2006/main">
  <p:tag name="AS_UNIQUEID" val="542"/>
</p:tagLst>
</file>

<file path=ppt/tags/tag131.xml><?xml version="1.0" encoding="utf-8"?>
<p:tagLst xmlns:p="http://schemas.openxmlformats.org/presentationml/2006/main">
  <p:tag name="AS_UNIQUEID" val="543"/>
</p:tagLst>
</file>

<file path=ppt/tags/tag132.xml><?xml version="1.0" encoding="utf-8"?>
<p:tagLst xmlns:p="http://schemas.openxmlformats.org/presentationml/2006/main">
  <p:tag name="AS_UNIQUEID" val="544"/>
</p:tagLst>
</file>

<file path=ppt/tags/tag133.xml><?xml version="1.0" encoding="utf-8"?>
<p:tagLst xmlns:p="http://schemas.openxmlformats.org/presentationml/2006/main">
  <p:tag name="AS_UNIQUEID" val="487"/>
</p:tagLst>
</file>

<file path=ppt/tags/tag134.xml><?xml version="1.0" encoding="utf-8"?>
<p:tagLst xmlns:p="http://schemas.openxmlformats.org/presentationml/2006/main">
  <p:tag name="AS_UNIQUEID" val="548"/>
</p:tagLst>
</file>

<file path=ppt/tags/tag135.xml><?xml version="1.0" encoding="utf-8"?>
<p:tagLst xmlns:p="http://schemas.openxmlformats.org/presentationml/2006/main">
  <p:tag name="AS_UNIQUEID" val="510"/>
</p:tagLst>
</file>

<file path=ppt/tags/tag136.xml><?xml version="1.0" encoding="utf-8"?>
<p:tagLst xmlns:p="http://schemas.openxmlformats.org/presentationml/2006/main">
  <p:tag name="AS_UNIQUEID" val="511"/>
</p:tagLst>
</file>

<file path=ppt/tags/tag137.xml><?xml version="1.0" encoding="utf-8"?>
<p:tagLst xmlns:p="http://schemas.openxmlformats.org/presentationml/2006/main">
  <p:tag name="AS_UNIQUEID" val="512"/>
</p:tagLst>
</file>

<file path=ppt/tags/tag138.xml><?xml version="1.0" encoding="utf-8"?>
<p:tagLst xmlns:p="http://schemas.openxmlformats.org/presentationml/2006/main">
  <p:tag name="AS_UNIQUEID" val="513"/>
</p:tagLst>
</file>

<file path=ppt/tags/tag139.xml><?xml version="1.0" encoding="utf-8"?>
<p:tagLst xmlns:p="http://schemas.openxmlformats.org/presentationml/2006/main">
  <p:tag name="AS_UNIQUEID" val="514"/>
</p:tagLst>
</file>

<file path=ppt/tags/tag140.xml><?xml version="1.0" encoding="utf-8"?>
<p:tagLst xmlns:p="http://schemas.openxmlformats.org/presentationml/2006/main">
  <p:tag name="AS_UNIQUEID" val="515"/>
</p:tagLst>
</file>

<file path=ppt/tags/tag141.xml><?xml version="1.0" encoding="utf-8"?>
<p:tagLst xmlns:p="http://schemas.openxmlformats.org/presentationml/2006/main">
  <p:tag name="AS_UNIQUEID" val="516"/>
</p:tagLst>
</file>

<file path=ppt/tags/tag142.xml><?xml version="1.0" encoding="utf-8"?>
<p:tagLst xmlns:p="http://schemas.openxmlformats.org/presentationml/2006/main">
  <p:tag name="AS_UNIQUEID" val="517"/>
</p:tagLst>
</file>

<file path=ppt/tags/tag143.xml><?xml version="1.0" encoding="utf-8"?>
<p:tagLst xmlns:p="http://schemas.openxmlformats.org/presentationml/2006/main">
  <p:tag name="AS_UNIQUEID" val="518"/>
</p:tagLst>
</file>

<file path=ppt/tags/tag144.xml><?xml version="1.0" encoding="utf-8"?>
<p:tagLst xmlns:p="http://schemas.openxmlformats.org/presentationml/2006/main">
  <p:tag name="AS_UNIQUEID" val="519"/>
</p:tagLst>
</file>

<file path=ppt/tags/tag145.xml><?xml version="1.0" encoding="utf-8"?>
<p:tagLst xmlns:p="http://schemas.openxmlformats.org/presentationml/2006/main">
  <p:tag name="AS_UNIQUEID" val="520"/>
</p:tagLst>
</file>

<file path=ppt/tags/tag146.xml><?xml version="1.0" encoding="utf-8"?>
<p:tagLst xmlns:p="http://schemas.openxmlformats.org/presentationml/2006/main">
  <p:tag name="AS_UNIQUEID" val="521"/>
</p:tagLst>
</file>

<file path=ppt/tags/tag147.xml><?xml version="1.0" encoding="utf-8"?>
<p:tagLst xmlns:p="http://schemas.openxmlformats.org/presentationml/2006/main">
  <p:tag name="AS_UNIQUEID" val="522"/>
</p:tagLst>
</file>

<file path=ppt/tags/tag148.xml><?xml version="1.0" encoding="utf-8"?>
<p:tagLst xmlns:p="http://schemas.openxmlformats.org/presentationml/2006/main">
  <p:tag name="AS_UNIQUEID" val="523"/>
</p:tagLst>
</file>

<file path=ppt/tags/tag149.xml><?xml version="1.0" encoding="utf-8"?>
<p:tagLst xmlns:p="http://schemas.openxmlformats.org/presentationml/2006/main">
  <p:tag name="AS_UNIQUEID" val="524"/>
</p:tagLst>
</file>

<file path=ppt/tags/tag150.xml><?xml version="1.0" encoding="utf-8"?>
<p:tagLst xmlns:p="http://schemas.openxmlformats.org/presentationml/2006/main">
  <p:tag name="AS_UNIQUEID" val="525"/>
</p:tagLst>
</file>

<file path=ppt/tags/tag151.xml><?xml version="1.0" encoding="utf-8"?>
<p:tagLst xmlns:p="http://schemas.openxmlformats.org/presentationml/2006/main">
  <p:tag name="AS_UNIQUEID" val="526"/>
</p:tagLst>
</file>

<file path=ppt/tags/tag152.xml><?xml version="1.0" encoding="utf-8"?>
<p:tagLst xmlns:p="http://schemas.openxmlformats.org/presentationml/2006/main">
  <p:tag name="AS_UNIQUEID" val="527"/>
</p:tagLst>
</file>

<file path=ppt/tags/tag153.xml><?xml version="1.0" encoding="utf-8"?>
<p:tagLst xmlns:p="http://schemas.openxmlformats.org/presentationml/2006/main">
  <p:tag name="AS_UNIQUEID" val="528"/>
</p:tagLst>
</file>

<file path=ppt/tags/tag154.xml><?xml version="1.0" encoding="utf-8"?>
<p:tagLst xmlns:p="http://schemas.openxmlformats.org/presentationml/2006/main">
  <p:tag name="AS_UNIQUEID" val="549"/>
</p:tagLst>
</file>

<file path=ppt/tags/tag155.xml><?xml version="1.0" encoding="utf-8"?>
<p:tagLst xmlns:p="http://schemas.openxmlformats.org/presentationml/2006/main">
  <p:tag name="AS_UNIQUEID" val="545"/>
</p:tagLst>
</file>

<file path=ppt/tags/tag156.xml><?xml version="1.0" encoding="utf-8"?>
<p:tagLst xmlns:p="http://schemas.openxmlformats.org/presentationml/2006/main">
  <p:tag name="AS_UNIQUEID" val="546"/>
</p:tagLst>
</file>

<file path=ppt/tags/tag157.xml><?xml version="1.0" encoding="utf-8"?>
<p:tagLst xmlns:p="http://schemas.openxmlformats.org/presentationml/2006/main">
  <p:tag name="AS_UNIQUEID" val="509"/>
</p:tagLst>
</file>

<file path=ppt/tags/tag158.xml><?xml version="1.0" encoding="utf-8"?>
<p:tagLst xmlns:p="http://schemas.openxmlformats.org/presentationml/2006/main">
  <p:tag name="AS_UNIQUEID" val="979"/>
</p:tagLst>
</file>

<file path=ppt/tags/tag159.xml><?xml version="1.0" encoding="utf-8"?>
<p:tagLst xmlns:p="http://schemas.openxmlformats.org/presentationml/2006/main">
  <p:tag name="AS_UNIQUEID" val="980"/>
</p:tagLst>
</file>

<file path=ppt/tags/tag160.xml><?xml version="1.0" encoding="utf-8"?>
<p:tagLst xmlns:p="http://schemas.openxmlformats.org/presentationml/2006/main">
  <p:tag name="AS_UNIQUEID" val="981"/>
</p:tagLst>
</file>

<file path=ppt/tags/tag161.xml><?xml version="1.0" encoding="utf-8"?>
<p:tagLst xmlns:p="http://schemas.openxmlformats.org/presentationml/2006/main">
  <p:tag name="AS_UNIQUEID" val="550"/>
</p:tagLst>
</file>

<file path=ppt/tags/tag162.xml><?xml version="1.0" encoding="utf-8"?>
<p:tagLst xmlns:p="http://schemas.openxmlformats.org/presentationml/2006/main">
  <p:tag name="AS_UNIQUEID" val="551"/>
</p:tagLst>
</file>

<file path=ppt/tags/tag163.xml><?xml version="1.0" encoding="utf-8"?>
<p:tagLst xmlns:p="http://schemas.openxmlformats.org/presentationml/2006/main">
  <p:tag name="AS_UNIQUEID" val="552"/>
</p:tagLst>
</file>

<file path=ppt/tags/tag164.xml><?xml version="1.0" encoding="utf-8"?>
<p:tagLst xmlns:p="http://schemas.openxmlformats.org/presentationml/2006/main">
  <p:tag name="AS_UNIQUEID" val="584"/>
</p:tagLst>
</file>

<file path=ppt/tags/tag165.xml><?xml version="1.0" encoding="utf-8"?>
<p:tagLst xmlns:p="http://schemas.openxmlformats.org/presentationml/2006/main">
  <p:tag name="AS_UNIQUEID" val="579"/>
</p:tagLst>
</file>

<file path=ppt/tags/tag166.xml><?xml version="1.0" encoding="utf-8"?>
<p:tagLst xmlns:p="http://schemas.openxmlformats.org/presentationml/2006/main">
  <p:tag name="AS_UNIQUEID" val="580"/>
</p:tagLst>
</file>

<file path=ppt/tags/tag167.xml><?xml version="1.0" encoding="utf-8"?>
<p:tagLst xmlns:p="http://schemas.openxmlformats.org/presentationml/2006/main">
  <p:tag name="AS_UNIQUEID" val="581"/>
</p:tagLst>
</file>

<file path=ppt/tags/tag168.xml><?xml version="1.0" encoding="utf-8"?>
<p:tagLst xmlns:p="http://schemas.openxmlformats.org/presentationml/2006/main">
  <p:tag name="AS_UNIQUEID" val="582"/>
</p:tagLst>
</file>

<file path=ppt/tags/tag169.xml><?xml version="1.0" encoding="utf-8"?>
<p:tagLst xmlns:p="http://schemas.openxmlformats.org/presentationml/2006/main">
  <p:tag name="AS_UNIQUEID" val="583"/>
</p:tagLst>
</file>

<file path=ppt/tags/tag170.xml><?xml version="1.0" encoding="utf-8"?>
<p:tagLst xmlns:p="http://schemas.openxmlformats.org/presentationml/2006/main">
  <p:tag name="AS_UNIQUEID" val="585"/>
</p:tagLst>
</file>

<file path=ppt/tags/tag171.xml><?xml version="1.0" encoding="utf-8"?>
<p:tagLst xmlns:p="http://schemas.openxmlformats.org/presentationml/2006/main">
  <p:tag name="AS_UNIQUEID" val="569"/>
</p:tagLst>
</file>

<file path=ppt/tags/tag172.xml><?xml version="1.0" encoding="utf-8"?>
<p:tagLst xmlns:p="http://schemas.openxmlformats.org/presentationml/2006/main">
  <p:tag name="AS_UNIQUEID" val="570"/>
</p:tagLst>
</file>

<file path=ppt/tags/tag173.xml><?xml version="1.0" encoding="utf-8"?>
<p:tagLst xmlns:p="http://schemas.openxmlformats.org/presentationml/2006/main">
  <p:tag name="AS_UNIQUEID" val="571"/>
</p:tagLst>
</file>

<file path=ppt/tags/tag174.xml><?xml version="1.0" encoding="utf-8"?>
<p:tagLst xmlns:p="http://schemas.openxmlformats.org/presentationml/2006/main">
  <p:tag name="AS_UNIQUEID" val="572"/>
</p:tagLst>
</file>

<file path=ppt/tags/tag175.xml><?xml version="1.0" encoding="utf-8"?>
<p:tagLst xmlns:p="http://schemas.openxmlformats.org/presentationml/2006/main">
  <p:tag name="AS_UNIQUEID" val="573"/>
</p:tagLst>
</file>

<file path=ppt/tags/tag176.xml><?xml version="1.0" encoding="utf-8"?>
<p:tagLst xmlns:p="http://schemas.openxmlformats.org/presentationml/2006/main">
  <p:tag name="AS_UNIQUEID" val="586"/>
</p:tagLst>
</file>

<file path=ppt/tags/tag177.xml><?xml version="1.0" encoding="utf-8"?>
<p:tagLst xmlns:p="http://schemas.openxmlformats.org/presentationml/2006/main">
  <p:tag name="AS_UNIQUEID" val="574"/>
</p:tagLst>
</file>

<file path=ppt/tags/tag178.xml><?xml version="1.0" encoding="utf-8"?>
<p:tagLst xmlns:p="http://schemas.openxmlformats.org/presentationml/2006/main">
  <p:tag name="AS_UNIQUEID" val="575"/>
</p:tagLst>
</file>

<file path=ppt/tags/tag179.xml><?xml version="1.0" encoding="utf-8"?>
<p:tagLst xmlns:p="http://schemas.openxmlformats.org/presentationml/2006/main">
  <p:tag name="AS_UNIQUEID" val="576"/>
</p:tagLst>
</file>

<file path=ppt/tags/tag180.xml><?xml version="1.0" encoding="utf-8"?>
<p:tagLst xmlns:p="http://schemas.openxmlformats.org/presentationml/2006/main">
  <p:tag name="AS_UNIQUEID" val="577"/>
</p:tagLst>
</file>

<file path=ppt/tags/tag181.xml><?xml version="1.0" encoding="utf-8"?>
<p:tagLst xmlns:p="http://schemas.openxmlformats.org/presentationml/2006/main">
  <p:tag name="AS_UNIQUEID" val="578"/>
</p:tagLst>
</file>

<file path=ppt/tags/tag182.xml><?xml version="1.0" encoding="utf-8"?>
<p:tagLst xmlns:p="http://schemas.openxmlformats.org/presentationml/2006/main">
  <p:tag name="AS_UNIQUEID" val="568"/>
</p:tagLst>
</file>

<file path=ppt/tags/tag183.xml><?xml version="1.0" encoding="utf-8"?>
<p:tagLst xmlns:p="http://schemas.openxmlformats.org/presentationml/2006/main">
  <p:tag name="AS_UNIQUEID" val="984"/>
</p:tagLst>
</file>

<file path=ppt/tags/tag184.xml><?xml version="1.0" encoding="utf-8"?>
<p:tagLst xmlns:p="http://schemas.openxmlformats.org/presentationml/2006/main">
  <p:tag name="AS_UNIQUEID" val="985"/>
</p:tagLst>
</file>

<file path=ppt/tags/tag185.xml><?xml version="1.0" encoding="utf-8"?>
<p:tagLst xmlns:p="http://schemas.openxmlformats.org/presentationml/2006/main">
  <p:tag name="AS_UNIQUEID" val="986"/>
</p:tagLst>
</file>

<file path=ppt/tags/tag186.xml><?xml version="1.0" encoding="utf-8"?>
<p:tagLst xmlns:p="http://schemas.openxmlformats.org/presentationml/2006/main">
  <p:tag name="AS_UNIQUEID" val="587"/>
</p:tagLst>
</file>

<file path=ppt/tags/tag187.xml><?xml version="1.0" encoding="utf-8"?>
<p:tagLst xmlns:p="http://schemas.openxmlformats.org/presentationml/2006/main">
  <p:tag name="AS_UNIQUEID" val="588"/>
</p:tagLst>
</file>

<file path=ppt/tags/tag188.xml><?xml version="1.0" encoding="utf-8"?>
<p:tagLst xmlns:p="http://schemas.openxmlformats.org/presentationml/2006/main">
  <p:tag name="AS_UNIQUEID" val="589"/>
</p:tagLst>
</file>

<file path=ppt/tags/tag189.xml><?xml version="1.0" encoding="utf-8"?>
<p:tagLst xmlns:p="http://schemas.openxmlformats.org/presentationml/2006/main">
  <p:tag name="AS_UNIQUEID" val="590"/>
</p:tagLst>
</file>

<file path=ppt/tags/tag190.xml><?xml version="1.0" encoding="utf-8"?>
<p:tagLst xmlns:p="http://schemas.openxmlformats.org/presentationml/2006/main">
  <p:tag name="AS_UNIQUEID" val="640"/>
</p:tagLst>
</file>

<file path=ppt/tags/tag191.xml><?xml version="1.0" encoding="utf-8"?>
<p:tagLst xmlns:p="http://schemas.openxmlformats.org/presentationml/2006/main">
  <p:tag name="AS_UNIQUEID" val="624"/>
</p:tagLst>
</file>

<file path=ppt/tags/tag192.xml><?xml version="1.0" encoding="utf-8"?>
<p:tagLst xmlns:p="http://schemas.openxmlformats.org/presentationml/2006/main">
  <p:tag name="AS_UNIQUEID" val="625"/>
</p:tagLst>
</file>

<file path=ppt/tags/tag193.xml><?xml version="1.0" encoding="utf-8"?>
<p:tagLst xmlns:p="http://schemas.openxmlformats.org/presentationml/2006/main">
  <p:tag name="AS_UNIQUEID" val="626"/>
</p:tagLst>
</file>

<file path=ppt/tags/tag194.xml><?xml version="1.0" encoding="utf-8"?>
<p:tagLst xmlns:p="http://schemas.openxmlformats.org/presentationml/2006/main">
  <p:tag name="AS_UNIQUEID" val="627"/>
</p:tagLst>
</file>

<file path=ppt/tags/tag195.xml><?xml version="1.0" encoding="utf-8"?>
<p:tagLst xmlns:p="http://schemas.openxmlformats.org/presentationml/2006/main">
  <p:tag name="AS_UNIQUEID" val="628"/>
</p:tagLst>
</file>

<file path=ppt/tags/tag196.xml><?xml version="1.0" encoding="utf-8"?>
<p:tagLst xmlns:p="http://schemas.openxmlformats.org/presentationml/2006/main">
  <p:tag name="AS_UNIQUEID" val="629"/>
</p:tagLst>
</file>

<file path=ppt/tags/tag197.xml><?xml version="1.0" encoding="utf-8"?>
<p:tagLst xmlns:p="http://schemas.openxmlformats.org/presentationml/2006/main">
  <p:tag name="AS_UNIQUEID" val="630"/>
</p:tagLst>
</file>

<file path=ppt/tags/tag198.xml><?xml version="1.0" encoding="utf-8"?>
<p:tagLst xmlns:p="http://schemas.openxmlformats.org/presentationml/2006/main">
  <p:tag name="AS_UNIQUEID" val="631"/>
</p:tagLst>
</file>

<file path=ppt/tags/tag199.xml><?xml version="1.0" encoding="utf-8"?>
<p:tagLst xmlns:p="http://schemas.openxmlformats.org/presentationml/2006/main">
  <p:tag name="AS_UNIQUEID" val="641"/>
</p:tagLst>
</file>

<file path=ppt/tags/tag200.xml><?xml version="1.0" encoding="utf-8"?>
<p:tagLst xmlns:p="http://schemas.openxmlformats.org/presentationml/2006/main">
  <p:tag name="AS_UNIQUEID" val="632"/>
</p:tagLst>
</file>

<file path=ppt/tags/tag201.xml><?xml version="1.0" encoding="utf-8"?>
<p:tagLst xmlns:p="http://schemas.openxmlformats.org/presentationml/2006/main">
  <p:tag name="AS_UNIQUEID" val="633"/>
</p:tagLst>
</file>

<file path=ppt/tags/tag202.xml><?xml version="1.0" encoding="utf-8"?>
<p:tagLst xmlns:p="http://schemas.openxmlformats.org/presentationml/2006/main">
  <p:tag name="AS_UNIQUEID" val="634"/>
</p:tagLst>
</file>

<file path=ppt/tags/tag203.xml><?xml version="1.0" encoding="utf-8"?>
<p:tagLst xmlns:p="http://schemas.openxmlformats.org/presentationml/2006/main">
  <p:tag name="AS_UNIQUEID" val="635"/>
</p:tagLst>
</file>

<file path=ppt/tags/tag204.xml><?xml version="1.0" encoding="utf-8"?>
<p:tagLst xmlns:p="http://schemas.openxmlformats.org/presentationml/2006/main">
  <p:tag name="AS_UNIQUEID" val="636"/>
</p:tagLst>
</file>

<file path=ppt/tags/tag205.xml><?xml version="1.0" encoding="utf-8"?>
<p:tagLst xmlns:p="http://schemas.openxmlformats.org/presentationml/2006/main">
  <p:tag name="AS_UNIQUEID" val="637"/>
</p:tagLst>
</file>

<file path=ppt/tags/tag206.xml><?xml version="1.0" encoding="utf-8"?>
<p:tagLst xmlns:p="http://schemas.openxmlformats.org/presentationml/2006/main">
  <p:tag name="AS_UNIQUEID" val="638"/>
</p:tagLst>
</file>

<file path=ppt/tags/tag207.xml><?xml version="1.0" encoding="utf-8"?>
<p:tagLst xmlns:p="http://schemas.openxmlformats.org/presentationml/2006/main">
  <p:tag name="AS_UNIQUEID" val="639"/>
</p:tagLst>
</file>

<file path=ppt/tags/tag208.xml><?xml version="1.0" encoding="utf-8"?>
<p:tagLst xmlns:p="http://schemas.openxmlformats.org/presentationml/2006/main">
  <p:tag name="AS_UNIQUEID" val="642"/>
</p:tagLst>
</file>

<file path=ppt/tags/tag209.xml><?xml version="1.0" encoding="utf-8"?>
<p:tagLst xmlns:p="http://schemas.openxmlformats.org/presentationml/2006/main">
  <p:tag name="AS_UNIQUEID" val="616"/>
</p:tagLst>
</file>

<file path=ppt/tags/tag210.xml><?xml version="1.0" encoding="utf-8"?>
<p:tagLst xmlns:p="http://schemas.openxmlformats.org/presentationml/2006/main">
  <p:tag name="AS_UNIQUEID" val="617"/>
</p:tagLst>
</file>

<file path=ppt/tags/tag211.xml><?xml version="1.0" encoding="utf-8"?>
<p:tagLst xmlns:p="http://schemas.openxmlformats.org/presentationml/2006/main">
  <p:tag name="AS_UNIQUEID" val="618"/>
</p:tagLst>
</file>

<file path=ppt/tags/tag212.xml><?xml version="1.0" encoding="utf-8"?>
<p:tagLst xmlns:p="http://schemas.openxmlformats.org/presentationml/2006/main">
  <p:tag name="AS_UNIQUEID" val="619"/>
</p:tagLst>
</file>

<file path=ppt/tags/tag213.xml><?xml version="1.0" encoding="utf-8"?>
<p:tagLst xmlns:p="http://schemas.openxmlformats.org/presentationml/2006/main">
  <p:tag name="AS_UNIQUEID" val="620"/>
</p:tagLst>
</file>

<file path=ppt/tags/tag214.xml><?xml version="1.0" encoding="utf-8"?>
<p:tagLst xmlns:p="http://schemas.openxmlformats.org/presentationml/2006/main">
  <p:tag name="AS_UNIQUEID" val="621"/>
</p:tagLst>
</file>

<file path=ppt/tags/tag215.xml><?xml version="1.0" encoding="utf-8"?>
<p:tagLst xmlns:p="http://schemas.openxmlformats.org/presentationml/2006/main">
  <p:tag name="AS_UNIQUEID" val="622"/>
</p:tagLst>
</file>

<file path=ppt/tags/tag216.xml><?xml version="1.0" encoding="utf-8"?>
<p:tagLst xmlns:p="http://schemas.openxmlformats.org/presentationml/2006/main">
  <p:tag name="AS_UNIQUEID" val="623"/>
</p:tagLst>
</file>

<file path=ppt/tags/tag217.xml><?xml version="1.0" encoding="utf-8"?>
<p:tagLst xmlns:p="http://schemas.openxmlformats.org/presentationml/2006/main">
  <p:tag name="AS_UNIQUEID" val="615"/>
</p:tagLst>
</file>

<file path=ppt/tags/tag218.xml><?xml version="1.0" encoding="utf-8"?>
<p:tagLst xmlns:p="http://schemas.openxmlformats.org/presentationml/2006/main">
  <p:tag name="AS_UNIQUEID" val="989"/>
</p:tagLst>
</file>

<file path=ppt/tags/tag219.xml><?xml version="1.0" encoding="utf-8"?>
<p:tagLst xmlns:p="http://schemas.openxmlformats.org/presentationml/2006/main">
  <p:tag name="AS_UNIQUEID" val="990"/>
</p:tagLst>
</file>

<file path=ppt/tags/tag220.xml><?xml version="1.0" encoding="utf-8"?>
<p:tagLst xmlns:p="http://schemas.openxmlformats.org/presentationml/2006/main">
  <p:tag name="AS_UNIQUEID" val="991"/>
</p:tagLst>
</file>

<file path=ppt/tags/tag221.xml><?xml version="1.0" encoding="utf-8"?>
<p:tagLst xmlns:p="http://schemas.openxmlformats.org/presentationml/2006/main">
  <p:tag name="AS_UNIQUEID" val="643"/>
</p:tagLst>
</file>

<file path=ppt/tags/tag222.xml><?xml version="1.0" encoding="utf-8"?>
<p:tagLst xmlns:p="http://schemas.openxmlformats.org/presentationml/2006/main">
  <p:tag name="AS_UNIQUEID" val="644"/>
</p:tagLst>
</file>

<file path=ppt/tags/tag223.xml><?xml version="1.0" encoding="utf-8"?>
<p:tagLst xmlns:p="http://schemas.openxmlformats.org/presentationml/2006/main">
  <p:tag name="AS_UNIQUEID" val="645"/>
</p:tagLst>
</file>

<file path=ppt/tags/tag224.xml><?xml version="1.0" encoding="utf-8"?>
<p:tagLst xmlns:p="http://schemas.openxmlformats.org/presentationml/2006/main">
  <p:tag name="AS_UNIQUEID" val="646"/>
</p:tagLst>
</file>

<file path=ppt/tags/tag225.xml><?xml version="1.0" encoding="utf-8"?>
<p:tagLst xmlns:p="http://schemas.openxmlformats.org/presentationml/2006/main">
  <p:tag name="AS_UNIQUEID" val="661"/>
</p:tagLst>
</file>

<file path=ppt/tags/tag226.xml><?xml version="1.0" encoding="utf-8"?>
<p:tagLst xmlns:p="http://schemas.openxmlformats.org/presentationml/2006/main">
  <p:tag name="AS_UNIQUEID" val="655"/>
</p:tagLst>
</file>

<file path=ppt/tags/tag227.xml><?xml version="1.0" encoding="utf-8"?>
<p:tagLst xmlns:p="http://schemas.openxmlformats.org/presentationml/2006/main">
  <p:tag name="AS_UNIQUEID" val="656"/>
</p:tagLst>
</file>

<file path=ppt/tags/tag228.xml><?xml version="1.0" encoding="utf-8"?>
<p:tagLst xmlns:p="http://schemas.openxmlformats.org/presentationml/2006/main">
  <p:tag name="AS_UNIQUEID" val="657"/>
</p:tagLst>
</file>

<file path=ppt/tags/tag229.xml><?xml version="1.0" encoding="utf-8"?>
<p:tagLst xmlns:p="http://schemas.openxmlformats.org/presentationml/2006/main">
  <p:tag name="AS_UNIQUEID" val="650"/>
  <p:tag name="TABLE_ENDDRAG_ORIGIN_RECT" val="749*91"/>
  <p:tag name="TABLE_ENDDRAG_RECT" val="154*218*749*91"/>
</p:tagLst>
</file>

<file path=ppt/tags/tag230.xml><?xml version="1.0" encoding="utf-8"?>
<p:tagLst xmlns:p="http://schemas.openxmlformats.org/presentationml/2006/main">
  <p:tag name="AS_UNIQUEID" val="662"/>
</p:tagLst>
</file>

<file path=ppt/tags/tag231.xml><?xml version="1.0" encoding="utf-8"?>
<p:tagLst xmlns:p="http://schemas.openxmlformats.org/presentationml/2006/main">
  <p:tag name="AS_UNIQUEID" val="658"/>
</p:tagLst>
</file>

<file path=ppt/tags/tag232.xml><?xml version="1.0" encoding="utf-8"?>
<p:tagLst xmlns:p="http://schemas.openxmlformats.org/presentationml/2006/main">
  <p:tag name="AS_UNIQUEID" val="659"/>
</p:tagLst>
</file>

<file path=ppt/tags/tag233.xml><?xml version="1.0" encoding="utf-8"?>
<p:tagLst xmlns:p="http://schemas.openxmlformats.org/presentationml/2006/main">
  <p:tag name="AS_UNIQUEID" val="660"/>
</p:tagLst>
</file>

<file path=ppt/tags/tag234.xml><?xml version="1.0" encoding="utf-8"?>
<p:tagLst xmlns:p="http://schemas.openxmlformats.org/presentationml/2006/main">
  <p:tag name="AS_UNIQUEID" val="654"/>
</p:tagLst>
</file>

<file path=ppt/tags/tag235.xml><?xml version="1.0" encoding="utf-8"?>
<p:tagLst xmlns:p="http://schemas.openxmlformats.org/presentationml/2006/main">
  <p:tag name="AS_UNIQUEID" val="994"/>
</p:tagLst>
</file>

<file path=ppt/tags/tag236.xml><?xml version="1.0" encoding="utf-8"?>
<p:tagLst xmlns:p="http://schemas.openxmlformats.org/presentationml/2006/main">
  <p:tag name="AS_UNIQUEID" val="995"/>
</p:tagLst>
</file>

<file path=ppt/tags/tag237.xml><?xml version="1.0" encoding="utf-8"?>
<p:tagLst xmlns:p="http://schemas.openxmlformats.org/presentationml/2006/main">
  <p:tag name="AS_UNIQUEID" val="996"/>
</p:tagLst>
</file>

<file path=ppt/tags/tag238.xml><?xml version="1.0" encoding="utf-8"?>
<p:tagLst xmlns:p="http://schemas.openxmlformats.org/presentationml/2006/main">
  <p:tag name="AS_UNIQUEID" val="663"/>
</p:tagLst>
</file>

<file path=ppt/tags/tag239.xml><?xml version="1.0" encoding="utf-8"?>
<p:tagLst xmlns:p="http://schemas.openxmlformats.org/presentationml/2006/main">
  <p:tag name="AS_UNIQUEID" val="664"/>
</p:tagLst>
</file>

<file path=ppt/tags/tag240.xml><?xml version="1.0" encoding="utf-8"?>
<p:tagLst xmlns:p="http://schemas.openxmlformats.org/presentationml/2006/main">
  <p:tag name="AS_UNIQUEID" val="665"/>
</p:tagLst>
</file>

<file path=ppt/tags/tag241.xml><?xml version="1.0" encoding="utf-8"?>
<p:tagLst xmlns:p="http://schemas.openxmlformats.org/presentationml/2006/main">
  <p:tag name="AS_UNIQUEID" val="747"/>
</p:tagLst>
</file>

<file path=ppt/tags/tag242.xml><?xml version="1.0" encoding="utf-8"?>
<p:tagLst xmlns:p="http://schemas.openxmlformats.org/presentationml/2006/main">
  <p:tag name="AS_UNIQUEID" val="744"/>
</p:tagLst>
</file>

<file path=ppt/tags/tag243.xml><?xml version="1.0" encoding="utf-8"?>
<p:tagLst xmlns:p="http://schemas.openxmlformats.org/presentationml/2006/main">
  <p:tag name="AS_UNIQUEID" val="745"/>
</p:tagLst>
</file>

<file path=ppt/tags/tag244.xml><?xml version="1.0" encoding="utf-8"?>
<p:tagLst xmlns:p="http://schemas.openxmlformats.org/presentationml/2006/main">
  <p:tag name="AS_UNIQUEID" val="746"/>
</p:tagLst>
</file>

<file path=ppt/tags/tag245.xml><?xml version="1.0" encoding="utf-8"?>
<p:tagLst xmlns:p="http://schemas.openxmlformats.org/presentationml/2006/main">
  <p:tag name="AS_UNIQUEID" val="748"/>
</p:tagLst>
</file>

<file path=ppt/tags/tag246.xml><?xml version="1.0" encoding="utf-8"?>
<p:tagLst xmlns:p="http://schemas.openxmlformats.org/presentationml/2006/main">
  <p:tag name="AS_UNIQUEID" val="734"/>
</p:tagLst>
</file>

<file path=ppt/tags/tag247.xml><?xml version="1.0" encoding="utf-8"?>
<p:tagLst xmlns:p="http://schemas.openxmlformats.org/presentationml/2006/main">
  <p:tag name="AS_UNIQUEID" val="735"/>
</p:tagLst>
</file>

<file path=ppt/tags/tag248.xml><?xml version="1.0" encoding="utf-8"?>
<p:tagLst xmlns:p="http://schemas.openxmlformats.org/presentationml/2006/main">
  <p:tag name="AS_UNIQUEID" val="736"/>
</p:tagLst>
</file>

<file path=ppt/tags/tag249.xml><?xml version="1.0" encoding="utf-8"?>
<p:tagLst xmlns:p="http://schemas.openxmlformats.org/presentationml/2006/main">
  <p:tag name="AS_UNIQUEID" val="737"/>
</p:tagLst>
</file>

<file path=ppt/tags/tag250.xml><?xml version="1.0" encoding="utf-8"?>
<p:tagLst xmlns:p="http://schemas.openxmlformats.org/presentationml/2006/main">
  <p:tag name="AS_UNIQUEID" val="738"/>
</p:tagLst>
</file>

<file path=ppt/tags/tag251.xml><?xml version="1.0" encoding="utf-8"?>
<p:tagLst xmlns:p="http://schemas.openxmlformats.org/presentationml/2006/main">
  <p:tag name="AS_UNIQUEID" val="739"/>
</p:tagLst>
</file>

<file path=ppt/tags/tag252.xml><?xml version="1.0" encoding="utf-8"?>
<p:tagLst xmlns:p="http://schemas.openxmlformats.org/presentationml/2006/main">
  <p:tag name="AS_UNIQUEID" val="740"/>
</p:tagLst>
</file>

<file path=ppt/tags/tag253.xml><?xml version="1.0" encoding="utf-8"?>
<p:tagLst xmlns:p="http://schemas.openxmlformats.org/presentationml/2006/main">
  <p:tag name="AS_UNIQUEID" val="741"/>
</p:tagLst>
</file>

<file path=ppt/tags/tag254.xml><?xml version="1.0" encoding="utf-8"?>
<p:tagLst xmlns:p="http://schemas.openxmlformats.org/presentationml/2006/main">
  <p:tag name="AS_UNIQUEID" val="742"/>
</p:tagLst>
</file>

<file path=ppt/tags/tag255.xml><?xml version="1.0" encoding="utf-8"?>
<p:tagLst xmlns:p="http://schemas.openxmlformats.org/presentationml/2006/main">
  <p:tag name="AS_UNIQUEID" val="743"/>
</p:tagLst>
</file>

<file path=ppt/tags/tag256.xml><?xml version="1.0" encoding="utf-8"?>
<p:tagLst xmlns:p="http://schemas.openxmlformats.org/presentationml/2006/main">
  <p:tag name="AS_UNIQUEID" val="749"/>
</p:tagLst>
</file>

<file path=ppt/tags/tag257.xml><?xml version="1.0" encoding="utf-8"?>
<p:tagLst xmlns:p="http://schemas.openxmlformats.org/presentationml/2006/main">
  <p:tag name="AS_UNIQUEID" val="707"/>
</p:tagLst>
</file>

<file path=ppt/tags/tag258.xml><?xml version="1.0" encoding="utf-8"?>
<p:tagLst xmlns:p="http://schemas.openxmlformats.org/presentationml/2006/main">
  <p:tag name="AS_UNIQUEID" val="708"/>
</p:tagLst>
</file>

<file path=ppt/tags/tag259.xml><?xml version="1.0" encoding="utf-8"?>
<p:tagLst xmlns:p="http://schemas.openxmlformats.org/presentationml/2006/main">
  <p:tag name="AS_UNIQUEID" val="709"/>
</p:tagLst>
</file>

<file path=ppt/tags/tag260.xml><?xml version="1.0" encoding="utf-8"?>
<p:tagLst xmlns:p="http://schemas.openxmlformats.org/presentationml/2006/main">
  <p:tag name="AS_UNIQUEID" val="710"/>
</p:tagLst>
</file>

<file path=ppt/tags/tag261.xml><?xml version="1.0" encoding="utf-8"?>
<p:tagLst xmlns:p="http://schemas.openxmlformats.org/presentationml/2006/main">
  <p:tag name="AS_UNIQUEID" val="711"/>
</p:tagLst>
</file>

<file path=ppt/tags/tag262.xml><?xml version="1.0" encoding="utf-8"?>
<p:tagLst xmlns:p="http://schemas.openxmlformats.org/presentationml/2006/main">
  <p:tag name="AS_UNIQUEID" val="712"/>
</p:tagLst>
</file>

<file path=ppt/tags/tag263.xml><?xml version="1.0" encoding="utf-8"?>
<p:tagLst xmlns:p="http://schemas.openxmlformats.org/presentationml/2006/main">
  <p:tag name="AS_UNIQUEID" val="713"/>
</p:tagLst>
</file>

<file path=ppt/tags/tag264.xml><?xml version="1.0" encoding="utf-8"?>
<p:tagLst xmlns:p="http://schemas.openxmlformats.org/presentationml/2006/main">
  <p:tag name="AS_UNIQUEID" val="714"/>
</p:tagLst>
</file>

<file path=ppt/tags/tag265.xml><?xml version="1.0" encoding="utf-8"?>
<p:tagLst xmlns:p="http://schemas.openxmlformats.org/presentationml/2006/main">
  <p:tag name="AS_UNIQUEID" val="715"/>
</p:tagLst>
</file>

<file path=ppt/tags/tag266.xml><?xml version="1.0" encoding="utf-8"?>
<p:tagLst xmlns:p="http://schemas.openxmlformats.org/presentationml/2006/main">
  <p:tag name="AS_UNIQUEID" val="716"/>
</p:tagLst>
</file>

<file path=ppt/tags/tag267.xml><?xml version="1.0" encoding="utf-8"?>
<p:tagLst xmlns:p="http://schemas.openxmlformats.org/presentationml/2006/main">
  <p:tag name="AS_UNIQUEID" val="717"/>
</p:tagLst>
</file>

<file path=ppt/tags/tag268.xml><?xml version="1.0" encoding="utf-8"?>
<p:tagLst xmlns:p="http://schemas.openxmlformats.org/presentationml/2006/main">
  <p:tag name="AS_UNIQUEID" val="718"/>
</p:tagLst>
</file>

<file path=ppt/tags/tag269.xml><?xml version="1.0" encoding="utf-8"?>
<p:tagLst xmlns:p="http://schemas.openxmlformats.org/presentationml/2006/main">
  <p:tag name="AS_UNIQUEID" val="719"/>
</p:tagLst>
</file>

<file path=ppt/tags/tag270.xml><?xml version="1.0" encoding="utf-8"?>
<p:tagLst xmlns:p="http://schemas.openxmlformats.org/presentationml/2006/main">
  <p:tag name="AS_UNIQUEID" val="720"/>
</p:tagLst>
</file>

<file path=ppt/tags/tag271.xml><?xml version="1.0" encoding="utf-8"?>
<p:tagLst xmlns:p="http://schemas.openxmlformats.org/presentationml/2006/main">
  <p:tag name="AS_UNIQUEID" val="721"/>
</p:tagLst>
</file>

<file path=ppt/tags/tag272.xml><?xml version="1.0" encoding="utf-8"?>
<p:tagLst xmlns:p="http://schemas.openxmlformats.org/presentationml/2006/main">
  <p:tag name="AS_UNIQUEID" val="722"/>
</p:tagLst>
</file>

<file path=ppt/tags/tag273.xml><?xml version="1.0" encoding="utf-8"?>
<p:tagLst xmlns:p="http://schemas.openxmlformats.org/presentationml/2006/main">
  <p:tag name="AS_UNIQUEID" val="723"/>
</p:tagLst>
</file>

<file path=ppt/tags/tag274.xml><?xml version="1.0" encoding="utf-8"?>
<p:tagLst xmlns:p="http://schemas.openxmlformats.org/presentationml/2006/main">
  <p:tag name="AS_UNIQUEID" val="724"/>
</p:tagLst>
</file>

<file path=ppt/tags/tag275.xml><?xml version="1.0" encoding="utf-8"?>
<p:tagLst xmlns:p="http://schemas.openxmlformats.org/presentationml/2006/main">
  <p:tag name="AS_UNIQUEID" val="725"/>
</p:tagLst>
</file>

<file path=ppt/tags/tag276.xml><?xml version="1.0" encoding="utf-8"?>
<p:tagLst xmlns:p="http://schemas.openxmlformats.org/presentationml/2006/main">
  <p:tag name="AS_UNIQUEID" val="726"/>
</p:tagLst>
</file>

<file path=ppt/tags/tag277.xml><?xml version="1.0" encoding="utf-8"?>
<p:tagLst xmlns:p="http://schemas.openxmlformats.org/presentationml/2006/main">
  <p:tag name="AS_UNIQUEID" val="727"/>
</p:tagLst>
</file>

<file path=ppt/tags/tag278.xml><?xml version="1.0" encoding="utf-8"?>
<p:tagLst xmlns:p="http://schemas.openxmlformats.org/presentationml/2006/main">
  <p:tag name="AS_UNIQUEID" val="728"/>
</p:tagLst>
</file>

<file path=ppt/tags/tag279.xml><?xml version="1.0" encoding="utf-8"?>
<p:tagLst xmlns:p="http://schemas.openxmlformats.org/presentationml/2006/main">
  <p:tag name="AS_UNIQUEID" val="729"/>
</p:tagLst>
</file>

<file path=ppt/tags/tag280.xml><?xml version="1.0" encoding="utf-8"?>
<p:tagLst xmlns:p="http://schemas.openxmlformats.org/presentationml/2006/main">
  <p:tag name="AS_UNIQUEID" val="730"/>
</p:tagLst>
</file>

<file path=ppt/tags/tag281.xml><?xml version="1.0" encoding="utf-8"?>
<p:tagLst xmlns:p="http://schemas.openxmlformats.org/presentationml/2006/main">
  <p:tag name="AS_UNIQUEID" val="731"/>
</p:tagLst>
</file>

<file path=ppt/tags/tag282.xml><?xml version="1.0" encoding="utf-8"?>
<p:tagLst xmlns:p="http://schemas.openxmlformats.org/presentationml/2006/main">
  <p:tag name="AS_UNIQUEID" val="732"/>
</p:tagLst>
</file>

<file path=ppt/tags/tag283.xml><?xml version="1.0" encoding="utf-8"?>
<p:tagLst xmlns:p="http://schemas.openxmlformats.org/presentationml/2006/main">
  <p:tag name="AS_UNIQUEID" val="733"/>
</p:tagLst>
</file>

<file path=ppt/tags/tag284.xml><?xml version="1.0" encoding="utf-8"?>
<p:tagLst xmlns:p="http://schemas.openxmlformats.org/presentationml/2006/main">
  <p:tag name="AS_UNIQUEID" val="706"/>
</p:tagLst>
</file>

<file path=ppt/tags/tag285.xml><?xml version="1.0" encoding="utf-8"?>
<p:tagLst xmlns:p="http://schemas.openxmlformats.org/presentationml/2006/main">
  <p:tag name="AS_UNIQUEID" val="999"/>
</p:tagLst>
</file>

<file path=ppt/tags/tag286.xml><?xml version="1.0" encoding="utf-8"?>
<p:tagLst xmlns:p="http://schemas.openxmlformats.org/presentationml/2006/main">
  <p:tag name="AS_UNIQUEID" val="1000"/>
</p:tagLst>
</file>

<file path=ppt/tags/tag287.xml><?xml version="1.0" encoding="utf-8"?>
<p:tagLst xmlns:p="http://schemas.openxmlformats.org/presentationml/2006/main">
  <p:tag name="AS_UNIQUEID" val="1001"/>
</p:tagLst>
</file>

<file path=ppt/tags/tag288.xml><?xml version="1.0" encoding="utf-8"?>
<p:tagLst xmlns:p="http://schemas.openxmlformats.org/presentationml/2006/main">
  <p:tag name="AS_UNIQUEID" val="750"/>
</p:tagLst>
</file>

<file path=ppt/tags/tag289.xml><?xml version="1.0" encoding="utf-8"?>
<p:tagLst xmlns:p="http://schemas.openxmlformats.org/presentationml/2006/main">
  <p:tag name="AS_UNIQUEID" val="751"/>
</p:tagLst>
</file>

<file path=ppt/tags/tag290.xml><?xml version="1.0" encoding="utf-8"?>
<p:tagLst xmlns:p="http://schemas.openxmlformats.org/presentationml/2006/main">
  <p:tag name="AS_UNIQUEID" val="752"/>
</p:tagLst>
</file>

<file path=ppt/tags/tag291.xml><?xml version="1.0" encoding="utf-8"?>
<p:tagLst xmlns:p="http://schemas.openxmlformats.org/presentationml/2006/main">
  <p:tag name="AS_UNIQUEID" val="832"/>
</p:tagLst>
</file>

<file path=ppt/tags/tag292.xml><?xml version="1.0" encoding="utf-8"?>
<p:tagLst xmlns:p="http://schemas.openxmlformats.org/presentationml/2006/main">
  <p:tag name="AS_UNIQUEID" val="830"/>
</p:tagLst>
</file>

<file path=ppt/tags/tag293.xml><?xml version="1.0" encoding="utf-8"?>
<p:tagLst xmlns:p="http://schemas.openxmlformats.org/presentationml/2006/main">
  <p:tag name="AS_UNIQUEID" val="831"/>
</p:tagLst>
</file>

<file path=ppt/tags/tag294.xml><?xml version="1.0" encoding="utf-8"?>
<p:tagLst xmlns:p="http://schemas.openxmlformats.org/presentationml/2006/main">
  <p:tag name="AS_UNIQUEID" val="833"/>
</p:tagLst>
</file>

<file path=ppt/tags/tag295.xml><?xml version="1.0" encoding="utf-8"?>
<p:tagLst xmlns:p="http://schemas.openxmlformats.org/presentationml/2006/main">
  <p:tag name="AS_UNIQUEID" val="793"/>
</p:tagLst>
</file>

<file path=ppt/tags/tag296.xml><?xml version="1.0" encoding="utf-8"?>
<p:tagLst xmlns:p="http://schemas.openxmlformats.org/presentationml/2006/main">
  <p:tag name="AS_UNIQUEID" val="794"/>
</p:tagLst>
</file>

<file path=ppt/tags/tag297.xml><?xml version="1.0" encoding="utf-8"?>
<p:tagLst xmlns:p="http://schemas.openxmlformats.org/presentationml/2006/main">
  <p:tag name="AS_UNIQUEID" val="795"/>
</p:tagLst>
</file>

<file path=ppt/tags/tag298.xml><?xml version="1.0" encoding="utf-8"?>
<p:tagLst xmlns:p="http://schemas.openxmlformats.org/presentationml/2006/main">
  <p:tag name="AS_UNIQUEID" val="796"/>
</p:tagLst>
</file>

<file path=ppt/tags/tag299.xml><?xml version="1.0" encoding="utf-8"?>
<p:tagLst xmlns:p="http://schemas.openxmlformats.org/presentationml/2006/main">
  <p:tag name="AS_UNIQUEID" val="797"/>
</p:tagLst>
</file>

<file path=ppt/tags/tag300.xml><?xml version="1.0" encoding="utf-8"?>
<p:tagLst xmlns:p="http://schemas.openxmlformats.org/presentationml/2006/main">
  <p:tag name="AS_UNIQUEID" val="798"/>
</p:tagLst>
</file>

<file path=ppt/tags/tag301.xml><?xml version="1.0" encoding="utf-8"?>
<p:tagLst xmlns:p="http://schemas.openxmlformats.org/presentationml/2006/main">
  <p:tag name="AS_UNIQUEID" val="799"/>
</p:tagLst>
</file>

<file path=ppt/tags/tag302.xml><?xml version="1.0" encoding="utf-8"?>
<p:tagLst xmlns:p="http://schemas.openxmlformats.org/presentationml/2006/main">
  <p:tag name="AS_UNIQUEID" val="800"/>
</p:tagLst>
</file>

<file path=ppt/tags/tag303.xml><?xml version="1.0" encoding="utf-8"?>
<p:tagLst xmlns:p="http://schemas.openxmlformats.org/presentationml/2006/main">
  <p:tag name="AS_UNIQUEID" val="801"/>
</p:tagLst>
</file>

<file path=ppt/tags/tag304.xml><?xml version="1.0" encoding="utf-8"?>
<p:tagLst xmlns:p="http://schemas.openxmlformats.org/presentationml/2006/main">
  <p:tag name="AS_UNIQUEID" val="802"/>
</p:tagLst>
</file>

<file path=ppt/tags/tag305.xml><?xml version="1.0" encoding="utf-8"?>
<p:tagLst xmlns:p="http://schemas.openxmlformats.org/presentationml/2006/main">
  <p:tag name="AS_UNIQUEID" val="803"/>
</p:tagLst>
</file>

<file path=ppt/tags/tag306.xml><?xml version="1.0" encoding="utf-8"?>
<p:tagLst xmlns:p="http://schemas.openxmlformats.org/presentationml/2006/main">
  <p:tag name="AS_UNIQUEID" val="804"/>
</p:tagLst>
</file>

<file path=ppt/tags/tag307.xml><?xml version="1.0" encoding="utf-8"?>
<p:tagLst xmlns:p="http://schemas.openxmlformats.org/presentationml/2006/main">
  <p:tag name="AS_UNIQUEID" val="805"/>
</p:tagLst>
</file>

<file path=ppt/tags/tag308.xml><?xml version="1.0" encoding="utf-8"?>
<p:tagLst xmlns:p="http://schemas.openxmlformats.org/presentationml/2006/main">
  <p:tag name="AS_UNIQUEID" val="806"/>
</p:tagLst>
</file>

<file path=ppt/tags/tag309.xml><?xml version="1.0" encoding="utf-8"?>
<p:tagLst xmlns:p="http://schemas.openxmlformats.org/presentationml/2006/main">
  <p:tag name="AS_UNIQUEID" val="807"/>
</p:tagLst>
</file>

<file path=ppt/tags/tag310.xml><?xml version="1.0" encoding="utf-8"?>
<p:tagLst xmlns:p="http://schemas.openxmlformats.org/presentationml/2006/main">
  <p:tag name="AS_UNIQUEID" val="808"/>
</p:tagLst>
</file>

<file path=ppt/tags/tag311.xml><?xml version="1.0" encoding="utf-8"?>
<p:tagLst xmlns:p="http://schemas.openxmlformats.org/presentationml/2006/main">
  <p:tag name="AS_UNIQUEID" val="809"/>
</p:tagLst>
</file>

<file path=ppt/tags/tag312.xml><?xml version="1.0" encoding="utf-8"?>
<p:tagLst xmlns:p="http://schemas.openxmlformats.org/presentationml/2006/main">
  <p:tag name="AS_UNIQUEID" val="810"/>
</p:tagLst>
</file>

<file path=ppt/tags/tag313.xml><?xml version="1.0" encoding="utf-8"?>
<p:tagLst xmlns:p="http://schemas.openxmlformats.org/presentationml/2006/main">
  <p:tag name="AS_UNIQUEID" val="811"/>
</p:tagLst>
</file>

<file path=ppt/tags/tag314.xml><?xml version="1.0" encoding="utf-8"?>
<p:tagLst xmlns:p="http://schemas.openxmlformats.org/presentationml/2006/main">
  <p:tag name="AS_UNIQUEID" val="812"/>
</p:tagLst>
</file>

<file path=ppt/tags/tag315.xml><?xml version="1.0" encoding="utf-8"?>
<p:tagLst xmlns:p="http://schemas.openxmlformats.org/presentationml/2006/main">
  <p:tag name="AS_UNIQUEID" val="813"/>
</p:tagLst>
</file>

<file path=ppt/tags/tag316.xml><?xml version="1.0" encoding="utf-8"?>
<p:tagLst xmlns:p="http://schemas.openxmlformats.org/presentationml/2006/main">
  <p:tag name="AS_UNIQUEID" val="814"/>
</p:tagLst>
</file>

<file path=ppt/tags/tag317.xml><?xml version="1.0" encoding="utf-8"?>
<p:tagLst xmlns:p="http://schemas.openxmlformats.org/presentationml/2006/main">
  <p:tag name="AS_UNIQUEID" val="815"/>
</p:tagLst>
</file>

<file path=ppt/tags/tag318.xml><?xml version="1.0" encoding="utf-8"?>
<p:tagLst xmlns:p="http://schemas.openxmlformats.org/presentationml/2006/main">
  <p:tag name="AS_UNIQUEID" val="816"/>
</p:tagLst>
</file>

<file path=ppt/tags/tag319.xml><?xml version="1.0" encoding="utf-8"?>
<p:tagLst xmlns:p="http://schemas.openxmlformats.org/presentationml/2006/main">
  <p:tag name="AS_UNIQUEID" val="817"/>
</p:tagLst>
</file>

<file path=ppt/tags/tag320.xml><?xml version="1.0" encoding="utf-8"?>
<p:tagLst xmlns:p="http://schemas.openxmlformats.org/presentationml/2006/main">
  <p:tag name="AS_UNIQUEID" val="818"/>
</p:tagLst>
</file>

<file path=ppt/tags/tag321.xml><?xml version="1.0" encoding="utf-8"?>
<p:tagLst xmlns:p="http://schemas.openxmlformats.org/presentationml/2006/main">
  <p:tag name="AS_UNIQUEID" val="819"/>
</p:tagLst>
</file>

<file path=ppt/tags/tag322.xml><?xml version="1.0" encoding="utf-8"?>
<p:tagLst xmlns:p="http://schemas.openxmlformats.org/presentationml/2006/main">
  <p:tag name="AS_UNIQUEID" val="820"/>
</p:tagLst>
</file>

<file path=ppt/tags/tag323.xml><?xml version="1.0" encoding="utf-8"?>
<p:tagLst xmlns:p="http://schemas.openxmlformats.org/presentationml/2006/main">
  <p:tag name="AS_UNIQUEID" val="821"/>
</p:tagLst>
</file>

<file path=ppt/tags/tag324.xml><?xml version="1.0" encoding="utf-8"?>
<p:tagLst xmlns:p="http://schemas.openxmlformats.org/presentationml/2006/main">
  <p:tag name="AS_UNIQUEID" val="822"/>
</p:tagLst>
</file>

<file path=ppt/tags/tag325.xml><?xml version="1.0" encoding="utf-8"?>
<p:tagLst xmlns:p="http://schemas.openxmlformats.org/presentationml/2006/main">
  <p:tag name="AS_UNIQUEID" val="823"/>
</p:tagLst>
</file>

<file path=ppt/tags/tag326.xml><?xml version="1.0" encoding="utf-8"?>
<p:tagLst xmlns:p="http://schemas.openxmlformats.org/presentationml/2006/main">
  <p:tag name="AS_UNIQUEID" val="824"/>
</p:tagLst>
</file>

<file path=ppt/tags/tag327.xml><?xml version="1.0" encoding="utf-8"?>
<p:tagLst xmlns:p="http://schemas.openxmlformats.org/presentationml/2006/main">
  <p:tag name="AS_UNIQUEID" val="825"/>
</p:tagLst>
</file>

<file path=ppt/tags/tag328.xml><?xml version="1.0" encoding="utf-8"?>
<p:tagLst xmlns:p="http://schemas.openxmlformats.org/presentationml/2006/main">
  <p:tag name="AS_UNIQUEID" val="826"/>
</p:tagLst>
</file>

<file path=ppt/tags/tag329.xml><?xml version="1.0" encoding="utf-8"?>
<p:tagLst xmlns:p="http://schemas.openxmlformats.org/presentationml/2006/main">
  <p:tag name="AS_UNIQUEID" val="827"/>
</p:tagLst>
</file>

<file path=ppt/tags/tag330.xml><?xml version="1.0" encoding="utf-8"?>
<p:tagLst xmlns:p="http://schemas.openxmlformats.org/presentationml/2006/main">
  <p:tag name="AS_UNIQUEID" val="828"/>
</p:tagLst>
</file>

<file path=ppt/tags/tag331.xml><?xml version="1.0" encoding="utf-8"?>
<p:tagLst xmlns:p="http://schemas.openxmlformats.org/presentationml/2006/main">
  <p:tag name="AS_UNIQUEID" val="829"/>
</p:tagLst>
</file>

<file path=ppt/tags/tag332.xml><?xml version="1.0" encoding="utf-8"?>
<p:tagLst xmlns:p="http://schemas.openxmlformats.org/presentationml/2006/main">
  <p:tag name="AS_UNIQUEID" val="792"/>
</p:tagLst>
</file>

<file path=ppt/tags/tag333.xml><?xml version="1.0" encoding="utf-8"?>
<p:tagLst xmlns:p="http://schemas.openxmlformats.org/presentationml/2006/main">
  <p:tag name="AS_UNIQUEID" val="1004"/>
</p:tagLst>
</file>

<file path=ppt/tags/tag334.xml><?xml version="1.0" encoding="utf-8"?>
<p:tagLst xmlns:p="http://schemas.openxmlformats.org/presentationml/2006/main">
  <p:tag name="AS_UNIQUEID" val="1005"/>
</p:tagLst>
</file>

<file path=ppt/tags/tag335.xml><?xml version="1.0" encoding="utf-8"?>
<p:tagLst xmlns:p="http://schemas.openxmlformats.org/presentationml/2006/main">
  <p:tag name="AS_UNIQUEID" val="1006"/>
</p:tagLst>
</file>

<file path=ppt/tags/tag336.xml><?xml version="1.0" encoding="utf-8"?>
<p:tagLst xmlns:p="http://schemas.openxmlformats.org/presentationml/2006/main">
  <p:tag name="AS_UNIQUEID" val="834"/>
</p:tagLst>
</file>

<file path=ppt/tags/tag337.xml><?xml version="1.0" encoding="utf-8"?>
<p:tagLst xmlns:p="http://schemas.openxmlformats.org/presentationml/2006/main">
  <p:tag name="AS_UNIQUEID" val="835"/>
</p:tagLst>
</file>

<file path=ppt/tags/tag338.xml><?xml version="1.0" encoding="utf-8"?>
<p:tagLst xmlns:p="http://schemas.openxmlformats.org/presentationml/2006/main">
  <p:tag name="AS_UNIQUEID" val="836"/>
</p:tagLst>
</file>

<file path=ppt/tags/tag339.xml><?xml version="1.0" encoding="utf-8"?>
<p:tagLst xmlns:p="http://schemas.openxmlformats.org/presentationml/2006/main">
  <p:tag name="AS_UNIQUEID" val="944"/>
</p:tagLst>
</file>

<file path=ppt/tags/tag340.xml><?xml version="1.0" encoding="utf-8"?>
<p:tagLst xmlns:p="http://schemas.openxmlformats.org/presentationml/2006/main">
  <p:tag name="AS_UNIQUEID" val="911"/>
</p:tagLst>
</file>

<file path=ppt/tags/tag341.xml><?xml version="1.0" encoding="utf-8"?>
<p:tagLst xmlns:p="http://schemas.openxmlformats.org/presentationml/2006/main">
  <p:tag name="AS_UNIQUEID" val="912"/>
</p:tagLst>
</file>

<file path=ppt/tags/tag342.xml><?xml version="1.0" encoding="utf-8"?>
<p:tagLst xmlns:p="http://schemas.openxmlformats.org/presentationml/2006/main">
  <p:tag name="AS_UNIQUEID" val="913"/>
</p:tagLst>
</file>

<file path=ppt/tags/tag343.xml><?xml version="1.0" encoding="utf-8"?>
<p:tagLst xmlns:p="http://schemas.openxmlformats.org/presentationml/2006/main">
  <p:tag name="AS_UNIQUEID" val="914"/>
</p:tagLst>
</file>

<file path=ppt/tags/tag344.xml><?xml version="1.0" encoding="utf-8"?>
<p:tagLst xmlns:p="http://schemas.openxmlformats.org/presentationml/2006/main">
  <p:tag name="AS_UNIQUEID" val="915"/>
</p:tagLst>
</file>

<file path=ppt/tags/tag345.xml><?xml version="1.0" encoding="utf-8"?>
<p:tagLst xmlns:p="http://schemas.openxmlformats.org/presentationml/2006/main">
  <p:tag name="AS_UNIQUEID" val="916"/>
</p:tagLst>
</file>

<file path=ppt/tags/tag346.xml><?xml version="1.0" encoding="utf-8"?>
<p:tagLst xmlns:p="http://schemas.openxmlformats.org/presentationml/2006/main">
  <p:tag name="AS_UNIQUEID" val="917"/>
</p:tagLst>
</file>

<file path=ppt/tags/tag347.xml><?xml version="1.0" encoding="utf-8"?>
<p:tagLst xmlns:p="http://schemas.openxmlformats.org/presentationml/2006/main">
  <p:tag name="AS_UNIQUEID" val="918"/>
</p:tagLst>
</file>

<file path=ppt/tags/tag348.xml><?xml version="1.0" encoding="utf-8"?>
<p:tagLst xmlns:p="http://schemas.openxmlformats.org/presentationml/2006/main">
  <p:tag name="AS_UNIQUEID" val="919"/>
</p:tagLst>
</file>

<file path=ppt/tags/tag349.xml><?xml version="1.0" encoding="utf-8"?>
<p:tagLst xmlns:p="http://schemas.openxmlformats.org/presentationml/2006/main">
  <p:tag name="AS_UNIQUEID" val="920"/>
</p:tagLst>
</file>

<file path=ppt/tags/tag350.xml><?xml version="1.0" encoding="utf-8"?>
<p:tagLst xmlns:p="http://schemas.openxmlformats.org/presentationml/2006/main">
  <p:tag name="AS_UNIQUEID" val="921"/>
</p:tagLst>
</file>

<file path=ppt/tags/tag351.xml><?xml version="1.0" encoding="utf-8"?>
<p:tagLst xmlns:p="http://schemas.openxmlformats.org/presentationml/2006/main">
  <p:tag name="AS_UNIQUEID" val="945"/>
</p:tagLst>
</file>

<file path=ppt/tags/tag352.xml><?xml version="1.0" encoding="utf-8"?>
<p:tagLst xmlns:p="http://schemas.openxmlformats.org/presentationml/2006/main">
  <p:tag name="AS_UNIQUEID" val="922"/>
</p:tagLst>
</file>

<file path=ppt/tags/tag353.xml><?xml version="1.0" encoding="utf-8"?>
<p:tagLst xmlns:p="http://schemas.openxmlformats.org/presentationml/2006/main">
  <p:tag name="AS_UNIQUEID" val="923"/>
</p:tagLst>
</file>

<file path=ppt/tags/tag354.xml><?xml version="1.0" encoding="utf-8"?>
<p:tagLst xmlns:p="http://schemas.openxmlformats.org/presentationml/2006/main">
  <p:tag name="AS_UNIQUEID" val="924"/>
</p:tagLst>
</file>

<file path=ppt/tags/tag355.xml><?xml version="1.0" encoding="utf-8"?>
<p:tagLst xmlns:p="http://schemas.openxmlformats.org/presentationml/2006/main">
  <p:tag name="AS_UNIQUEID" val="925"/>
</p:tagLst>
</file>

<file path=ppt/tags/tag356.xml><?xml version="1.0" encoding="utf-8"?>
<p:tagLst xmlns:p="http://schemas.openxmlformats.org/presentationml/2006/main">
  <p:tag name="AS_UNIQUEID" val="926"/>
</p:tagLst>
</file>

<file path=ppt/tags/tag357.xml><?xml version="1.0" encoding="utf-8"?>
<p:tagLst xmlns:p="http://schemas.openxmlformats.org/presentationml/2006/main">
  <p:tag name="AS_UNIQUEID" val="927"/>
</p:tagLst>
</file>

<file path=ppt/tags/tag358.xml><?xml version="1.0" encoding="utf-8"?>
<p:tagLst xmlns:p="http://schemas.openxmlformats.org/presentationml/2006/main">
  <p:tag name="AS_UNIQUEID" val="928"/>
</p:tagLst>
</file>

<file path=ppt/tags/tag359.xml><?xml version="1.0" encoding="utf-8"?>
<p:tagLst xmlns:p="http://schemas.openxmlformats.org/presentationml/2006/main">
  <p:tag name="AS_UNIQUEID" val="929"/>
</p:tagLst>
</file>

<file path=ppt/tags/tag360.xml><?xml version="1.0" encoding="utf-8"?>
<p:tagLst xmlns:p="http://schemas.openxmlformats.org/presentationml/2006/main">
  <p:tag name="AS_UNIQUEID" val="930"/>
</p:tagLst>
</file>

<file path=ppt/tags/tag361.xml><?xml version="1.0" encoding="utf-8"?>
<p:tagLst xmlns:p="http://schemas.openxmlformats.org/presentationml/2006/main">
  <p:tag name="AS_UNIQUEID" val="931"/>
</p:tagLst>
</file>

<file path=ppt/tags/tag362.xml><?xml version="1.0" encoding="utf-8"?>
<p:tagLst xmlns:p="http://schemas.openxmlformats.org/presentationml/2006/main">
  <p:tag name="AS_UNIQUEID" val="932"/>
</p:tagLst>
</file>

<file path=ppt/tags/tag363.xml><?xml version="1.0" encoding="utf-8"?>
<p:tagLst xmlns:p="http://schemas.openxmlformats.org/presentationml/2006/main">
  <p:tag name="AS_UNIQUEID" val="946"/>
</p:tagLst>
</file>

<file path=ppt/tags/tag364.xml><?xml version="1.0" encoding="utf-8"?>
<p:tagLst xmlns:p="http://schemas.openxmlformats.org/presentationml/2006/main">
  <p:tag name="AS_UNIQUEID" val="933"/>
</p:tagLst>
</file>

<file path=ppt/tags/tag365.xml><?xml version="1.0" encoding="utf-8"?>
<p:tagLst xmlns:p="http://schemas.openxmlformats.org/presentationml/2006/main">
  <p:tag name="AS_UNIQUEID" val="934"/>
</p:tagLst>
</file>

<file path=ppt/tags/tag366.xml><?xml version="1.0" encoding="utf-8"?>
<p:tagLst xmlns:p="http://schemas.openxmlformats.org/presentationml/2006/main">
  <p:tag name="AS_UNIQUEID" val="935"/>
</p:tagLst>
</file>

<file path=ppt/tags/tag367.xml><?xml version="1.0" encoding="utf-8"?>
<p:tagLst xmlns:p="http://schemas.openxmlformats.org/presentationml/2006/main">
  <p:tag name="AS_UNIQUEID" val="936"/>
</p:tagLst>
</file>

<file path=ppt/tags/tag368.xml><?xml version="1.0" encoding="utf-8"?>
<p:tagLst xmlns:p="http://schemas.openxmlformats.org/presentationml/2006/main">
  <p:tag name="AS_UNIQUEID" val="937"/>
</p:tagLst>
</file>

<file path=ppt/tags/tag369.xml><?xml version="1.0" encoding="utf-8"?>
<p:tagLst xmlns:p="http://schemas.openxmlformats.org/presentationml/2006/main">
  <p:tag name="AS_UNIQUEID" val="938"/>
</p:tagLst>
</file>

<file path=ppt/tags/tag370.xml><?xml version="1.0" encoding="utf-8"?>
<p:tagLst xmlns:p="http://schemas.openxmlformats.org/presentationml/2006/main">
  <p:tag name="AS_UNIQUEID" val="939"/>
</p:tagLst>
</file>

<file path=ppt/tags/tag371.xml><?xml version="1.0" encoding="utf-8"?>
<p:tagLst xmlns:p="http://schemas.openxmlformats.org/presentationml/2006/main">
  <p:tag name="AS_UNIQUEID" val="940"/>
</p:tagLst>
</file>

<file path=ppt/tags/tag372.xml><?xml version="1.0" encoding="utf-8"?>
<p:tagLst xmlns:p="http://schemas.openxmlformats.org/presentationml/2006/main">
  <p:tag name="AS_UNIQUEID" val="941"/>
</p:tagLst>
</file>

<file path=ppt/tags/tag373.xml><?xml version="1.0" encoding="utf-8"?>
<p:tagLst xmlns:p="http://schemas.openxmlformats.org/presentationml/2006/main">
  <p:tag name="AS_UNIQUEID" val="942"/>
</p:tagLst>
</file>

<file path=ppt/tags/tag374.xml><?xml version="1.0" encoding="utf-8"?>
<p:tagLst xmlns:p="http://schemas.openxmlformats.org/presentationml/2006/main">
  <p:tag name="AS_UNIQUEID" val="943"/>
</p:tagLst>
</file>

<file path=ppt/tags/tag375.xml><?xml version="1.0" encoding="utf-8"?>
<p:tagLst xmlns:p="http://schemas.openxmlformats.org/presentationml/2006/main">
  <p:tag name="AS_UNIQUEID" val="947"/>
</p:tagLst>
</file>

<file path=ppt/tags/tag376.xml><?xml version="1.0" encoding="utf-8"?>
<p:tagLst xmlns:p="http://schemas.openxmlformats.org/presentationml/2006/main">
  <p:tag name="AS_UNIQUEID" val="891"/>
</p:tagLst>
</file>

<file path=ppt/tags/tag377.xml><?xml version="1.0" encoding="utf-8"?>
<p:tagLst xmlns:p="http://schemas.openxmlformats.org/presentationml/2006/main">
  <p:tag name="AS_UNIQUEID" val="892"/>
</p:tagLst>
</file>

<file path=ppt/tags/tag378.xml><?xml version="1.0" encoding="utf-8"?>
<p:tagLst xmlns:p="http://schemas.openxmlformats.org/presentationml/2006/main">
  <p:tag name="AS_UNIQUEID" val="893"/>
</p:tagLst>
</file>

<file path=ppt/tags/tag379.xml><?xml version="1.0" encoding="utf-8"?>
<p:tagLst xmlns:p="http://schemas.openxmlformats.org/presentationml/2006/main">
  <p:tag name="AS_UNIQUEID" val="894"/>
</p:tagLst>
</file>

<file path=ppt/tags/tag380.xml><?xml version="1.0" encoding="utf-8"?>
<p:tagLst xmlns:p="http://schemas.openxmlformats.org/presentationml/2006/main">
  <p:tag name="AS_UNIQUEID" val="895"/>
</p:tagLst>
</file>

<file path=ppt/tags/tag381.xml><?xml version="1.0" encoding="utf-8"?>
<p:tagLst xmlns:p="http://schemas.openxmlformats.org/presentationml/2006/main">
  <p:tag name="AS_UNIQUEID" val="896"/>
</p:tagLst>
</file>

<file path=ppt/tags/tag382.xml><?xml version="1.0" encoding="utf-8"?>
<p:tagLst xmlns:p="http://schemas.openxmlformats.org/presentationml/2006/main">
  <p:tag name="AS_UNIQUEID" val="897"/>
</p:tagLst>
</file>

<file path=ppt/tags/tag383.xml><?xml version="1.0" encoding="utf-8"?>
<p:tagLst xmlns:p="http://schemas.openxmlformats.org/presentationml/2006/main">
  <p:tag name="AS_UNIQUEID" val="898"/>
</p:tagLst>
</file>

<file path=ppt/tags/tag384.xml><?xml version="1.0" encoding="utf-8"?>
<p:tagLst xmlns:p="http://schemas.openxmlformats.org/presentationml/2006/main">
  <p:tag name="AS_UNIQUEID" val="899"/>
</p:tagLst>
</file>

<file path=ppt/tags/tag385.xml><?xml version="1.0" encoding="utf-8"?>
<p:tagLst xmlns:p="http://schemas.openxmlformats.org/presentationml/2006/main">
  <p:tag name="AS_UNIQUEID" val="900"/>
</p:tagLst>
</file>

<file path=ppt/tags/tag386.xml><?xml version="1.0" encoding="utf-8"?>
<p:tagLst xmlns:p="http://schemas.openxmlformats.org/presentationml/2006/main">
  <p:tag name="AS_UNIQUEID" val="901"/>
</p:tagLst>
</file>

<file path=ppt/tags/tag387.xml><?xml version="1.0" encoding="utf-8"?>
<p:tagLst xmlns:p="http://schemas.openxmlformats.org/presentationml/2006/main">
  <p:tag name="AS_UNIQUEID" val="948"/>
</p:tagLst>
</file>

<file path=ppt/tags/tag388.xml><?xml version="1.0" encoding="utf-8"?>
<p:tagLst xmlns:p="http://schemas.openxmlformats.org/presentationml/2006/main">
  <p:tag name="AS_UNIQUEID" val="902"/>
</p:tagLst>
</file>

<file path=ppt/tags/tag389.xml><?xml version="1.0" encoding="utf-8"?>
<p:tagLst xmlns:p="http://schemas.openxmlformats.org/presentationml/2006/main">
  <p:tag name="AS_UNIQUEID" val="903"/>
</p:tagLst>
</file>

<file path=ppt/tags/tag390.xml><?xml version="1.0" encoding="utf-8"?>
<p:tagLst xmlns:p="http://schemas.openxmlformats.org/presentationml/2006/main">
  <p:tag name="AS_UNIQUEID" val="904"/>
</p:tagLst>
</file>

<file path=ppt/tags/tag391.xml><?xml version="1.0" encoding="utf-8"?>
<p:tagLst xmlns:p="http://schemas.openxmlformats.org/presentationml/2006/main">
  <p:tag name="AS_UNIQUEID" val="905"/>
</p:tagLst>
</file>

<file path=ppt/tags/tag392.xml><?xml version="1.0" encoding="utf-8"?>
<p:tagLst xmlns:p="http://schemas.openxmlformats.org/presentationml/2006/main">
  <p:tag name="AS_UNIQUEID" val="906"/>
</p:tagLst>
</file>

<file path=ppt/tags/tag393.xml><?xml version="1.0" encoding="utf-8"?>
<p:tagLst xmlns:p="http://schemas.openxmlformats.org/presentationml/2006/main">
  <p:tag name="AS_UNIQUEID" val="907"/>
</p:tagLst>
</file>

<file path=ppt/tags/tag394.xml><?xml version="1.0" encoding="utf-8"?>
<p:tagLst xmlns:p="http://schemas.openxmlformats.org/presentationml/2006/main">
  <p:tag name="AS_UNIQUEID" val="908"/>
</p:tagLst>
</file>

<file path=ppt/tags/tag395.xml><?xml version="1.0" encoding="utf-8"?>
<p:tagLst xmlns:p="http://schemas.openxmlformats.org/presentationml/2006/main">
  <p:tag name="AS_UNIQUEID" val="909"/>
</p:tagLst>
</file>

<file path=ppt/tags/tag396.xml><?xml version="1.0" encoding="utf-8"?>
<p:tagLst xmlns:p="http://schemas.openxmlformats.org/presentationml/2006/main">
  <p:tag name="AS_UNIQUEID" val="910"/>
</p:tagLst>
</file>

<file path=ppt/tags/tag397.xml><?xml version="1.0" encoding="utf-8"?>
<p:tagLst xmlns:p="http://schemas.openxmlformats.org/presentationml/2006/main">
  <p:tag name="AS_UNIQUEID" val="890"/>
</p:tagLst>
</file>

<file path=ppt/tags/tag398.xml><?xml version="1.0" encoding="utf-8"?>
<p:tagLst xmlns:p="http://schemas.openxmlformats.org/presentationml/2006/main">
  <p:tag name="AS_UNIQUEID" val="1009"/>
</p:tagLst>
</file>

<file path=ppt/tags/tag399.xml><?xml version="1.0" encoding="utf-8"?>
<p:tagLst xmlns:p="http://schemas.openxmlformats.org/presentationml/2006/main">
  <p:tag name="AS_UNIQUEID" val="1010"/>
</p:tagLst>
</file>

<file path=ppt/tags/tag400.xml><?xml version="1.0" encoding="utf-8"?>
<p:tagLst xmlns:p="http://schemas.openxmlformats.org/presentationml/2006/main">
  <p:tag name="AS_UNIQUEID" val="1011"/>
</p:tagLst>
</file>

<file path=ppt/tags/tag401.xml><?xml version="1.0" encoding="utf-8"?>
<p:tagLst xmlns:p="http://schemas.openxmlformats.org/presentationml/2006/main">
  <p:tag name="AS_UNIQUEID" val="0"/>
</p:tagLst>
</file>

<file path=ppt/tags/tag402.xml><?xml version="1.0" encoding="utf-8"?>
<p:tagLst xmlns:p="http://schemas.openxmlformats.org/presentationml/2006/main">
  <p:tag name="AS_UNIQUEID" val="1"/>
</p:tagLst>
</file>

<file path=ppt/tags/tag403.xml><?xml version="1.0" encoding="utf-8"?>
<p:tagLst xmlns:p="http://schemas.openxmlformats.org/presentationml/2006/main">
  <p:tag name="AS_UNIQUEID" val="2"/>
</p:tagLst>
</file>

<file path=ppt/tags/tag404.xml><?xml version="1.0" encoding="utf-8"?>
<p:tagLst xmlns:p="http://schemas.openxmlformats.org/presentationml/2006/main">
  <p:tag name="AS_UNIQUEID" val="28"/>
</p:tagLst>
</file>

<file path=ppt/tags/tag405.xml><?xml version="1.0" encoding="utf-8"?>
<p:tagLst xmlns:p="http://schemas.openxmlformats.org/presentationml/2006/main">
  <p:tag name="AS_UNIQUEID" val="20"/>
</p:tagLst>
</file>

<file path=ppt/tags/tag406.xml><?xml version="1.0" encoding="utf-8"?>
<p:tagLst xmlns:p="http://schemas.openxmlformats.org/presentationml/2006/main">
  <p:tag name="AS_UNIQUEID" val="21"/>
</p:tagLst>
</file>

<file path=ppt/tags/tag407.xml><?xml version="1.0" encoding="utf-8"?>
<p:tagLst xmlns:p="http://schemas.openxmlformats.org/presentationml/2006/main">
  <p:tag name="AS_UNIQUEID" val="22"/>
</p:tagLst>
</file>

<file path=ppt/tags/tag408.xml><?xml version="1.0" encoding="utf-8"?>
<p:tagLst xmlns:p="http://schemas.openxmlformats.org/presentationml/2006/main">
  <p:tag name="AS_UNIQUEID" val="23"/>
</p:tagLst>
</file>

<file path=ppt/tags/tag409.xml><?xml version="1.0" encoding="utf-8"?>
<p:tagLst xmlns:p="http://schemas.openxmlformats.org/presentationml/2006/main">
  <p:tag name="AS_UNIQUEID" val="29"/>
</p:tagLst>
</file>

<file path=ppt/tags/tag410.xml><?xml version="1.0" encoding="utf-8"?>
<p:tagLst xmlns:p="http://schemas.openxmlformats.org/presentationml/2006/main">
  <p:tag name="AS_UNIQUEID" val="24"/>
</p:tagLst>
</file>

<file path=ppt/tags/tag411.xml><?xml version="1.0" encoding="utf-8"?>
<p:tagLst xmlns:p="http://schemas.openxmlformats.org/presentationml/2006/main">
  <p:tag name="AS_UNIQUEID" val="25"/>
</p:tagLst>
</file>

<file path=ppt/tags/tag412.xml><?xml version="1.0" encoding="utf-8"?>
<p:tagLst xmlns:p="http://schemas.openxmlformats.org/presentationml/2006/main">
  <p:tag name="AS_UNIQUEID" val="26"/>
</p:tagLst>
</file>

<file path=ppt/tags/tag413.xml><?xml version="1.0" encoding="utf-8"?>
<p:tagLst xmlns:p="http://schemas.openxmlformats.org/presentationml/2006/main">
  <p:tag name="AS_UNIQUEID" val="27"/>
</p:tagLst>
</file>

<file path=ppt/tags/tag414.xml><?xml version="1.0" encoding="utf-8"?>
<p:tagLst xmlns:p="http://schemas.openxmlformats.org/presentationml/2006/main">
  <p:tag name="AS_UNIQUEID" val="30"/>
</p:tagLst>
</file>

<file path=ppt/tags/tag415.xml><?xml version="1.0" encoding="utf-8"?>
<p:tagLst xmlns:p="http://schemas.openxmlformats.org/presentationml/2006/main">
  <p:tag name="AS_UNIQUEID" val="16"/>
</p:tagLst>
</file>

<file path=ppt/tags/tag416.xml><?xml version="1.0" encoding="utf-8"?>
<p:tagLst xmlns:p="http://schemas.openxmlformats.org/presentationml/2006/main">
  <p:tag name="AS_UNIQUEID" val="17"/>
</p:tagLst>
</file>

<file path=ppt/tags/tag417.xml><?xml version="1.0" encoding="utf-8"?>
<p:tagLst xmlns:p="http://schemas.openxmlformats.org/presentationml/2006/main">
  <p:tag name="AS_UNIQUEID" val="18"/>
</p:tagLst>
</file>

<file path=ppt/tags/tag418.xml><?xml version="1.0" encoding="utf-8"?>
<p:tagLst xmlns:p="http://schemas.openxmlformats.org/presentationml/2006/main">
  <p:tag name="AS_UNIQUEID" val="19"/>
</p:tagLst>
</file>

<file path=ppt/tags/tag419.xml><?xml version="1.0" encoding="utf-8"?>
<p:tagLst xmlns:p="http://schemas.openxmlformats.org/presentationml/2006/main">
  <p:tag name="AS_UNIQUEID" val="15"/>
</p:tagLst>
</file>

<file path=ppt/tags/tag420.xml><?xml version="1.0" encoding="utf-8"?>
<p:tagLst xmlns:p="http://schemas.openxmlformats.org/presentationml/2006/main">
  <p:tag name="AS_UNIQUEID" val="1014"/>
</p:tagLst>
</file>

<file path=ppt/tags/tag421.xml><?xml version="1.0" encoding="utf-8"?>
<p:tagLst xmlns:p="http://schemas.openxmlformats.org/presentationml/2006/main">
  <p:tag name="AS_UNIQUEID" val="1015"/>
</p:tagLst>
</file>

<file path=ppt/tags/tag422.xml><?xml version="1.0" encoding="utf-8"?>
<p:tagLst xmlns:p="http://schemas.openxmlformats.org/presentationml/2006/main">
  <p:tag name="AS_UNIQUEID" val="1016"/>
</p:tagLst>
</file>

<file path=ppt/tags/tag423.xml><?xml version="1.0" encoding="utf-8"?>
<p:tagLst xmlns:p="http://schemas.openxmlformats.org/presentationml/2006/main">
  <p:tag name="AS_UNIQUEID" val="31"/>
</p:tagLst>
</file>

<file path=ppt/tags/tag424.xml><?xml version="1.0" encoding="utf-8"?>
<p:tagLst xmlns:p="http://schemas.openxmlformats.org/presentationml/2006/main">
  <p:tag name="AS_UNIQUEID" val="32"/>
</p:tagLst>
</file>

<file path=ppt/tags/tag425.xml><?xml version="1.0" encoding="utf-8"?>
<p:tagLst xmlns:p="http://schemas.openxmlformats.org/presentationml/2006/main">
  <p:tag name="AS_UNIQUEID" val="33"/>
</p:tagLst>
</file>

<file path=ppt/tags/tag426.xml><?xml version="1.0" encoding="utf-8"?>
<p:tagLst xmlns:p="http://schemas.openxmlformats.org/presentationml/2006/main">
  <p:tag name="AS_UNIQUEID" val="75"/>
  <p:tag name="KSO_WM_DIAGRAM_VIRTUALLY_FRAME" val="{&quot;height&quot;:336,&quot;left&quot;:48,&quot;top&quot;:108,&quot;width&quot;:864}"/>
</p:tagLst>
</file>

<file path=ppt/tags/tag427.xml><?xml version="1.0" encoding="utf-8"?>
<p:tagLst xmlns:p="http://schemas.openxmlformats.org/presentationml/2006/main">
  <p:tag name="AS_UNIQUEID" val="55"/>
  <p:tag name="KSO_WM_DIAGRAM_VIRTUALLY_FRAME" val="{&quot;height&quot;:336,&quot;left&quot;:48,&quot;top&quot;:108,&quot;width&quot;:864}"/>
</p:tagLst>
</file>

<file path=ppt/tags/tag428.xml><?xml version="1.0" encoding="utf-8"?>
<p:tagLst xmlns:p="http://schemas.openxmlformats.org/presentationml/2006/main">
  <p:tag name="AS_UNIQUEID" val="56"/>
  <p:tag name="KSO_WM_DIAGRAM_VIRTUALLY_FRAME" val="{&quot;height&quot;:336,&quot;left&quot;:48,&quot;top&quot;:108,&quot;width&quot;:864}"/>
</p:tagLst>
</file>

<file path=ppt/tags/tag429.xml><?xml version="1.0" encoding="utf-8"?>
<p:tagLst xmlns:p="http://schemas.openxmlformats.org/presentationml/2006/main">
  <p:tag name="AS_UNIQUEID" val="57"/>
  <p:tag name="KSO_WM_DIAGRAM_VIRTUALLY_FRAME" val="{&quot;height&quot;:336,&quot;left&quot;:48,&quot;top&quot;:108,&quot;width&quot;:864}"/>
</p:tagLst>
</file>

<file path=ppt/tags/tag430.xml><?xml version="1.0" encoding="utf-8"?>
<p:tagLst xmlns:p="http://schemas.openxmlformats.org/presentationml/2006/main">
  <p:tag name="AS_UNIQUEID" val="58"/>
  <p:tag name="KSO_WM_DIAGRAM_VIRTUALLY_FRAME" val="{&quot;height&quot;:336,&quot;left&quot;:48,&quot;top&quot;:108,&quot;width&quot;:864}"/>
</p:tagLst>
</file>

<file path=ppt/tags/tag431.xml><?xml version="1.0" encoding="utf-8"?>
<p:tagLst xmlns:p="http://schemas.openxmlformats.org/presentationml/2006/main">
  <p:tag name="AS_UNIQUEID" val="59"/>
  <p:tag name="KSO_WM_DIAGRAM_VIRTUALLY_FRAME" val="{&quot;height&quot;:336,&quot;left&quot;:48,&quot;top&quot;:108,&quot;width&quot;:864}"/>
</p:tagLst>
</file>

<file path=ppt/tags/tag432.xml><?xml version="1.0" encoding="utf-8"?>
<p:tagLst xmlns:p="http://schemas.openxmlformats.org/presentationml/2006/main">
  <p:tag name="AS_UNIQUEID" val="60"/>
  <p:tag name="KSO_WM_DIAGRAM_VIRTUALLY_FRAME" val="{&quot;height&quot;:336,&quot;left&quot;:48,&quot;top&quot;:108,&quot;width&quot;:864}"/>
</p:tagLst>
</file>

<file path=ppt/tags/tag433.xml><?xml version="1.0" encoding="utf-8"?>
<p:tagLst xmlns:p="http://schemas.openxmlformats.org/presentationml/2006/main">
  <p:tag name="AS_UNIQUEID" val="61"/>
  <p:tag name="KSO_WM_DIAGRAM_VIRTUALLY_FRAME" val="{&quot;height&quot;:336,&quot;left&quot;:48,&quot;top&quot;:108,&quot;width&quot;:864}"/>
</p:tagLst>
</file>

<file path=ppt/tags/tag434.xml><?xml version="1.0" encoding="utf-8"?>
<p:tagLst xmlns:p="http://schemas.openxmlformats.org/presentationml/2006/main">
  <p:tag name="AS_UNIQUEID" val="62"/>
  <p:tag name="KSO_WM_DIAGRAM_VIRTUALLY_FRAME" val="{&quot;height&quot;:336,&quot;left&quot;:48,&quot;top&quot;:108,&quot;width&quot;:864}"/>
</p:tagLst>
</file>

<file path=ppt/tags/tag435.xml><?xml version="1.0" encoding="utf-8"?>
<p:tagLst xmlns:p="http://schemas.openxmlformats.org/presentationml/2006/main">
  <p:tag name="AS_UNIQUEID" val="63"/>
  <p:tag name="KSO_WM_DIAGRAM_VIRTUALLY_FRAME" val="{&quot;height&quot;:336,&quot;left&quot;:48,&quot;top&quot;:108,&quot;width&quot;:864}"/>
</p:tagLst>
</file>

<file path=ppt/tags/tag436.xml><?xml version="1.0" encoding="utf-8"?>
<p:tagLst xmlns:p="http://schemas.openxmlformats.org/presentationml/2006/main">
  <p:tag name="AS_UNIQUEID" val="64"/>
  <p:tag name="KSO_WM_DIAGRAM_VIRTUALLY_FRAME" val="{&quot;height&quot;:336,&quot;left&quot;:48,&quot;top&quot;:108,&quot;width&quot;:864}"/>
</p:tagLst>
</file>

<file path=ppt/tags/tag437.xml><?xml version="1.0" encoding="utf-8"?>
<p:tagLst xmlns:p="http://schemas.openxmlformats.org/presentationml/2006/main">
  <p:tag name="AS_UNIQUEID" val="65"/>
  <p:tag name="KSO_WM_DIAGRAM_VIRTUALLY_FRAME" val="{&quot;height&quot;:336,&quot;left&quot;:48,&quot;top&quot;:108,&quot;width&quot;:864}"/>
</p:tagLst>
</file>

<file path=ppt/tags/tag438.xml><?xml version="1.0" encoding="utf-8"?>
<p:tagLst xmlns:p="http://schemas.openxmlformats.org/presentationml/2006/main">
  <p:tag name="AS_UNIQUEID" val="66"/>
  <p:tag name="KSO_WM_DIAGRAM_VIRTUALLY_FRAME" val="{&quot;height&quot;:336,&quot;left&quot;:48,&quot;top&quot;:108,&quot;width&quot;:864}"/>
</p:tagLst>
</file>

<file path=ppt/tags/tag439.xml><?xml version="1.0" encoding="utf-8"?>
<p:tagLst xmlns:p="http://schemas.openxmlformats.org/presentationml/2006/main">
  <p:tag name="AS_UNIQUEID" val="67"/>
  <p:tag name="KSO_WM_DIAGRAM_VIRTUALLY_FRAME" val="{&quot;height&quot;:336,&quot;left&quot;:48,&quot;top&quot;:108,&quot;width&quot;:864}"/>
</p:tagLst>
</file>

<file path=ppt/tags/tag440.xml><?xml version="1.0" encoding="utf-8"?>
<p:tagLst xmlns:p="http://schemas.openxmlformats.org/presentationml/2006/main">
  <p:tag name="AS_UNIQUEID" val="68"/>
  <p:tag name="KSO_WM_DIAGRAM_VIRTUALLY_FRAME" val="{&quot;height&quot;:336,&quot;left&quot;:48,&quot;top&quot;:108,&quot;width&quot;:864}"/>
</p:tagLst>
</file>

<file path=ppt/tags/tag441.xml><?xml version="1.0" encoding="utf-8"?>
<p:tagLst xmlns:p="http://schemas.openxmlformats.org/presentationml/2006/main">
  <p:tag name="AS_UNIQUEID" val="69"/>
  <p:tag name="KSO_WM_DIAGRAM_VIRTUALLY_FRAME" val="{&quot;height&quot;:336,&quot;left&quot;:48,&quot;top&quot;:108,&quot;width&quot;:864}"/>
</p:tagLst>
</file>

<file path=ppt/tags/tag442.xml><?xml version="1.0" encoding="utf-8"?>
<p:tagLst xmlns:p="http://schemas.openxmlformats.org/presentationml/2006/main">
  <p:tag name="AS_UNIQUEID" val="70"/>
  <p:tag name="KSO_WM_DIAGRAM_VIRTUALLY_FRAME" val="{&quot;height&quot;:336,&quot;left&quot;:48,&quot;top&quot;:108,&quot;width&quot;:864}"/>
</p:tagLst>
</file>

<file path=ppt/tags/tag443.xml><?xml version="1.0" encoding="utf-8"?>
<p:tagLst xmlns:p="http://schemas.openxmlformats.org/presentationml/2006/main">
  <p:tag name="AS_UNIQUEID" val="71"/>
  <p:tag name="KSO_WM_DIAGRAM_VIRTUALLY_FRAME" val="{&quot;height&quot;:336,&quot;left&quot;:48,&quot;top&quot;:108,&quot;width&quot;:864}"/>
</p:tagLst>
</file>

<file path=ppt/tags/tag444.xml><?xml version="1.0" encoding="utf-8"?>
<p:tagLst xmlns:p="http://schemas.openxmlformats.org/presentationml/2006/main">
  <p:tag name="AS_UNIQUEID" val="72"/>
  <p:tag name="KSO_WM_DIAGRAM_VIRTUALLY_FRAME" val="{&quot;height&quot;:336,&quot;left&quot;:48,&quot;top&quot;:108,&quot;width&quot;:864}"/>
</p:tagLst>
</file>

<file path=ppt/tags/tag445.xml><?xml version="1.0" encoding="utf-8"?>
<p:tagLst xmlns:p="http://schemas.openxmlformats.org/presentationml/2006/main">
  <p:tag name="AS_UNIQUEID" val="73"/>
  <p:tag name="KSO_WM_DIAGRAM_VIRTUALLY_FRAME" val="{&quot;height&quot;:336,&quot;left&quot;:48,&quot;top&quot;:108,&quot;width&quot;:864}"/>
</p:tagLst>
</file>

<file path=ppt/tags/tag446.xml><?xml version="1.0" encoding="utf-8"?>
<p:tagLst xmlns:p="http://schemas.openxmlformats.org/presentationml/2006/main">
  <p:tag name="AS_UNIQUEID" val="74"/>
  <p:tag name="KSO_WM_DIAGRAM_VIRTUALLY_FRAME" val="{&quot;height&quot;:336,&quot;left&quot;:48,&quot;top&quot;:108,&quot;width&quot;:864}"/>
</p:tagLst>
</file>

<file path=ppt/tags/tag447.xml><?xml version="1.0" encoding="utf-8"?>
<p:tagLst xmlns:p="http://schemas.openxmlformats.org/presentationml/2006/main">
  <p:tag name="AS_UNIQUEID" val="54"/>
</p:tagLst>
</file>

<file path=ppt/tags/tag448.xml><?xml version="1.0" encoding="utf-8"?>
<p:tagLst xmlns:p="http://schemas.openxmlformats.org/presentationml/2006/main">
  <p:tag name="KSO_WM_DIAGRAM_VIRTUALLY_FRAME" val="{&quot;height&quot;:336,&quot;left&quot;:48,&quot;top&quot;:108,&quot;width&quot;:864}"/>
</p:tagLst>
</file>

<file path=ppt/tags/tag449.xml><?xml version="1.0" encoding="utf-8"?>
<p:tagLst xmlns:p="http://schemas.openxmlformats.org/presentationml/2006/main">
  <p:tag name="AS_UNIQUEID" val="1019"/>
</p:tagLst>
</file>

<file path=ppt/tags/tag450.xml><?xml version="1.0" encoding="utf-8"?>
<p:tagLst xmlns:p="http://schemas.openxmlformats.org/presentationml/2006/main">
  <p:tag name="AS_UNIQUEID" val="1020"/>
</p:tagLst>
</file>

<file path=ppt/tags/tag451.xml><?xml version="1.0" encoding="utf-8"?>
<p:tagLst xmlns:p="http://schemas.openxmlformats.org/presentationml/2006/main">
  <p:tag name="AS_UNIQUEID" val="1021"/>
</p:tagLst>
</file>

<file path=ppt/tags/tag452.xml><?xml version="1.0" encoding="utf-8"?>
<p:tagLst xmlns:p="http://schemas.openxmlformats.org/presentationml/2006/main">
  <p:tag name="AS_UNIQUEID" val="76"/>
</p:tagLst>
</file>

<file path=ppt/tags/tag453.xml><?xml version="1.0" encoding="utf-8"?>
<p:tagLst xmlns:p="http://schemas.openxmlformats.org/presentationml/2006/main">
  <p:tag name="AS_UNIQUEID" val="77"/>
</p:tagLst>
</file>

<file path=ppt/tags/tag454.xml><?xml version="1.0" encoding="utf-8"?>
<p:tagLst xmlns:p="http://schemas.openxmlformats.org/presentationml/2006/main">
  <p:tag name="AS_UNIQUEID" val="78"/>
</p:tagLst>
</file>

<file path=ppt/tags/tag455.xml><?xml version="1.0" encoding="utf-8"?>
<p:tagLst xmlns:p="http://schemas.openxmlformats.org/presentationml/2006/main">
  <p:tag name="AS_UNIQUEID" val="112"/>
</p:tagLst>
</file>

<file path=ppt/tags/tag456.xml><?xml version="1.0" encoding="utf-8"?>
<p:tagLst xmlns:p="http://schemas.openxmlformats.org/presentationml/2006/main">
  <p:tag name="AS_UNIQUEID" val="104"/>
</p:tagLst>
</file>

<file path=ppt/tags/tag457.xml><?xml version="1.0" encoding="utf-8"?>
<p:tagLst xmlns:p="http://schemas.openxmlformats.org/presentationml/2006/main">
  <p:tag name="AS_UNIQUEID" val="105"/>
</p:tagLst>
</file>

<file path=ppt/tags/tag458.xml><?xml version="1.0" encoding="utf-8"?>
<p:tagLst xmlns:p="http://schemas.openxmlformats.org/presentationml/2006/main">
  <p:tag name="AS_UNIQUEID" val="106"/>
</p:tagLst>
</file>

<file path=ppt/tags/tag459.xml><?xml version="1.0" encoding="utf-8"?>
<p:tagLst xmlns:p="http://schemas.openxmlformats.org/presentationml/2006/main">
  <p:tag name="AS_UNIQUEID" val="107"/>
</p:tagLst>
</file>

<file path=ppt/tags/tag460.xml><?xml version="1.0" encoding="utf-8"?>
<p:tagLst xmlns:p="http://schemas.openxmlformats.org/presentationml/2006/main">
  <p:tag name="AS_UNIQUEID" val="113"/>
</p:tagLst>
</file>

<file path=ppt/tags/tag461.xml><?xml version="1.0" encoding="utf-8"?>
<p:tagLst xmlns:p="http://schemas.openxmlformats.org/presentationml/2006/main">
  <p:tag name="AS_UNIQUEID" val="108"/>
</p:tagLst>
</file>

<file path=ppt/tags/tag462.xml><?xml version="1.0" encoding="utf-8"?>
<p:tagLst xmlns:p="http://schemas.openxmlformats.org/presentationml/2006/main">
  <p:tag name="AS_UNIQUEID" val="109"/>
</p:tagLst>
</file>

<file path=ppt/tags/tag463.xml><?xml version="1.0" encoding="utf-8"?>
<p:tagLst xmlns:p="http://schemas.openxmlformats.org/presentationml/2006/main">
  <p:tag name="AS_UNIQUEID" val="110"/>
</p:tagLst>
</file>

<file path=ppt/tags/tag464.xml><?xml version="1.0" encoding="utf-8"?>
<p:tagLst xmlns:p="http://schemas.openxmlformats.org/presentationml/2006/main">
  <p:tag name="AS_UNIQUEID" val="111"/>
</p:tagLst>
</file>

<file path=ppt/tags/tag465.xml><?xml version="1.0" encoding="utf-8"?>
<p:tagLst xmlns:p="http://schemas.openxmlformats.org/presentationml/2006/main">
  <p:tag name="AS_UNIQUEID" val="114"/>
</p:tagLst>
</file>

<file path=ppt/tags/tag466.xml><?xml version="1.0" encoding="utf-8"?>
<p:tagLst xmlns:p="http://schemas.openxmlformats.org/presentationml/2006/main">
  <p:tag name="AS_UNIQUEID" val="96"/>
</p:tagLst>
</file>

<file path=ppt/tags/tag467.xml><?xml version="1.0" encoding="utf-8"?>
<p:tagLst xmlns:p="http://schemas.openxmlformats.org/presentationml/2006/main">
  <p:tag name="AS_UNIQUEID" val="97"/>
</p:tagLst>
</file>

<file path=ppt/tags/tag468.xml><?xml version="1.0" encoding="utf-8"?>
<p:tagLst xmlns:p="http://schemas.openxmlformats.org/presentationml/2006/main">
  <p:tag name="AS_UNIQUEID" val="98"/>
</p:tagLst>
</file>

<file path=ppt/tags/tag469.xml><?xml version="1.0" encoding="utf-8"?>
<p:tagLst xmlns:p="http://schemas.openxmlformats.org/presentationml/2006/main">
  <p:tag name="AS_UNIQUEID" val="99"/>
</p:tagLst>
</file>

<file path=ppt/tags/tag470.xml><?xml version="1.0" encoding="utf-8"?>
<p:tagLst xmlns:p="http://schemas.openxmlformats.org/presentationml/2006/main">
  <p:tag name="AS_UNIQUEID" val="115"/>
</p:tagLst>
</file>

<file path=ppt/tags/tag471.xml><?xml version="1.0" encoding="utf-8"?>
<p:tagLst xmlns:p="http://schemas.openxmlformats.org/presentationml/2006/main">
  <p:tag name="AS_UNIQUEID" val="100"/>
</p:tagLst>
</file>

<file path=ppt/tags/tag472.xml><?xml version="1.0" encoding="utf-8"?>
<p:tagLst xmlns:p="http://schemas.openxmlformats.org/presentationml/2006/main">
  <p:tag name="AS_UNIQUEID" val="101"/>
</p:tagLst>
</file>

<file path=ppt/tags/tag473.xml><?xml version="1.0" encoding="utf-8"?>
<p:tagLst xmlns:p="http://schemas.openxmlformats.org/presentationml/2006/main">
  <p:tag name="AS_UNIQUEID" val="102"/>
</p:tagLst>
</file>

<file path=ppt/tags/tag474.xml><?xml version="1.0" encoding="utf-8"?>
<p:tagLst xmlns:p="http://schemas.openxmlformats.org/presentationml/2006/main">
  <p:tag name="AS_UNIQUEID" val="103"/>
</p:tagLst>
</file>

<file path=ppt/tags/tag475.xml><?xml version="1.0" encoding="utf-8"?>
<p:tagLst xmlns:p="http://schemas.openxmlformats.org/presentationml/2006/main">
  <p:tag name="AS_UNIQUEID" val="95"/>
</p:tagLst>
</file>

<file path=ppt/tags/tag476.xml><?xml version="1.0" encoding="utf-8"?>
<p:tagLst xmlns:p="http://schemas.openxmlformats.org/presentationml/2006/main">
  <p:tag name="AS_UNIQUEID" val="1024"/>
</p:tagLst>
</file>

<file path=ppt/tags/tag477.xml><?xml version="1.0" encoding="utf-8"?>
<p:tagLst xmlns:p="http://schemas.openxmlformats.org/presentationml/2006/main">
  <p:tag name="AS_UNIQUEID" val="1025"/>
</p:tagLst>
</file>

<file path=ppt/tags/tag478.xml><?xml version="1.0" encoding="utf-8"?>
<p:tagLst xmlns:p="http://schemas.openxmlformats.org/presentationml/2006/main">
  <p:tag name="AS_UNIQUEID" val="1026"/>
</p:tagLst>
</file>

<file path=ppt/tags/tag479.xml><?xml version="1.0" encoding="utf-8"?>
<p:tagLst xmlns:p="http://schemas.openxmlformats.org/presentationml/2006/main">
  <p:tag name="AS_UNIQUEID" val="116"/>
</p:tagLst>
</file>

<file path=ppt/tags/tag480.xml><?xml version="1.0" encoding="utf-8"?>
<p:tagLst xmlns:p="http://schemas.openxmlformats.org/presentationml/2006/main">
  <p:tag name="AS_UNIQUEID" val="117"/>
</p:tagLst>
</file>

<file path=ppt/tags/tag481.xml><?xml version="1.0" encoding="utf-8"?>
<p:tagLst xmlns:p="http://schemas.openxmlformats.org/presentationml/2006/main">
  <p:tag name="AS_UNIQUEID" val="118"/>
</p:tagLst>
</file>

<file path=ppt/tags/tag482.xml><?xml version="1.0" encoding="utf-8"?>
<p:tagLst xmlns:p="http://schemas.openxmlformats.org/presentationml/2006/main">
  <p:tag name="AS_UNIQUEID" val="123"/>
</p:tagLst>
</file>

<file path=ppt/tags/tag483.xml><?xml version="1.0" encoding="utf-8"?>
<p:tagLst xmlns:p="http://schemas.openxmlformats.org/presentationml/2006/main">
  <p:tag name="AS_UNIQUEID" val="122"/>
</p:tagLst>
</file>

<file path=ppt/tags/tag484.xml><?xml version="1.0" encoding="utf-8"?>
<p:tagLst xmlns:p="http://schemas.openxmlformats.org/presentationml/2006/main">
  <p:tag name="AS_UNIQUEID" val="120"/>
</p:tagLst>
</file>

<file path=ppt/tags/tag485.xml><?xml version="1.0" encoding="utf-8"?>
<p:tagLst xmlns:p="http://schemas.openxmlformats.org/presentationml/2006/main">
  <p:tag name="AS_UNIQUEID" val="121"/>
</p:tagLst>
</file>

<file path=ppt/tags/tag486.xml><?xml version="1.0" encoding="utf-8"?>
<p:tagLst xmlns:p="http://schemas.openxmlformats.org/presentationml/2006/main">
  <p:tag name="AS_UNIQUEID" val="1029"/>
</p:tagLst>
</file>

<file path=ppt/tags/tag487.xml><?xml version="1.0" encoding="utf-8"?>
<p:tagLst xmlns:p="http://schemas.openxmlformats.org/presentationml/2006/main">
  <p:tag name="AS_UNIQUEID" val="1030"/>
</p:tagLst>
</file>

<file path=ppt/tags/tag488.xml><?xml version="1.0" encoding="utf-8"?>
<p:tagLst xmlns:p="http://schemas.openxmlformats.org/presentationml/2006/main">
  <p:tag name="AS_UNIQUEID" val="1031"/>
</p:tagLst>
</file>

<file path=ppt/tags/tag489.xml><?xml version="1.0" encoding="utf-8"?>
<p:tagLst xmlns:p="http://schemas.openxmlformats.org/presentationml/2006/main">
  <p:tag name="AS_UNIQUEID" val="124"/>
</p:tagLst>
</file>

<file path=ppt/tags/tag490.xml><?xml version="1.0" encoding="utf-8"?>
<p:tagLst xmlns:p="http://schemas.openxmlformats.org/presentationml/2006/main">
  <p:tag name="AS_UNIQUEID" val="125"/>
</p:tagLst>
</file>

<file path=ppt/tags/tag491.xml><?xml version="1.0" encoding="utf-8"?>
<p:tagLst xmlns:p="http://schemas.openxmlformats.org/presentationml/2006/main">
  <p:tag name="AS_UNIQUEID" val="126"/>
</p:tagLst>
</file>

<file path=ppt/tags/tag492.xml><?xml version="1.0" encoding="utf-8"?>
<p:tagLst xmlns:p="http://schemas.openxmlformats.org/presentationml/2006/main">
  <p:tag name="AS_UNIQUEID" val="146"/>
</p:tagLst>
</file>

<file path=ppt/tags/tag493.xml><?xml version="1.0" encoding="utf-8"?>
<p:tagLst xmlns:p="http://schemas.openxmlformats.org/presentationml/2006/main">
  <p:tag name="AS_UNIQUEID" val="140"/>
</p:tagLst>
</file>

<file path=ppt/tags/tag494.xml><?xml version="1.0" encoding="utf-8"?>
<p:tagLst xmlns:p="http://schemas.openxmlformats.org/presentationml/2006/main">
  <p:tag name="AS_UNIQUEID" val="141"/>
</p:tagLst>
</file>

<file path=ppt/tags/tag495.xml><?xml version="1.0" encoding="utf-8"?>
<p:tagLst xmlns:p="http://schemas.openxmlformats.org/presentationml/2006/main">
  <p:tag name="AS_UNIQUEID" val="142"/>
</p:tagLst>
</file>

<file path=ppt/tags/tag496.xml><?xml version="1.0" encoding="utf-8"?>
<p:tagLst xmlns:p="http://schemas.openxmlformats.org/presentationml/2006/main">
  <p:tag name="AS_UNIQUEID" val="147"/>
</p:tagLst>
</file>

<file path=ppt/tags/tag497.xml><?xml version="1.0" encoding="utf-8"?>
<p:tagLst xmlns:p="http://schemas.openxmlformats.org/presentationml/2006/main">
  <p:tag name="AS_UNIQUEID" val="143"/>
</p:tagLst>
</file>

<file path=ppt/tags/tag498.xml><?xml version="1.0" encoding="utf-8"?>
<p:tagLst xmlns:p="http://schemas.openxmlformats.org/presentationml/2006/main">
  <p:tag name="AS_UNIQUEID" val="144"/>
</p:tagLst>
</file>

<file path=ppt/tags/tag499.xml><?xml version="1.0" encoding="utf-8"?>
<p:tagLst xmlns:p="http://schemas.openxmlformats.org/presentationml/2006/main">
  <p:tag name="AS_UNIQUEID" val="145"/>
</p:tagLst>
</file>

<file path=ppt/tags/tag500.xml><?xml version="1.0" encoding="utf-8"?>
<p:tagLst xmlns:p="http://schemas.openxmlformats.org/presentationml/2006/main">
  <p:tag name="AS_UNIQUEID" val="148"/>
</p:tagLst>
</file>

<file path=ppt/tags/tag501.xml><?xml version="1.0" encoding="utf-8"?>
<p:tagLst xmlns:p="http://schemas.openxmlformats.org/presentationml/2006/main">
  <p:tag name="AS_UNIQUEID" val="137"/>
</p:tagLst>
</file>

<file path=ppt/tags/tag502.xml><?xml version="1.0" encoding="utf-8"?>
<p:tagLst xmlns:p="http://schemas.openxmlformats.org/presentationml/2006/main">
  <p:tag name="AS_UNIQUEID" val="138"/>
</p:tagLst>
</file>

<file path=ppt/tags/tag503.xml><?xml version="1.0" encoding="utf-8"?>
<p:tagLst xmlns:p="http://schemas.openxmlformats.org/presentationml/2006/main">
  <p:tag name="AS_UNIQUEID" val="139"/>
</p:tagLst>
</file>

<file path=ppt/tags/tag504.xml><?xml version="1.0" encoding="utf-8"?>
<p:tagLst xmlns:p="http://schemas.openxmlformats.org/presentationml/2006/main">
  <p:tag name="AS_UNIQUEID" val="136"/>
</p:tagLst>
</file>

<file path=ppt/tags/tag505.xml><?xml version="1.0" encoding="utf-8"?>
<p:tagLst xmlns:p="http://schemas.openxmlformats.org/presentationml/2006/main">
  <p:tag name="AS_UNIQUEID" val="1034"/>
</p:tagLst>
</file>

<file path=ppt/tags/tag506.xml><?xml version="1.0" encoding="utf-8"?>
<p:tagLst xmlns:p="http://schemas.openxmlformats.org/presentationml/2006/main">
  <p:tag name="AS_UNIQUEID" val="1035"/>
</p:tagLst>
</file>

<file path=ppt/tags/tag507.xml><?xml version="1.0" encoding="utf-8"?>
<p:tagLst xmlns:p="http://schemas.openxmlformats.org/presentationml/2006/main">
  <p:tag name="AS_UNIQUEID" val="1036"/>
</p:tagLst>
</file>

<file path=ppt/tags/tag508.xml><?xml version="1.0" encoding="utf-8"?>
<p:tagLst xmlns:p="http://schemas.openxmlformats.org/presentationml/2006/main">
  <p:tag name="AS_UNIQUEID" val="149"/>
</p:tagLst>
</file>

<file path=ppt/tags/tag509.xml><?xml version="1.0" encoding="utf-8"?>
<p:tagLst xmlns:p="http://schemas.openxmlformats.org/presentationml/2006/main">
  <p:tag name="AS_UNIQUEID" val="150"/>
</p:tagLst>
</file>

<file path=ppt/tags/tag510.xml><?xml version="1.0" encoding="utf-8"?>
<p:tagLst xmlns:p="http://schemas.openxmlformats.org/presentationml/2006/main">
  <p:tag name="AS_UNIQUEID" val="151"/>
</p:tagLst>
</file>

<file path=ppt/tags/tag511.xml><?xml version="1.0" encoding="utf-8"?>
<p:tagLst xmlns:p="http://schemas.openxmlformats.org/presentationml/2006/main">
  <p:tag name="AS_UNIQUEID" val="233"/>
</p:tagLst>
</file>

<file path=ppt/tags/tag512.xml><?xml version="1.0" encoding="utf-8"?>
<p:tagLst xmlns:p="http://schemas.openxmlformats.org/presentationml/2006/main">
  <p:tag name="AS_UNIQUEID" val="229"/>
</p:tagLst>
</file>

<file path=ppt/tags/tag513.xml><?xml version="1.0" encoding="utf-8"?>
<p:tagLst xmlns:p="http://schemas.openxmlformats.org/presentationml/2006/main">
  <p:tag name="AS_UNIQUEID" val="230"/>
</p:tagLst>
</file>

<file path=ppt/tags/tag514.xml><?xml version="1.0" encoding="utf-8"?>
<p:tagLst xmlns:p="http://schemas.openxmlformats.org/presentationml/2006/main">
  <p:tag name="AS_UNIQUEID" val="234"/>
</p:tagLst>
</file>

<file path=ppt/tags/tag515.xml><?xml version="1.0" encoding="utf-8"?>
<p:tagLst xmlns:p="http://schemas.openxmlformats.org/presentationml/2006/main">
  <p:tag name="AS_UNIQUEID" val="211"/>
</p:tagLst>
</file>

<file path=ppt/tags/tag516.xml><?xml version="1.0" encoding="utf-8"?>
<p:tagLst xmlns:p="http://schemas.openxmlformats.org/presentationml/2006/main">
  <p:tag name="AS_UNIQUEID" val="212"/>
</p:tagLst>
</file>

<file path=ppt/tags/tag517.xml><?xml version="1.0" encoding="utf-8"?>
<p:tagLst xmlns:p="http://schemas.openxmlformats.org/presentationml/2006/main">
  <p:tag name="AS_UNIQUEID" val="213"/>
</p:tagLst>
</file>

<file path=ppt/tags/tag518.xml><?xml version="1.0" encoding="utf-8"?>
<p:tagLst xmlns:p="http://schemas.openxmlformats.org/presentationml/2006/main">
  <p:tag name="AS_UNIQUEID" val="214"/>
</p:tagLst>
</file>

<file path=ppt/tags/tag519.xml><?xml version="1.0" encoding="utf-8"?>
<p:tagLst xmlns:p="http://schemas.openxmlformats.org/presentationml/2006/main">
  <p:tag name="AS_UNIQUEID" val="215"/>
</p:tagLst>
</file>

<file path=ppt/tags/tag520.xml><?xml version="1.0" encoding="utf-8"?>
<p:tagLst xmlns:p="http://schemas.openxmlformats.org/presentationml/2006/main">
  <p:tag name="AS_UNIQUEID" val="216"/>
</p:tagLst>
</file>

<file path=ppt/tags/tag521.xml><?xml version="1.0" encoding="utf-8"?>
<p:tagLst xmlns:p="http://schemas.openxmlformats.org/presentationml/2006/main">
  <p:tag name="AS_UNIQUEID" val="217"/>
</p:tagLst>
</file>

<file path=ppt/tags/tag522.xml><?xml version="1.0" encoding="utf-8"?>
<p:tagLst xmlns:p="http://schemas.openxmlformats.org/presentationml/2006/main">
  <p:tag name="AS_UNIQUEID" val="218"/>
</p:tagLst>
</file>

<file path=ppt/tags/tag523.xml><?xml version="1.0" encoding="utf-8"?>
<p:tagLst xmlns:p="http://schemas.openxmlformats.org/presentationml/2006/main">
  <p:tag name="AS_UNIQUEID" val="219"/>
</p:tagLst>
</file>

<file path=ppt/tags/tag524.xml><?xml version="1.0" encoding="utf-8"?>
<p:tagLst xmlns:p="http://schemas.openxmlformats.org/presentationml/2006/main">
  <p:tag name="AS_UNIQUEID" val="235"/>
</p:tagLst>
</file>

<file path=ppt/tags/tag525.xml><?xml version="1.0" encoding="utf-8"?>
<p:tagLst xmlns:p="http://schemas.openxmlformats.org/presentationml/2006/main">
  <p:tag name="AS_UNIQUEID" val="193"/>
</p:tagLst>
</file>

<file path=ppt/tags/tag526.xml><?xml version="1.0" encoding="utf-8"?>
<p:tagLst xmlns:p="http://schemas.openxmlformats.org/presentationml/2006/main">
  <p:tag name="AS_UNIQUEID" val="194"/>
</p:tagLst>
</file>

<file path=ppt/tags/tag527.xml><?xml version="1.0" encoding="utf-8"?>
<p:tagLst xmlns:p="http://schemas.openxmlformats.org/presentationml/2006/main">
  <p:tag name="AS_UNIQUEID" val="195"/>
</p:tagLst>
</file>

<file path=ppt/tags/tag528.xml><?xml version="1.0" encoding="utf-8"?>
<p:tagLst xmlns:p="http://schemas.openxmlformats.org/presentationml/2006/main">
  <p:tag name="AS_UNIQUEID" val="196"/>
</p:tagLst>
</file>

<file path=ppt/tags/tag529.xml><?xml version="1.0" encoding="utf-8"?>
<p:tagLst xmlns:p="http://schemas.openxmlformats.org/presentationml/2006/main">
  <p:tag name="AS_UNIQUEID" val="197"/>
</p:tagLst>
</file>

<file path=ppt/tags/tag530.xml><?xml version="1.0" encoding="utf-8"?>
<p:tagLst xmlns:p="http://schemas.openxmlformats.org/presentationml/2006/main">
  <p:tag name="AS_UNIQUEID" val="198"/>
</p:tagLst>
</file>

<file path=ppt/tags/tag531.xml><?xml version="1.0" encoding="utf-8"?>
<p:tagLst xmlns:p="http://schemas.openxmlformats.org/presentationml/2006/main">
  <p:tag name="AS_UNIQUEID" val="199"/>
</p:tagLst>
</file>

<file path=ppt/tags/tag532.xml><?xml version="1.0" encoding="utf-8"?>
<p:tagLst xmlns:p="http://schemas.openxmlformats.org/presentationml/2006/main">
  <p:tag name="AS_UNIQUEID" val="200"/>
</p:tagLst>
</file>

<file path=ppt/tags/tag533.xml><?xml version="1.0" encoding="utf-8"?>
<p:tagLst xmlns:p="http://schemas.openxmlformats.org/presentationml/2006/main">
  <p:tag name="AS_UNIQUEID" val="201"/>
</p:tagLst>
</file>

<file path=ppt/tags/tag534.xml><?xml version="1.0" encoding="utf-8"?>
<p:tagLst xmlns:p="http://schemas.openxmlformats.org/presentationml/2006/main">
  <p:tag name="AS_UNIQUEID" val="236"/>
</p:tagLst>
</file>

<file path=ppt/tags/tag535.xml><?xml version="1.0" encoding="utf-8"?>
<p:tagLst xmlns:p="http://schemas.openxmlformats.org/presentationml/2006/main">
  <p:tag name="AS_UNIQUEID" val="202"/>
</p:tagLst>
</file>

<file path=ppt/tags/tag536.xml><?xml version="1.0" encoding="utf-8"?>
<p:tagLst xmlns:p="http://schemas.openxmlformats.org/presentationml/2006/main">
  <p:tag name="AS_UNIQUEID" val="203"/>
</p:tagLst>
</file>

<file path=ppt/tags/tag537.xml><?xml version="1.0" encoding="utf-8"?>
<p:tagLst xmlns:p="http://schemas.openxmlformats.org/presentationml/2006/main">
  <p:tag name="AS_UNIQUEID" val="204"/>
</p:tagLst>
</file>

<file path=ppt/tags/tag538.xml><?xml version="1.0" encoding="utf-8"?>
<p:tagLst xmlns:p="http://schemas.openxmlformats.org/presentationml/2006/main">
  <p:tag name="AS_UNIQUEID" val="205"/>
</p:tagLst>
</file>

<file path=ppt/tags/tag539.xml><?xml version="1.0" encoding="utf-8"?>
<p:tagLst xmlns:p="http://schemas.openxmlformats.org/presentationml/2006/main">
  <p:tag name="AS_UNIQUEID" val="206"/>
</p:tagLst>
</file>

<file path=ppt/tags/tag540.xml><?xml version="1.0" encoding="utf-8"?>
<p:tagLst xmlns:p="http://schemas.openxmlformats.org/presentationml/2006/main">
  <p:tag name="AS_UNIQUEID" val="207"/>
</p:tagLst>
</file>

<file path=ppt/tags/tag541.xml><?xml version="1.0" encoding="utf-8"?>
<p:tagLst xmlns:p="http://schemas.openxmlformats.org/presentationml/2006/main">
  <p:tag name="AS_UNIQUEID" val="208"/>
</p:tagLst>
</file>

<file path=ppt/tags/tag542.xml><?xml version="1.0" encoding="utf-8"?>
<p:tagLst xmlns:p="http://schemas.openxmlformats.org/presentationml/2006/main">
  <p:tag name="AS_UNIQUEID" val="209"/>
</p:tagLst>
</file>

<file path=ppt/tags/tag543.xml><?xml version="1.0" encoding="utf-8"?>
<p:tagLst xmlns:p="http://schemas.openxmlformats.org/presentationml/2006/main">
  <p:tag name="AS_UNIQUEID" val="210"/>
</p:tagLst>
</file>

<file path=ppt/tags/tag544.xml><?xml version="1.0" encoding="utf-8"?>
<p:tagLst xmlns:p="http://schemas.openxmlformats.org/presentationml/2006/main">
  <p:tag name="AS_UNIQUEID" val="237"/>
</p:tagLst>
</file>

<file path=ppt/tags/tag545.xml><?xml version="1.0" encoding="utf-8"?>
<p:tagLst xmlns:p="http://schemas.openxmlformats.org/presentationml/2006/main">
  <p:tag name="AS_UNIQUEID" val="220"/>
</p:tagLst>
</file>

<file path=ppt/tags/tag546.xml><?xml version="1.0" encoding="utf-8"?>
<p:tagLst xmlns:p="http://schemas.openxmlformats.org/presentationml/2006/main">
  <p:tag name="AS_UNIQUEID" val="221"/>
</p:tagLst>
</file>

<file path=ppt/tags/tag547.xml><?xml version="1.0" encoding="utf-8"?>
<p:tagLst xmlns:p="http://schemas.openxmlformats.org/presentationml/2006/main">
  <p:tag name="AS_UNIQUEID" val="222"/>
</p:tagLst>
</file>

<file path=ppt/tags/tag548.xml><?xml version="1.0" encoding="utf-8"?>
<p:tagLst xmlns:p="http://schemas.openxmlformats.org/presentationml/2006/main">
  <p:tag name="AS_UNIQUEID" val="223"/>
</p:tagLst>
</file>

<file path=ppt/tags/tag549.xml><?xml version="1.0" encoding="utf-8"?>
<p:tagLst xmlns:p="http://schemas.openxmlformats.org/presentationml/2006/main">
  <p:tag name="AS_UNIQUEID" val="224"/>
</p:tagLst>
</file>

<file path=ppt/tags/tag550.xml><?xml version="1.0" encoding="utf-8"?>
<p:tagLst xmlns:p="http://schemas.openxmlformats.org/presentationml/2006/main">
  <p:tag name="AS_UNIQUEID" val="225"/>
</p:tagLst>
</file>

<file path=ppt/tags/tag551.xml><?xml version="1.0" encoding="utf-8"?>
<p:tagLst xmlns:p="http://schemas.openxmlformats.org/presentationml/2006/main">
  <p:tag name="AS_UNIQUEID" val="226"/>
</p:tagLst>
</file>

<file path=ppt/tags/tag552.xml><?xml version="1.0" encoding="utf-8"?>
<p:tagLst xmlns:p="http://schemas.openxmlformats.org/presentationml/2006/main">
  <p:tag name="AS_UNIQUEID" val="227"/>
</p:tagLst>
</file>

<file path=ppt/tags/tag553.xml><?xml version="1.0" encoding="utf-8"?>
<p:tagLst xmlns:p="http://schemas.openxmlformats.org/presentationml/2006/main">
  <p:tag name="AS_UNIQUEID" val="228"/>
</p:tagLst>
</file>

<file path=ppt/tags/tag554.xml><?xml version="1.0" encoding="utf-8"?>
<p:tagLst xmlns:p="http://schemas.openxmlformats.org/presentationml/2006/main">
  <p:tag name="AS_UNIQUEID" val="238"/>
</p:tagLst>
</file>

<file path=ppt/tags/tag555.xml><?xml version="1.0" encoding="utf-8"?>
<p:tagLst xmlns:p="http://schemas.openxmlformats.org/presentationml/2006/main">
  <p:tag name="AS_UNIQUEID" val="231"/>
</p:tagLst>
</file>

<file path=ppt/tags/tag556.xml><?xml version="1.0" encoding="utf-8"?>
<p:tagLst xmlns:p="http://schemas.openxmlformats.org/presentationml/2006/main">
  <p:tag name="AS_UNIQUEID" val="232"/>
</p:tagLst>
</file>

<file path=ppt/tags/tag557.xml><?xml version="1.0" encoding="utf-8"?>
<p:tagLst xmlns:p="http://schemas.openxmlformats.org/presentationml/2006/main">
  <p:tag name="AS_UNIQUEID" val="192"/>
</p:tagLst>
</file>

<file path=ppt/tags/tag558.xml><?xml version="1.0" encoding="utf-8"?>
<p:tagLst xmlns:p="http://schemas.openxmlformats.org/presentationml/2006/main">
  <p:tag name="AS_UNIQUEID" val="1039"/>
</p:tagLst>
</file>

<file path=ppt/tags/tag559.xml><?xml version="1.0" encoding="utf-8"?>
<p:tagLst xmlns:p="http://schemas.openxmlformats.org/presentationml/2006/main">
  <p:tag name="AS_UNIQUEID" val="1040"/>
</p:tagLst>
</file>

<file path=ppt/tags/tag560.xml><?xml version="1.0" encoding="utf-8"?>
<p:tagLst xmlns:p="http://schemas.openxmlformats.org/presentationml/2006/main">
  <p:tag name="AS_UNIQUEID" val="1041"/>
</p:tagLst>
</file>

<file path=ppt/tags/tag561.xml><?xml version="1.0" encoding="utf-8"?>
<p:tagLst xmlns:p="http://schemas.openxmlformats.org/presentationml/2006/main">
  <p:tag name="AS_UNIQUEID" val="239"/>
</p:tagLst>
</file>

<file path=ppt/tags/tag562.xml><?xml version="1.0" encoding="utf-8"?>
<p:tagLst xmlns:p="http://schemas.openxmlformats.org/presentationml/2006/main">
  <p:tag name="AS_UNIQUEID" val="240"/>
</p:tagLst>
</file>

<file path=ppt/tags/tag563.xml><?xml version="1.0" encoding="utf-8"?>
<p:tagLst xmlns:p="http://schemas.openxmlformats.org/presentationml/2006/main">
  <p:tag name="AS_UNIQUEID" val="241"/>
</p:tagLst>
</file>

<file path=ppt/tags/tag564.xml><?xml version="1.0" encoding="utf-8"?>
<p:tagLst xmlns:p="http://schemas.openxmlformats.org/presentationml/2006/main">
  <p:tag name="AS_UNIQUEID" val="283"/>
</p:tagLst>
</file>

<file path=ppt/tags/tag565.xml><?xml version="1.0" encoding="utf-8"?>
<p:tagLst xmlns:p="http://schemas.openxmlformats.org/presentationml/2006/main">
  <p:tag name="AS_UNIQUEID" val="278"/>
</p:tagLst>
</file>

<file path=ppt/tags/tag566.xml><?xml version="1.0" encoding="utf-8"?>
<p:tagLst xmlns:p="http://schemas.openxmlformats.org/presentationml/2006/main">
  <p:tag name="AS_UNIQUEID" val="279"/>
</p:tagLst>
</file>

<file path=ppt/tags/tag567.xml><?xml version="1.0" encoding="utf-8"?>
<p:tagLst xmlns:p="http://schemas.openxmlformats.org/presentationml/2006/main">
  <p:tag name="AS_UNIQUEID" val="280"/>
</p:tagLst>
</file>

<file path=ppt/tags/tag568.xml><?xml version="1.0" encoding="utf-8"?>
<p:tagLst xmlns:p="http://schemas.openxmlformats.org/presentationml/2006/main">
  <p:tag name="AS_UNIQUEID" val="281"/>
</p:tagLst>
</file>

<file path=ppt/tags/tag569.xml><?xml version="1.0" encoding="utf-8"?>
<p:tagLst xmlns:p="http://schemas.openxmlformats.org/presentationml/2006/main">
  <p:tag name="AS_UNIQUEID" val="282"/>
</p:tagLst>
</file>

<file path=ppt/tags/tag570.xml><?xml version="1.0" encoding="utf-8"?>
<p:tagLst xmlns:p="http://schemas.openxmlformats.org/presentationml/2006/main">
  <p:tag name="AS_UNIQUEID" val="284"/>
</p:tagLst>
</file>

<file path=ppt/tags/tag571.xml><?xml version="1.0" encoding="utf-8"?>
<p:tagLst xmlns:p="http://schemas.openxmlformats.org/presentationml/2006/main">
  <p:tag name="AS_UNIQUEID" val="263"/>
</p:tagLst>
</file>

<file path=ppt/tags/tag572.xml><?xml version="1.0" encoding="utf-8"?>
<p:tagLst xmlns:p="http://schemas.openxmlformats.org/presentationml/2006/main">
  <p:tag name="AS_UNIQUEID" val="264"/>
</p:tagLst>
</file>

<file path=ppt/tags/tag573.xml><?xml version="1.0" encoding="utf-8"?>
<p:tagLst xmlns:p="http://schemas.openxmlformats.org/presentationml/2006/main">
  <p:tag name="AS_UNIQUEID" val="265"/>
</p:tagLst>
</file>

<file path=ppt/tags/tag574.xml><?xml version="1.0" encoding="utf-8"?>
<p:tagLst xmlns:p="http://schemas.openxmlformats.org/presentationml/2006/main">
  <p:tag name="AS_UNIQUEID" val="266"/>
</p:tagLst>
</file>

<file path=ppt/tags/tag575.xml><?xml version="1.0" encoding="utf-8"?>
<p:tagLst xmlns:p="http://schemas.openxmlformats.org/presentationml/2006/main">
  <p:tag name="AS_UNIQUEID" val="267"/>
</p:tagLst>
</file>

<file path=ppt/tags/tag576.xml><?xml version="1.0" encoding="utf-8"?>
<p:tagLst xmlns:p="http://schemas.openxmlformats.org/presentationml/2006/main">
  <p:tag name="AS_UNIQUEID" val="285"/>
</p:tagLst>
</file>

<file path=ppt/tags/tag577.xml><?xml version="1.0" encoding="utf-8"?>
<p:tagLst xmlns:p="http://schemas.openxmlformats.org/presentationml/2006/main">
  <p:tag name="AS_UNIQUEID" val="273"/>
</p:tagLst>
</file>

<file path=ppt/tags/tag578.xml><?xml version="1.0" encoding="utf-8"?>
<p:tagLst xmlns:p="http://schemas.openxmlformats.org/presentationml/2006/main">
  <p:tag name="AS_UNIQUEID" val="274"/>
</p:tagLst>
</file>

<file path=ppt/tags/tag579.xml><?xml version="1.0" encoding="utf-8"?>
<p:tagLst xmlns:p="http://schemas.openxmlformats.org/presentationml/2006/main">
  <p:tag name="AS_UNIQUEID" val="275"/>
</p:tagLst>
</file>

<file path=ppt/tags/tag580.xml><?xml version="1.0" encoding="utf-8"?>
<p:tagLst xmlns:p="http://schemas.openxmlformats.org/presentationml/2006/main">
  <p:tag name="AS_UNIQUEID" val="276"/>
</p:tagLst>
</file>

<file path=ppt/tags/tag581.xml><?xml version="1.0" encoding="utf-8"?>
<p:tagLst xmlns:p="http://schemas.openxmlformats.org/presentationml/2006/main">
  <p:tag name="AS_UNIQUEID" val="277"/>
</p:tagLst>
</file>

<file path=ppt/tags/tag582.xml><?xml version="1.0" encoding="utf-8"?>
<p:tagLst xmlns:p="http://schemas.openxmlformats.org/presentationml/2006/main">
  <p:tag name="AS_UNIQUEID" val="286"/>
</p:tagLst>
</file>

<file path=ppt/tags/tag583.xml><?xml version="1.0" encoding="utf-8"?>
<p:tagLst xmlns:p="http://schemas.openxmlformats.org/presentationml/2006/main">
  <p:tag name="AS_UNIQUEID" val="268"/>
</p:tagLst>
</file>

<file path=ppt/tags/tag584.xml><?xml version="1.0" encoding="utf-8"?>
<p:tagLst xmlns:p="http://schemas.openxmlformats.org/presentationml/2006/main">
  <p:tag name="AS_UNIQUEID" val="269"/>
</p:tagLst>
</file>

<file path=ppt/tags/tag585.xml><?xml version="1.0" encoding="utf-8"?>
<p:tagLst xmlns:p="http://schemas.openxmlformats.org/presentationml/2006/main">
  <p:tag name="AS_UNIQUEID" val="270"/>
</p:tagLst>
</file>

<file path=ppt/tags/tag586.xml><?xml version="1.0" encoding="utf-8"?>
<p:tagLst xmlns:p="http://schemas.openxmlformats.org/presentationml/2006/main">
  <p:tag name="AS_UNIQUEID" val="271"/>
</p:tagLst>
</file>

<file path=ppt/tags/tag587.xml><?xml version="1.0" encoding="utf-8"?>
<p:tagLst xmlns:p="http://schemas.openxmlformats.org/presentationml/2006/main">
  <p:tag name="AS_UNIQUEID" val="272"/>
</p:tagLst>
</file>

<file path=ppt/tags/tag588.xml><?xml version="1.0" encoding="utf-8"?>
<p:tagLst xmlns:p="http://schemas.openxmlformats.org/presentationml/2006/main">
  <p:tag name="AS_UNIQUEID" val="262"/>
</p:tagLst>
</file>

<file path=ppt/tags/tag589.xml><?xml version="1.0" encoding="utf-8"?>
<p:tagLst xmlns:p="http://schemas.openxmlformats.org/presentationml/2006/main">
  <p:tag name="AS_UNIQUEID" val="1044"/>
</p:tagLst>
</file>

<file path=ppt/tags/tag590.xml><?xml version="1.0" encoding="utf-8"?>
<p:tagLst xmlns:p="http://schemas.openxmlformats.org/presentationml/2006/main">
  <p:tag name="AS_UNIQUEID" val="1045"/>
</p:tagLst>
</file>

<file path=ppt/tags/tag591.xml><?xml version="1.0" encoding="utf-8"?>
<p:tagLst xmlns:p="http://schemas.openxmlformats.org/presentationml/2006/main">
  <p:tag name="AS_UNIQUEID" val="1046"/>
</p:tagLst>
</file>

<file path=ppt/tags/tag592.xml><?xml version="1.0" encoding="utf-8"?>
<p:tagLst xmlns:p="http://schemas.openxmlformats.org/presentationml/2006/main">
  <p:tag name="AS_UNIQUEID" val="287"/>
</p:tagLst>
</file>

<file path=ppt/tags/tag593.xml><?xml version="1.0" encoding="utf-8"?>
<p:tagLst xmlns:p="http://schemas.openxmlformats.org/presentationml/2006/main">
  <p:tag name="AS_UNIQUEID" val="288"/>
</p:tagLst>
</file>

<file path=ppt/tags/tag594.xml><?xml version="1.0" encoding="utf-8"?>
<p:tagLst xmlns:p="http://schemas.openxmlformats.org/presentationml/2006/main">
  <p:tag name="AS_UNIQUEID" val="289"/>
</p:tagLst>
</file>

<file path=ppt/tags/tag595.xml><?xml version="1.0" encoding="utf-8"?>
<p:tagLst xmlns:p="http://schemas.openxmlformats.org/presentationml/2006/main">
  <p:tag name="AS_UNIQUEID" val="331"/>
</p:tagLst>
</file>

<file path=ppt/tags/tag596.xml><?xml version="1.0" encoding="utf-8"?>
<p:tagLst xmlns:p="http://schemas.openxmlformats.org/presentationml/2006/main">
  <p:tag name="AS_UNIQUEID" val="329"/>
</p:tagLst>
</file>

<file path=ppt/tags/tag597.xml><?xml version="1.0" encoding="utf-8"?>
<p:tagLst xmlns:p="http://schemas.openxmlformats.org/presentationml/2006/main">
  <p:tag name="AS_UNIQUEID" val="330"/>
</p:tagLst>
</file>

<file path=ppt/tags/tag598.xml><?xml version="1.0" encoding="utf-8"?>
<p:tagLst xmlns:p="http://schemas.openxmlformats.org/presentationml/2006/main">
  <p:tag name="AS_UNIQUEID" val="332"/>
</p:tagLst>
</file>

<file path=ppt/tags/tag599.xml><?xml version="1.0" encoding="utf-8"?>
<p:tagLst xmlns:p="http://schemas.openxmlformats.org/presentationml/2006/main">
  <p:tag name="AS_UNIQUEID" val="311"/>
</p:tagLst>
</file>

<file path=ppt/tags/tag600.xml><?xml version="1.0" encoding="utf-8"?>
<p:tagLst xmlns:p="http://schemas.openxmlformats.org/presentationml/2006/main">
  <p:tag name="AS_UNIQUEID" val="312"/>
</p:tagLst>
</file>

<file path=ppt/tags/tag601.xml><?xml version="1.0" encoding="utf-8"?>
<p:tagLst xmlns:p="http://schemas.openxmlformats.org/presentationml/2006/main">
  <p:tag name="AS_UNIQUEID" val="313"/>
</p:tagLst>
</file>

<file path=ppt/tags/tag602.xml><?xml version="1.0" encoding="utf-8"?>
<p:tagLst xmlns:p="http://schemas.openxmlformats.org/presentationml/2006/main">
  <p:tag name="AS_UNIQUEID" val="314"/>
</p:tagLst>
</file>

<file path=ppt/tags/tag603.xml><?xml version="1.0" encoding="utf-8"?>
<p:tagLst xmlns:p="http://schemas.openxmlformats.org/presentationml/2006/main">
  <p:tag name="AS_UNIQUEID" val="315"/>
</p:tagLst>
</file>

<file path=ppt/tags/tag604.xml><?xml version="1.0" encoding="utf-8"?>
<p:tagLst xmlns:p="http://schemas.openxmlformats.org/presentationml/2006/main">
  <p:tag name="AS_UNIQUEID" val="316"/>
</p:tagLst>
</file>

<file path=ppt/tags/tag605.xml><?xml version="1.0" encoding="utf-8"?>
<p:tagLst xmlns:p="http://schemas.openxmlformats.org/presentationml/2006/main">
  <p:tag name="AS_UNIQUEID" val="317"/>
</p:tagLst>
</file>

<file path=ppt/tags/tag606.xml><?xml version="1.0" encoding="utf-8"?>
<p:tagLst xmlns:p="http://schemas.openxmlformats.org/presentationml/2006/main">
  <p:tag name="AS_UNIQUEID" val="318"/>
</p:tagLst>
</file>

<file path=ppt/tags/tag607.xml><?xml version="1.0" encoding="utf-8"?>
<p:tagLst xmlns:p="http://schemas.openxmlformats.org/presentationml/2006/main">
  <p:tag name="AS_UNIQUEID" val="319"/>
</p:tagLst>
</file>

<file path=ppt/tags/tag608.xml><?xml version="1.0" encoding="utf-8"?>
<p:tagLst xmlns:p="http://schemas.openxmlformats.org/presentationml/2006/main">
  <p:tag name="AS_UNIQUEID" val="320"/>
</p:tagLst>
</file>

<file path=ppt/tags/tag609.xml><?xml version="1.0" encoding="utf-8"?>
<p:tagLst xmlns:p="http://schemas.openxmlformats.org/presentationml/2006/main">
  <p:tag name="AS_UNIQUEID" val="333"/>
</p:tagLst>
</file>

<file path=ppt/tags/tag610.xml><?xml version="1.0" encoding="utf-8"?>
<p:tagLst xmlns:p="http://schemas.openxmlformats.org/presentationml/2006/main">
  <p:tag name="AS_UNIQUEID" val="321"/>
</p:tagLst>
</file>

<file path=ppt/tags/tag611.xml><?xml version="1.0" encoding="utf-8"?>
<p:tagLst xmlns:p="http://schemas.openxmlformats.org/presentationml/2006/main">
  <p:tag name="AS_UNIQUEID" val="322"/>
</p:tagLst>
</file>

<file path=ppt/tags/tag612.xml><?xml version="1.0" encoding="utf-8"?>
<p:tagLst xmlns:p="http://schemas.openxmlformats.org/presentationml/2006/main">
  <p:tag name="AS_UNIQUEID" val="323"/>
</p:tagLst>
</file>

<file path=ppt/tags/tag613.xml><?xml version="1.0" encoding="utf-8"?>
<p:tagLst xmlns:p="http://schemas.openxmlformats.org/presentationml/2006/main">
  <p:tag name="AS_UNIQUEID" val="324"/>
</p:tagLst>
</file>

<file path=ppt/tags/tag614.xml><?xml version="1.0" encoding="utf-8"?>
<p:tagLst xmlns:p="http://schemas.openxmlformats.org/presentationml/2006/main">
  <p:tag name="AS_UNIQUEID" val="325"/>
</p:tagLst>
</file>

<file path=ppt/tags/tag615.xml><?xml version="1.0" encoding="utf-8"?>
<p:tagLst xmlns:p="http://schemas.openxmlformats.org/presentationml/2006/main">
  <p:tag name="AS_UNIQUEID" val="326"/>
</p:tagLst>
</file>

<file path=ppt/tags/tag616.xml><?xml version="1.0" encoding="utf-8"?>
<p:tagLst xmlns:p="http://schemas.openxmlformats.org/presentationml/2006/main">
  <p:tag name="AS_UNIQUEID" val="327"/>
</p:tagLst>
</file>

<file path=ppt/tags/tag617.xml><?xml version="1.0" encoding="utf-8"?>
<p:tagLst xmlns:p="http://schemas.openxmlformats.org/presentationml/2006/main">
  <p:tag name="AS_UNIQUEID" val="328"/>
</p:tagLst>
</file>

<file path=ppt/tags/tag618.xml><?xml version="1.0" encoding="utf-8"?>
<p:tagLst xmlns:p="http://schemas.openxmlformats.org/presentationml/2006/main">
  <p:tag name="AS_UNIQUEID" val="310"/>
</p:tagLst>
</file>

<file path=ppt/tags/tag619.xml><?xml version="1.0" encoding="utf-8"?>
<p:tagLst xmlns:p="http://schemas.openxmlformats.org/presentationml/2006/main">
  <p:tag name="AS_UNIQUEID" val="1049"/>
</p:tagLst>
</file>

<file path=ppt/tags/tag620.xml><?xml version="1.0" encoding="utf-8"?>
<p:tagLst xmlns:p="http://schemas.openxmlformats.org/presentationml/2006/main">
  <p:tag name="AS_UNIQUEID" val="1050"/>
</p:tagLst>
</file>

<file path=ppt/tags/tag621.xml><?xml version="1.0" encoding="utf-8"?>
<p:tagLst xmlns:p="http://schemas.openxmlformats.org/presentationml/2006/main">
  <p:tag name="AS_UNIQUEID" val="1051"/>
</p:tagLst>
</file>

<file path=ppt/tags/tag622.xml><?xml version="1.0" encoding="utf-8"?>
<p:tagLst xmlns:p="http://schemas.openxmlformats.org/presentationml/2006/main">
  <p:tag name="AS_UNIQUEID" val="334"/>
</p:tagLst>
</file>

<file path=ppt/tags/tag623.xml><?xml version="1.0" encoding="utf-8"?>
<p:tagLst xmlns:p="http://schemas.openxmlformats.org/presentationml/2006/main">
  <p:tag name="AS_UNIQUEID" val="335"/>
</p:tagLst>
</file>

<file path=ppt/tags/tag624.xml><?xml version="1.0" encoding="utf-8"?>
<p:tagLst xmlns:p="http://schemas.openxmlformats.org/presentationml/2006/main">
  <p:tag name="AS_UNIQUEID" val="1054"/>
</p:tagLst>
</file>

<file path=ppt/tags/tag625.xml><?xml version="1.0" encoding="utf-8"?>
<p:tagLst xmlns:p="http://schemas.openxmlformats.org/presentationml/2006/main">
  <p:tag name="AS_UNIQUEID" val="1055"/>
</p:tagLst>
</file>

<file path=ppt/tags/tag626.xml><?xml version="1.0" encoding="utf-8"?>
<p:tagLst xmlns:p="http://schemas.openxmlformats.org/presentationml/2006/main">
  <p:tag name="AS_UNIQUEID" val="1056"/>
</p:tagLst>
</file>

<file path=ppt/tags/tag627.xml><?xml version="1.0" encoding="utf-8"?>
<p:tagLst xmlns:p="http://schemas.openxmlformats.org/presentationml/2006/main">
  <p:tag name="AS_UNIQUEID" val="952"/>
</p:tagLst>
</file>

<file path=ppt/tags/tag628.xml><?xml version="1.0" encoding="utf-8"?>
<p:tagLst xmlns:p="http://schemas.openxmlformats.org/presentationml/2006/main">
  <p:tag name="AS_UNIQUEID" val="953"/>
</p:tagLst>
</file>

<file path=ppt/tags/tag629.xml><?xml version="1.0" encoding="utf-8"?>
<p:tagLst xmlns:p="http://schemas.openxmlformats.org/presentationml/2006/main">
  <p:tag name="AS_UNIQUEID" val="954"/>
</p:tagLst>
</file>

<file path=ppt/tags/tag630.xml><?xml version="1.0" encoding="utf-8"?>
<p:tagLst xmlns:p="http://schemas.openxmlformats.org/presentationml/2006/main">
  <p:tag name="AS_UNIQUEID" val="955"/>
</p:tagLst>
</file>

<file path=ppt/tags/tag631.xml><?xml version="1.0" encoding="utf-8"?>
<p:tagLst xmlns:p="http://schemas.openxmlformats.org/presentationml/2006/main">
  <p:tag name="AS_UNIQUEID" val="956"/>
</p:tagLst>
</file>

<file path=ppt/tags/tag632.xml><?xml version="1.0" encoding="utf-8"?>
<p:tagLst xmlns:p="http://schemas.openxmlformats.org/presentationml/2006/main">
  <p:tag name="AS_UNIQUEID" val="957"/>
</p:tagLst>
</file>

<file path=ppt/tags/tag633.xml><?xml version="1.0" encoding="utf-8"?>
<p:tagLst xmlns:p="http://schemas.openxmlformats.org/presentationml/2006/main">
  <p:tag name="AS_OS" val="Unix 5.10.134.13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3131</Words>
  <Application>WPS 演示</Application>
  <PresentationFormat>On-screen Show (4:3)</PresentationFormat>
  <Paragraphs>612</Paragraphs>
  <Slides>20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Office Theme</vt:lpstr>
      <vt:lpstr>Word.Document.12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202603</cp:lastModifiedBy>
  <cp:revision>6</cp:revision>
  <cp:lastPrinted>2026-08-30T21:45:00Z</cp:lastPrinted>
  <dcterms:created xsi:type="dcterms:W3CDTF">2026-08-30T13:45:00Z</dcterms:created>
  <dcterms:modified xsi:type="dcterms:W3CDTF">2026-10-16T07:25:28Z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F32ED74BAA374B7AB1FBF63A12425A57_12</vt:lpwstr>
  </property>
</Properties>
</file>