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3.svg" ContentType="image/svg+xml"/>
  <Override PartName="/ppt/media/image106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20.svg" ContentType="image/svg+xml"/>
  <Override PartName="/ppt/media/image122.svg" ContentType="image/svg+xml"/>
  <Override PartName="/ppt/media/image125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4.svg" ContentType="image/svg+xml"/>
  <Override PartName="/ppt/media/image140.svg" ContentType="image/svg+xml"/>
  <Override PartName="/ppt/media/image144.svg" ContentType="image/svg+xml"/>
  <Override PartName="/ppt/media/image147.svg" ContentType="image/svg+xml"/>
  <Override PartName="/ppt/media/image150.svg" ContentType="image/svg+xml"/>
  <Override PartName="/ppt/media/image154.svg" ContentType="image/svg+xml"/>
  <Override PartName="/ppt/media/image158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6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6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4.svg" ContentType="image/svg+xml"/>
  <Override PartName="/ppt/media/image62.svg" ContentType="image/svg+xml"/>
  <Override PartName="/ppt/media/image65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8.svg" ContentType="image/svg+xml"/>
  <Override PartName="/ppt/media/image82.svg" ContentType="image/svg+xml"/>
  <Override PartName="/ppt/media/image84.svg" ContentType="image/svg+xml"/>
  <Override PartName="/ppt/media/image87.svg" ContentType="image/svg+xml"/>
  <Override PartName="/ppt/media/image91.svg" ContentType="image/svg+xml"/>
  <Override PartName="/ppt/media/image93.svg" ContentType="image/svg+xml"/>
  <Override PartName="/ppt/media/image9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2" r:id="rId5"/>
    <p:sldId id="265" r:id="rId6"/>
    <p:sldId id="268" r:id="rId7"/>
    <p:sldId id="271" r:id="rId8"/>
    <p:sldId id="274" r:id="rId9"/>
    <p:sldId id="277" r:id="rId10"/>
    <p:sldId id="280" r:id="rId11"/>
    <p:sldId id="283" r:id="rId12"/>
    <p:sldId id="286" r:id="rId13"/>
    <p:sldId id="289" r:id="rId14"/>
    <p:sldId id="292" r:id="rId15"/>
    <p:sldId id="295" r:id="rId16"/>
    <p:sldId id="298" r:id="rId17"/>
    <p:sldId id="301" r:id="rId18"/>
    <p:sldId id="304" r:id="rId19"/>
    <p:sldId id="307" r:id="rId20"/>
    <p:sldId id="310" r:id="rId21"/>
    <p:sldId id="313" r:id="rId22"/>
    <p:sldId id="316" r:id="rId23"/>
    <p:sldId id="319" r:id="rId24"/>
    <p:sldId id="322" r:id="rId25"/>
    <p:sldId id="325" r:id="rId26"/>
    <p:sldId id="328" r:id="rId27"/>
    <p:sldId id="331" r:id="rId28"/>
    <p:sldId id="334" r:id="rId29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 showGuides="1">
      <p:cViewPr>
        <p:scale>
          <a:sx n="73" d="100"/>
          <a:sy n="73" d="100"/>
        </p:scale>
        <p:origin x="0" y="0"/>
      </p:cViewPr>
      <p:guideLst>
        <p:guide orient="horz" pos="2131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804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803.xml"/><Relationship Id="rId5" Type="http://schemas.openxmlformats.org/officeDocument/2006/relationships/tags" Target="../tags/tag802.xml"/><Relationship Id="rId4" Type="http://schemas.openxmlformats.org/officeDocument/2006/relationships/tags" Target="../tags/tag801.xml"/><Relationship Id="rId3" Type="http://schemas.openxmlformats.org/officeDocument/2006/relationships/tags" Target="../tags/tag800.xml"/><Relationship Id="rId2" Type="http://schemas.openxmlformats.org/officeDocument/2006/relationships/tags" Target="../tags/tag799.xml"/><Relationship Id="rId1" Type="http://schemas.openxmlformats.org/officeDocument/2006/relationships/tags" Target="../tags/tag79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2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3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5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5" Type="http://schemas.openxmlformats.org/officeDocument/2006/relationships/tags" Target="../tags/tag249.xml"/><Relationship Id="rId4" Type="http://schemas.openxmlformats.org/officeDocument/2006/relationships/tags" Target="../tags/tag248.xml"/><Relationship Id="rId3" Type="http://schemas.openxmlformats.org/officeDocument/2006/relationships/tags" Target="../tags/tag24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5" Type="http://schemas.openxmlformats.org/officeDocument/2006/relationships/tags" Target="../tags/tag281.xml"/><Relationship Id="rId4" Type="http://schemas.openxmlformats.org/officeDocument/2006/relationships/tags" Target="../tags/tag280.xml"/><Relationship Id="rId3" Type="http://schemas.openxmlformats.org/officeDocument/2006/relationships/tags" Target="../tags/tag27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5" Type="http://schemas.openxmlformats.org/officeDocument/2006/relationships/tags" Target="../tags/tag316.xml"/><Relationship Id="rId4" Type="http://schemas.openxmlformats.org/officeDocument/2006/relationships/tags" Target="../tags/tag315.xml"/><Relationship Id="rId3" Type="http://schemas.openxmlformats.org/officeDocument/2006/relationships/tags" Target="../tags/tag31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5" Type="http://schemas.openxmlformats.org/officeDocument/2006/relationships/tags" Target="../tags/tag364.xml"/><Relationship Id="rId4" Type="http://schemas.openxmlformats.org/officeDocument/2006/relationships/tags" Target="../tags/tag363.xml"/><Relationship Id="rId3" Type="http://schemas.openxmlformats.org/officeDocument/2006/relationships/tags" Target="../tags/tag36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5" Type="http://schemas.openxmlformats.org/officeDocument/2006/relationships/tags" Target="../tags/tag399.xml"/><Relationship Id="rId4" Type="http://schemas.openxmlformats.org/officeDocument/2006/relationships/tags" Target="../tags/tag398.xml"/><Relationship Id="rId3" Type="http://schemas.openxmlformats.org/officeDocument/2006/relationships/tags" Target="../tags/tag39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5" Type="http://schemas.openxmlformats.org/officeDocument/2006/relationships/tags" Target="../tags/tag441.xml"/><Relationship Id="rId4" Type="http://schemas.openxmlformats.org/officeDocument/2006/relationships/tags" Target="../tags/tag440.xml"/><Relationship Id="rId3" Type="http://schemas.openxmlformats.org/officeDocument/2006/relationships/tags" Target="../tags/tag43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5" Type="http://schemas.openxmlformats.org/officeDocument/2006/relationships/tags" Target="../tags/tag469.xml"/><Relationship Id="rId4" Type="http://schemas.openxmlformats.org/officeDocument/2006/relationships/tags" Target="../tags/tag468.xml"/><Relationship Id="rId3" Type="http://schemas.openxmlformats.org/officeDocument/2006/relationships/tags" Target="../tags/tag46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5" Type="http://schemas.openxmlformats.org/officeDocument/2006/relationships/tags" Target="../tags/tag497.xml"/><Relationship Id="rId4" Type="http://schemas.openxmlformats.org/officeDocument/2006/relationships/tags" Target="../tags/tag496.xml"/><Relationship Id="rId3" Type="http://schemas.openxmlformats.org/officeDocument/2006/relationships/tags" Target="../tags/tag49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5" Type="http://schemas.openxmlformats.org/officeDocument/2006/relationships/tags" Target="../tags/tag507.xml"/><Relationship Id="rId4" Type="http://schemas.openxmlformats.org/officeDocument/2006/relationships/tags" Target="../tags/tag506.xml"/><Relationship Id="rId3" Type="http://schemas.openxmlformats.org/officeDocument/2006/relationships/tags" Target="../tags/tag50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5" Type="http://schemas.openxmlformats.org/officeDocument/2006/relationships/tags" Target="../tags/tag534.xml"/><Relationship Id="rId4" Type="http://schemas.openxmlformats.org/officeDocument/2006/relationships/tags" Target="../tags/tag533.xml"/><Relationship Id="rId3" Type="http://schemas.openxmlformats.org/officeDocument/2006/relationships/tags" Target="../tags/tag53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5" Type="http://schemas.openxmlformats.org/officeDocument/2006/relationships/tags" Target="../tags/tag578.xml"/><Relationship Id="rId4" Type="http://schemas.openxmlformats.org/officeDocument/2006/relationships/tags" Target="../tags/tag577.xml"/><Relationship Id="rId3" Type="http://schemas.openxmlformats.org/officeDocument/2006/relationships/tags" Target="../tags/tag57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5" Type="http://schemas.openxmlformats.org/officeDocument/2006/relationships/tags" Target="../tags/tag616.xml"/><Relationship Id="rId4" Type="http://schemas.openxmlformats.org/officeDocument/2006/relationships/tags" Target="../tags/tag615.xml"/><Relationship Id="rId3" Type="http://schemas.openxmlformats.org/officeDocument/2006/relationships/tags" Target="../tags/tag61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5" Type="http://schemas.openxmlformats.org/officeDocument/2006/relationships/tags" Target="../tags/tag658.xml"/><Relationship Id="rId4" Type="http://schemas.openxmlformats.org/officeDocument/2006/relationships/tags" Target="../tags/tag657.xml"/><Relationship Id="rId3" Type="http://schemas.openxmlformats.org/officeDocument/2006/relationships/tags" Target="../tags/tag65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5" Type="http://schemas.openxmlformats.org/officeDocument/2006/relationships/tags" Target="../tags/tag683.xml"/><Relationship Id="rId4" Type="http://schemas.openxmlformats.org/officeDocument/2006/relationships/tags" Target="../tags/tag682.xml"/><Relationship Id="rId3" Type="http://schemas.openxmlformats.org/officeDocument/2006/relationships/tags" Target="../tags/tag681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5" Type="http://schemas.openxmlformats.org/officeDocument/2006/relationships/tags" Target="../tags/tag706.xml"/><Relationship Id="rId4" Type="http://schemas.openxmlformats.org/officeDocument/2006/relationships/tags" Target="../tags/tag705.xml"/><Relationship Id="rId3" Type="http://schemas.openxmlformats.org/officeDocument/2006/relationships/tags" Target="../tags/tag70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5" Type="http://schemas.openxmlformats.org/officeDocument/2006/relationships/tags" Target="../tags/tag743.xml"/><Relationship Id="rId4" Type="http://schemas.openxmlformats.org/officeDocument/2006/relationships/tags" Target="../tags/tag742.xml"/><Relationship Id="rId3" Type="http://schemas.openxmlformats.org/officeDocument/2006/relationships/tags" Target="../tags/tag741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5" Type="http://schemas.openxmlformats.org/officeDocument/2006/relationships/tags" Target="../tags/tag765.xml"/><Relationship Id="rId4" Type="http://schemas.openxmlformats.org/officeDocument/2006/relationships/tags" Target="../tags/tag764.xml"/><Relationship Id="rId3" Type="http://schemas.openxmlformats.org/officeDocument/2006/relationships/tags" Target="../tags/tag76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5" Type="http://schemas.openxmlformats.org/officeDocument/2006/relationships/tags" Target="../tags/tag792.xml"/><Relationship Id="rId4" Type="http://schemas.openxmlformats.org/officeDocument/2006/relationships/tags" Target="../tags/tag791.xml"/><Relationship Id="rId3" Type="http://schemas.openxmlformats.org/officeDocument/2006/relationships/tags" Target="../tags/tag79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5" Type="http://schemas.openxmlformats.org/officeDocument/2006/relationships/tags" Target="../tags/tag797.xml"/><Relationship Id="rId4" Type="http://schemas.openxmlformats.org/officeDocument/2006/relationships/tags" Target="../tags/tag796.xml"/><Relationship Id="rId3" Type="http://schemas.openxmlformats.org/officeDocument/2006/relationships/tags" Target="../tags/tag79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子类1——物理位置选择 测评指标 ① 机房场地是否选择在具有防震、防风和防雨等能力的建筑内 ② 机房场地是否避免设在建筑物的顶层或地下室（否则应加强防水和防潮措施） 核查方法 ① 现场勘察机房所在楼层及周边环境 ② 查阅建筑设计图纸 ③ 检查防震、防风、防雨措施 常见问题 ① 机房设在地下室，雨季出现渗水 ② 机房设在顶层，夏季屋顶温度过高 ③ 建筑未考虑防震设计 记录要点 需标注机房具体位置、建筑结构类型、是否存在环境风险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6" Type="http://schemas.openxmlformats.org/officeDocument/2006/relationships/notesSlide" Target="../notesSlides/notesSlide1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6.xml"/><Relationship Id="rId23" Type="http://schemas.openxmlformats.org/officeDocument/2006/relationships/tags" Target="../tags/tag15.xml"/><Relationship Id="rId22" Type="http://schemas.openxmlformats.org/officeDocument/2006/relationships/tags" Target="../tags/tag14.xml"/><Relationship Id="rId21" Type="http://schemas.openxmlformats.org/officeDocument/2006/relationships/tags" Target="../tags/tag13.xml"/><Relationship Id="rId20" Type="http://schemas.openxmlformats.org/officeDocument/2006/relationships/image" Target="../media/image8.png"/><Relationship Id="rId2" Type="http://schemas.openxmlformats.org/officeDocument/2006/relationships/image" Target="../media/image1.png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7.png"/><Relationship Id="rId16" Type="http://schemas.openxmlformats.org/officeDocument/2006/relationships/tags" Target="../tags/tag10.xml"/><Relationship Id="rId15" Type="http://schemas.openxmlformats.org/officeDocument/2006/relationships/image" Target="../media/image6.png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5.png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image" Target="../media/image10.png"/><Relationship Id="rId3" Type="http://schemas.openxmlformats.org/officeDocument/2006/relationships/tags" Target="../tags/tag21.xml"/><Relationship Id="rId2" Type="http://schemas.openxmlformats.org/officeDocument/2006/relationships/image" Target="../media/image9.pn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image" Target="../media/image12.png"/><Relationship Id="rId5" Type="http://schemas.openxmlformats.org/officeDocument/2006/relationships/tags" Target="../tags/tag37.xml"/><Relationship Id="rId41" Type="http://schemas.openxmlformats.org/officeDocument/2006/relationships/notesSlide" Target="../notesSlides/notesSlide3.xml"/><Relationship Id="rId40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9" Type="http://schemas.openxmlformats.org/officeDocument/2006/relationships/tags" Target="../tags/tag60.xml"/><Relationship Id="rId38" Type="http://schemas.openxmlformats.org/officeDocument/2006/relationships/image" Target="../media/image22.png"/><Relationship Id="rId37" Type="http://schemas.openxmlformats.org/officeDocument/2006/relationships/tags" Target="../tags/tag59.xml"/><Relationship Id="rId36" Type="http://schemas.openxmlformats.org/officeDocument/2006/relationships/image" Target="../media/image21.svg"/><Relationship Id="rId35" Type="http://schemas.openxmlformats.org/officeDocument/2006/relationships/image" Target="../media/image20.png"/><Relationship Id="rId34" Type="http://schemas.openxmlformats.org/officeDocument/2006/relationships/tags" Target="../tags/tag58.xml"/><Relationship Id="rId33" Type="http://schemas.openxmlformats.org/officeDocument/2006/relationships/tags" Target="../tags/tag57.xml"/><Relationship Id="rId32" Type="http://schemas.openxmlformats.org/officeDocument/2006/relationships/tags" Target="../tags/tag56.xml"/><Relationship Id="rId31" Type="http://schemas.openxmlformats.org/officeDocument/2006/relationships/tags" Target="../tags/tag55.xml"/><Relationship Id="rId30" Type="http://schemas.openxmlformats.org/officeDocument/2006/relationships/image" Target="../media/image19.svg"/><Relationship Id="rId3" Type="http://schemas.openxmlformats.org/officeDocument/2006/relationships/tags" Target="../tags/tag36.xml"/><Relationship Id="rId29" Type="http://schemas.openxmlformats.org/officeDocument/2006/relationships/image" Target="../media/image18.png"/><Relationship Id="rId28" Type="http://schemas.openxmlformats.org/officeDocument/2006/relationships/tags" Target="../tags/tag54.xml"/><Relationship Id="rId27" Type="http://schemas.openxmlformats.org/officeDocument/2006/relationships/image" Target="../media/image17.svg"/><Relationship Id="rId26" Type="http://schemas.openxmlformats.org/officeDocument/2006/relationships/image" Target="../media/image16.png"/><Relationship Id="rId25" Type="http://schemas.openxmlformats.org/officeDocument/2006/relationships/tags" Target="../tags/tag53.xml"/><Relationship Id="rId24" Type="http://schemas.openxmlformats.org/officeDocument/2006/relationships/tags" Target="../tags/tag52.xml"/><Relationship Id="rId23" Type="http://schemas.openxmlformats.org/officeDocument/2006/relationships/tags" Target="../tags/tag51.xml"/><Relationship Id="rId22" Type="http://schemas.openxmlformats.org/officeDocument/2006/relationships/tags" Target="../tags/tag50.xml"/><Relationship Id="rId21" Type="http://schemas.openxmlformats.org/officeDocument/2006/relationships/tags" Target="../tags/tag49.xml"/><Relationship Id="rId20" Type="http://schemas.openxmlformats.org/officeDocument/2006/relationships/tags" Target="../tags/tag48.xml"/><Relationship Id="rId2" Type="http://schemas.openxmlformats.org/officeDocument/2006/relationships/image" Target="../media/image9.png"/><Relationship Id="rId19" Type="http://schemas.openxmlformats.org/officeDocument/2006/relationships/tags" Target="../tags/tag47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image" Target="../media/image15.png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image" Target="../media/image14.svg"/><Relationship Id="rId1" Type="http://schemas.openxmlformats.org/officeDocument/2006/relationships/tags" Target="../tags/tag3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image" Target="../media/image23.png"/><Relationship Id="rId7" Type="http://schemas.openxmlformats.org/officeDocument/2006/relationships/tags" Target="../tags/tag67.xml"/><Relationship Id="rId6" Type="http://schemas.openxmlformats.org/officeDocument/2006/relationships/image" Target="../media/image12.png"/><Relationship Id="rId5" Type="http://schemas.openxmlformats.org/officeDocument/2006/relationships/tags" Target="../tags/tag66.xml"/><Relationship Id="rId4" Type="http://schemas.openxmlformats.org/officeDocument/2006/relationships/image" Target="../media/image11.png"/><Relationship Id="rId39" Type="http://schemas.openxmlformats.org/officeDocument/2006/relationships/notesSlide" Target="../notesSlides/notesSlide4.xml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88.xml"/><Relationship Id="rId36" Type="http://schemas.openxmlformats.org/officeDocument/2006/relationships/tags" Target="../tags/tag87.xml"/><Relationship Id="rId35" Type="http://schemas.openxmlformats.org/officeDocument/2006/relationships/image" Target="../media/image31.svg"/><Relationship Id="rId34" Type="http://schemas.openxmlformats.org/officeDocument/2006/relationships/image" Target="../media/image30.png"/><Relationship Id="rId33" Type="http://schemas.openxmlformats.org/officeDocument/2006/relationships/tags" Target="../tags/tag86.xml"/><Relationship Id="rId32" Type="http://schemas.openxmlformats.org/officeDocument/2006/relationships/image" Target="../media/image29.svg"/><Relationship Id="rId31" Type="http://schemas.openxmlformats.org/officeDocument/2006/relationships/image" Target="../media/image28.png"/><Relationship Id="rId30" Type="http://schemas.openxmlformats.org/officeDocument/2006/relationships/tags" Target="../tags/tag85.xml"/><Relationship Id="rId3" Type="http://schemas.openxmlformats.org/officeDocument/2006/relationships/tags" Target="../tags/tag65.xml"/><Relationship Id="rId29" Type="http://schemas.openxmlformats.org/officeDocument/2006/relationships/tags" Target="../tags/tag84.xml"/><Relationship Id="rId28" Type="http://schemas.openxmlformats.org/officeDocument/2006/relationships/tags" Target="../tags/tag83.xml"/><Relationship Id="rId27" Type="http://schemas.openxmlformats.org/officeDocument/2006/relationships/tags" Target="../tags/tag82.xml"/><Relationship Id="rId26" Type="http://schemas.openxmlformats.org/officeDocument/2006/relationships/tags" Target="../tags/tag81.xml"/><Relationship Id="rId25" Type="http://schemas.openxmlformats.org/officeDocument/2006/relationships/image" Target="../media/image27.png"/><Relationship Id="rId24" Type="http://schemas.openxmlformats.org/officeDocument/2006/relationships/tags" Target="../tags/tag80.xml"/><Relationship Id="rId23" Type="http://schemas.openxmlformats.org/officeDocument/2006/relationships/tags" Target="../tags/tag79.xml"/><Relationship Id="rId22" Type="http://schemas.openxmlformats.org/officeDocument/2006/relationships/tags" Target="../tags/tag78.xml"/><Relationship Id="rId21" Type="http://schemas.openxmlformats.org/officeDocument/2006/relationships/tags" Target="../tags/tag77.xml"/><Relationship Id="rId20" Type="http://schemas.openxmlformats.org/officeDocument/2006/relationships/tags" Target="../tags/tag76.xml"/><Relationship Id="rId2" Type="http://schemas.openxmlformats.org/officeDocument/2006/relationships/image" Target="../media/image9.png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image" Target="../media/image26.svg"/><Relationship Id="rId13" Type="http://schemas.openxmlformats.org/officeDocument/2006/relationships/image" Target="../media/image25.png"/><Relationship Id="rId12" Type="http://schemas.openxmlformats.org/officeDocument/2006/relationships/tags" Target="../tags/tag70.xml"/><Relationship Id="rId11" Type="http://schemas.openxmlformats.org/officeDocument/2006/relationships/image" Target="../media/image24.png"/><Relationship Id="rId10" Type="http://schemas.openxmlformats.org/officeDocument/2006/relationships/tags" Target="../tags/tag69.xml"/><Relationship Id="rId1" Type="http://schemas.openxmlformats.org/officeDocument/2006/relationships/tags" Target="../tags/tag6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image" Target="../media/image12.png"/><Relationship Id="rId50" Type="http://schemas.openxmlformats.org/officeDocument/2006/relationships/notesSlide" Target="../notesSlides/notesSlide5.xml"/><Relationship Id="rId5" Type="http://schemas.openxmlformats.org/officeDocument/2006/relationships/tags" Target="../tags/tag94.xml"/><Relationship Id="rId49" Type="http://schemas.openxmlformats.org/officeDocument/2006/relationships/slideLayout" Target="../slideLayouts/slideLayout1.xml"/><Relationship Id="rId48" Type="http://schemas.openxmlformats.org/officeDocument/2006/relationships/tags" Target="../tags/tag129.xml"/><Relationship Id="rId47" Type="http://schemas.openxmlformats.org/officeDocument/2006/relationships/tags" Target="../tags/tag128.xml"/><Relationship Id="rId46" Type="http://schemas.openxmlformats.org/officeDocument/2006/relationships/tags" Target="../tags/tag127.xml"/><Relationship Id="rId45" Type="http://schemas.openxmlformats.org/officeDocument/2006/relationships/image" Target="../media/image36.svg"/><Relationship Id="rId44" Type="http://schemas.openxmlformats.org/officeDocument/2006/relationships/image" Target="../media/image35.png"/><Relationship Id="rId43" Type="http://schemas.openxmlformats.org/officeDocument/2006/relationships/tags" Target="../tags/tag126.xml"/><Relationship Id="rId42" Type="http://schemas.openxmlformats.org/officeDocument/2006/relationships/tags" Target="../tags/tag125.xml"/><Relationship Id="rId41" Type="http://schemas.openxmlformats.org/officeDocument/2006/relationships/tags" Target="../tags/tag124.xml"/><Relationship Id="rId40" Type="http://schemas.openxmlformats.org/officeDocument/2006/relationships/tags" Target="../tags/tag123.xml"/><Relationship Id="rId4" Type="http://schemas.openxmlformats.org/officeDocument/2006/relationships/image" Target="../media/image11.png"/><Relationship Id="rId39" Type="http://schemas.openxmlformats.org/officeDocument/2006/relationships/tags" Target="../tags/tag122.xml"/><Relationship Id="rId38" Type="http://schemas.openxmlformats.org/officeDocument/2006/relationships/tags" Target="../tags/tag121.xml"/><Relationship Id="rId37" Type="http://schemas.openxmlformats.org/officeDocument/2006/relationships/tags" Target="../tags/tag120.xml"/><Relationship Id="rId36" Type="http://schemas.openxmlformats.org/officeDocument/2006/relationships/tags" Target="../tags/tag119.xml"/><Relationship Id="rId35" Type="http://schemas.openxmlformats.org/officeDocument/2006/relationships/tags" Target="../tags/tag118.xml"/><Relationship Id="rId34" Type="http://schemas.openxmlformats.org/officeDocument/2006/relationships/tags" Target="../tags/tag117.xml"/><Relationship Id="rId33" Type="http://schemas.openxmlformats.org/officeDocument/2006/relationships/tags" Target="../tags/tag116.xml"/><Relationship Id="rId32" Type="http://schemas.openxmlformats.org/officeDocument/2006/relationships/tags" Target="../tags/tag115.xml"/><Relationship Id="rId31" Type="http://schemas.openxmlformats.org/officeDocument/2006/relationships/tags" Target="../tags/tag114.xml"/><Relationship Id="rId30" Type="http://schemas.openxmlformats.org/officeDocument/2006/relationships/tags" Target="../tags/tag113.xml"/><Relationship Id="rId3" Type="http://schemas.openxmlformats.org/officeDocument/2006/relationships/tags" Target="../tags/tag93.xml"/><Relationship Id="rId29" Type="http://schemas.openxmlformats.org/officeDocument/2006/relationships/tags" Target="../tags/tag112.xml"/><Relationship Id="rId28" Type="http://schemas.openxmlformats.org/officeDocument/2006/relationships/tags" Target="../tags/tag111.xml"/><Relationship Id="rId27" Type="http://schemas.openxmlformats.org/officeDocument/2006/relationships/tags" Target="../tags/tag110.xml"/><Relationship Id="rId26" Type="http://schemas.openxmlformats.org/officeDocument/2006/relationships/tags" Target="../tags/tag109.xml"/><Relationship Id="rId25" Type="http://schemas.openxmlformats.org/officeDocument/2006/relationships/tags" Target="../tags/tag108.xml"/><Relationship Id="rId24" Type="http://schemas.openxmlformats.org/officeDocument/2006/relationships/tags" Target="../tags/tag107.xml"/><Relationship Id="rId23" Type="http://schemas.openxmlformats.org/officeDocument/2006/relationships/tags" Target="../tags/tag106.xml"/><Relationship Id="rId22" Type="http://schemas.openxmlformats.org/officeDocument/2006/relationships/image" Target="../media/image34.png"/><Relationship Id="rId21" Type="http://schemas.openxmlformats.org/officeDocument/2006/relationships/tags" Target="../tags/tag105.xml"/><Relationship Id="rId20" Type="http://schemas.openxmlformats.org/officeDocument/2006/relationships/tags" Target="../tags/tag104.xml"/><Relationship Id="rId2" Type="http://schemas.openxmlformats.org/officeDocument/2006/relationships/image" Target="../media/image9.png"/><Relationship Id="rId19" Type="http://schemas.openxmlformats.org/officeDocument/2006/relationships/image" Target="../media/image31.svg"/><Relationship Id="rId18" Type="http://schemas.openxmlformats.org/officeDocument/2006/relationships/image" Target="../media/image30.png"/><Relationship Id="rId17" Type="http://schemas.openxmlformats.org/officeDocument/2006/relationships/tags" Target="../tags/tag103.xml"/><Relationship Id="rId16" Type="http://schemas.openxmlformats.org/officeDocument/2006/relationships/image" Target="../media/image33.svg"/><Relationship Id="rId15" Type="http://schemas.openxmlformats.org/officeDocument/2006/relationships/image" Target="../media/image32.png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tags" Target="../tags/tag9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1" Type="http://schemas.openxmlformats.org/officeDocument/2006/relationships/notesSlide" Target="../notesSlides/notesSlide6.xml"/><Relationship Id="rId60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9" Type="http://schemas.openxmlformats.org/officeDocument/2006/relationships/tags" Target="../tags/tag173.xml"/><Relationship Id="rId58" Type="http://schemas.openxmlformats.org/officeDocument/2006/relationships/tags" Target="../tags/tag172.xml"/><Relationship Id="rId57" Type="http://schemas.openxmlformats.org/officeDocument/2006/relationships/tags" Target="../tags/tag171.xml"/><Relationship Id="rId56" Type="http://schemas.openxmlformats.org/officeDocument/2006/relationships/image" Target="../media/image51.svg"/><Relationship Id="rId55" Type="http://schemas.openxmlformats.org/officeDocument/2006/relationships/image" Target="../media/image50.png"/><Relationship Id="rId54" Type="http://schemas.openxmlformats.org/officeDocument/2006/relationships/tags" Target="../tags/tag170.xml"/><Relationship Id="rId53" Type="http://schemas.openxmlformats.org/officeDocument/2006/relationships/image" Target="../media/image49.svg"/><Relationship Id="rId52" Type="http://schemas.openxmlformats.org/officeDocument/2006/relationships/image" Target="../media/image48.png"/><Relationship Id="rId51" Type="http://schemas.openxmlformats.org/officeDocument/2006/relationships/tags" Target="../tags/tag169.xml"/><Relationship Id="rId50" Type="http://schemas.openxmlformats.org/officeDocument/2006/relationships/image" Target="../media/image47.svg"/><Relationship Id="rId5" Type="http://schemas.openxmlformats.org/officeDocument/2006/relationships/tags" Target="../tags/tag135.xml"/><Relationship Id="rId49" Type="http://schemas.openxmlformats.org/officeDocument/2006/relationships/image" Target="../media/image46.png"/><Relationship Id="rId48" Type="http://schemas.openxmlformats.org/officeDocument/2006/relationships/tags" Target="../tags/tag168.xml"/><Relationship Id="rId47" Type="http://schemas.openxmlformats.org/officeDocument/2006/relationships/tags" Target="../tags/tag167.xml"/><Relationship Id="rId46" Type="http://schemas.openxmlformats.org/officeDocument/2006/relationships/tags" Target="../tags/tag166.xml"/><Relationship Id="rId45" Type="http://schemas.openxmlformats.org/officeDocument/2006/relationships/tags" Target="../tags/tag165.xml"/><Relationship Id="rId44" Type="http://schemas.openxmlformats.org/officeDocument/2006/relationships/tags" Target="../tags/tag164.xml"/><Relationship Id="rId43" Type="http://schemas.openxmlformats.org/officeDocument/2006/relationships/tags" Target="../tags/tag163.xml"/><Relationship Id="rId42" Type="http://schemas.openxmlformats.org/officeDocument/2006/relationships/tags" Target="../tags/tag162.xml"/><Relationship Id="rId41" Type="http://schemas.openxmlformats.org/officeDocument/2006/relationships/tags" Target="../tags/tag161.xml"/><Relationship Id="rId40" Type="http://schemas.openxmlformats.org/officeDocument/2006/relationships/tags" Target="../tags/tag160.xml"/><Relationship Id="rId4" Type="http://schemas.openxmlformats.org/officeDocument/2006/relationships/image" Target="../media/image11.png"/><Relationship Id="rId39" Type="http://schemas.openxmlformats.org/officeDocument/2006/relationships/image" Target="../media/image45.svg"/><Relationship Id="rId38" Type="http://schemas.openxmlformats.org/officeDocument/2006/relationships/image" Target="../media/image44.png"/><Relationship Id="rId37" Type="http://schemas.openxmlformats.org/officeDocument/2006/relationships/tags" Target="../tags/tag159.xml"/><Relationship Id="rId36" Type="http://schemas.openxmlformats.org/officeDocument/2006/relationships/tags" Target="../tags/tag158.xml"/><Relationship Id="rId35" Type="http://schemas.openxmlformats.org/officeDocument/2006/relationships/tags" Target="../tags/tag157.xml"/><Relationship Id="rId34" Type="http://schemas.openxmlformats.org/officeDocument/2006/relationships/tags" Target="../tags/tag156.xml"/><Relationship Id="rId33" Type="http://schemas.openxmlformats.org/officeDocument/2006/relationships/tags" Target="../tags/tag155.xml"/><Relationship Id="rId32" Type="http://schemas.openxmlformats.org/officeDocument/2006/relationships/tags" Target="../tags/tag154.xml"/><Relationship Id="rId31" Type="http://schemas.openxmlformats.org/officeDocument/2006/relationships/tags" Target="../tags/tag153.xml"/><Relationship Id="rId30" Type="http://schemas.openxmlformats.org/officeDocument/2006/relationships/tags" Target="../tags/tag152.xml"/><Relationship Id="rId3" Type="http://schemas.openxmlformats.org/officeDocument/2006/relationships/tags" Target="../tags/tag134.xml"/><Relationship Id="rId29" Type="http://schemas.openxmlformats.org/officeDocument/2006/relationships/tags" Target="../tags/tag151.xml"/><Relationship Id="rId28" Type="http://schemas.openxmlformats.org/officeDocument/2006/relationships/tags" Target="../tags/tag150.xml"/><Relationship Id="rId27" Type="http://schemas.openxmlformats.org/officeDocument/2006/relationships/tags" Target="../tags/tag149.xml"/><Relationship Id="rId26" Type="http://schemas.openxmlformats.org/officeDocument/2006/relationships/image" Target="../media/image43.svg"/><Relationship Id="rId25" Type="http://schemas.openxmlformats.org/officeDocument/2006/relationships/image" Target="../media/image42.png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image" Target="../media/image9.png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image" Target="../media/image41.svg"/><Relationship Id="rId14" Type="http://schemas.openxmlformats.org/officeDocument/2006/relationships/image" Target="../media/image40.png"/><Relationship Id="rId13" Type="http://schemas.openxmlformats.org/officeDocument/2006/relationships/tags" Target="../tags/tag139.xml"/><Relationship Id="rId12" Type="http://schemas.openxmlformats.org/officeDocument/2006/relationships/image" Target="../media/image39.svg"/><Relationship Id="rId11" Type="http://schemas.openxmlformats.org/officeDocument/2006/relationships/image" Target="../media/image38.png"/><Relationship Id="rId10" Type="http://schemas.openxmlformats.org/officeDocument/2006/relationships/tags" Target="../tags/tag138.xml"/><Relationship Id="rId1" Type="http://schemas.openxmlformats.org/officeDocument/2006/relationships/tags" Target="../tags/tag13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tags" Target="../tags/tag181.xml"/><Relationship Id="rId7" Type="http://schemas.openxmlformats.org/officeDocument/2006/relationships/tags" Target="../tags/tag180.xml"/><Relationship Id="rId6" Type="http://schemas.openxmlformats.org/officeDocument/2006/relationships/image" Target="../media/image12.png"/><Relationship Id="rId5" Type="http://schemas.openxmlformats.org/officeDocument/2006/relationships/tags" Target="../tags/tag179.xml"/><Relationship Id="rId4" Type="http://schemas.openxmlformats.org/officeDocument/2006/relationships/image" Target="../media/image11.png"/><Relationship Id="rId39" Type="http://schemas.openxmlformats.org/officeDocument/2006/relationships/notesSlide" Target="../notesSlides/notesSlide7.xml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206.xml"/><Relationship Id="rId36" Type="http://schemas.openxmlformats.org/officeDocument/2006/relationships/tags" Target="../tags/tag205.xml"/><Relationship Id="rId35" Type="http://schemas.openxmlformats.org/officeDocument/2006/relationships/tags" Target="../tags/tag204.xml"/><Relationship Id="rId34" Type="http://schemas.openxmlformats.org/officeDocument/2006/relationships/tags" Target="../tags/tag203.xml"/><Relationship Id="rId33" Type="http://schemas.openxmlformats.org/officeDocument/2006/relationships/tags" Target="../tags/tag202.xml"/><Relationship Id="rId32" Type="http://schemas.openxmlformats.org/officeDocument/2006/relationships/tags" Target="../tags/tag201.xml"/><Relationship Id="rId31" Type="http://schemas.openxmlformats.org/officeDocument/2006/relationships/image" Target="../media/image55.png"/><Relationship Id="rId30" Type="http://schemas.openxmlformats.org/officeDocument/2006/relationships/tags" Target="../tags/tag200.xml"/><Relationship Id="rId3" Type="http://schemas.openxmlformats.org/officeDocument/2006/relationships/tags" Target="../tags/tag178.xml"/><Relationship Id="rId29" Type="http://schemas.openxmlformats.org/officeDocument/2006/relationships/tags" Target="../tags/tag199.xml"/><Relationship Id="rId28" Type="http://schemas.openxmlformats.org/officeDocument/2006/relationships/tags" Target="../tags/tag198.xml"/><Relationship Id="rId27" Type="http://schemas.openxmlformats.org/officeDocument/2006/relationships/tags" Target="../tags/tag197.xml"/><Relationship Id="rId26" Type="http://schemas.openxmlformats.org/officeDocument/2006/relationships/tags" Target="../tags/tag196.xml"/><Relationship Id="rId25" Type="http://schemas.openxmlformats.org/officeDocument/2006/relationships/tags" Target="../tags/tag195.xml"/><Relationship Id="rId24" Type="http://schemas.openxmlformats.org/officeDocument/2006/relationships/tags" Target="../tags/tag194.xml"/><Relationship Id="rId23" Type="http://schemas.openxmlformats.org/officeDocument/2006/relationships/tags" Target="../tags/tag193.xml"/><Relationship Id="rId22" Type="http://schemas.openxmlformats.org/officeDocument/2006/relationships/tags" Target="../tags/tag192.xml"/><Relationship Id="rId21" Type="http://schemas.openxmlformats.org/officeDocument/2006/relationships/tags" Target="../tags/tag191.xml"/><Relationship Id="rId20" Type="http://schemas.openxmlformats.org/officeDocument/2006/relationships/tags" Target="../tags/tag190.xml"/><Relationship Id="rId2" Type="http://schemas.openxmlformats.org/officeDocument/2006/relationships/image" Target="../media/image9.png"/><Relationship Id="rId19" Type="http://schemas.openxmlformats.org/officeDocument/2006/relationships/tags" Target="../tags/tag189.xml"/><Relationship Id="rId18" Type="http://schemas.openxmlformats.org/officeDocument/2006/relationships/tags" Target="../tags/tag188.xml"/><Relationship Id="rId17" Type="http://schemas.openxmlformats.org/officeDocument/2006/relationships/tags" Target="../tags/tag187.xml"/><Relationship Id="rId16" Type="http://schemas.openxmlformats.org/officeDocument/2006/relationships/tags" Target="../tags/tag186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image" Target="../media/image54.svg"/><Relationship Id="rId11" Type="http://schemas.openxmlformats.org/officeDocument/2006/relationships/image" Target="../media/image53.png"/><Relationship Id="rId10" Type="http://schemas.openxmlformats.org/officeDocument/2006/relationships/tags" Target="../tags/tag182.xml"/><Relationship Id="rId1" Type="http://schemas.openxmlformats.org/officeDocument/2006/relationships/tags" Target="../tags/tag17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png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image" Target="../media/image12.png"/><Relationship Id="rId5" Type="http://schemas.openxmlformats.org/officeDocument/2006/relationships/tags" Target="../tags/tag212.xml"/><Relationship Id="rId44" Type="http://schemas.openxmlformats.org/officeDocument/2006/relationships/notesSlide" Target="../notesSlides/notesSlide8.xml"/><Relationship Id="rId43" Type="http://schemas.openxmlformats.org/officeDocument/2006/relationships/slideLayout" Target="../slideLayouts/slideLayout1.xml"/><Relationship Id="rId42" Type="http://schemas.openxmlformats.org/officeDocument/2006/relationships/tags" Target="../tags/tag246.xml"/><Relationship Id="rId41" Type="http://schemas.openxmlformats.org/officeDocument/2006/relationships/tags" Target="../tags/tag245.xml"/><Relationship Id="rId40" Type="http://schemas.openxmlformats.org/officeDocument/2006/relationships/tags" Target="../tags/tag244.xml"/><Relationship Id="rId4" Type="http://schemas.openxmlformats.org/officeDocument/2006/relationships/image" Target="../media/image11.png"/><Relationship Id="rId39" Type="http://schemas.openxmlformats.org/officeDocument/2006/relationships/tags" Target="../tags/tag243.xml"/><Relationship Id="rId38" Type="http://schemas.openxmlformats.org/officeDocument/2006/relationships/tags" Target="../tags/tag242.xml"/><Relationship Id="rId37" Type="http://schemas.openxmlformats.org/officeDocument/2006/relationships/tags" Target="../tags/tag241.xml"/><Relationship Id="rId36" Type="http://schemas.openxmlformats.org/officeDocument/2006/relationships/tags" Target="../tags/tag240.xml"/><Relationship Id="rId35" Type="http://schemas.openxmlformats.org/officeDocument/2006/relationships/tags" Target="../tags/tag239.xml"/><Relationship Id="rId34" Type="http://schemas.openxmlformats.org/officeDocument/2006/relationships/tags" Target="../tags/tag238.xml"/><Relationship Id="rId33" Type="http://schemas.openxmlformats.org/officeDocument/2006/relationships/tags" Target="../tags/tag237.xml"/><Relationship Id="rId32" Type="http://schemas.openxmlformats.org/officeDocument/2006/relationships/tags" Target="../tags/tag236.xml"/><Relationship Id="rId31" Type="http://schemas.openxmlformats.org/officeDocument/2006/relationships/tags" Target="../tags/tag235.xml"/><Relationship Id="rId30" Type="http://schemas.openxmlformats.org/officeDocument/2006/relationships/tags" Target="../tags/tag234.xml"/><Relationship Id="rId3" Type="http://schemas.openxmlformats.org/officeDocument/2006/relationships/tags" Target="../tags/tag211.xml"/><Relationship Id="rId29" Type="http://schemas.openxmlformats.org/officeDocument/2006/relationships/tags" Target="../tags/tag233.xml"/><Relationship Id="rId28" Type="http://schemas.openxmlformats.org/officeDocument/2006/relationships/tags" Target="../tags/tag232.xml"/><Relationship Id="rId27" Type="http://schemas.openxmlformats.org/officeDocument/2006/relationships/tags" Target="../tags/tag231.xml"/><Relationship Id="rId26" Type="http://schemas.openxmlformats.org/officeDocument/2006/relationships/tags" Target="../tags/tag230.xml"/><Relationship Id="rId25" Type="http://schemas.openxmlformats.org/officeDocument/2006/relationships/tags" Target="../tags/tag229.xml"/><Relationship Id="rId24" Type="http://schemas.openxmlformats.org/officeDocument/2006/relationships/tags" Target="../tags/tag228.xml"/><Relationship Id="rId23" Type="http://schemas.openxmlformats.org/officeDocument/2006/relationships/tags" Target="../tags/tag227.xml"/><Relationship Id="rId22" Type="http://schemas.openxmlformats.org/officeDocument/2006/relationships/tags" Target="../tags/tag226.xml"/><Relationship Id="rId21" Type="http://schemas.openxmlformats.org/officeDocument/2006/relationships/tags" Target="../tags/tag225.xml"/><Relationship Id="rId20" Type="http://schemas.openxmlformats.org/officeDocument/2006/relationships/tags" Target="../tags/tag224.xml"/><Relationship Id="rId2" Type="http://schemas.openxmlformats.org/officeDocument/2006/relationships/image" Target="../media/image9.png"/><Relationship Id="rId19" Type="http://schemas.openxmlformats.org/officeDocument/2006/relationships/tags" Target="../tags/tag223.xml"/><Relationship Id="rId18" Type="http://schemas.openxmlformats.org/officeDocument/2006/relationships/tags" Target="../tags/tag222.xml"/><Relationship Id="rId17" Type="http://schemas.openxmlformats.org/officeDocument/2006/relationships/tags" Target="../tags/tag221.xml"/><Relationship Id="rId16" Type="http://schemas.openxmlformats.org/officeDocument/2006/relationships/tags" Target="../tags/tag220.xml"/><Relationship Id="rId15" Type="http://schemas.openxmlformats.org/officeDocument/2006/relationships/image" Target="../media/image57.png"/><Relationship Id="rId14" Type="http://schemas.openxmlformats.org/officeDocument/2006/relationships/tags" Target="../tags/tag219.xml"/><Relationship Id="rId13" Type="http://schemas.openxmlformats.org/officeDocument/2006/relationships/tags" Target="../tags/tag218.xml"/><Relationship Id="rId12" Type="http://schemas.openxmlformats.org/officeDocument/2006/relationships/tags" Target="../tags/tag217.xml"/><Relationship Id="rId11" Type="http://schemas.openxmlformats.org/officeDocument/2006/relationships/tags" Target="../tags/tag216.xml"/><Relationship Id="rId10" Type="http://schemas.openxmlformats.org/officeDocument/2006/relationships/tags" Target="../tags/tag215.xml"/><Relationship Id="rId1" Type="http://schemas.openxmlformats.org/officeDocument/2006/relationships/tags" Target="../tags/tag21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tags" Target="../tags/tag254.xml"/><Relationship Id="rId7" Type="http://schemas.openxmlformats.org/officeDocument/2006/relationships/tags" Target="../tags/tag253.xml"/><Relationship Id="rId6" Type="http://schemas.openxmlformats.org/officeDocument/2006/relationships/image" Target="../media/image12.png"/><Relationship Id="rId5" Type="http://schemas.openxmlformats.org/officeDocument/2006/relationships/tags" Target="../tags/tag252.xml"/><Relationship Id="rId4" Type="http://schemas.openxmlformats.org/officeDocument/2006/relationships/image" Target="../media/image11.png"/><Relationship Id="rId39" Type="http://schemas.openxmlformats.org/officeDocument/2006/relationships/notesSlide" Target="../notesSlides/notesSlide9.xml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278.xml"/><Relationship Id="rId36" Type="http://schemas.openxmlformats.org/officeDocument/2006/relationships/tags" Target="../tags/tag277.xml"/><Relationship Id="rId35" Type="http://schemas.openxmlformats.org/officeDocument/2006/relationships/tags" Target="../tags/tag276.xml"/><Relationship Id="rId34" Type="http://schemas.openxmlformats.org/officeDocument/2006/relationships/tags" Target="../tags/tag275.xml"/><Relationship Id="rId33" Type="http://schemas.openxmlformats.org/officeDocument/2006/relationships/image" Target="../media/image60.png"/><Relationship Id="rId32" Type="http://schemas.openxmlformats.org/officeDocument/2006/relationships/tags" Target="../tags/tag274.xml"/><Relationship Id="rId31" Type="http://schemas.openxmlformats.org/officeDocument/2006/relationships/tags" Target="../tags/tag273.xml"/><Relationship Id="rId30" Type="http://schemas.openxmlformats.org/officeDocument/2006/relationships/tags" Target="../tags/tag272.xml"/><Relationship Id="rId3" Type="http://schemas.openxmlformats.org/officeDocument/2006/relationships/tags" Target="../tags/tag251.xml"/><Relationship Id="rId29" Type="http://schemas.openxmlformats.org/officeDocument/2006/relationships/tags" Target="../tags/tag271.xml"/><Relationship Id="rId28" Type="http://schemas.openxmlformats.org/officeDocument/2006/relationships/tags" Target="../tags/tag270.xml"/><Relationship Id="rId27" Type="http://schemas.openxmlformats.org/officeDocument/2006/relationships/tags" Target="../tags/tag269.xml"/><Relationship Id="rId26" Type="http://schemas.openxmlformats.org/officeDocument/2006/relationships/tags" Target="../tags/tag268.xml"/><Relationship Id="rId25" Type="http://schemas.openxmlformats.org/officeDocument/2006/relationships/tags" Target="../tags/tag267.xml"/><Relationship Id="rId24" Type="http://schemas.openxmlformats.org/officeDocument/2006/relationships/tags" Target="../tags/tag266.xml"/><Relationship Id="rId23" Type="http://schemas.openxmlformats.org/officeDocument/2006/relationships/tags" Target="../tags/tag265.xml"/><Relationship Id="rId22" Type="http://schemas.openxmlformats.org/officeDocument/2006/relationships/tags" Target="../tags/tag264.xml"/><Relationship Id="rId21" Type="http://schemas.openxmlformats.org/officeDocument/2006/relationships/tags" Target="../tags/tag263.xml"/><Relationship Id="rId20" Type="http://schemas.openxmlformats.org/officeDocument/2006/relationships/tags" Target="../tags/tag262.xml"/><Relationship Id="rId2" Type="http://schemas.openxmlformats.org/officeDocument/2006/relationships/image" Target="../media/image9.png"/><Relationship Id="rId19" Type="http://schemas.openxmlformats.org/officeDocument/2006/relationships/tags" Target="../tags/tag261.xml"/><Relationship Id="rId18" Type="http://schemas.openxmlformats.org/officeDocument/2006/relationships/image" Target="../media/image59.png"/><Relationship Id="rId17" Type="http://schemas.openxmlformats.org/officeDocument/2006/relationships/tags" Target="../tags/tag260.xml"/><Relationship Id="rId16" Type="http://schemas.openxmlformats.org/officeDocument/2006/relationships/tags" Target="../tags/tag259.xml"/><Relationship Id="rId15" Type="http://schemas.openxmlformats.org/officeDocument/2006/relationships/tags" Target="../tags/tag258.xml"/><Relationship Id="rId14" Type="http://schemas.openxmlformats.org/officeDocument/2006/relationships/tags" Target="../tags/tag257.xml"/><Relationship Id="rId13" Type="http://schemas.openxmlformats.org/officeDocument/2006/relationships/tags" Target="../tags/tag256.xml"/><Relationship Id="rId12" Type="http://schemas.openxmlformats.org/officeDocument/2006/relationships/image" Target="../media/image26.svg"/><Relationship Id="rId11" Type="http://schemas.openxmlformats.org/officeDocument/2006/relationships/image" Target="../media/image25.png"/><Relationship Id="rId10" Type="http://schemas.openxmlformats.org/officeDocument/2006/relationships/tags" Target="../tags/tag255.xml"/><Relationship Id="rId1" Type="http://schemas.openxmlformats.org/officeDocument/2006/relationships/tags" Target="../tags/tag25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tags" Target="../tags/tag286.xml"/><Relationship Id="rId7" Type="http://schemas.openxmlformats.org/officeDocument/2006/relationships/tags" Target="../tags/tag285.xml"/><Relationship Id="rId6" Type="http://schemas.openxmlformats.org/officeDocument/2006/relationships/image" Target="../media/image12.png"/><Relationship Id="rId5" Type="http://schemas.openxmlformats.org/officeDocument/2006/relationships/tags" Target="../tags/tag284.xml"/><Relationship Id="rId43" Type="http://schemas.openxmlformats.org/officeDocument/2006/relationships/notesSlide" Target="../notesSlides/notesSlide10.xml"/><Relationship Id="rId42" Type="http://schemas.openxmlformats.org/officeDocument/2006/relationships/slideLayout" Target="../slideLayouts/slideLayout1.xml"/><Relationship Id="rId41" Type="http://schemas.openxmlformats.org/officeDocument/2006/relationships/tags" Target="../tags/tag313.xml"/><Relationship Id="rId40" Type="http://schemas.openxmlformats.org/officeDocument/2006/relationships/image" Target="../media/image66.png"/><Relationship Id="rId4" Type="http://schemas.openxmlformats.org/officeDocument/2006/relationships/image" Target="../media/image11.png"/><Relationship Id="rId39" Type="http://schemas.openxmlformats.org/officeDocument/2006/relationships/tags" Target="../tags/tag312.xml"/><Relationship Id="rId38" Type="http://schemas.openxmlformats.org/officeDocument/2006/relationships/image" Target="../media/image65.svg"/><Relationship Id="rId37" Type="http://schemas.openxmlformats.org/officeDocument/2006/relationships/image" Target="../media/image64.png"/><Relationship Id="rId36" Type="http://schemas.openxmlformats.org/officeDocument/2006/relationships/tags" Target="../tags/tag311.xml"/><Relationship Id="rId35" Type="http://schemas.openxmlformats.org/officeDocument/2006/relationships/tags" Target="../tags/tag310.xml"/><Relationship Id="rId34" Type="http://schemas.openxmlformats.org/officeDocument/2006/relationships/tags" Target="../tags/tag309.xml"/><Relationship Id="rId33" Type="http://schemas.openxmlformats.org/officeDocument/2006/relationships/image" Target="../media/image63.png"/><Relationship Id="rId32" Type="http://schemas.openxmlformats.org/officeDocument/2006/relationships/tags" Target="../tags/tag308.xml"/><Relationship Id="rId31" Type="http://schemas.openxmlformats.org/officeDocument/2006/relationships/tags" Target="../tags/tag307.xml"/><Relationship Id="rId30" Type="http://schemas.openxmlformats.org/officeDocument/2006/relationships/tags" Target="../tags/tag306.xml"/><Relationship Id="rId3" Type="http://schemas.openxmlformats.org/officeDocument/2006/relationships/tags" Target="../tags/tag283.xml"/><Relationship Id="rId29" Type="http://schemas.openxmlformats.org/officeDocument/2006/relationships/tags" Target="../tags/tag305.xml"/><Relationship Id="rId28" Type="http://schemas.openxmlformats.org/officeDocument/2006/relationships/tags" Target="../tags/tag304.xml"/><Relationship Id="rId27" Type="http://schemas.openxmlformats.org/officeDocument/2006/relationships/tags" Target="../tags/tag303.xml"/><Relationship Id="rId26" Type="http://schemas.openxmlformats.org/officeDocument/2006/relationships/tags" Target="../tags/tag302.xml"/><Relationship Id="rId25" Type="http://schemas.openxmlformats.org/officeDocument/2006/relationships/tags" Target="../tags/tag301.xml"/><Relationship Id="rId24" Type="http://schemas.openxmlformats.org/officeDocument/2006/relationships/tags" Target="../tags/tag300.xml"/><Relationship Id="rId23" Type="http://schemas.openxmlformats.org/officeDocument/2006/relationships/tags" Target="../tags/tag299.xml"/><Relationship Id="rId22" Type="http://schemas.openxmlformats.org/officeDocument/2006/relationships/tags" Target="../tags/tag298.xml"/><Relationship Id="rId21" Type="http://schemas.openxmlformats.org/officeDocument/2006/relationships/tags" Target="../tags/tag297.xml"/><Relationship Id="rId20" Type="http://schemas.openxmlformats.org/officeDocument/2006/relationships/tags" Target="../tags/tag296.xml"/><Relationship Id="rId2" Type="http://schemas.openxmlformats.org/officeDocument/2006/relationships/image" Target="../media/image9.png"/><Relationship Id="rId19" Type="http://schemas.openxmlformats.org/officeDocument/2006/relationships/tags" Target="../tags/tag295.xml"/><Relationship Id="rId18" Type="http://schemas.openxmlformats.org/officeDocument/2006/relationships/tags" Target="../tags/tag294.xml"/><Relationship Id="rId17" Type="http://schemas.openxmlformats.org/officeDocument/2006/relationships/tags" Target="../tags/tag293.xml"/><Relationship Id="rId16" Type="http://schemas.openxmlformats.org/officeDocument/2006/relationships/tags" Target="../tags/tag292.xml"/><Relationship Id="rId15" Type="http://schemas.openxmlformats.org/officeDocument/2006/relationships/tags" Target="../tags/tag291.xml"/><Relationship Id="rId14" Type="http://schemas.openxmlformats.org/officeDocument/2006/relationships/tags" Target="../tags/tag290.xml"/><Relationship Id="rId13" Type="http://schemas.openxmlformats.org/officeDocument/2006/relationships/tags" Target="../tags/tag289.xml"/><Relationship Id="rId12" Type="http://schemas.openxmlformats.org/officeDocument/2006/relationships/tags" Target="../tags/tag288.xml"/><Relationship Id="rId11" Type="http://schemas.openxmlformats.org/officeDocument/2006/relationships/tags" Target="../tags/tag287.xml"/><Relationship Id="rId10" Type="http://schemas.openxmlformats.org/officeDocument/2006/relationships/image" Target="../media/image62.svg"/><Relationship Id="rId1" Type="http://schemas.openxmlformats.org/officeDocument/2006/relationships/tags" Target="../tags/tag28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tags" Target="../tags/tag321.xml"/><Relationship Id="rId7" Type="http://schemas.openxmlformats.org/officeDocument/2006/relationships/tags" Target="../tags/tag320.xml"/><Relationship Id="rId6" Type="http://schemas.openxmlformats.org/officeDocument/2006/relationships/image" Target="../media/image12.png"/><Relationship Id="rId53" Type="http://schemas.openxmlformats.org/officeDocument/2006/relationships/notesSlide" Target="../notesSlides/notesSlide11.xml"/><Relationship Id="rId52" Type="http://schemas.openxmlformats.org/officeDocument/2006/relationships/slideLayout" Target="../slideLayouts/slideLayout1.xml"/><Relationship Id="rId51" Type="http://schemas.openxmlformats.org/officeDocument/2006/relationships/tags" Target="../tags/tag361.xml"/><Relationship Id="rId50" Type="http://schemas.openxmlformats.org/officeDocument/2006/relationships/tags" Target="../tags/tag360.xml"/><Relationship Id="rId5" Type="http://schemas.openxmlformats.org/officeDocument/2006/relationships/tags" Target="../tags/tag319.xml"/><Relationship Id="rId49" Type="http://schemas.openxmlformats.org/officeDocument/2006/relationships/tags" Target="../tags/tag359.xml"/><Relationship Id="rId48" Type="http://schemas.openxmlformats.org/officeDocument/2006/relationships/tags" Target="../tags/tag358.xml"/><Relationship Id="rId47" Type="http://schemas.openxmlformats.org/officeDocument/2006/relationships/tags" Target="../tags/tag357.xml"/><Relationship Id="rId46" Type="http://schemas.openxmlformats.org/officeDocument/2006/relationships/tags" Target="../tags/tag356.xml"/><Relationship Id="rId45" Type="http://schemas.openxmlformats.org/officeDocument/2006/relationships/tags" Target="../tags/tag355.xml"/><Relationship Id="rId44" Type="http://schemas.openxmlformats.org/officeDocument/2006/relationships/tags" Target="../tags/tag354.xml"/><Relationship Id="rId43" Type="http://schemas.openxmlformats.org/officeDocument/2006/relationships/tags" Target="../tags/tag353.xml"/><Relationship Id="rId42" Type="http://schemas.openxmlformats.org/officeDocument/2006/relationships/tags" Target="../tags/tag352.xml"/><Relationship Id="rId41" Type="http://schemas.openxmlformats.org/officeDocument/2006/relationships/tags" Target="../tags/tag351.xml"/><Relationship Id="rId40" Type="http://schemas.openxmlformats.org/officeDocument/2006/relationships/tags" Target="../tags/tag350.xml"/><Relationship Id="rId4" Type="http://schemas.openxmlformats.org/officeDocument/2006/relationships/image" Target="../media/image11.png"/><Relationship Id="rId39" Type="http://schemas.openxmlformats.org/officeDocument/2006/relationships/tags" Target="../tags/tag349.xml"/><Relationship Id="rId38" Type="http://schemas.openxmlformats.org/officeDocument/2006/relationships/tags" Target="../tags/tag348.xml"/><Relationship Id="rId37" Type="http://schemas.openxmlformats.org/officeDocument/2006/relationships/tags" Target="../tags/tag347.xml"/><Relationship Id="rId36" Type="http://schemas.openxmlformats.org/officeDocument/2006/relationships/tags" Target="../tags/tag346.xml"/><Relationship Id="rId35" Type="http://schemas.openxmlformats.org/officeDocument/2006/relationships/tags" Target="../tags/tag345.xml"/><Relationship Id="rId34" Type="http://schemas.openxmlformats.org/officeDocument/2006/relationships/tags" Target="../tags/tag344.xml"/><Relationship Id="rId33" Type="http://schemas.openxmlformats.org/officeDocument/2006/relationships/tags" Target="../tags/tag343.xml"/><Relationship Id="rId32" Type="http://schemas.openxmlformats.org/officeDocument/2006/relationships/tags" Target="../tags/tag342.xml"/><Relationship Id="rId31" Type="http://schemas.openxmlformats.org/officeDocument/2006/relationships/tags" Target="../tags/tag341.xml"/><Relationship Id="rId30" Type="http://schemas.openxmlformats.org/officeDocument/2006/relationships/tags" Target="../tags/tag340.xml"/><Relationship Id="rId3" Type="http://schemas.openxmlformats.org/officeDocument/2006/relationships/tags" Target="../tags/tag318.xml"/><Relationship Id="rId29" Type="http://schemas.openxmlformats.org/officeDocument/2006/relationships/tags" Target="../tags/tag339.xml"/><Relationship Id="rId28" Type="http://schemas.openxmlformats.org/officeDocument/2006/relationships/tags" Target="../tags/tag338.xml"/><Relationship Id="rId27" Type="http://schemas.openxmlformats.org/officeDocument/2006/relationships/tags" Target="../tags/tag337.xml"/><Relationship Id="rId26" Type="http://schemas.openxmlformats.org/officeDocument/2006/relationships/tags" Target="../tags/tag336.xml"/><Relationship Id="rId25" Type="http://schemas.openxmlformats.org/officeDocument/2006/relationships/tags" Target="../tags/tag335.xml"/><Relationship Id="rId24" Type="http://schemas.openxmlformats.org/officeDocument/2006/relationships/tags" Target="../tags/tag334.xml"/><Relationship Id="rId23" Type="http://schemas.openxmlformats.org/officeDocument/2006/relationships/tags" Target="../tags/tag333.xml"/><Relationship Id="rId22" Type="http://schemas.openxmlformats.org/officeDocument/2006/relationships/tags" Target="../tags/tag332.xml"/><Relationship Id="rId21" Type="http://schemas.openxmlformats.org/officeDocument/2006/relationships/tags" Target="../tags/tag331.xml"/><Relationship Id="rId20" Type="http://schemas.openxmlformats.org/officeDocument/2006/relationships/tags" Target="../tags/tag330.xml"/><Relationship Id="rId2" Type="http://schemas.openxmlformats.org/officeDocument/2006/relationships/image" Target="../media/image9.png"/><Relationship Id="rId19" Type="http://schemas.openxmlformats.org/officeDocument/2006/relationships/tags" Target="../tags/tag329.xml"/><Relationship Id="rId18" Type="http://schemas.openxmlformats.org/officeDocument/2006/relationships/tags" Target="../tags/tag328.xml"/><Relationship Id="rId17" Type="http://schemas.openxmlformats.org/officeDocument/2006/relationships/tags" Target="../tags/tag327.xml"/><Relationship Id="rId16" Type="http://schemas.openxmlformats.org/officeDocument/2006/relationships/tags" Target="../tags/tag326.xml"/><Relationship Id="rId15" Type="http://schemas.openxmlformats.org/officeDocument/2006/relationships/tags" Target="../tags/tag325.xml"/><Relationship Id="rId14" Type="http://schemas.openxmlformats.org/officeDocument/2006/relationships/tags" Target="../tags/tag324.xml"/><Relationship Id="rId13" Type="http://schemas.openxmlformats.org/officeDocument/2006/relationships/tags" Target="../tags/tag323.xml"/><Relationship Id="rId12" Type="http://schemas.openxmlformats.org/officeDocument/2006/relationships/image" Target="../media/image69.svg"/><Relationship Id="rId11" Type="http://schemas.openxmlformats.org/officeDocument/2006/relationships/image" Target="../media/image68.png"/><Relationship Id="rId10" Type="http://schemas.openxmlformats.org/officeDocument/2006/relationships/tags" Target="../tags/tag322.xml"/><Relationship Id="rId1" Type="http://schemas.openxmlformats.org/officeDocument/2006/relationships/tags" Target="../tags/tag31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png"/><Relationship Id="rId8" Type="http://schemas.openxmlformats.org/officeDocument/2006/relationships/tags" Target="../tags/tag369.xml"/><Relationship Id="rId7" Type="http://schemas.openxmlformats.org/officeDocument/2006/relationships/tags" Target="../tags/tag368.xml"/><Relationship Id="rId6" Type="http://schemas.openxmlformats.org/officeDocument/2006/relationships/image" Target="../media/image12.png"/><Relationship Id="rId5" Type="http://schemas.openxmlformats.org/officeDocument/2006/relationships/tags" Target="../tags/tag367.xml"/><Relationship Id="rId47" Type="http://schemas.openxmlformats.org/officeDocument/2006/relationships/notesSlide" Target="../notesSlides/notesSlide12.xml"/><Relationship Id="rId46" Type="http://schemas.openxmlformats.org/officeDocument/2006/relationships/slideLayout" Target="../slideLayouts/slideLayout1.xml"/><Relationship Id="rId45" Type="http://schemas.openxmlformats.org/officeDocument/2006/relationships/tags" Target="../tags/tag396.xml"/><Relationship Id="rId44" Type="http://schemas.openxmlformats.org/officeDocument/2006/relationships/tags" Target="../tags/tag395.xml"/><Relationship Id="rId43" Type="http://schemas.openxmlformats.org/officeDocument/2006/relationships/tags" Target="../tags/tag394.xml"/><Relationship Id="rId42" Type="http://schemas.openxmlformats.org/officeDocument/2006/relationships/tags" Target="../tags/tag393.xml"/><Relationship Id="rId41" Type="http://schemas.openxmlformats.org/officeDocument/2006/relationships/tags" Target="../tags/tag392.xml"/><Relationship Id="rId40" Type="http://schemas.openxmlformats.org/officeDocument/2006/relationships/image" Target="../media/image78.svg"/><Relationship Id="rId4" Type="http://schemas.openxmlformats.org/officeDocument/2006/relationships/image" Target="../media/image11.png"/><Relationship Id="rId39" Type="http://schemas.openxmlformats.org/officeDocument/2006/relationships/image" Target="../media/image77.png"/><Relationship Id="rId38" Type="http://schemas.openxmlformats.org/officeDocument/2006/relationships/tags" Target="../tags/tag391.xml"/><Relationship Id="rId37" Type="http://schemas.openxmlformats.org/officeDocument/2006/relationships/tags" Target="../tags/tag390.xml"/><Relationship Id="rId36" Type="http://schemas.openxmlformats.org/officeDocument/2006/relationships/tags" Target="../tags/tag389.xml"/><Relationship Id="rId35" Type="http://schemas.openxmlformats.org/officeDocument/2006/relationships/tags" Target="../tags/tag388.xml"/><Relationship Id="rId34" Type="http://schemas.openxmlformats.org/officeDocument/2006/relationships/tags" Target="../tags/tag387.xml"/><Relationship Id="rId33" Type="http://schemas.openxmlformats.org/officeDocument/2006/relationships/tags" Target="../tags/tag386.xml"/><Relationship Id="rId32" Type="http://schemas.openxmlformats.org/officeDocument/2006/relationships/tags" Target="../tags/tag385.xml"/><Relationship Id="rId31" Type="http://schemas.openxmlformats.org/officeDocument/2006/relationships/image" Target="../media/image45.svg"/><Relationship Id="rId30" Type="http://schemas.openxmlformats.org/officeDocument/2006/relationships/image" Target="../media/image76.png"/><Relationship Id="rId3" Type="http://schemas.openxmlformats.org/officeDocument/2006/relationships/tags" Target="../tags/tag366.xml"/><Relationship Id="rId29" Type="http://schemas.openxmlformats.org/officeDocument/2006/relationships/tags" Target="../tags/tag384.xml"/><Relationship Id="rId28" Type="http://schemas.openxmlformats.org/officeDocument/2006/relationships/tags" Target="../tags/tag383.xml"/><Relationship Id="rId27" Type="http://schemas.openxmlformats.org/officeDocument/2006/relationships/tags" Target="../tags/tag382.xml"/><Relationship Id="rId26" Type="http://schemas.openxmlformats.org/officeDocument/2006/relationships/tags" Target="../tags/tag381.xml"/><Relationship Id="rId25" Type="http://schemas.openxmlformats.org/officeDocument/2006/relationships/tags" Target="../tags/tag380.xml"/><Relationship Id="rId24" Type="http://schemas.openxmlformats.org/officeDocument/2006/relationships/tags" Target="../tags/tag379.xml"/><Relationship Id="rId23" Type="http://schemas.openxmlformats.org/officeDocument/2006/relationships/tags" Target="../tags/tag378.xml"/><Relationship Id="rId22" Type="http://schemas.openxmlformats.org/officeDocument/2006/relationships/image" Target="../media/image75.svg"/><Relationship Id="rId21" Type="http://schemas.openxmlformats.org/officeDocument/2006/relationships/image" Target="../media/image74.png"/><Relationship Id="rId20" Type="http://schemas.openxmlformats.org/officeDocument/2006/relationships/tags" Target="../tags/tag377.xml"/><Relationship Id="rId2" Type="http://schemas.openxmlformats.org/officeDocument/2006/relationships/image" Target="../media/image9.png"/><Relationship Id="rId19" Type="http://schemas.openxmlformats.org/officeDocument/2006/relationships/tags" Target="../tags/tag376.xml"/><Relationship Id="rId18" Type="http://schemas.openxmlformats.org/officeDocument/2006/relationships/tags" Target="../tags/tag375.xml"/><Relationship Id="rId17" Type="http://schemas.openxmlformats.org/officeDocument/2006/relationships/tags" Target="../tags/tag374.xml"/><Relationship Id="rId16" Type="http://schemas.openxmlformats.org/officeDocument/2006/relationships/tags" Target="../tags/tag373.xml"/><Relationship Id="rId15" Type="http://schemas.openxmlformats.org/officeDocument/2006/relationships/tags" Target="../tags/tag372.xml"/><Relationship Id="rId14" Type="http://schemas.openxmlformats.org/officeDocument/2006/relationships/tags" Target="../tags/tag371.xml"/><Relationship Id="rId13" Type="http://schemas.openxmlformats.org/officeDocument/2006/relationships/image" Target="../media/image73.svg"/><Relationship Id="rId12" Type="http://schemas.openxmlformats.org/officeDocument/2006/relationships/image" Target="../media/image72.png"/><Relationship Id="rId11" Type="http://schemas.openxmlformats.org/officeDocument/2006/relationships/tags" Target="../tags/tag370.xml"/><Relationship Id="rId10" Type="http://schemas.openxmlformats.org/officeDocument/2006/relationships/image" Target="../media/image71.svg"/><Relationship Id="rId1" Type="http://schemas.openxmlformats.org/officeDocument/2006/relationships/tags" Target="../tags/tag36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tags" Target="../tags/tag404.xml"/><Relationship Id="rId7" Type="http://schemas.openxmlformats.org/officeDocument/2006/relationships/tags" Target="../tags/tag403.xml"/><Relationship Id="rId6" Type="http://schemas.openxmlformats.org/officeDocument/2006/relationships/image" Target="../media/image12.png"/><Relationship Id="rId55" Type="http://schemas.openxmlformats.org/officeDocument/2006/relationships/notesSlide" Target="../notesSlides/notesSlide13.xml"/><Relationship Id="rId54" Type="http://schemas.openxmlformats.org/officeDocument/2006/relationships/slideLayout" Target="../slideLayouts/slideLayout1.xml"/><Relationship Id="rId53" Type="http://schemas.openxmlformats.org/officeDocument/2006/relationships/tags" Target="../tags/tag438.xml"/><Relationship Id="rId52" Type="http://schemas.openxmlformats.org/officeDocument/2006/relationships/image" Target="../media/image88.png"/><Relationship Id="rId51" Type="http://schemas.openxmlformats.org/officeDocument/2006/relationships/tags" Target="../tags/tag437.xml"/><Relationship Id="rId50" Type="http://schemas.openxmlformats.org/officeDocument/2006/relationships/image" Target="../media/image87.svg"/><Relationship Id="rId5" Type="http://schemas.openxmlformats.org/officeDocument/2006/relationships/tags" Target="../tags/tag402.xml"/><Relationship Id="rId49" Type="http://schemas.openxmlformats.org/officeDocument/2006/relationships/image" Target="../media/image86.png"/><Relationship Id="rId48" Type="http://schemas.openxmlformats.org/officeDocument/2006/relationships/tags" Target="../tags/tag436.xml"/><Relationship Id="rId47" Type="http://schemas.openxmlformats.org/officeDocument/2006/relationships/tags" Target="../tags/tag435.xml"/><Relationship Id="rId46" Type="http://schemas.openxmlformats.org/officeDocument/2006/relationships/tags" Target="../tags/tag434.xml"/><Relationship Id="rId45" Type="http://schemas.openxmlformats.org/officeDocument/2006/relationships/tags" Target="../tags/tag433.xml"/><Relationship Id="rId44" Type="http://schemas.openxmlformats.org/officeDocument/2006/relationships/tags" Target="../tags/tag432.xml"/><Relationship Id="rId43" Type="http://schemas.openxmlformats.org/officeDocument/2006/relationships/image" Target="../media/image85.png"/><Relationship Id="rId42" Type="http://schemas.openxmlformats.org/officeDocument/2006/relationships/tags" Target="../tags/tag431.xml"/><Relationship Id="rId41" Type="http://schemas.openxmlformats.org/officeDocument/2006/relationships/tags" Target="../tags/tag430.xml"/><Relationship Id="rId40" Type="http://schemas.openxmlformats.org/officeDocument/2006/relationships/image" Target="../media/image84.svg"/><Relationship Id="rId4" Type="http://schemas.openxmlformats.org/officeDocument/2006/relationships/image" Target="../media/image11.png"/><Relationship Id="rId39" Type="http://schemas.openxmlformats.org/officeDocument/2006/relationships/image" Target="../media/image83.png"/><Relationship Id="rId38" Type="http://schemas.openxmlformats.org/officeDocument/2006/relationships/tags" Target="../tags/tag429.xml"/><Relationship Id="rId37" Type="http://schemas.openxmlformats.org/officeDocument/2006/relationships/image" Target="../media/image82.svg"/><Relationship Id="rId36" Type="http://schemas.openxmlformats.org/officeDocument/2006/relationships/image" Target="../media/image81.png"/><Relationship Id="rId35" Type="http://schemas.openxmlformats.org/officeDocument/2006/relationships/tags" Target="../tags/tag428.xml"/><Relationship Id="rId34" Type="http://schemas.openxmlformats.org/officeDocument/2006/relationships/tags" Target="../tags/tag427.xml"/><Relationship Id="rId33" Type="http://schemas.openxmlformats.org/officeDocument/2006/relationships/tags" Target="../tags/tag426.xml"/><Relationship Id="rId32" Type="http://schemas.openxmlformats.org/officeDocument/2006/relationships/tags" Target="../tags/tag425.xml"/><Relationship Id="rId31" Type="http://schemas.openxmlformats.org/officeDocument/2006/relationships/tags" Target="../tags/tag424.xml"/><Relationship Id="rId30" Type="http://schemas.openxmlformats.org/officeDocument/2006/relationships/tags" Target="../tags/tag423.xml"/><Relationship Id="rId3" Type="http://schemas.openxmlformats.org/officeDocument/2006/relationships/tags" Target="../tags/tag401.xml"/><Relationship Id="rId29" Type="http://schemas.openxmlformats.org/officeDocument/2006/relationships/tags" Target="../tags/tag422.xml"/><Relationship Id="rId28" Type="http://schemas.openxmlformats.org/officeDocument/2006/relationships/tags" Target="../tags/tag421.xml"/><Relationship Id="rId27" Type="http://schemas.openxmlformats.org/officeDocument/2006/relationships/tags" Target="../tags/tag420.xml"/><Relationship Id="rId26" Type="http://schemas.openxmlformats.org/officeDocument/2006/relationships/tags" Target="../tags/tag419.xml"/><Relationship Id="rId25" Type="http://schemas.openxmlformats.org/officeDocument/2006/relationships/tags" Target="../tags/tag418.xml"/><Relationship Id="rId24" Type="http://schemas.openxmlformats.org/officeDocument/2006/relationships/tags" Target="../tags/tag417.xml"/><Relationship Id="rId23" Type="http://schemas.openxmlformats.org/officeDocument/2006/relationships/tags" Target="../tags/tag416.xml"/><Relationship Id="rId22" Type="http://schemas.openxmlformats.org/officeDocument/2006/relationships/tags" Target="../tags/tag415.xml"/><Relationship Id="rId21" Type="http://schemas.openxmlformats.org/officeDocument/2006/relationships/tags" Target="../tags/tag414.xml"/><Relationship Id="rId20" Type="http://schemas.openxmlformats.org/officeDocument/2006/relationships/tags" Target="../tags/tag413.xml"/><Relationship Id="rId2" Type="http://schemas.openxmlformats.org/officeDocument/2006/relationships/image" Target="../media/image9.png"/><Relationship Id="rId19" Type="http://schemas.openxmlformats.org/officeDocument/2006/relationships/tags" Target="../tags/tag412.xml"/><Relationship Id="rId18" Type="http://schemas.openxmlformats.org/officeDocument/2006/relationships/tags" Target="../tags/tag411.xml"/><Relationship Id="rId17" Type="http://schemas.openxmlformats.org/officeDocument/2006/relationships/tags" Target="../tags/tag410.xml"/><Relationship Id="rId16" Type="http://schemas.openxmlformats.org/officeDocument/2006/relationships/tags" Target="../tags/tag409.xml"/><Relationship Id="rId15" Type="http://schemas.openxmlformats.org/officeDocument/2006/relationships/tags" Target="../tags/tag408.xml"/><Relationship Id="rId14" Type="http://schemas.openxmlformats.org/officeDocument/2006/relationships/tags" Target="../tags/tag407.xml"/><Relationship Id="rId13" Type="http://schemas.openxmlformats.org/officeDocument/2006/relationships/tags" Target="../tags/tag406.xml"/><Relationship Id="rId12" Type="http://schemas.openxmlformats.org/officeDocument/2006/relationships/image" Target="../media/image26.svg"/><Relationship Id="rId11" Type="http://schemas.openxmlformats.org/officeDocument/2006/relationships/image" Target="../media/image80.png"/><Relationship Id="rId10" Type="http://schemas.openxmlformats.org/officeDocument/2006/relationships/tags" Target="../tags/tag405.xml"/><Relationship Id="rId1" Type="http://schemas.openxmlformats.org/officeDocument/2006/relationships/tags" Target="../tags/tag40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46.xml"/><Relationship Id="rId8" Type="http://schemas.openxmlformats.org/officeDocument/2006/relationships/image" Target="../media/image89.png"/><Relationship Id="rId7" Type="http://schemas.openxmlformats.org/officeDocument/2006/relationships/tags" Target="../tags/tag445.xml"/><Relationship Id="rId6" Type="http://schemas.openxmlformats.org/officeDocument/2006/relationships/image" Target="../media/image12.png"/><Relationship Id="rId5" Type="http://schemas.openxmlformats.org/officeDocument/2006/relationships/tags" Target="../tags/tag444.xml"/><Relationship Id="rId4" Type="http://schemas.openxmlformats.org/officeDocument/2006/relationships/image" Target="../media/image11.png"/><Relationship Id="rId37" Type="http://schemas.openxmlformats.org/officeDocument/2006/relationships/notesSlide" Target="../notesSlides/notesSlide14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466.xml"/><Relationship Id="rId34" Type="http://schemas.openxmlformats.org/officeDocument/2006/relationships/image" Target="../media/image95.png"/><Relationship Id="rId33" Type="http://schemas.openxmlformats.org/officeDocument/2006/relationships/tags" Target="../tags/tag465.xml"/><Relationship Id="rId32" Type="http://schemas.openxmlformats.org/officeDocument/2006/relationships/image" Target="../media/image94.png"/><Relationship Id="rId31" Type="http://schemas.openxmlformats.org/officeDocument/2006/relationships/tags" Target="../tags/tag464.xml"/><Relationship Id="rId30" Type="http://schemas.openxmlformats.org/officeDocument/2006/relationships/tags" Target="../tags/tag463.xml"/><Relationship Id="rId3" Type="http://schemas.openxmlformats.org/officeDocument/2006/relationships/tags" Target="../tags/tag443.xml"/><Relationship Id="rId29" Type="http://schemas.openxmlformats.org/officeDocument/2006/relationships/tags" Target="../tags/tag462.xml"/><Relationship Id="rId28" Type="http://schemas.openxmlformats.org/officeDocument/2006/relationships/tags" Target="../tags/tag461.xml"/><Relationship Id="rId27" Type="http://schemas.openxmlformats.org/officeDocument/2006/relationships/tags" Target="../tags/tag460.xml"/><Relationship Id="rId26" Type="http://schemas.openxmlformats.org/officeDocument/2006/relationships/image" Target="../media/image93.svg"/><Relationship Id="rId25" Type="http://schemas.openxmlformats.org/officeDocument/2006/relationships/image" Target="../media/image92.png"/><Relationship Id="rId24" Type="http://schemas.openxmlformats.org/officeDocument/2006/relationships/tags" Target="../tags/tag459.xml"/><Relationship Id="rId23" Type="http://schemas.openxmlformats.org/officeDocument/2006/relationships/tags" Target="../tags/tag458.xml"/><Relationship Id="rId22" Type="http://schemas.openxmlformats.org/officeDocument/2006/relationships/tags" Target="../tags/tag457.xml"/><Relationship Id="rId21" Type="http://schemas.openxmlformats.org/officeDocument/2006/relationships/tags" Target="../tags/tag456.xml"/><Relationship Id="rId20" Type="http://schemas.openxmlformats.org/officeDocument/2006/relationships/tags" Target="../tags/tag455.xml"/><Relationship Id="rId2" Type="http://schemas.openxmlformats.org/officeDocument/2006/relationships/image" Target="../media/image9.png"/><Relationship Id="rId19" Type="http://schemas.openxmlformats.org/officeDocument/2006/relationships/tags" Target="../tags/tag454.xml"/><Relationship Id="rId18" Type="http://schemas.openxmlformats.org/officeDocument/2006/relationships/tags" Target="../tags/tag453.xml"/><Relationship Id="rId17" Type="http://schemas.openxmlformats.org/officeDocument/2006/relationships/tags" Target="../tags/tag452.xml"/><Relationship Id="rId16" Type="http://schemas.openxmlformats.org/officeDocument/2006/relationships/tags" Target="../tags/tag451.xml"/><Relationship Id="rId15" Type="http://schemas.openxmlformats.org/officeDocument/2006/relationships/tags" Target="../tags/tag450.xml"/><Relationship Id="rId14" Type="http://schemas.openxmlformats.org/officeDocument/2006/relationships/tags" Target="../tags/tag449.xml"/><Relationship Id="rId13" Type="http://schemas.openxmlformats.org/officeDocument/2006/relationships/tags" Target="../tags/tag448.xml"/><Relationship Id="rId12" Type="http://schemas.openxmlformats.org/officeDocument/2006/relationships/image" Target="../media/image91.svg"/><Relationship Id="rId11" Type="http://schemas.openxmlformats.org/officeDocument/2006/relationships/image" Target="../media/image90.png"/><Relationship Id="rId10" Type="http://schemas.openxmlformats.org/officeDocument/2006/relationships/tags" Target="../tags/tag447.xml"/><Relationship Id="rId1" Type="http://schemas.openxmlformats.org/officeDocument/2006/relationships/tags" Target="../tags/tag44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png"/><Relationship Id="rId8" Type="http://schemas.openxmlformats.org/officeDocument/2006/relationships/tags" Target="../tags/tag474.xml"/><Relationship Id="rId7" Type="http://schemas.openxmlformats.org/officeDocument/2006/relationships/tags" Target="../tags/tag473.xml"/><Relationship Id="rId6" Type="http://schemas.openxmlformats.org/officeDocument/2006/relationships/image" Target="../media/image12.png"/><Relationship Id="rId5" Type="http://schemas.openxmlformats.org/officeDocument/2006/relationships/tags" Target="../tags/tag472.xml"/><Relationship Id="rId4" Type="http://schemas.openxmlformats.org/officeDocument/2006/relationships/image" Target="../media/image11.png"/><Relationship Id="rId36" Type="http://schemas.openxmlformats.org/officeDocument/2006/relationships/notesSlide" Target="../notesSlides/notesSlide15.xml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494.xml"/><Relationship Id="rId33" Type="http://schemas.openxmlformats.org/officeDocument/2006/relationships/image" Target="../media/image101.png"/><Relationship Id="rId32" Type="http://schemas.openxmlformats.org/officeDocument/2006/relationships/tags" Target="../tags/tag493.xml"/><Relationship Id="rId31" Type="http://schemas.openxmlformats.org/officeDocument/2006/relationships/image" Target="../media/image100.svg"/><Relationship Id="rId30" Type="http://schemas.openxmlformats.org/officeDocument/2006/relationships/image" Target="../media/image99.png"/><Relationship Id="rId3" Type="http://schemas.openxmlformats.org/officeDocument/2006/relationships/tags" Target="../tags/tag471.xml"/><Relationship Id="rId29" Type="http://schemas.openxmlformats.org/officeDocument/2006/relationships/tags" Target="../tags/tag492.xml"/><Relationship Id="rId28" Type="http://schemas.openxmlformats.org/officeDocument/2006/relationships/tags" Target="../tags/tag491.xml"/><Relationship Id="rId27" Type="http://schemas.openxmlformats.org/officeDocument/2006/relationships/tags" Target="../tags/tag490.xml"/><Relationship Id="rId26" Type="http://schemas.openxmlformats.org/officeDocument/2006/relationships/tags" Target="../tags/tag489.xml"/><Relationship Id="rId25" Type="http://schemas.openxmlformats.org/officeDocument/2006/relationships/image" Target="../media/image98.png"/><Relationship Id="rId24" Type="http://schemas.openxmlformats.org/officeDocument/2006/relationships/tags" Target="../tags/tag488.xml"/><Relationship Id="rId23" Type="http://schemas.openxmlformats.org/officeDocument/2006/relationships/tags" Target="../tags/tag487.xml"/><Relationship Id="rId22" Type="http://schemas.openxmlformats.org/officeDocument/2006/relationships/tags" Target="../tags/tag486.xml"/><Relationship Id="rId21" Type="http://schemas.openxmlformats.org/officeDocument/2006/relationships/tags" Target="../tags/tag485.xml"/><Relationship Id="rId20" Type="http://schemas.openxmlformats.org/officeDocument/2006/relationships/tags" Target="../tags/tag484.xml"/><Relationship Id="rId2" Type="http://schemas.openxmlformats.org/officeDocument/2006/relationships/image" Target="../media/image9.png"/><Relationship Id="rId19" Type="http://schemas.openxmlformats.org/officeDocument/2006/relationships/tags" Target="../tags/tag483.xml"/><Relationship Id="rId18" Type="http://schemas.openxmlformats.org/officeDocument/2006/relationships/tags" Target="../tags/tag482.xml"/><Relationship Id="rId17" Type="http://schemas.openxmlformats.org/officeDocument/2006/relationships/tags" Target="../tags/tag481.xml"/><Relationship Id="rId16" Type="http://schemas.openxmlformats.org/officeDocument/2006/relationships/tags" Target="../tags/tag480.xml"/><Relationship Id="rId15" Type="http://schemas.openxmlformats.org/officeDocument/2006/relationships/tags" Target="../tags/tag479.xml"/><Relationship Id="rId14" Type="http://schemas.openxmlformats.org/officeDocument/2006/relationships/tags" Target="../tags/tag478.xml"/><Relationship Id="rId13" Type="http://schemas.openxmlformats.org/officeDocument/2006/relationships/tags" Target="../tags/tag477.xml"/><Relationship Id="rId12" Type="http://schemas.openxmlformats.org/officeDocument/2006/relationships/tags" Target="../tags/tag476.xml"/><Relationship Id="rId11" Type="http://schemas.openxmlformats.org/officeDocument/2006/relationships/tags" Target="../tags/tag475.xml"/><Relationship Id="rId10" Type="http://schemas.openxmlformats.org/officeDocument/2006/relationships/image" Target="../media/image97.svg"/><Relationship Id="rId1" Type="http://schemas.openxmlformats.org/officeDocument/2006/relationships/tags" Target="../tags/tag47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png"/><Relationship Id="rId8" Type="http://schemas.openxmlformats.org/officeDocument/2006/relationships/tags" Target="../tags/tag502.xml"/><Relationship Id="rId7" Type="http://schemas.openxmlformats.org/officeDocument/2006/relationships/tags" Target="../tags/tag501.xml"/><Relationship Id="rId6" Type="http://schemas.openxmlformats.org/officeDocument/2006/relationships/image" Target="../media/image12.png"/><Relationship Id="rId5" Type="http://schemas.openxmlformats.org/officeDocument/2006/relationships/tags" Target="../tags/tag500.xml"/><Relationship Id="rId4" Type="http://schemas.openxmlformats.org/officeDocument/2006/relationships/image" Target="../media/image11.png"/><Relationship Id="rId3" Type="http://schemas.openxmlformats.org/officeDocument/2006/relationships/tags" Target="../tags/tag499.xml"/><Relationship Id="rId2" Type="http://schemas.openxmlformats.org/officeDocument/2006/relationships/image" Target="../media/image9.png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504.xml"/><Relationship Id="rId11" Type="http://schemas.openxmlformats.org/officeDocument/2006/relationships/tags" Target="../tags/tag503.xml"/><Relationship Id="rId10" Type="http://schemas.openxmlformats.org/officeDocument/2006/relationships/image" Target="../media/image103.svg"/><Relationship Id="rId1" Type="http://schemas.openxmlformats.org/officeDocument/2006/relationships/tags" Target="../tags/tag49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tags" Target="../tags/tag512.xml"/><Relationship Id="rId7" Type="http://schemas.openxmlformats.org/officeDocument/2006/relationships/tags" Target="../tags/tag511.xml"/><Relationship Id="rId6" Type="http://schemas.openxmlformats.org/officeDocument/2006/relationships/image" Target="../media/image12.png"/><Relationship Id="rId5" Type="http://schemas.openxmlformats.org/officeDocument/2006/relationships/tags" Target="../tags/tag510.xml"/><Relationship Id="rId4" Type="http://schemas.openxmlformats.org/officeDocument/2006/relationships/image" Target="../media/image11.png"/><Relationship Id="rId33" Type="http://schemas.openxmlformats.org/officeDocument/2006/relationships/notesSlide" Target="../notesSlides/notesSlide17.xml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531.xml"/><Relationship Id="rId30" Type="http://schemas.openxmlformats.org/officeDocument/2006/relationships/tags" Target="../tags/tag530.xml"/><Relationship Id="rId3" Type="http://schemas.openxmlformats.org/officeDocument/2006/relationships/tags" Target="../tags/tag509.xml"/><Relationship Id="rId29" Type="http://schemas.openxmlformats.org/officeDocument/2006/relationships/tags" Target="../tags/tag529.xml"/><Relationship Id="rId28" Type="http://schemas.openxmlformats.org/officeDocument/2006/relationships/tags" Target="../tags/tag528.xml"/><Relationship Id="rId27" Type="http://schemas.openxmlformats.org/officeDocument/2006/relationships/tags" Target="../tags/tag527.xml"/><Relationship Id="rId26" Type="http://schemas.openxmlformats.org/officeDocument/2006/relationships/tags" Target="../tags/tag526.xml"/><Relationship Id="rId25" Type="http://schemas.openxmlformats.org/officeDocument/2006/relationships/tags" Target="../tags/tag525.xml"/><Relationship Id="rId24" Type="http://schemas.openxmlformats.org/officeDocument/2006/relationships/tags" Target="../tags/tag524.xml"/><Relationship Id="rId23" Type="http://schemas.openxmlformats.org/officeDocument/2006/relationships/tags" Target="../tags/tag523.xml"/><Relationship Id="rId22" Type="http://schemas.openxmlformats.org/officeDocument/2006/relationships/tags" Target="../tags/tag522.xml"/><Relationship Id="rId21" Type="http://schemas.openxmlformats.org/officeDocument/2006/relationships/tags" Target="../tags/tag521.xml"/><Relationship Id="rId20" Type="http://schemas.openxmlformats.org/officeDocument/2006/relationships/image" Target="../media/image107.png"/><Relationship Id="rId2" Type="http://schemas.openxmlformats.org/officeDocument/2006/relationships/image" Target="../media/image9.png"/><Relationship Id="rId19" Type="http://schemas.openxmlformats.org/officeDocument/2006/relationships/tags" Target="../tags/tag520.xml"/><Relationship Id="rId18" Type="http://schemas.openxmlformats.org/officeDocument/2006/relationships/tags" Target="../tags/tag519.xml"/><Relationship Id="rId17" Type="http://schemas.openxmlformats.org/officeDocument/2006/relationships/tags" Target="../tags/tag518.xml"/><Relationship Id="rId16" Type="http://schemas.openxmlformats.org/officeDocument/2006/relationships/tags" Target="../tags/tag517.xml"/><Relationship Id="rId15" Type="http://schemas.openxmlformats.org/officeDocument/2006/relationships/tags" Target="../tags/tag516.xml"/><Relationship Id="rId14" Type="http://schemas.openxmlformats.org/officeDocument/2006/relationships/tags" Target="../tags/tag515.xml"/><Relationship Id="rId13" Type="http://schemas.openxmlformats.org/officeDocument/2006/relationships/tags" Target="../tags/tag514.xml"/><Relationship Id="rId12" Type="http://schemas.openxmlformats.org/officeDocument/2006/relationships/image" Target="../media/image106.svg"/><Relationship Id="rId11" Type="http://schemas.openxmlformats.org/officeDocument/2006/relationships/image" Target="../media/image105.png"/><Relationship Id="rId10" Type="http://schemas.openxmlformats.org/officeDocument/2006/relationships/tags" Target="../tags/tag513.xml"/><Relationship Id="rId1" Type="http://schemas.openxmlformats.org/officeDocument/2006/relationships/tags" Target="../tags/tag50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8.png"/><Relationship Id="rId8" Type="http://schemas.openxmlformats.org/officeDocument/2006/relationships/tags" Target="../tags/tag539.xml"/><Relationship Id="rId7" Type="http://schemas.openxmlformats.org/officeDocument/2006/relationships/tags" Target="../tags/tag538.xml"/><Relationship Id="rId6" Type="http://schemas.openxmlformats.org/officeDocument/2006/relationships/image" Target="../media/image12.png"/><Relationship Id="rId55" Type="http://schemas.openxmlformats.org/officeDocument/2006/relationships/notesSlide" Target="../notesSlides/notesSlide18.xml"/><Relationship Id="rId54" Type="http://schemas.openxmlformats.org/officeDocument/2006/relationships/slideLayout" Target="../slideLayouts/slideLayout1.xml"/><Relationship Id="rId53" Type="http://schemas.openxmlformats.org/officeDocument/2006/relationships/tags" Target="../tags/tag575.xml"/><Relationship Id="rId52" Type="http://schemas.openxmlformats.org/officeDocument/2006/relationships/tags" Target="../tags/tag574.xml"/><Relationship Id="rId51" Type="http://schemas.openxmlformats.org/officeDocument/2006/relationships/tags" Target="../tags/tag573.xml"/><Relationship Id="rId50" Type="http://schemas.openxmlformats.org/officeDocument/2006/relationships/tags" Target="../tags/tag572.xml"/><Relationship Id="rId5" Type="http://schemas.openxmlformats.org/officeDocument/2006/relationships/tags" Target="../tags/tag537.xml"/><Relationship Id="rId49" Type="http://schemas.openxmlformats.org/officeDocument/2006/relationships/tags" Target="../tags/tag571.xml"/><Relationship Id="rId48" Type="http://schemas.openxmlformats.org/officeDocument/2006/relationships/tags" Target="../tags/tag570.xml"/><Relationship Id="rId47" Type="http://schemas.openxmlformats.org/officeDocument/2006/relationships/tags" Target="../tags/tag569.xml"/><Relationship Id="rId46" Type="http://schemas.openxmlformats.org/officeDocument/2006/relationships/tags" Target="../tags/tag568.xml"/><Relationship Id="rId45" Type="http://schemas.openxmlformats.org/officeDocument/2006/relationships/tags" Target="../tags/tag567.xml"/><Relationship Id="rId44" Type="http://schemas.openxmlformats.org/officeDocument/2006/relationships/tags" Target="../tags/tag566.xml"/><Relationship Id="rId43" Type="http://schemas.openxmlformats.org/officeDocument/2006/relationships/tags" Target="../tags/tag565.xml"/><Relationship Id="rId42" Type="http://schemas.openxmlformats.org/officeDocument/2006/relationships/tags" Target="../tags/tag564.xml"/><Relationship Id="rId41" Type="http://schemas.openxmlformats.org/officeDocument/2006/relationships/tags" Target="../tags/tag563.xml"/><Relationship Id="rId40" Type="http://schemas.openxmlformats.org/officeDocument/2006/relationships/tags" Target="../tags/tag562.xml"/><Relationship Id="rId4" Type="http://schemas.openxmlformats.org/officeDocument/2006/relationships/image" Target="../media/image11.png"/><Relationship Id="rId39" Type="http://schemas.openxmlformats.org/officeDocument/2006/relationships/tags" Target="../tags/tag561.xml"/><Relationship Id="rId38" Type="http://schemas.openxmlformats.org/officeDocument/2006/relationships/tags" Target="../tags/tag560.xml"/><Relationship Id="rId37" Type="http://schemas.openxmlformats.org/officeDocument/2006/relationships/tags" Target="../tags/tag559.xml"/><Relationship Id="rId36" Type="http://schemas.openxmlformats.org/officeDocument/2006/relationships/tags" Target="../tags/tag558.xml"/><Relationship Id="rId35" Type="http://schemas.openxmlformats.org/officeDocument/2006/relationships/tags" Target="../tags/tag557.xml"/><Relationship Id="rId34" Type="http://schemas.openxmlformats.org/officeDocument/2006/relationships/tags" Target="../tags/tag556.xml"/><Relationship Id="rId33" Type="http://schemas.openxmlformats.org/officeDocument/2006/relationships/image" Target="../media/image116.svg"/><Relationship Id="rId32" Type="http://schemas.openxmlformats.org/officeDocument/2006/relationships/image" Target="../media/image115.png"/><Relationship Id="rId31" Type="http://schemas.openxmlformats.org/officeDocument/2006/relationships/tags" Target="../tags/tag555.xml"/><Relationship Id="rId30" Type="http://schemas.openxmlformats.org/officeDocument/2006/relationships/tags" Target="../tags/tag554.xml"/><Relationship Id="rId3" Type="http://schemas.openxmlformats.org/officeDocument/2006/relationships/tags" Target="../tags/tag536.xml"/><Relationship Id="rId29" Type="http://schemas.openxmlformats.org/officeDocument/2006/relationships/tags" Target="../tags/tag553.xml"/><Relationship Id="rId28" Type="http://schemas.openxmlformats.org/officeDocument/2006/relationships/tags" Target="../tags/tag552.xml"/><Relationship Id="rId27" Type="http://schemas.openxmlformats.org/officeDocument/2006/relationships/tags" Target="../tags/tag551.xml"/><Relationship Id="rId26" Type="http://schemas.openxmlformats.org/officeDocument/2006/relationships/tags" Target="../tags/tag550.xml"/><Relationship Id="rId25" Type="http://schemas.openxmlformats.org/officeDocument/2006/relationships/image" Target="../media/image114.svg"/><Relationship Id="rId24" Type="http://schemas.openxmlformats.org/officeDocument/2006/relationships/image" Target="../media/image113.png"/><Relationship Id="rId23" Type="http://schemas.openxmlformats.org/officeDocument/2006/relationships/tags" Target="../tags/tag549.xml"/><Relationship Id="rId22" Type="http://schemas.openxmlformats.org/officeDocument/2006/relationships/tags" Target="../tags/tag548.xml"/><Relationship Id="rId21" Type="http://schemas.openxmlformats.org/officeDocument/2006/relationships/image" Target="../media/image112.svg"/><Relationship Id="rId20" Type="http://schemas.openxmlformats.org/officeDocument/2006/relationships/image" Target="../media/image111.png"/><Relationship Id="rId2" Type="http://schemas.openxmlformats.org/officeDocument/2006/relationships/image" Target="../media/image9.png"/><Relationship Id="rId19" Type="http://schemas.openxmlformats.org/officeDocument/2006/relationships/tags" Target="../tags/tag547.xml"/><Relationship Id="rId18" Type="http://schemas.openxmlformats.org/officeDocument/2006/relationships/image" Target="../media/image110.png"/><Relationship Id="rId17" Type="http://schemas.openxmlformats.org/officeDocument/2006/relationships/tags" Target="../tags/tag546.xml"/><Relationship Id="rId16" Type="http://schemas.openxmlformats.org/officeDocument/2006/relationships/tags" Target="../tags/tag545.xml"/><Relationship Id="rId15" Type="http://schemas.openxmlformats.org/officeDocument/2006/relationships/tags" Target="../tags/tag544.xml"/><Relationship Id="rId14" Type="http://schemas.openxmlformats.org/officeDocument/2006/relationships/tags" Target="../tags/tag543.xml"/><Relationship Id="rId13" Type="http://schemas.openxmlformats.org/officeDocument/2006/relationships/image" Target="../media/image109.png"/><Relationship Id="rId12" Type="http://schemas.openxmlformats.org/officeDocument/2006/relationships/tags" Target="../tags/tag542.xml"/><Relationship Id="rId11" Type="http://schemas.openxmlformats.org/officeDocument/2006/relationships/tags" Target="../tags/tag541.xml"/><Relationship Id="rId10" Type="http://schemas.openxmlformats.org/officeDocument/2006/relationships/tags" Target="../tags/tag540.xml"/><Relationship Id="rId1" Type="http://schemas.openxmlformats.org/officeDocument/2006/relationships/tags" Target="../tags/tag535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584.xml"/><Relationship Id="rId8" Type="http://schemas.openxmlformats.org/officeDocument/2006/relationships/tags" Target="../tags/tag583.xml"/><Relationship Id="rId7" Type="http://schemas.openxmlformats.org/officeDocument/2006/relationships/tags" Target="../tags/tag582.xml"/><Relationship Id="rId6" Type="http://schemas.openxmlformats.org/officeDocument/2006/relationships/image" Target="../media/image12.png"/><Relationship Id="rId5" Type="http://schemas.openxmlformats.org/officeDocument/2006/relationships/tags" Target="../tags/tag581.xml"/><Relationship Id="rId49" Type="http://schemas.openxmlformats.org/officeDocument/2006/relationships/notesSlide" Target="../notesSlides/notesSlide19.xml"/><Relationship Id="rId48" Type="http://schemas.openxmlformats.org/officeDocument/2006/relationships/slideLayout" Target="../slideLayouts/slideLayout1.xml"/><Relationship Id="rId47" Type="http://schemas.openxmlformats.org/officeDocument/2006/relationships/tags" Target="../tags/tag613.xml"/><Relationship Id="rId46" Type="http://schemas.openxmlformats.org/officeDocument/2006/relationships/tags" Target="../tags/tag612.xml"/><Relationship Id="rId45" Type="http://schemas.openxmlformats.org/officeDocument/2006/relationships/tags" Target="../tags/tag611.xml"/><Relationship Id="rId44" Type="http://schemas.openxmlformats.org/officeDocument/2006/relationships/tags" Target="../tags/tag610.xml"/><Relationship Id="rId43" Type="http://schemas.openxmlformats.org/officeDocument/2006/relationships/tags" Target="../tags/tag609.xml"/><Relationship Id="rId42" Type="http://schemas.openxmlformats.org/officeDocument/2006/relationships/tags" Target="../tags/tag608.xml"/><Relationship Id="rId41" Type="http://schemas.openxmlformats.org/officeDocument/2006/relationships/tags" Target="../tags/tag607.xml"/><Relationship Id="rId40" Type="http://schemas.openxmlformats.org/officeDocument/2006/relationships/tags" Target="../tags/tag606.xml"/><Relationship Id="rId4" Type="http://schemas.openxmlformats.org/officeDocument/2006/relationships/image" Target="../media/image11.png"/><Relationship Id="rId39" Type="http://schemas.openxmlformats.org/officeDocument/2006/relationships/tags" Target="../tags/tag605.xml"/><Relationship Id="rId38" Type="http://schemas.openxmlformats.org/officeDocument/2006/relationships/tags" Target="../tags/tag604.xml"/><Relationship Id="rId37" Type="http://schemas.openxmlformats.org/officeDocument/2006/relationships/tags" Target="../tags/tag603.xml"/><Relationship Id="rId36" Type="http://schemas.openxmlformats.org/officeDocument/2006/relationships/tags" Target="../tags/tag602.xml"/><Relationship Id="rId35" Type="http://schemas.openxmlformats.org/officeDocument/2006/relationships/image" Target="../media/image45.svg"/><Relationship Id="rId34" Type="http://schemas.openxmlformats.org/officeDocument/2006/relationships/image" Target="../media/image76.png"/><Relationship Id="rId33" Type="http://schemas.openxmlformats.org/officeDocument/2006/relationships/tags" Target="../tags/tag601.xml"/><Relationship Id="rId32" Type="http://schemas.openxmlformats.org/officeDocument/2006/relationships/image" Target="../media/image123.png"/><Relationship Id="rId31" Type="http://schemas.openxmlformats.org/officeDocument/2006/relationships/tags" Target="../tags/tag600.xml"/><Relationship Id="rId30" Type="http://schemas.openxmlformats.org/officeDocument/2006/relationships/image" Target="../media/image122.svg"/><Relationship Id="rId3" Type="http://schemas.openxmlformats.org/officeDocument/2006/relationships/tags" Target="../tags/tag580.xml"/><Relationship Id="rId29" Type="http://schemas.openxmlformats.org/officeDocument/2006/relationships/image" Target="../media/image121.png"/><Relationship Id="rId28" Type="http://schemas.openxmlformats.org/officeDocument/2006/relationships/tags" Target="../tags/tag599.xml"/><Relationship Id="rId27" Type="http://schemas.openxmlformats.org/officeDocument/2006/relationships/tags" Target="../tags/tag598.xml"/><Relationship Id="rId26" Type="http://schemas.openxmlformats.org/officeDocument/2006/relationships/tags" Target="../tags/tag597.xml"/><Relationship Id="rId25" Type="http://schemas.openxmlformats.org/officeDocument/2006/relationships/tags" Target="../tags/tag596.xml"/><Relationship Id="rId24" Type="http://schemas.openxmlformats.org/officeDocument/2006/relationships/tags" Target="../tags/tag595.xml"/><Relationship Id="rId23" Type="http://schemas.openxmlformats.org/officeDocument/2006/relationships/tags" Target="../tags/tag594.xml"/><Relationship Id="rId22" Type="http://schemas.openxmlformats.org/officeDocument/2006/relationships/tags" Target="../tags/tag593.xml"/><Relationship Id="rId21" Type="http://schemas.openxmlformats.org/officeDocument/2006/relationships/tags" Target="../tags/tag592.xml"/><Relationship Id="rId20" Type="http://schemas.openxmlformats.org/officeDocument/2006/relationships/tags" Target="../tags/tag591.xml"/><Relationship Id="rId2" Type="http://schemas.openxmlformats.org/officeDocument/2006/relationships/image" Target="../media/image9.png"/><Relationship Id="rId19" Type="http://schemas.openxmlformats.org/officeDocument/2006/relationships/tags" Target="../tags/tag590.xml"/><Relationship Id="rId18" Type="http://schemas.openxmlformats.org/officeDocument/2006/relationships/tags" Target="../tags/tag589.xml"/><Relationship Id="rId17" Type="http://schemas.openxmlformats.org/officeDocument/2006/relationships/tags" Target="../tags/tag588.xml"/><Relationship Id="rId16" Type="http://schemas.openxmlformats.org/officeDocument/2006/relationships/tags" Target="../tags/tag587.xml"/><Relationship Id="rId15" Type="http://schemas.openxmlformats.org/officeDocument/2006/relationships/image" Target="../media/image120.svg"/><Relationship Id="rId14" Type="http://schemas.openxmlformats.org/officeDocument/2006/relationships/image" Target="../media/image119.png"/><Relationship Id="rId13" Type="http://schemas.openxmlformats.org/officeDocument/2006/relationships/tags" Target="../tags/tag586.xml"/><Relationship Id="rId12" Type="http://schemas.openxmlformats.org/officeDocument/2006/relationships/image" Target="../media/image118.png"/><Relationship Id="rId11" Type="http://schemas.openxmlformats.org/officeDocument/2006/relationships/tags" Target="../tags/tag585.xml"/><Relationship Id="rId10" Type="http://schemas.openxmlformats.org/officeDocument/2006/relationships/image" Target="../media/image117.png"/><Relationship Id="rId1" Type="http://schemas.openxmlformats.org/officeDocument/2006/relationships/tags" Target="../tags/tag579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png"/><Relationship Id="rId8" Type="http://schemas.openxmlformats.org/officeDocument/2006/relationships/tags" Target="../tags/tag621.xml"/><Relationship Id="rId7" Type="http://schemas.openxmlformats.org/officeDocument/2006/relationships/tags" Target="../tags/tag620.xml"/><Relationship Id="rId6" Type="http://schemas.openxmlformats.org/officeDocument/2006/relationships/image" Target="../media/image12.png"/><Relationship Id="rId55" Type="http://schemas.openxmlformats.org/officeDocument/2006/relationships/notesSlide" Target="../notesSlides/notesSlide20.xml"/><Relationship Id="rId54" Type="http://schemas.openxmlformats.org/officeDocument/2006/relationships/slideLayout" Target="../slideLayouts/slideLayout1.xml"/><Relationship Id="rId53" Type="http://schemas.openxmlformats.org/officeDocument/2006/relationships/tags" Target="../tags/tag655.xml"/><Relationship Id="rId52" Type="http://schemas.openxmlformats.org/officeDocument/2006/relationships/tags" Target="../tags/tag654.xml"/><Relationship Id="rId51" Type="http://schemas.openxmlformats.org/officeDocument/2006/relationships/tags" Target="../tags/tag653.xml"/><Relationship Id="rId50" Type="http://schemas.openxmlformats.org/officeDocument/2006/relationships/image" Target="../media/image134.png"/><Relationship Id="rId5" Type="http://schemas.openxmlformats.org/officeDocument/2006/relationships/tags" Target="../tags/tag619.xml"/><Relationship Id="rId49" Type="http://schemas.openxmlformats.org/officeDocument/2006/relationships/tags" Target="../tags/tag652.xml"/><Relationship Id="rId48" Type="http://schemas.openxmlformats.org/officeDocument/2006/relationships/tags" Target="../tags/tag651.xml"/><Relationship Id="rId47" Type="http://schemas.openxmlformats.org/officeDocument/2006/relationships/tags" Target="../tags/tag650.xml"/><Relationship Id="rId46" Type="http://schemas.openxmlformats.org/officeDocument/2006/relationships/image" Target="../media/image133.png"/><Relationship Id="rId45" Type="http://schemas.openxmlformats.org/officeDocument/2006/relationships/tags" Target="../tags/tag649.xml"/><Relationship Id="rId44" Type="http://schemas.openxmlformats.org/officeDocument/2006/relationships/tags" Target="../tags/tag648.xml"/><Relationship Id="rId43" Type="http://schemas.openxmlformats.org/officeDocument/2006/relationships/tags" Target="../tags/tag647.xml"/><Relationship Id="rId42" Type="http://schemas.openxmlformats.org/officeDocument/2006/relationships/tags" Target="../tags/tag646.xml"/><Relationship Id="rId41" Type="http://schemas.openxmlformats.org/officeDocument/2006/relationships/tags" Target="../tags/tag645.xml"/><Relationship Id="rId40" Type="http://schemas.openxmlformats.org/officeDocument/2006/relationships/tags" Target="../tags/tag644.xml"/><Relationship Id="rId4" Type="http://schemas.openxmlformats.org/officeDocument/2006/relationships/image" Target="../media/image11.png"/><Relationship Id="rId39" Type="http://schemas.openxmlformats.org/officeDocument/2006/relationships/tags" Target="../tags/tag643.xml"/><Relationship Id="rId38" Type="http://schemas.openxmlformats.org/officeDocument/2006/relationships/tags" Target="../tags/tag642.xml"/><Relationship Id="rId37" Type="http://schemas.openxmlformats.org/officeDocument/2006/relationships/tags" Target="../tags/tag641.xml"/><Relationship Id="rId36" Type="http://schemas.openxmlformats.org/officeDocument/2006/relationships/tags" Target="../tags/tag640.xml"/><Relationship Id="rId35" Type="http://schemas.openxmlformats.org/officeDocument/2006/relationships/tags" Target="../tags/tag639.xml"/><Relationship Id="rId34" Type="http://schemas.openxmlformats.org/officeDocument/2006/relationships/tags" Target="../tags/tag638.xml"/><Relationship Id="rId33" Type="http://schemas.openxmlformats.org/officeDocument/2006/relationships/tags" Target="../tags/tag637.xml"/><Relationship Id="rId32" Type="http://schemas.openxmlformats.org/officeDocument/2006/relationships/tags" Target="../tags/tag636.xml"/><Relationship Id="rId31" Type="http://schemas.openxmlformats.org/officeDocument/2006/relationships/tags" Target="../tags/tag635.xml"/><Relationship Id="rId30" Type="http://schemas.openxmlformats.org/officeDocument/2006/relationships/tags" Target="../tags/tag634.xml"/><Relationship Id="rId3" Type="http://schemas.openxmlformats.org/officeDocument/2006/relationships/tags" Target="../tags/tag618.xml"/><Relationship Id="rId29" Type="http://schemas.openxmlformats.org/officeDocument/2006/relationships/tags" Target="../tags/tag633.xml"/><Relationship Id="rId28" Type="http://schemas.openxmlformats.org/officeDocument/2006/relationships/tags" Target="../tags/tag632.xml"/><Relationship Id="rId27" Type="http://schemas.openxmlformats.org/officeDocument/2006/relationships/tags" Target="../tags/tag631.xml"/><Relationship Id="rId26" Type="http://schemas.openxmlformats.org/officeDocument/2006/relationships/image" Target="../media/image132.svg"/><Relationship Id="rId25" Type="http://schemas.openxmlformats.org/officeDocument/2006/relationships/image" Target="../media/image131.png"/><Relationship Id="rId24" Type="http://schemas.openxmlformats.org/officeDocument/2006/relationships/tags" Target="../tags/tag630.xml"/><Relationship Id="rId23" Type="http://schemas.openxmlformats.org/officeDocument/2006/relationships/tags" Target="../tags/tag629.xml"/><Relationship Id="rId22" Type="http://schemas.openxmlformats.org/officeDocument/2006/relationships/image" Target="../media/image130.svg"/><Relationship Id="rId21" Type="http://schemas.openxmlformats.org/officeDocument/2006/relationships/image" Target="../media/image129.png"/><Relationship Id="rId20" Type="http://schemas.openxmlformats.org/officeDocument/2006/relationships/tags" Target="../tags/tag628.xml"/><Relationship Id="rId2" Type="http://schemas.openxmlformats.org/officeDocument/2006/relationships/image" Target="../media/image9.png"/><Relationship Id="rId19" Type="http://schemas.openxmlformats.org/officeDocument/2006/relationships/tags" Target="../tags/tag627.xml"/><Relationship Id="rId18" Type="http://schemas.openxmlformats.org/officeDocument/2006/relationships/tags" Target="../tags/tag626.xml"/><Relationship Id="rId17" Type="http://schemas.openxmlformats.org/officeDocument/2006/relationships/image" Target="../media/image128.svg"/><Relationship Id="rId16" Type="http://schemas.openxmlformats.org/officeDocument/2006/relationships/image" Target="../media/image127.png"/><Relationship Id="rId15" Type="http://schemas.openxmlformats.org/officeDocument/2006/relationships/tags" Target="../tags/tag625.xml"/><Relationship Id="rId14" Type="http://schemas.openxmlformats.org/officeDocument/2006/relationships/image" Target="../media/image126.png"/><Relationship Id="rId13" Type="http://schemas.openxmlformats.org/officeDocument/2006/relationships/tags" Target="../tags/tag624.xml"/><Relationship Id="rId12" Type="http://schemas.openxmlformats.org/officeDocument/2006/relationships/tags" Target="../tags/tag623.xml"/><Relationship Id="rId11" Type="http://schemas.openxmlformats.org/officeDocument/2006/relationships/tags" Target="../tags/tag622.xml"/><Relationship Id="rId10" Type="http://schemas.openxmlformats.org/officeDocument/2006/relationships/image" Target="../media/image125.svg"/><Relationship Id="rId1" Type="http://schemas.openxmlformats.org/officeDocument/2006/relationships/tags" Target="../tags/tag617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5.png"/><Relationship Id="rId8" Type="http://schemas.openxmlformats.org/officeDocument/2006/relationships/tags" Target="../tags/tag663.xml"/><Relationship Id="rId7" Type="http://schemas.openxmlformats.org/officeDocument/2006/relationships/tags" Target="../tags/tag662.xml"/><Relationship Id="rId6" Type="http://schemas.openxmlformats.org/officeDocument/2006/relationships/image" Target="../media/image12.png"/><Relationship Id="rId5" Type="http://schemas.openxmlformats.org/officeDocument/2006/relationships/tags" Target="../tags/tag661.xml"/><Relationship Id="rId4" Type="http://schemas.openxmlformats.org/officeDocument/2006/relationships/image" Target="../media/image11.png"/><Relationship Id="rId31" Type="http://schemas.openxmlformats.org/officeDocument/2006/relationships/notesSlide" Target="../notesSlides/notesSlide21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660.xml"/><Relationship Id="rId29" Type="http://schemas.openxmlformats.org/officeDocument/2006/relationships/tags" Target="../tags/tag680.xml"/><Relationship Id="rId28" Type="http://schemas.openxmlformats.org/officeDocument/2006/relationships/tags" Target="../tags/tag679.xml"/><Relationship Id="rId27" Type="http://schemas.openxmlformats.org/officeDocument/2006/relationships/tags" Target="../tags/tag678.xml"/><Relationship Id="rId26" Type="http://schemas.openxmlformats.org/officeDocument/2006/relationships/tags" Target="../tags/tag677.xml"/><Relationship Id="rId25" Type="http://schemas.openxmlformats.org/officeDocument/2006/relationships/tags" Target="../tags/tag676.xml"/><Relationship Id="rId24" Type="http://schemas.openxmlformats.org/officeDocument/2006/relationships/tags" Target="../tags/tag675.xml"/><Relationship Id="rId23" Type="http://schemas.openxmlformats.org/officeDocument/2006/relationships/tags" Target="../tags/tag674.xml"/><Relationship Id="rId22" Type="http://schemas.openxmlformats.org/officeDocument/2006/relationships/tags" Target="../tags/tag673.xml"/><Relationship Id="rId21" Type="http://schemas.openxmlformats.org/officeDocument/2006/relationships/tags" Target="../tags/tag672.xml"/><Relationship Id="rId20" Type="http://schemas.openxmlformats.org/officeDocument/2006/relationships/tags" Target="../tags/tag671.xml"/><Relationship Id="rId2" Type="http://schemas.openxmlformats.org/officeDocument/2006/relationships/image" Target="../media/image9.png"/><Relationship Id="rId19" Type="http://schemas.openxmlformats.org/officeDocument/2006/relationships/tags" Target="../tags/tag670.xml"/><Relationship Id="rId18" Type="http://schemas.openxmlformats.org/officeDocument/2006/relationships/tags" Target="../tags/tag669.xml"/><Relationship Id="rId17" Type="http://schemas.openxmlformats.org/officeDocument/2006/relationships/image" Target="../media/image39.svg"/><Relationship Id="rId16" Type="http://schemas.openxmlformats.org/officeDocument/2006/relationships/image" Target="../media/image137.png"/><Relationship Id="rId15" Type="http://schemas.openxmlformats.org/officeDocument/2006/relationships/tags" Target="../tags/tag668.xml"/><Relationship Id="rId14" Type="http://schemas.openxmlformats.org/officeDocument/2006/relationships/tags" Target="../tags/tag667.xml"/><Relationship Id="rId13" Type="http://schemas.openxmlformats.org/officeDocument/2006/relationships/image" Target="../media/image136.png"/><Relationship Id="rId12" Type="http://schemas.openxmlformats.org/officeDocument/2006/relationships/tags" Target="../tags/tag666.xml"/><Relationship Id="rId11" Type="http://schemas.openxmlformats.org/officeDocument/2006/relationships/tags" Target="../tags/tag665.xml"/><Relationship Id="rId10" Type="http://schemas.openxmlformats.org/officeDocument/2006/relationships/tags" Target="../tags/tag664.xml"/><Relationship Id="rId1" Type="http://schemas.openxmlformats.org/officeDocument/2006/relationships/tags" Target="../tags/tag659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8.png"/><Relationship Id="rId8" Type="http://schemas.openxmlformats.org/officeDocument/2006/relationships/tags" Target="../tags/tag688.xml"/><Relationship Id="rId7" Type="http://schemas.openxmlformats.org/officeDocument/2006/relationships/tags" Target="../tags/tag687.xml"/><Relationship Id="rId6" Type="http://schemas.openxmlformats.org/officeDocument/2006/relationships/image" Target="../media/image12.png"/><Relationship Id="rId5" Type="http://schemas.openxmlformats.org/officeDocument/2006/relationships/tags" Target="../tags/tag686.xml"/><Relationship Id="rId4" Type="http://schemas.openxmlformats.org/officeDocument/2006/relationships/image" Target="../media/image11.png"/><Relationship Id="rId3" Type="http://schemas.openxmlformats.org/officeDocument/2006/relationships/tags" Target="../tags/tag685.xml"/><Relationship Id="rId29" Type="http://schemas.openxmlformats.org/officeDocument/2006/relationships/notesSlide" Target="../notesSlides/notesSlide22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703.xml"/><Relationship Id="rId26" Type="http://schemas.openxmlformats.org/officeDocument/2006/relationships/tags" Target="../tags/tag702.xml"/><Relationship Id="rId25" Type="http://schemas.openxmlformats.org/officeDocument/2006/relationships/tags" Target="../tags/tag701.xml"/><Relationship Id="rId24" Type="http://schemas.openxmlformats.org/officeDocument/2006/relationships/tags" Target="../tags/tag700.xml"/><Relationship Id="rId23" Type="http://schemas.openxmlformats.org/officeDocument/2006/relationships/tags" Target="../tags/tag699.xml"/><Relationship Id="rId22" Type="http://schemas.openxmlformats.org/officeDocument/2006/relationships/tags" Target="../tags/tag698.xml"/><Relationship Id="rId21" Type="http://schemas.openxmlformats.org/officeDocument/2006/relationships/tags" Target="../tags/tag697.xml"/><Relationship Id="rId20" Type="http://schemas.openxmlformats.org/officeDocument/2006/relationships/image" Target="../media/image141.png"/><Relationship Id="rId2" Type="http://schemas.openxmlformats.org/officeDocument/2006/relationships/image" Target="../media/image9.png"/><Relationship Id="rId19" Type="http://schemas.openxmlformats.org/officeDocument/2006/relationships/tags" Target="../tags/tag696.xml"/><Relationship Id="rId18" Type="http://schemas.openxmlformats.org/officeDocument/2006/relationships/tags" Target="../tags/tag695.xml"/><Relationship Id="rId17" Type="http://schemas.openxmlformats.org/officeDocument/2006/relationships/tags" Target="../tags/tag694.xml"/><Relationship Id="rId16" Type="http://schemas.openxmlformats.org/officeDocument/2006/relationships/image" Target="../media/image140.svg"/><Relationship Id="rId15" Type="http://schemas.openxmlformats.org/officeDocument/2006/relationships/image" Target="../media/image139.png"/><Relationship Id="rId14" Type="http://schemas.openxmlformats.org/officeDocument/2006/relationships/tags" Target="../tags/tag693.xml"/><Relationship Id="rId13" Type="http://schemas.openxmlformats.org/officeDocument/2006/relationships/tags" Target="../tags/tag692.xml"/><Relationship Id="rId12" Type="http://schemas.openxmlformats.org/officeDocument/2006/relationships/tags" Target="../tags/tag691.xml"/><Relationship Id="rId11" Type="http://schemas.openxmlformats.org/officeDocument/2006/relationships/tags" Target="../tags/tag690.xml"/><Relationship Id="rId10" Type="http://schemas.openxmlformats.org/officeDocument/2006/relationships/tags" Target="../tags/tag689.xml"/><Relationship Id="rId1" Type="http://schemas.openxmlformats.org/officeDocument/2006/relationships/tags" Target="../tags/tag684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2.png"/><Relationship Id="rId8" Type="http://schemas.openxmlformats.org/officeDocument/2006/relationships/tags" Target="../tags/tag711.xml"/><Relationship Id="rId7" Type="http://schemas.openxmlformats.org/officeDocument/2006/relationships/tags" Target="../tags/tag710.xml"/><Relationship Id="rId6" Type="http://schemas.openxmlformats.org/officeDocument/2006/relationships/image" Target="../media/image12.png"/><Relationship Id="rId5" Type="http://schemas.openxmlformats.org/officeDocument/2006/relationships/tags" Target="../tags/tag709.xml"/><Relationship Id="rId49" Type="http://schemas.openxmlformats.org/officeDocument/2006/relationships/notesSlide" Target="../notesSlides/notesSlide23.xml"/><Relationship Id="rId48" Type="http://schemas.openxmlformats.org/officeDocument/2006/relationships/slideLayout" Target="../slideLayouts/slideLayout1.xml"/><Relationship Id="rId47" Type="http://schemas.openxmlformats.org/officeDocument/2006/relationships/tags" Target="../tags/tag740.xml"/><Relationship Id="rId46" Type="http://schemas.openxmlformats.org/officeDocument/2006/relationships/image" Target="../media/image151.png"/><Relationship Id="rId45" Type="http://schemas.openxmlformats.org/officeDocument/2006/relationships/tags" Target="../tags/tag739.xml"/><Relationship Id="rId44" Type="http://schemas.openxmlformats.org/officeDocument/2006/relationships/tags" Target="../tags/tag738.xml"/><Relationship Id="rId43" Type="http://schemas.openxmlformats.org/officeDocument/2006/relationships/tags" Target="../tags/tag737.xml"/><Relationship Id="rId42" Type="http://schemas.openxmlformats.org/officeDocument/2006/relationships/image" Target="../media/image150.svg"/><Relationship Id="rId41" Type="http://schemas.openxmlformats.org/officeDocument/2006/relationships/image" Target="../media/image149.png"/><Relationship Id="rId40" Type="http://schemas.openxmlformats.org/officeDocument/2006/relationships/tags" Target="../tags/tag736.xml"/><Relationship Id="rId4" Type="http://schemas.openxmlformats.org/officeDocument/2006/relationships/image" Target="../media/image11.png"/><Relationship Id="rId39" Type="http://schemas.openxmlformats.org/officeDocument/2006/relationships/tags" Target="../tags/tag735.xml"/><Relationship Id="rId38" Type="http://schemas.openxmlformats.org/officeDocument/2006/relationships/tags" Target="../tags/tag734.xml"/><Relationship Id="rId37" Type="http://schemas.openxmlformats.org/officeDocument/2006/relationships/tags" Target="../tags/tag733.xml"/><Relationship Id="rId36" Type="http://schemas.openxmlformats.org/officeDocument/2006/relationships/tags" Target="../tags/tag732.xml"/><Relationship Id="rId35" Type="http://schemas.openxmlformats.org/officeDocument/2006/relationships/tags" Target="../tags/tag731.xml"/><Relationship Id="rId34" Type="http://schemas.openxmlformats.org/officeDocument/2006/relationships/tags" Target="../tags/tag730.xml"/><Relationship Id="rId33" Type="http://schemas.openxmlformats.org/officeDocument/2006/relationships/tags" Target="../tags/tag729.xml"/><Relationship Id="rId32" Type="http://schemas.openxmlformats.org/officeDocument/2006/relationships/tags" Target="../tags/tag728.xml"/><Relationship Id="rId31" Type="http://schemas.openxmlformats.org/officeDocument/2006/relationships/tags" Target="../tags/tag727.xml"/><Relationship Id="rId30" Type="http://schemas.openxmlformats.org/officeDocument/2006/relationships/tags" Target="../tags/tag726.xml"/><Relationship Id="rId3" Type="http://schemas.openxmlformats.org/officeDocument/2006/relationships/tags" Target="../tags/tag708.xml"/><Relationship Id="rId29" Type="http://schemas.openxmlformats.org/officeDocument/2006/relationships/tags" Target="../tags/tag725.xml"/><Relationship Id="rId28" Type="http://schemas.openxmlformats.org/officeDocument/2006/relationships/tags" Target="../tags/tag724.xml"/><Relationship Id="rId27" Type="http://schemas.openxmlformats.org/officeDocument/2006/relationships/tags" Target="../tags/tag723.xml"/><Relationship Id="rId26" Type="http://schemas.openxmlformats.org/officeDocument/2006/relationships/tags" Target="../tags/tag722.xml"/><Relationship Id="rId25" Type="http://schemas.openxmlformats.org/officeDocument/2006/relationships/image" Target="../media/image148.png"/><Relationship Id="rId24" Type="http://schemas.openxmlformats.org/officeDocument/2006/relationships/tags" Target="../tags/tag721.xml"/><Relationship Id="rId23" Type="http://schemas.openxmlformats.org/officeDocument/2006/relationships/tags" Target="../tags/tag720.xml"/><Relationship Id="rId22" Type="http://schemas.openxmlformats.org/officeDocument/2006/relationships/tags" Target="../tags/tag719.xml"/><Relationship Id="rId21" Type="http://schemas.openxmlformats.org/officeDocument/2006/relationships/tags" Target="../tags/tag718.xml"/><Relationship Id="rId20" Type="http://schemas.openxmlformats.org/officeDocument/2006/relationships/image" Target="../media/image147.svg"/><Relationship Id="rId2" Type="http://schemas.openxmlformats.org/officeDocument/2006/relationships/image" Target="../media/image9.png"/><Relationship Id="rId19" Type="http://schemas.openxmlformats.org/officeDocument/2006/relationships/image" Target="../media/image146.png"/><Relationship Id="rId18" Type="http://schemas.openxmlformats.org/officeDocument/2006/relationships/tags" Target="../tags/tag717.xml"/><Relationship Id="rId17" Type="http://schemas.openxmlformats.org/officeDocument/2006/relationships/image" Target="../media/image145.png"/><Relationship Id="rId16" Type="http://schemas.openxmlformats.org/officeDocument/2006/relationships/tags" Target="../tags/tag716.xml"/><Relationship Id="rId15" Type="http://schemas.openxmlformats.org/officeDocument/2006/relationships/tags" Target="../tags/tag715.xml"/><Relationship Id="rId14" Type="http://schemas.openxmlformats.org/officeDocument/2006/relationships/tags" Target="../tags/tag714.xml"/><Relationship Id="rId13" Type="http://schemas.openxmlformats.org/officeDocument/2006/relationships/image" Target="../media/image144.svg"/><Relationship Id="rId12" Type="http://schemas.openxmlformats.org/officeDocument/2006/relationships/image" Target="../media/image143.png"/><Relationship Id="rId11" Type="http://schemas.openxmlformats.org/officeDocument/2006/relationships/tags" Target="../tags/tag713.xml"/><Relationship Id="rId10" Type="http://schemas.openxmlformats.org/officeDocument/2006/relationships/tags" Target="../tags/tag712.xml"/><Relationship Id="rId1" Type="http://schemas.openxmlformats.org/officeDocument/2006/relationships/tags" Target="../tags/tag70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2.png"/><Relationship Id="rId8" Type="http://schemas.openxmlformats.org/officeDocument/2006/relationships/tags" Target="../tags/tag748.xml"/><Relationship Id="rId7" Type="http://schemas.openxmlformats.org/officeDocument/2006/relationships/tags" Target="../tags/tag747.xml"/><Relationship Id="rId6" Type="http://schemas.openxmlformats.org/officeDocument/2006/relationships/image" Target="../media/image12.png"/><Relationship Id="rId5" Type="http://schemas.openxmlformats.org/officeDocument/2006/relationships/tags" Target="../tags/tag746.xml"/><Relationship Id="rId4" Type="http://schemas.openxmlformats.org/officeDocument/2006/relationships/image" Target="../media/image11.png"/><Relationship Id="rId3" Type="http://schemas.openxmlformats.org/officeDocument/2006/relationships/tags" Target="../tags/tag745.xml"/><Relationship Id="rId27" Type="http://schemas.openxmlformats.org/officeDocument/2006/relationships/notesSlide" Target="../notesSlides/notesSlide24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762.xml"/><Relationship Id="rId24" Type="http://schemas.openxmlformats.org/officeDocument/2006/relationships/tags" Target="../tags/tag761.xml"/><Relationship Id="rId23" Type="http://schemas.openxmlformats.org/officeDocument/2006/relationships/tags" Target="../tags/tag760.xml"/><Relationship Id="rId22" Type="http://schemas.openxmlformats.org/officeDocument/2006/relationships/tags" Target="../tags/tag759.xml"/><Relationship Id="rId21" Type="http://schemas.openxmlformats.org/officeDocument/2006/relationships/tags" Target="../tags/tag758.xml"/><Relationship Id="rId20" Type="http://schemas.openxmlformats.org/officeDocument/2006/relationships/tags" Target="../tags/tag757.xml"/><Relationship Id="rId2" Type="http://schemas.openxmlformats.org/officeDocument/2006/relationships/image" Target="../media/image9.png"/><Relationship Id="rId19" Type="http://schemas.openxmlformats.org/officeDocument/2006/relationships/tags" Target="../tags/tag756.xml"/><Relationship Id="rId18" Type="http://schemas.openxmlformats.org/officeDocument/2006/relationships/tags" Target="../tags/tag755.xml"/><Relationship Id="rId17" Type="http://schemas.openxmlformats.org/officeDocument/2006/relationships/tags" Target="../tags/tag754.xml"/><Relationship Id="rId16" Type="http://schemas.openxmlformats.org/officeDocument/2006/relationships/tags" Target="../tags/tag753.xml"/><Relationship Id="rId15" Type="http://schemas.openxmlformats.org/officeDocument/2006/relationships/tags" Target="../tags/tag752.xml"/><Relationship Id="rId14" Type="http://schemas.openxmlformats.org/officeDocument/2006/relationships/tags" Target="../tags/tag751.xml"/><Relationship Id="rId13" Type="http://schemas.openxmlformats.org/officeDocument/2006/relationships/tags" Target="../tags/tag750.xml"/><Relationship Id="rId12" Type="http://schemas.openxmlformats.org/officeDocument/2006/relationships/image" Target="../media/image154.svg"/><Relationship Id="rId11" Type="http://schemas.openxmlformats.org/officeDocument/2006/relationships/image" Target="../media/image153.png"/><Relationship Id="rId10" Type="http://schemas.openxmlformats.org/officeDocument/2006/relationships/tags" Target="../tags/tag749.xml"/><Relationship Id="rId1" Type="http://schemas.openxmlformats.org/officeDocument/2006/relationships/tags" Target="../tags/tag744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5.png"/><Relationship Id="rId8" Type="http://schemas.openxmlformats.org/officeDocument/2006/relationships/tags" Target="../tags/tag770.xml"/><Relationship Id="rId7" Type="http://schemas.openxmlformats.org/officeDocument/2006/relationships/tags" Target="../tags/tag769.xml"/><Relationship Id="rId6" Type="http://schemas.openxmlformats.org/officeDocument/2006/relationships/image" Target="../media/image12.png"/><Relationship Id="rId5" Type="http://schemas.openxmlformats.org/officeDocument/2006/relationships/tags" Target="../tags/tag768.xml"/><Relationship Id="rId4" Type="http://schemas.openxmlformats.org/officeDocument/2006/relationships/image" Target="../media/image11.png"/><Relationship Id="rId36" Type="http://schemas.openxmlformats.org/officeDocument/2006/relationships/notesSlide" Target="../notesSlides/notesSlide25.xml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789.xml"/><Relationship Id="rId33" Type="http://schemas.openxmlformats.org/officeDocument/2006/relationships/image" Target="../media/image159.png"/><Relationship Id="rId32" Type="http://schemas.openxmlformats.org/officeDocument/2006/relationships/tags" Target="../tags/tag788.xml"/><Relationship Id="rId31" Type="http://schemas.openxmlformats.org/officeDocument/2006/relationships/image" Target="../media/image158.svg"/><Relationship Id="rId30" Type="http://schemas.openxmlformats.org/officeDocument/2006/relationships/image" Target="../media/image157.png"/><Relationship Id="rId3" Type="http://schemas.openxmlformats.org/officeDocument/2006/relationships/tags" Target="../tags/tag767.xml"/><Relationship Id="rId29" Type="http://schemas.openxmlformats.org/officeDocument/2006/relationships/tags" Target="../tags/tag787.xml"/><Relationship Id="rId28" Type="http://schemas.openxmlformats.org/officeDocument/2006/relationships/tags" Target="../tags/tag786.xml"/><Relationship Id="rId27" Type="http://schemas.openxmlformats.org/officeDocument/2006/relationships/image" Target="../media/image156.png"/><Relationship Id="rId26" Type="http://schemas.openxmlformats.org/officeDocument/2006/relationships/tags" Target="../tags/tag785.xml"/><Relationship Id="rId25" Type="http://schemas.openxmlformats.org/officeDocument/2006/relationships/tags" Target="../tags/tag784.xml"/><Relationship Id="rId24" Type="http://schemas.openxmlformats.org/officeDocument/2006/relationships/tags" Target="../tags/tag783.xml"/><Relationship Id="rId23" Type="http://schemas.openxmlformats.org/officeDocument/2006/relationships/tags" Target="../tags/tag782.xml"/><Relationship Id="rId22" Type="http://schemas.openxmlformats.org/officeDocument/2006/relationships/tags" Target="../tags/tag781.xml"/><Relationship Id="rId21" Type="http://schemas.openxmlformats.org/officeDocument/2006/relationships/tags" Target="../tags/tag780.xml"/><Relationship Id="rId20" Type="http://schemas.openxmlformats.org/officeDocument/2006/relationships/tags" Target="../tags/tag779.xml"/><Relationship Id="rId2" Type="http://schemas.openxmlformats.org/officeDocument/2006/relationships/image" Target="../media/image9.png"/><Relationship Id="rId19" Type="http://schemas.openxmlformats.org/officeDocument/2006/relationships/tags" Target="../tags/tag778.xml"/><Relationship Id="rId18" Type="http://schemas.openxmlformats.org/officeDocument/2006/relationships/tags" Target="../tags/tag777.xml"/><Relationship Id="rId17" Type="http://schemas.openxmlformats.org/officeDocument/2006/relationships/tags" Target="../tags/tag776.xml"/><Relationship Id="rId16" Type="http://schemas.openxmlformats.org/officeDocument/2006/relationships/tags" Target="../tags/tag775.xml"/><Relationship Id="rId15" Type="http://schemas.openxmlformats.org/officeDocument/2006/relationships/tags" Target="../tags/tag774.xml"/><Relationship Id="rId14" Type="http://schemas.openxmlformats.org/officeDocument/2006/relationships/tags" Target="../tags/tag773.xml"/><Relationship Id="rId13" Type="http://schemas.openxmlformats.org/officeDocument/2006/relationships/tags" Target="../tags/tag772.xml"/><Relationship Id="rId12" Type="http://schemas.openxmlformats.org/officeDocument/2006/relationships/image" Target="../media/image69.svg"/><Relationship Id="rId11" Type="http://schemas.openxmlformats.org/officeDocument/2006/relationships/image" Target="../media/image68.png"/><Relationship Id="rId10" Type="http://schemas.openxmlformats.org/officeDocument/2006/relationships/tags" Target="../tags/tag771.xml"/><Relationship Id="rId1" Type="http://schemas.openxmlformats.org/officeDocument/2006/relationships/tags" Target="../tags/tag766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94.xml"/><Relationship Id="rId2" Type="http://schemas.openxmlformats.org/officeDocument/2006/relationships/image" Target="../media/image9.png"/><Relationship Id="rId1" Type="http://schemas.openxmlformats.org/officeDocument/2006/relationships/tags" Target="../tags/tag7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0" y="-2"/>
            <a:ext cx="1799718" cy="2533649"/>
            <a:chOff x="-635000" y="-635000"/>
            <a:chExt cx="1799718" cy="2533647"/>
          </a:xfrm>
        </p:grpSpPr>
        <p:pic>
          <p:nvPicPr>
            <p:cNvPr id="14" name="Image 2" descr="TEMP_Z_ORDER_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-635000" y="-635000"/>
              <a:ext cx="1799718" cy="1829017"/>
            </a:xfrm>
            <a:prstGeom prst="rect">
              <a:avLst/>
            </a:prstGeom>
          </p:spPr>
        </p:pic>
        <p:pic>
          <p:nvPicPr>
            <p:cNvPr id="15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173903"/>
              <a:ext cx="961132" cy="1724746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>
            <p:custDataLst>
              <p:tags r:id="rId10"/>
            </p:custDataLst>
          </p:nvPr>
        </p:nvGrpSpPr>
        <p:grpSpPr>
          <a:xfrm>
            <a:off x="487069" y="4530971"/>
            <a:ext cx="3482974" cy="637829"/>
            <a:chOff x="-635000" y="-635000"/>
            <a:chExt cx="3482974" cy="637829"/>
          </a:xfrm>
        </p:grpSpPr>
        <p:pic>
          <p:nvPicPr>
            <p:cNvPr id="17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3482974" cy="637829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10101383" y="2273111"/>
            <a:ext cx="2105868" cy="4595809"/>
            <a:chOff x="-635000" y="-635000"/>
            <a:chExt cx="2105868" cy="4595809"/>
          </a:xfrm>
        </p:grpSpPr>
        <p:pic>
          <p:nvPicPr>
            <p:cNvPr id="21" name="Image 5" descr="TEMP_Z_ORDER_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-635000"/>
              <a:ext cx="2105868" cy="4595809"/>
            </a:xfrm>
            <a:prstGeom prst="rect">
              <a:avLst/>
            </a:prstGeom>
          </p:spPr>
        </p:pic>
      </p:grpSp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grpSp>
        <p:nvGrpSpPr>
          <p:cNvPr id="22" name="组合 21"/>
          <p:cNvGrpSpPr/>
          <p:nvPr>
            <p:custDataLst>
              <p:tags r:id="rId18"/>
            </p:custDataLst>
          </p:nvPr>
        </p:nvGrpSpPr>
        <p:grpSpPr>
          <a:xfrm>
            <a:off x="9613224" y="2284033"/>
            <a:ext cx="2578776" cy="4584889"/>
            <a:chOff x="-635000" y="-635000"/>
            <a:chExt cx="2578776" cy="4584889"/>
          </a:xfrm>
        </p:grpSpPr>
        <p:pic>
          <p:nvPicPr>
            <p:cNvPr id="23" name="Image 7" descr="TEMP_Z_ORDER_7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635000" y="-635000"/>
              <a:ext cx="2578776" cy="4584889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>
            <p:custDataLst>
              <p:tags r:id="rId21"/>
            </p:custDataLst>
          </p:nvPr>
        </p:nvGrpSpPr>
        <p:grpSpPr>
          <a:xfrm>
            <a:off x="577080" y="4693350"/>
            <a:ext cx="3321262" cy="313055"/>
            <a:chOff x="-635000" y="-519413"/>
            <a:chExt cx="3321262" cy="313055"/>
          </a:xfrm>
        </p:grpSpPr>
        <p:sp>
          <p:nvSpPr>
            <p:cNvPr id="19" name="Text 0" descr="TEMP_Z_ORDER_8"/>
            <p:cNvSpPr/>
            <p:nvPr>
              <p:custDataLst>
                <p:tags r:id="rId22"/>
              </p:custDataLst>
            </p:nvPr>
          </p:nvSpPr>
          <p:spPr>
            <a:xfrm>
              <a:off x="-635000" y="-519413"/>
              <a:ext cx="3321262" cy="31305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40">
                  <a:solidFill>
                    <a:srgbClr val="000000"/>
                  </a:solidFill>
                </a:rPr>
                <a:t>授课教师：</a:t>
              </a:r>
              <a:r>
                <a:rPr lang="zh-CN" altLang="en-US" sz="2040">
                  <a:solidFill>
                    <a:srgbClr val="000000"/>
                  </a:solidFill>
                </a:rPr>
                <a:t>张玉</a:t>
              </a:r>
              <a:endParaRPr lang="zh-CN" altLang="en-US" sz="2040">
                <a:solidFill>
                  <a:srgbClr val="000000"/>
                </a:solidFill>
              </a:endParaRPr>
            </a:p>
          </p:txBody>
        </p:sp>
      </p:grpSp>
      <p:sp>
        <p:nvSpPr>
          <p:cNvPr id="11" name="Text 1"/>
          <p:cNvSpPr/>
          <p:nvPr>
            <p:custDataLst>
              <p:tags r:id="rId23"/>
            </p:custDataLst>
          </p:nvPr>
        </p:nvSpPr>
        <p:spPr>
          <a:xfrm>
            <a:off x="577068" y="1649785"/>
            <a:ext cx="5490553" cy="1874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6120">
                <a:solidFill>
                  <a:srgbClr val="FFFFFF"/>
                </a:solidFill>
              </a:rPr>
              <a:t>信息安全测评与风险评估</a:t>
            </a:r>
            <a:endParaRPr lang="en-US" sz="6120"/>
          </a:p>
        </p:txBody>
      </p:sp>
      <p:sp>
        <p:nvSpPr>
          <p:cNvPr id="12" name="Text 2"/>
          <p:cNvSpPr/>
          <p:nvPr>
            <p:custDataLst>
              <p:tags r:id="rId24"/>
            </p:custDataLst>
          </p:nvPr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68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3.1 物理安全核查</a:t>
            </a:r>
            <a:endParaRPr lang="en-US" sz="168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2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2" animBg="1"/>
      <p:bldP spid="12" grpId="5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>
            <p:custDataLst>
              <p:tags r:id="rId5"/>
            </p:custDataLst>
          </p:nvPr>
        </p:nvSpPr>
        <p:spPr>
          <a:xfrm>
            <a:off x="5769119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01</a:t>
            </a:r>
            <a:endParaRPr lang="en-US" sz="3360"/>
          </a:p>
        </p:txBody>
      </p:sp>
      <p:sp>
        <p:nvSpPr>
          <p:cNvPr id="5" name="Text 1"/>
          <p:cNvSpPr/>
          <p:nvPr>
            <p:custDataLst>
              <p:tags r:id="rId6"/>
            </p:custDataLst>
          </p:nvPr>
        </p:nvSpPr>
        <p:spPr>
          <a:xfrm>
            <a:off x="5769119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02</a:t>
            </a:r>
            <a:endParaRPr lang="en-US" sz="3360"/>
          </a:p>
        </p:txBody>
      </p:sp>
      <p:sp>
        <p:nvSpPr>
          <p:cNvPr id="6" name="Text 2"/>
          <p:cNvSpPr/>
          <p:nvPr>
            <p:custDataLst>
              <p:tags r:id="rId7"/>
            </p:custDataLst>
          </p:nvPr>
        </p:nvSpPr>
        <p:spPr>
          <a:xfrm>
            <a:off x="5769119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03</a:t>
            </a:r>
            <a:endParaRPr lang="en-US" sz="3360"/>
          </a:p>
        </p:txBody>
      </p:sp>
      <p:sp>
        <p:nvSpPr>
          <p:cNvPr id="7" name="Text 3"/>
          <p:cNvSpPr/>
          <p:nvPr>
            <p:custDataLst>
              <p:tags r:id="rId8"/>
            </p:custDataLst>
          </p:nvPr>
        </p:nvSpPr>
        <p:spPr>
          <a:xfrm>
            <a:off x="5769119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04</a:t>
            </a:r>
            <a:endParaRPr lang="en-US" sz="3360"/>
          </a:p>
        </p:txBody>
      </p:sp>
      <p:sp>
        <p:nvSpPr>
          <p:cNvPr id="8" name="Text 4"/>
          <p:cNvSpPr/>
          <p:nvPr>
            <p:custDataLst>
              <p:tags r:id="rId9"/>
            </p:custDataLst>
          </p:nvPr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4800">
                <a:solidFill>
                  <a:srgbClr val="000000"/>
                </a:solidFill>
              </a:rPr>
              <a:t>目录</a:t>
            </a:r>
            <a:endParaRPr lang="en-US" sz="4800"/>
          </a:p>
        </p:txBody>
      </p:sp>
      <p:sp>
        <p:nvSpPr>
          <p:cNvPr id="9" name="Text 5"/>
          <p:cNvSpPr/>
          <p:nvPr>
            <p:custDataLst>
              <p:tags r:id="rId10"/>
            </p:custDataLst>
          </p:nvPr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040">
                <a:solidFill>
                  <a:srgbClr val="000000"/>
                </a:solidFill>
              </a:rPr>
              <a:t>CONTENTS</a:t>
            </a:r>
            <a:endParaRPr lang="en-US" sz="2040"/>
          </a:p>
        </p:txBody>
      </p:sp>
      <p:sp>
        <p:nvSpPr>
          <p:cNvPr id="10" name="Text 6"/>
          <p:cNvSpPr/>
          <p:nvPr>
            <p:custDataLst>
              <p:tags r:id="rId11"/>
            </p:custDataLst>
          </p:nvPr>
        </p:nvSpPr>
        <p:spPr>
          <a:xfrm>
            <a:off x="7064048" y="4727345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子类1—10</a:t>
            </a:r>
            <a:endParaRPr lang="en-US" sz="3000"/>
          </a:p>
        </p:txBody>
      </p:sp>
      <p:sp>
        <p:nvSpPr>
          <p:cNvPr id="11" name="Text 7"/>
          <p:cNvSpPr/>
          <p:nvPr>
            <p:custDataLst>
              <p:tags r:id="rId12"/>
            </p:custDataLst>
          </p:nvPr>
        </p:nvSpPr>
        <p:spPr>
          <a:xfrm>
            <a:off x="7064048" y="1677568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复习回顾</a:t>
            </a:r>
            <a:endParaRPr lang="en-US" sz="3000"/>
          </a:p>
        </p:txBody>
      </p:sp>
      <p:sp>
        <p:nvSpPr>
          <p:cNvPr id="12" name="Text 8"/>
          <p:cNvSpPr/>
          <p:nvPr>
            <p:custDataLst>
              <p:tags r:id="rId13"/>
            </p:custDataLst>
          </p:nvPr>
        </p:nvSpPr>
        <p:spPr>
          <a:xfrm>
            <a:off x="7064048" y="3710752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安全物理环境测评概述</a:t>
            </a:r>
            <a:endParaRPr lang="en-US" sz="3000"/>
          </a:p>
        </p:txBody>
      </p:sp>
      <p:sp>
        <p:nvSpPr>
          <p:cNvPr id="13" name="Text 9"/>
          <p:cNvSpPr/>
          <p:nvPr>
            <p:custDataLst>
              <p:tags r:id="rId14"/>
            </p:custDataLst>
          </p:nvPr>
        </p:nvSpPr>
        <p:spPr>
          <a:xfrm>
            <a:off x="7064048" y="2694160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案例导入——“一张照片引发的安全思考”</a:t>
            </a:r>
            <a:endParaRPr lang="en-US" sz="30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3" name="组合 42"/>
          <p:cNvGrpSpPr/>
          <p:nvPr>
            <p:custDataLst>
              <p:tags r:id="rId7"/>
            </p:custDataLst>
          </p:nvPr>
        </p:nvGrpSpPr>
        <p:grpSpPr>
          <a:xfrm>
            <a:off x="4693920" y="1478280"/>
            <a:ext cx="5769864" cy="457200"/>
            <a:chOff x="-635000" y="-635000"/>
            <a:chExt cx="5769864" cy="457200"/>
          </a:xfrm>
        </p:grpSpPr>
        <p:pic>
          <p:nvPicPr>
            <p:cNvPr id="44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91440" cy="304800"/>
            </a:xfrm>
            <a:prstGeom prst="rect">
              <a:avLst/>
            </a:prstGeom>
          </p:spPr>
        </p:pic>
        <p:sp>
          <p:nvSpPr>
            <p:cNvPr id="45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360679" y="-635000"/>
              <a:ext cx="5329618" cy="32032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回顾上节课“测评方案编制”的核心要点</a:t>
              </a:r>
              <a:endParaRPr lang="en-US" sz="2400"/>
            </a:p>
          </p:txBody>
        </p:sp>
      </p:grpSp>
      <p:grpSp>
        <p:nvGrpSpPr>
          <p:cNvPr id="24" name="组合 23"/>
          <p:cNvGrpSpPr/>
          <p:nvPr>
            <p:custDataLst>
              <p:tags r:id="rId12"/>
            </p:custDataLst>
          </p:nvPr>
        </p:nvGrpSpPr>
        <p:grpSpPr>
          <a:xfrm>
            <a:off x="4693920" y="2148840"/>
            <a:ext cx="6912864" cy="2453640"/>
            <a:chOff x="-635000" y="-635000"/>
            <a:chExt cx="6903720" cy="2453640"/>
          </a:xfrm>
        </p:grpSpPr>
        <p:sp>
          <p:nvSpPr>
            <p:cNvPr id="25" name="Text 1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635000" y="-635000"/>
              <a:ext cx="123459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关键问题：</a:t>
              </a:r>
              <a:endParaRPr lang="en-US" sz="1920"/>
            </a:p>
          </p:txBody>
        </p:sp>
        <p:pic>
          <p:nvPicPr>
            <p:cNvPr id="26" name="Image 4" descr="TEMP_Z_ORDER_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-177800"/>
              <a:ext cx="6903720" cy="563880"/>
            </a:xfrm>
            <a:prstGeom prst="rect">
              <a:avLst/>
            </a:prstGeom>
          </p:spPr>
        </p:pic>
        <p:sp>
          <p:nvSpPr>
            <p:cNvPr id="27" name="Text 2" descr="TEMP_Z_ORDER_7"/>
            <p:cNvSpPr/>
            <p:nvPr>
              <p:custDataLst>
                <p:tags r:id="rId16"/>
              </p:custDataLst>
            </p:nvPr>
          </p:nvSpPr>
          <p:spPr>
            <a:xfrm>
              <a:off x="-452120" y="-40640"/>
              <a:ext cx="2084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①</a:t>
              </a:r>
              <a:endParaRPr lang="en-US" sz="1920"/>
            </a:p>
          </p:txBody>
        </p:sp>
        <p:sp>
          <p:nvSpPr>
            <p:cNvPr id="28" name="Text 3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-86360" y="-55880"/>
              <a:ext cx="4848606" cy="240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一份完整的等保测评方案包含哪六个核心要素？</a:t>
              </a:r>
              <a:endParaRPr lang="en-US" sz="1800"/>
            </a:p>
          </p:txBody>
        </p:sp>
        <p:pic>
          <p:nvPicPr>
            <p:cNvPr id="29" name="Image 5" descr="TEMP_Z_ORDER_9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538480"/>
              <a:ext cx="6903720" cy="563880"/>
            </a:xfrm>
            <a:prstGeom prst="rect">
              <a:avLst/>
            </a:prstGeom>
          </p:spPr>
        </p:pic>
        <p:sp>
          <p:nvSpPr>
            <p:cNvPr id="30" name="Text 4" descr="TEMP_Z_ORDER_10"/>
            <p:cNvSpPr/>
            <p:nvPr>
              <p:custDataLst>
                <p:tags r:id="rId19"/>
              </p:custDataLst>
            </p:nvPr>
          </p:nvSpPr>
          <p:spPr>
            <a:xfrm>
              <a:off x="-452120" y="675640"/>
              <a:ext cx="2084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②</a:t>
              </a:r>
              <a:endParaRPr lang="en-US" sz="1920"/>
            </a:p>
          </p:txBody>
        </p:sp>
        <p:sp>
          <p:nvSpPr>
            <p:cNvPr id="31" name="Text 5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-86361" y="660400"/>
              <a:ext cx="2770632" cy="240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测评对象选取有哪些原则？</a:t>
              </a:r>
              <a:endParaRPr lang="en-US" sz="1800"/>
            </a:p>
          </p:txBody>
        </p:sp>
        <p:pic>
          <p:nvPicPr>
            <p:cNvPr id="32" name="Image 6" descr="TEMP_Z_ORDER_1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1254760"/>
              <a:ext cx="6903720" cy="563880"/>
            </a:xfrm>
            <a:prstGeom prst="rect">
              <a:avLst/>
            </a:prstGeom>
          </p:spPr>
        </p:pic>
        <p:sp>
          <p:nvSpPr>
            <p:cNvPr id="33" name="Text 6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-452120" y="1391920"/>
              <a:ext cx="2084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③</a:t>
              </a:r>
              <a:endParaRPr lang="en-US" sz="1920"/>
            </a:p>
          </p:txBody>
        </p:sp>
        <p:sp>
          <p:nvSpPr>
            <p:cNvPr id="34" name="Text 7" descr="TEMP_Z_ORDER_14"/>
            <p:cNvSpPr/>
            <p:nvPr>
              <p:custDataLst>
                <p:tags r:id="rId23"/>
              </p:custDataLst>
            </p:nvPr>
          </p:nvSpPr>
          <p:spPr>
            <a:xfrm>
              <a:off x="-86361" y="1376681"/>
              <a:ext cx="2545994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什么是“应测尽测”原则？</a:t>
              </a:r>
              <a:endParaRPr lang="en-US" sz="1800"/>
            </a:p>
          </p:txBody>
        </p:sp>
      </p:grpSp>
      <p:grpSp>
        <p:nvGrpSpPr>
          <p:cNvPr id="35" name="组合 34"/>
          <p:cNvGrpSpPr/>
          <p:nvPr>
            <p:custDataLst>
              <p:tags r:id="rId24"/>
            </p:custDataLst>
          </p:nvPr>
        </p:nvGrpSpPr>
        <p:grpSpPr>
          <a:xfrm>
            <a:off x="4693920" y="4968240"/>
            <a:ext cx="6903720" cy="1295400"/>
            <a:chOff x="-635000" y="-635000"/>
            <a:chExt cx="6903720" cy="1295400"/>
          </a:xfrm>
        </p:grpSpPr>
        <p:pic>
          <p:nvPicPr>
            <p:cNvPr id="36" name="Image 7" descr="TEMP_Z_ORDER_15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903720" cy="129540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pic>
          <p:nvPicPr>
            <p:cNvPr id="37" name="Image 8" descr="TEMP_Z_ORDER_16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-452120" y="-421640"/>
              <a:ext cx="304800" cy="304800"/>
            </a:xfrm>
            <a:prstGeom prst="rect">
              <a:avLst/>
            </a:prstGeom>
          </p:spPr>
        </p:pic>
        <p:sp>
          <p:nvSpPr>
            <p:cNvPr id="38" name="Text 8" descr="TEMP_Z_ORDER_17"/>
            <p:cNvSpPr/>
            <p:nvPr>
              <p:custDataLst>
                <p:tags r:id="rId31"/>
              </p:custDataLst>
            </p:nvPr>
          </p:nvSpPr>
          <p:spPr>
            <a:xfrm>
              <a:off x="35559" y="-452120"/>
              <a:ext cx="123459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知识链接：</a:t>
              </a:r>
              <a:endParaRPr lang="en-US" sz="1920"/>
            </a:p>
          </p:txBody>
        </p:sp>
        <p:sp>
          <p:nvSpPr>
            <p:cNvPr id="39" name="Text 9" descr="TEMP_Z_ORDER_18"/>
            <p:cNvSpPr/>
            <p:nvPr>
              <p:custDataLst>
                <p:tags r:id="rId32"/>
              </p:custDataLst>
            </p:nvPr>
          </p:nvSpPr>
          <p:spPr>
            <a:xfrm>
              <a:off x="35559" y="-25400"/>
              <a:ext cx="6059424" cy="58114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测评方案是“施工蓝图”——按计划进入现场测评，先从安全物理环境开始。</a:t>
              </a:r>
              <a:endParaRPr lang="en-US" sz="1680"/>
            </a:p>
          </p:txBody>
        </p:sp>
      </p:grpSp>
      <p:grpSp>
        <p:nvGrpSpPr>
          <p:cNvPr id="40" name="组合 39"/>
          <p:cNvGrpSpPr/>
          <p:nvPr>
            <p:custDataLst>
              <p:tags r:id="rId33"/>
            </p:custDataLst>
          </p:nvPr>
        </p:nvGrpSpPr>
        <p:grpSpPr>
          <a:xfrm>
            <a:off x="609600" y="1615440"/>
            <a:ext cx="3718560" cy="4267200"/>
            <a:chOff x="-635000" y="-635000"/>
            <a:chExt cx="3718560" cy="4267200"/>
          </a:xfrm>
        </p:grpSpPr>
        <p:pic>
          <p:nvPicPr>
            <p:cNvPr id="41" name="Image 9" descr="TEMP_Z_ORDER_19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718560" cy="42672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2" name="Image 10" descr="TEMP_Z_ORDER_20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8"/>
            <a:stretch>
              <a:fillRect/>
            </a:stretch>
          </p:blipFill>
          <p:spPr>
            <a:xfrm>
              <a:off x="-619760" y="-619760"/>
              <a:ext cx="3688080" cy="4236720"/>
            </a:xfrm>
            <a:prstGeom prst="rect">
              <a:avLst/>
            </a:prstGeom>
          </p:spPr>
        </p:pic>
      </p:grpSp>
      <p:sp>
        <p:nvSpPr>
          <p:cNvPr id="23" name="Text 10"/>
          <p:cNvSpPr/>
          <p:nvPr>
            <p:custDataLst>
              <p:tags r:id="rId39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复习回顾（5′）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eb28b0a6ec9b1826dd6a93b29a07f8ee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09600" y="1371600"/>
            <a:ext cx="10972800" cy="1920240"/>
          </a:xfrm>
          <a:prstGeom prst="rect">
            <a:avLst/>
          </a:prstGeom>
        </p:spPr>
      </p:pic>
      <p:grpSp>
        <p:nvGrpSpPr>
          <p:cNvPr id="24" name="组合 23"/>
          <p:cNvGrpSpPr/>
          <p:nvPr>
            <p:custDataLst>
              <p:tags r:id="rId9"/>
            </p:custDataLst>
          </p:nvPr>
        </p:nvGrpSpPr>
        <p:grpSpPr>
          <a:xfrm>
            <a:off x="609600" y="3535680"/>
            <a:ext cx="5577840" cy="2202815"/>
            <a:chOff x="-635000" y="-635000"/>
            <a:chExt cx="5577840" cy="2202815"/>
          </a:xfrm>
        </p:grpSpPr>
        <p:pic>
          <p:nvPicPr>
            <p:cNvPr id="25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5577840" cy="2103120"/>
            </a:xfrm>
            <a:prstGeom prst="rect">
              <a:avLst/>
            </a:prstGeom>
          </p:spPr>
        </p:pic>
        <p:pic>
          <p:nvPicPr>
            <p:cNvPr id="26" name="Image 5" descr="TEMP_Z_ORDER_5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391160" y="-406400"/>
              <a:ext cx="60960" cy="243840"/>
            </a:xfrm>
            <a:prstGeom prst="rect">
              <a:avLst/>
            </a:prstGeom>
          </p:spPr>
        </p:pic>
        <p:sp>
          <p:nvSpPr>
            <p:cNvPr id="27" name="Text 0" descr="TEMP_Z_ORDER_6"/>
            <p:cNvSpPr/>
            <p:nvPr>
              <p:custDataLst>
                <p:tags r:id="rId15"/>
              </p:custDataLst>
            </p:nvPr>
          </p:nvSpPr>
          <p:spPr>
            <a:xfrm>
              <a:off x="-208280" y="-51308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照片描述</a:t>
              </a:r>
              <a:endParaRPr lang="en-US" sz="2400"/>
            </a:p>
          </p:txBody>
        </p:sp>
        <p:sp>
          <p:nvSpPr>
            <p:cNvPr id="28" name="Text 1" descr="TEMP_Z_ORDER_7"/>
            <p:cNvSpPr/>
            <p:nvPr>
              <p:custDataLst>
                <p:tags r:id="rId16"/>
              </p:custDataLst>
            </p:nvPr>
          </p:nvSpPr>
          <p:spPr>
            <a:xfrm>
              <a:off x="-391160" y="-71120"/>
              <a:ext cx="5099304" cy="1864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08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案例场景：某测评工程师到达某银行数据中心现场，拍摄了一张机房照片……</a:t>
              </a:r>
              <a:endParaRPr lang="en-US" sz="1080"/>
            </a:p>
          </p:txBody>
        </p:sp>
        <p:sp>
          <p:nvSpPr>
            <p:cNvPr id="29" name="Text 2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-577215" y="309880"/>
              <a:ext cx="2648585" cy="3556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0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UPS电源线随地拖放</a:t>
              </a:r>
              <a:endParaRPr lang="en-US" sz="160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30" name="Text 3" descr="TEMP_Z_ORDER_9"/>
            <p:cNvSpPr/>
            <p:nvPr>
              <p:custDataLst>
                <p:tags r:id="rId18"/>
              </p:custDataLst>
            </p:nvPr>
          </p:nvSpPr>
          <p:spPr>
            <a:xfrm>
              <a:off x="2245360" y="309880"/>
              <a:ext cx="2462784" cy="2876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0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门禁系统失效(纸团卡门)</a:t>
              </a:r>
              <a:endParaRPr lang="en-US" sz="160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31" name="Text 4" descr="TEMP_Z_ORDER_10"/>
            <p:cNvSpPr/>
            <p:nvPr>
              <p:custDataLst>
                <p:tags r:id="rId19"/>
              </p:custDataLst>
            </p:nvPr>
          </p:nvSpPr>
          <p:spPr>
            <a:xfrm>
              <a:off x="-577215" y="629920"/>
              <a:ext cx="2797810" cy="93789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空调直吹服务器进风口</a:t>
              </a:r>
              <a:endParaRPr lang="en-US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32" name="Text 5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2245360" y="629920"/>
              <a:ext cx="2462784" cy="3232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④ 机房内堆放纸箱杂物</a:t>
              </a:r>
              <a:endParaRPr lang="en-US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33" name="Text 6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-577215" y="965200"/>
              <a:ext cx="2648585" cy="3041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0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⑤ 消防灭火器已过有效期</a:t>
              </a:r>
              <a:endParaRPr lang="en-US" sz="160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34" name="Text 7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2245360" y="965200"/>
              <a:ext cx="2462784" cy="2876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0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⑥ 防静电地板多处破损</a:t>
              </a:r>
              <a:endParaRPr lang="en-US" sz="160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23"/>
            </p:custDataLst>
          </p:nvPr>
        </p:nvGrpSpPr>
        <p:grpSpPr>
          <a:xfrm>
            <a:off x="6492240" y="3535680"/>
            <a:ext cx="5090160" cy="1409700"/>
            <a:chOff x="-635000" y="-635000"/>
            <a:chExt cx="5090160" cy="1409700"/>
          </a:xfrm>
        </p:grpSpPr>
        <p:pic>
          <p:nvPicPr>
            <p:cNvPr id="36" name="Image 6" descr="TEMP_Z_ORDER_14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-635000" y="-635000"/>
              <a:ext cx="5090160" cy="670560"/>
            </a:xfrm>
            <a:prstGeom prst="rect">
              <a:avLst/>
            </a:prstGeom>
          </p:spPr>
        </p:pic>
        <p:pic>
          <p:nvPicPr>
            <p:cNvPr id="37" name="Image 7" descr="TEMP_Z_ORDER_15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391159" y="-513080"/>
              <a:ext cx="60960" cy="243840"/>
            </a:xfrm>
            <a:prstGeom prst="rect">
              <a:avLst/>
            </a:prstGeom>
          </p:spPr>
        </p:pic>
        <p:sp>
          <p:nvSpPr>
            <p:cNvPr id="38" name="Text 8" descr="TEMP_Z_ORDER_16"/>
            <p:cNvSpPr/>
            <p:nvPr>
              <p:custDataLst>
                <p:tags r:id="rId27"/>
              </p:custDataLst>
            </p:nvPr>
          </p:nvSpPr>
          <p:spPr>
            <a:xfrm>
              <a:off x="-208280" y="-61976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问题讨论</a:t>
              </a:r>
              <a:endParaRPr lang="en-US" sz="2400"/>
            </a:p>
          </p:txBody>
        </p:sp>
        <p:sp>
          <p:nvSpPr>
            <p:cNvPr id="39" name="Text 9" descr="TEMP_Z_ORDER_17"/>
            <p:cNvSpPr/>
            <p:nvPr>
              <p:custDataLst>
                <p:tags r:id="rId28"/>
              </p:custDataLst>
            </p:nvPr>
          </p:nvSpPr>
          <p:spPr>
            <a:xfrm>
              <a:off x="-147320" y="-254000"/>
              <a:ext cx="4367784" cy="10142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43840" indent="-243840">
                <a:lnSpc>
                  <a:spcPct val="117000"/>
                </a:lnSpc>
                <a:buSzTx/>
                <a:buChar char="•"/>
              </a:pPr>
              <a:r>
                <a:rPr lang="en-US" sz="192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发现了哪些物理安全隐患？</a:t>
              </a:r>
              <a:endParaRPr lang="en-US" sz="1920"/>
            </a:p>
            <a:p>
              <a:pPr marL="243840" indent="-243840">
                <a:lnSpc>
                  <a:spcPct val="117000"/>
                </a:lnSpc>
                <a:buSzTx/>
                <a:buChar char="•"/>
              </a:pPr>
              <a:r>
                <a:rPr lang="en-US" sz="192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如果黑客进入机房，能做什么？</a:t>
              </a:r>
              <a:endParaRPr lang="en-US" sz="1920"/>
            </a:p>
            <a:p>
              <a:pPr marL="243840" indent="-243840">
                <a:lnSpc>
                  <a:spcPct val="117000"/>
                </a:lnSpc>
                <a:buSzTx/>
                <a:buChar char="•"/>
              </a:pPr>
              <a:r>
                <a:rPr lang="en-US" sz="192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为什么说“物理安全是第一道防线”？</a:t>
              </a:r>
              <a:endParaRPr lang="en-US" sz="1920"/>
            </a:p>
          </p:txBody>
        </p:sp>
      </p:grpSp>
      <p:grpSp>
        <p:nvGrpSpPr>
          <p:cNvPr id="40" name="组合 39"/>
          <p:cNvGrpSpPr/>
          <p:nvPr>
            <p:custDataLst>
              <p:tags r:id="rId29"/>
            </p:custDataLst>
          </p:nvPr>
        </p:nvGrpSpPr>
        <p:grpSpPr>
          <a:xfrm>
            <a:off x="6477000" y="5008880"/>
            <a:ext cx="5090160" cy="1264920"/>
            <a:chOff x="-635000" y="-635000"/>
            <a:chExt cx="5090160" cy="1264920"/>
          </a:xfrm>
        </p:grpSpPr>
        <p:pic>
          <p:nvPicPr>
            <p:cNvPr id="41" name="Image 8" descr="TEMP_Z_ORDER_18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090160" cy="12649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pic>
          <p:nvPicPr>
            <p:cNvPr id="42" name="Image 9" descr="TEMP_Z_ORDER_19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452120" y="-421640"/>
              <a:ext cx="365760" cy="365760"/>
            </a:xfrm>
            <a:prstGeom prst="rect">
              <a:avLst/>
            </a:prstGeom>
          </p:spPr>
        </p:pic>
        <p:sp>
          <p:nvSpPr>
            <p:cNvPr id="43" name="Text 10" descr="TEMP_Z_ORDER_20"/>
            <p:cNvSpPr/>
            <p:nvPr>
              <p:custDataLst>
                <p:tags r:id="rId36"/>
              </p:custDataLst>
            </p:nvPr>
          </p:nvSpPr>
          <p:spPr>
            <a:xfrm>
              <a:off x="96520" y="-467360"/>
              <a:ext cx="4184904" cy="8875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思政融入：</a:t>
              </a: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关键信息基础设施的物理安全关系国计民生，一个隐患可能导致整个系统瘫痪。</a:t>
              </a:r>
              <a:endParaRPr lang="en-US" sz="1680"/>
            </a:p>
          </p:txBody>
        </p:sp>
      </p:grpSp>
      <p:sp>
        <p:nvSpPr>
          <p:cNvPr id="23" name="Text 11"/>
          <p:cNvSpPr/>
          <p:nvPr>
            <p:custDataLst>
              <p:tags r:id="rId37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案例导入——“一张照片引发的安全思考”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7" presetClass="entr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7" presetClass="entr" presetSubtype="1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7" presetClass="entr" presetSubtype="1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64" name="组合 63"/>
          <p:cNvGrpSpPr/>
          <p:nvPr>
            <p:custDataLst>
              <p:tags r:id="rId7"/>
            </p:custDataLst>
          </p:nvPr>
        </p:nvGrpSpPr>
        <p:grpSpPr>
          <a:xfrm>
            <a:off x="792480" y="3474720"/>
            <a:ext cx="5480304" cy="1217295"/>
            <a:chOff x="-635000" y="-635000"/>
            <a:chExt cx="5480304" cy="1217295"/>
          </a:xfrm>
        </p:grpSpPr>
        <p:sp>
          <p:nvSpPr>
            <p:cNvPr id="65" name="Text 0" descr="TEMP_Z_ORDER_3"/>
            <p:cNvSpPr/>
            <p:nvPr>
              <p:custDataLst>
                <p:tags r:id="rId8"/>
              </p:custDataLst>
            </p:nvPr>
          </p:nvSpPr>
          <p:spPr>
            <a:xfrm>
              <a:off x="-635000" y="-635000"/>
              <a:ext cx="554768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地位</a:t>
              </a:r>
              <a:endParaRPr lang="en-US" sz="2160"/>
            </a:p>
          </p:txBody>
        </p:sp>
        <p:sp>
          <p:nvSpPr>
            <p:cNvPr id="66" name="Text 1" descr="TEMP_Z_ORDER_4"/>
            <p:cNvSpPr/>
            <p:nvPr>
              <p:custDataLst>
                <p:tags r:id="rId9"/>
              </p:custDataLst>
            </p:nvPr>
          </p:nvSpPr>
          <p:spPr>
            <a:xfrm>
              <a:off x="-635000" y="-162560"/>
              <a:ext cx="5480304" cy="7253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80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安全物理环境是等保测评“安全技术”部分的第一个大类，也是“纵深防御体系”的最外层防线。</a:t>
              </a:r>
              <a:endParaRPr lang="en-US" sz="1800"/>
            </a:p>
          </p:txBody>
        </p:sp>
      </p:grpSp>
      <p:grpSp>
        <p:nvGrpSpPr>
          <p:cNvPr id="67" name="组合 66"/>
          <p:cNvGrpSpPr/>
          <p:nvPr>
            <p:custDataLst>
              <p:tags r:id="rId10"/>
            </p:custDataLst>
          </p:nvPr>
        </p:nvGrpSpPr>
        <p:grpSpPr>
          <a:xfrm>
            <a:off x="792480" y="4800600"/>
            <a:ext cx="5480304" cy="1167765"/>
            <a:chOff x="-635000" y="-635000"/>
            <a:chExt cx="5480304" cy="1167765"/>
          </a:xfrm>
        </p:grpSpPr>
        <p:sp>
          <p:nvSpPr>
            <p:cNvPr id="68" name="Text 2" descr="TEMP_Z_ORDER_5"/>
            <p:cNvSpPr/>
            <p:nvPr>
              <p:custDataLst>
                <p:tags r:id="rId11"/>
              </p:custDataLst>
            </p:nvPr>
          </p:nvSpPr>
          <p:spPr>
            <a:xfrm>
              <a:off x="-635000" y="-635000"/>
              <a:ext cx="1664303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等保标准依据</a:t>
              </a:r>
              <a:endParaRPr lang="en-US" sz="2160"/>
            </a:p>
          </p:txBody>
        </p:sp>
        <p:sp>
          <p:nvSpPr>
            <p:cNvPr id="69" name="Text 3" descr="TEMP_Z_ORDER_6"/>
            <p:cNvSpPr/>
            <p:nvPr>
              <p:custDataLst>
                <p:tags r:id="rId12"/>
              </p:custDataLst>
            </p:nvPr>
          </p:nvSpPr>
          <p:spPr>
            <a:xfrm>
              <a:off x="-635000" y="-162560"/>
              <a:ext cx="5480304" cy="6769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GB/T 22239-2019 第6.1.1节（第一级）、第7.1.1节（第二级）、第8.1.1节（第三级）</a:t>
              </a:r>
              <a:endParaRPr lang="en-US" sz="1680"/>
            </a:p>
          </p:txBody>
        </p:sp>
      </p:grpSp>
      <p:grpSp>
        <p:nvGrpSpPr>
          <p:cNvPr id="36" name="组合 35"/>
          <p:cNvGrpSpPr/>
          <p:nvPr>
            <p:custDataLst>
              <p:tags r:id="rId13"/>
            </p:custDataLst>
          </p:nvPr>
        </p:nvGrpSpPr>
        <p:grpSpPr>
          <a:xfrm>
            <a:off x="6797039" y="1371600"/>
            <a:ext cx="4785360" cy="4267200"/>
            <a:chOff x="-635000" y="-635000"/>
            <a:chExt cx="4785360" cy="4267200"/>
          </a:xfrm>
        </p:grpSpPr>
        <p:pic>
          <p:nvPicPr>
            <p:cNvPr id="37" name="Image 3" descr="TEMP_Z_ORDER_7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785360" cy="4267200"/>
            </a:xfrm>
            <a:prstGeom prst="rect">
              <a:avLst/>
            </a:prstGeom>
            <a:effectLst>
              <a:outerShdw blurRad="228600" dist="152400" dir="5400000" algn="bl" rotWithShape="0">
                <a:srgbClr val="000000">
                  <a:alpha val="10000"/>
                </a:srgbClr>
              </a:outerShdw>
            </a:effectLst>
          </p:spPr>
        </p:pic>
        <p:pic>
          <p:nvPicPr>
            <p:cNvPr id="38" name="Image 4" descr="TEMP_Z_ORDER_8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330199" y="-254000"/>
              <a:ext cx="365760" cy="365760"/>
            </a:xfrm>
            <a:prstGeom prst="rect">
              <a:avLst/>
            </a:prstGeom>
          </p:spPr>
        </p:pic>
        <p:sp>
          <p:nvSpPr>
            <p:cNvPr id="39" name="Text 4" descr="TEMP_Z_ORDER_9"/>
            <p:cNvSpPr/>
            <p:nvPr>
              <p:custDataLst>
                <p:tags r:id="rId20"/>
              </p:custDataLst>
            </p:nvPr>
          </p:nvSpPr>
          <p:spPr>
            <a:xfrm>
              <a:off x="157480" y="-330200"/>
              <a:ext cx="1353249" cy="32032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10个子类</a:t>
              </a:r>
              <a:endParaRPr lang="en-US" sz="2400"/>
            </a:p>
          </p:txBody>
        </p:sp>
        <p:pic>
          <p:nvPicPr>
            <p:cNvPr id="40" name="Image 5" descr="TEMP_Z_ORDER_10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-330199" y="416560"/>
              <a:ext cx="1996440" cy="441960"/>
            </a:xfrm>
            <a:prstGeom prst="rect">
              <a:avLst/>
            </a:prstGeom>
          </p:spPr>
        </p:pic>
        <p:sp>
          <p:nvSpPr>
            <p:cNvPr id="41" name="Text 5" descr="TEMP_Z_ORDER_11"/>
            <p:cNvSpPr/>
            <p:nvPr>
              <p:custDataLst>
                <p:tags r:id="rId23"/>
              </p:custDataLst>
            </p:nvPr>
          </p:nvSpPr>
          <p:spPr>
            <a:xfrm>
              <a:off x="35656" y="477520"/>
              <a:ext cx="1289113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物理位置选择</a:t>
              </a:r>
              <a:endParaRPr lang="en-US" sz="1680"/>
            </a:p>
          </p:txBody>
        </p:sp>
        <p:pic>
          <p:nvPicPr>
            <p:cNvPr id="42" name="Image 6" descr="TEMP_Z_ORDER_12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1849120" y="416560"/>
              <a:ext cx="1996440" cy="441960"/>
            </a:xfrm>
            <a:prstGeom prst="rect">
              <a:avLst/>
            </a:prstGeom>
          </p:spPr>
        </p:pic>
        <p:sp>
          <p:nvSpPr>
            <p:cNvPr id="43" name="Text 6" descr="TEMP_Z_ORDER_13"/>
            <p:cNvSpPr/>
            <p:nvPr>
              <p:custDataLst>
                <p:tags r:id="rId25"/>
              </p:custDataLst>
            </p:nvPr>
          </p:nvSpPr>
          <p:spPr>
            <a:xfrm>
              <a:off x="2214976" y="477520"/>
              <a:ext cx="1289113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物理访问控制</a:t>
              </a:r>
              <a:endParaRPr lang="en-US" sz="1680"/>
            </a:p>
          </p:txBody>
        </p:sp>
        <p:pic>
          <p:nvPicPr>
            <p:cNvPr id="44" name="Image 7" descr="TEMP_Z_ORDER_14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-330199" y="1041400"/>
              <a:ext cx="1996440" cy="441960"/>
            </a:xfrm>
            <a:prstGeom prst="rect">
              <a:avLst/>
            </a:prstGeom>
          </p:spPr>
        </p:pic>
        <p:sp>
          <p:nvSpPr>
            <p:cNvPr id="45" name="Text 7" descr="TEMP_Z_ORDER_15"/>
            <p:cNvSpPr/>
            <p:nvPr>
              <p:custDataLst>
                <p:tags r:id="rId27"/>
              </p:custDataLst>
            </p:nvPr>
          </p:nvSpPr>
          <p:spPr>
            <a:xfrm>
              <a:off x="-71771" y="1087120"/>
              <a:ext cx="1503966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防盗窃和防破坏</a:t>
              </a:r>
              <a:endParaRPr lang="en-US" sz="1680"/>
            </a:p>
          </p:txBody>
        </p:sp>
        <p:pic>
          <p:nvPicPr>
            <p:cNvPr id="46" name="Image 8" descr="TEMP_Z_ORDER_16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1849120" y="1041400"/>
              <a:ext cx="1996440" cy="441960"/>
            </a:xfrm>
            <a:prstGeom prst="rect">
              <a:avLst/>
            </a:prstGeom>
          </p:spPr>
        </p:pic>
        <p:sp>
          <p:nvSpPr>
            <p:cNvPr id="47" name="Text 8" descr="TEMP_Z_ORDER_17"/>
            <p:cNvSpPr/>
            <p:nvPr>
              <p:custDataLst>
                <p:tags r:id="rId29"/>
              </p:custDataLst>
            </p:nvPr>
          </p:nvSpPr>
          <p:spPr>
            <a:xfrm>
              <a:off x="2537254" y="1087120"/>
              <a:ext cx="644557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防雷击</a:t>
              </a:r>
              <a:endParaRPr lang="en-US" sz="1680"/>
            </a:p>
          </p:txBody>
        </p:sp>
        <p:pic>
          <p:nvPicPr>
            <p:cNvPr id="48" name="Image 9" descr="TEMP_Z_ORDER_18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-330199" y="1651000"/>
              <a:ext cx="1996440" cy="441960"/>
            </a:xfrm>
            <a:prstGeom prst="rect">
              <a:avLst/>
            </a:prstGeom>
          </p:spPr>
        </p:pic>
        <p:sp>
          <p:nvSpPr>
            <p:cNvPr id="49" name="Text 9" descr="TEMP_Z_ORDER_19"/>
            <p:cNvSpPr/>
            <p:nvPr>
              <p:custDataLst>
                <p:tags r:id="rId31"/>
              </p:custDataLst>
            </p:nvPr>
          </p:nvSpPr>
          <p:spPr>
            <a:xfrm>
              <a:off x="465360" y="1711960"/>
              <a:ext cx="429704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防火</a:t>
              </a:r>
              <a:endParaRPr lang="en-US" sz="1680"/>
            </a:p>
          </p:txBody>
        </p:sp>
        <p:pic>
          <p:nvPicPr>
            <p:cNvPr id="50" name="Image 10" descr="TEMP_Z_ORDER_20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1849120" y="1651000"/>
              <a:ext cx="1996440" cy="441960"/>
            </a:xfrm>
            <a:prstGeom prst="rect">
              <a:avLst/>
            </a:prstGeom>
          </p:spPr>
        </p:pic>
        <p:sp>
          <p:nvSpPr>
            <p:cNvPr id="51" name="Text 10" descr="TEMP_Z_ORDER_21"/>
            <p:cNvSpPr/>
            <p:nvPr>
              <p:custDataLst>
                <p:tags r:id="rId33"/>
              </p:custDataLst>
            </p:nvPr>
          </p:nvSpPr>
          <p:spPr>
            <a:xfrm>
              <a:off x="2322402" y="1711960"/>
              <a:ext cx="1074261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防水和防潮</a:t>
              </a:r>
              <a:endParaRPr lang="en-US" sz="1680"/>
            </a:p>
          </p:txBody>
        </p:sp>
        <p:pic>
          <p:nvPicPr>
            <p:cNvPr id="52" name="Image 11" descr="TEMP_Z_ORDER_22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-330199" y="2275840"/>
              <a:ext cx="1996440" cy="441960"/>
            </a:xfrm>
            <a:prstGeom prst="rect">
              <a:avLst/>
            </a:prstGeom>
          </p:spPr>
        </p:pic>
        <p:sp>
          <p:nvSpPr>
            <p:cNvPr id="53" name="Text 11" descr="TEMP_Z_ORDER_23"/>
            <p:cNvSpPr/>
            <p:nvPr>
              <p:custDataLst>
                <p:tags r:id="rId35"/>
              </p:custDataLst>
            </p:nvPr>
          </p:nvSpPr>
          <p:spPr>
            <a:xfrm>
              <a:off x="357934" y="2336800"/>
              <a:ext cx="644557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防静电</a:t>
              </a:r>
              <a:endParaRPr lang="en-US" sz="1680"/>
            </a:p>
          </p:txBody>
        </p:sp>
        <p:pic>
          <p:nvPicPr>
            <p:cNvPr id="54" name="Image 12" descr="TEMP_Z_ORDER_24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1849120" y="2275840"/>
              <a:ext cx="1996440" cy="441960"/>
            </a:xfrm>
            <a:prstGeom prst="rect">
              <a:avLst/>
            </a:prstGeom>
          </p:spPr>
        </p:pic>
        <p:sp>
          <p:nvSpPr>
            <p:cNvPr id="55" name="Text 12" descr="TEMP_Z_ORDER_25"/>
            <p:cNvSpPr/>
            <p:nvPr>
              <p:custDataLst>
                <p:tags r:id="rId37"/>
              </p:custDataLst>
            </p:nvPr>
          </p:nvSpPr>
          <p:spPr>
            <a:xfrm>
              <a:off x="2322402" y="2336800"/>
              <a:ext cx="1074261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温湿度控制</a:t>
              </a:r>
              <a:endParaRPr lang="en-US" sz="1680"/>
            </a:p>
          </p:txBody>
        </p:sp>
        <p:pic>
          <p:nvPicPr>
            <p:cNvPr id="56" name="Image 13" descr="TEMP_Z_ORDER_26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-330199" y="2885440"/>
              <a:ext cx="1996440" cy="441960"/>
            </a:xfrm>
            <a:prstGeom prst="rect">
              <a:avLst/>
            </a:prstGeom>
          </p:spPr>
        </p:pic>
        <p:sp>
          <p:nvSpPr>
            <p:cNvPr id="57" name="Text 13" descr="TEMP_Z_ORDER_27"/>
            <p:cNvSpPr/>
            <p:nvPr>
              <p:custDataLst>
                <p:tags r:id="rId39"/>
              </p:custDataLst>
            </p:nvPr>
          </p:nvSpPr>
          <p:spPr>
            <a:xfrm>
              <a:off x="250508" y="2946400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电力供应</a:t>
              </a:r>
              <a:endParaRPr lang="en-US" sz="1680"/>
            </a:p>
          </p:txBody>
        </p:sp>
        <p:pic>
          <p:nvPicPr>
            <p:cNvPr id="58" name="Image 14" descr="TEMP_Z_ORDER_28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1849120" y="2885440"/>
              <a:ext cx="1996440" cy="441960"/>
            </a:xfrm>
            <a:prstGeom prst="rect">
              <a:avLst/>
            </a:prstGeom>
          </p:spPr>
        </p:pic>
        <p:sp>
          <p:nvSpPr>
            <p:cNvPr id="59" name="Text 14" descr="TEMP_Z_ORDER_29"/>
            <p:cNvSpPr/>
            <p:nvPr>
              <p:custDataLst>
                <p:tags r:id="rId41"/>
              </p:custDataLst>
            </p:nvPr>
          </p:nvSpPr>
          <p:spPr>
            <a:xfrm>
              <a:off x="2429828" y="2946400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电磁防护</a:t>
              </a:r>
              <a:endParaRPr lang="en-US" sz="1680"/>
            </a:p>
          </p:txBody>
        </p:sp>
      </p:grpSp>
      <p:grpSp>
        <p:nvGrpSpPr>
          <p:cNvPr id="60" name="组合 59"/>
          <p:cNvGrpSpPr/>
          <p:nvPr>
            <p:custDataLst>
              <p:tags r:id="rId42"/>
            </p:custDataLst>
          </p:nvPr>
        </p:nvGrpSpPr>
        <p:grpSpPr>
          <a:xfrm>
            <a:off x="609600" y="1371600"/>
            <a:ext cx="5836920" cy="1676400"/>
            <a:chOff x="-635000" y="-635000"/>
            <a:chExt cx="5836920" cy="1676400"/>
          </a:xfrm>
        </p:grpSpPr>
        <p:pic>
          <p:nvPicPr>
            <p:cNvPr id="61" name="Image 15" descr="TEMP_Z_ORDER_30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836920" cy="1676400"/>
            </a:xfrm>
            <a:prstGeom prst="rect">
              <a:avLst/>
            </a:prstGeom>
          </p:spPr>
        </p:pic>
        <p:sp>
          <p:nvSpPr>
            <p:cNvPr id="62" name="Text 15" descr="TEMP_Z_ORDER_31"/>
            <p:cNvSpPr/>
            <p:nvPr>
              <p:custDataLst>
                <p:tags r:id="rId46"/>
              </p:custDataLst>
            </p:nvPr>
          </p:nvSpPr>
          <p:spPr>
            <a:xfrm>
              <a:off x="-330200" y="-391160"/>
              <a:ext cx="615696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定义</a:t>
              </a:r>
              <a:endParaRPr lang="en-US" sz="2400"/>
            </a:p>
          </p:txBody>
        </p:sp>
        <p:sp>
          <p:nvSpPr>
            <p:cNvPr id="63" name="Text 16" descr="TEMP_Z_ORDER_32"/>
            <p:cNvSpPr/>
            <p:nvPr>
              <p:custDataLst>
                <p:tags r:id="rId47"/>
              </p:custDataLst>
            </p:nvPr>
          </p:nvSpPr>
          <p:spPr>
            <a:xfrm>
              <a:off x="-330200" y="-25400"/>
              <a:ext cx="5297424" cy="100393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安全物理环境测评是指依据GB/T 22239标准，对信息系统的物理设施、环境条件、安全保障措施等进行核查与评估，判断其是否符合等级保护要求的过程。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sp>
        <p:nvSpPr>
          <p:cNvPr id="35" name="Text 17"/>
          <p:cNvSpPr/>
          <p:nvPr>
            <p:custDataLst>
              <p:tags r:id="rId48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安全物理环境测评概述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56" name="组合 55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5364480" cy="2316480"/>
            <a:chOff x="-635000" y="-635000"/>
            <a:chExt cx="5364480" cy="2316480"/>
          </a:xfrm>
        </p:grpSpPr>
        <p:pic>
          <p:nvPicPr>
            <p:cNvPr id="57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364480" cy="2316480"/>
            </a:xfrm>
            <a:prstGeom prst="rect">
              <a:avLst/>
            </a:prstGeom>
          </p:spPr>
        </p:pic>
        <p:pic>
          <p:nvPicPr>
            <p:cNvPr id="58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75920" y="-467360"/>
              <a:ext cx="487680" cy="487680"/>
            </a:xfrm>
            <a:prstGeom prst="rect">
              <a:avLst/>
            </a:prstGeom>
          </p:spPr>
        </p:pic>
        <p:pic>
          <p:nvPicPr>
            <p:cNvPr id="59" name="Image 5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254000" y="-345440"/>
              <a:ext cx="243840" cy="243840"/>
            </a:xfrm>
            <a:prstGeom prst="rect">
              <a:avLst/>
            </a:prstGeom>
          </p:spPr>
        </p:pic>
        <p:sp>
          <p:nvSpPr>
            <p:cNvPr id="60" name="Text 0" descr="TEMP_Z_ORDER_6"/>
            <p:cNvSpPr/>
            <p:nvPr>
              <p:custDataLst>
                <p:tags r:id="rId16"/>
              </p:custDataLst>
            </p:nvPr>
          </p:nvSpPr>
          <p:spPr>
            <a:xfrm>
              <a:off x="294640" y="-482600"/>
              <a:ext cx="1353249" cy="35235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</a:rPr>
                <a:t>测评指标</a:t>
              </a:r>
              <a:endParaRPr lang="en-US" sz="2640"/>
            </a:p>
          </p:txBody>
        </p:sp>
        <p:sp>
          <p:nvSpPr>
            <p:cNvPr id="61" name="Text 1" descr="TEMP_Z_ORDER_7"/>
            <p:cNvSpPr/>
            <p:nvPr>
              <p:custDataLst>
                <p:tags r:id="rId17"/>
              </p:custDataLst>
            </p:nvPr>
          </p:nvSpPr>
          <p:spPr>
            <a:xfrm>
              <a:off x="-375920" y="111760"/>
              <a:ext cx="234093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①</a:t>
              </a:r>
              <a:endParaRPr lang="en-US" sz="2160"/>
            </a:p>
          </p:txBody>
        </p:sp>
        <p:sp>
          <p:nvSpPr>
            <p:cNvPr id="62" name="Text 2" descr="TEMP_Z_ORDER_8"/>
            <p:cNvSpPr/>
            <p:nvPr>
              <p:custDataLst>
                <p:tags r:id="rId18"/>
              </p:custDataLst>
            </p:nvPr>
          </p:nvSpPr>
          <p:spPr>
            <a:xfrm>
              <a:off x="-25400" y="35560"/>
              <a:ext cx="4504944" cy="76898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000">
                  <a:solidFill>
                    <a:srgbClr val="333333"/>
                  </a:solidFill>
                </a:rPr>
                <a:t>机房场地是否选择在具有防震、防风和防雨等能力的建筑内</a:t>
              </a:r>
              <a:endParaRPr lang="en-US" sz="2000">
                <a:solidFill>
                  <a:srgbClr val="333333"/>
                </a:solidFill>
              </a:endParaRPr>
            </a:p>
          </p:txBody>
        </p:sp>
        <p:sp>
          <p:nvSpPr>
            <p:cNvPr id="63" name="Text 3" descr="TEMP_Z_ORDER_9"/>
            <p:cNvSpPr/>
            <p:nvPr>
              <p:custDataLst>
                <p:tags r:id="rId19"/>
              </p:custDataLst>
            </p:nvPr>
          </p:nvSpPr>
          <p:spPr>
            <a:xfrm>
              <a:off x="-375920" y="1056640"/>
              <a:ext cx="234093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②</a:t>
              </a:r>
              <a:endParaRPr lang="en-US" sz="2160"/>
            </a:p>
          </p:txBody>
        </p:sp>
        <p:sp>
          <p:nvSpPr>
            <p:cNvPr id="64" name="Text 4" descr="TEMP_Z_ORDER_10"/>
            <p:cNvSpPr/>
            <p:nvPr>
              <p:custDataLst>
                <p:tags r:id="rId20"/>
              </p:custDataLst>
            </p:nvPr>
          </p:nvSpPr>
          <p:spPr>
            <a:xfrm>
              <a:off x="-25400" y="904240"/>
              <a:ext cx="4504944" cy="76898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000">
                  <a:solidFill>
                    <a:srgbClr val="333333"/>
                  </a:solidFill>
                </a:rPr>
                <a:t>机房场地是否避免设在建筑物的顶层或地下室（否则应加强防水和防潮措施）</a:t>
              </a:r>
              <a:endParaRPr lang="en-US" sz="2000">
                <a:solidFill>
                  <a:srgbClr val="333333"/>
                </a:solidFill>
              </a:endParaRPr>
            </a:p>
          </p:txBody>
        </p:sp>
      </p:grpSp>
      <p:grpSp>
        <p:nvGrpSpPr>
          <p:cNvPr id="65" name="组合 64"/>
          <p:cNvGrpSpPr/>
          <p:nvPr>
            <p:custDataLst>
              <p:tags r:id="rId21"/>
            </p:custDataLst>
          </p:nvPr>
        </p:nvGrpSpPr>
        <p:grpSpPr>
          <a:xfrm>
            <a:off x="6217920" y="1371600"/>
            <a:ext cx="5364480" cy="2331720"/>
            <a:chOff x="-635000" y="-635000"/>
            <a:chExt cx="5364480" cy="2331720"/>
          </a:xfrm>
        </p:grpSpPr>
        <p:pic>
          <p:nvPicPr>
            <p:cNvPr id="66" name="Image 6" descr="TEMP_Z_ORDER_11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364480" cy="2316480"/>
            </a:xfrm>
            <a:prstGeom prst="rect">
              <a:avLst/>
            </a:prstGeom>
          </p:spPr>
        </p:pic>
        <p:pic>
          <p:nvPicPr>
            <p:cNvPr id="67" name="Image 7" descr="TEMP_Z_ORDER_12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75920" y="-421640"/>
              <a:ext cx="487680" cy="487680"/>
            </a:xfrm>
            <a:prstGeom prst="rect">
              <a:avLst/>
            </a:prstGeom>
          </p:spPr>
        </p:pic>
        <p:pic>
          <p:nvPicPr>
            <p:cNvPr id="68" name="Image 8" descr="TEMP_Z_ORDER_13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-254000" y="-299720"/>
              <a:ext cx="243840" cy="243840"/>
            </a:xfrm>
            <a:prstGeom prst="rect">
              <a:avLst/>
            </a:prstGeom>
          </p:spPr>
        </p:pic>
        <p:sp>
          <p:nvSpPr>
            <p:cNvPr id="69" name="Text 5" descr="TEMP_Z_ORDER_14"/>
            <p:cNvSpPr/>
            <p:nvPr>
              <p:custDataLst>
                <p:tags r:id="rId27"/>
              </p:custDataLst>
            </p:nvPr>
          </p:nvSpPr>
          <p:spPr>
            <a:xfrm>
              <a:off x="294640" y="-421640"/>
              <a:ext cx="1353249" cy="35235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</a:rPr>
                <a:t>核查方法</a:t>
              </a:r>
              <a:endParaRPr lang="en-US" sz="2640"/>
            </a:p>
          </p:txBody>
        </p:sp>
        <p:sp>
          <p:nvSpPr>
            <p:cNvPr id="70" name="Text 6" descr="TEMP_Z_ORDER_15"/>
            <p:cNvSpPr/>
            <p:nvPr>
              <p:custDataLst>
                <p:tags r:id="rId28"/>
              </p:custDataLst>
            </p:nvPr>
          </p:nvSpPr>
          <p:spPr>
            <a:xfrm>
              <a:off x="-375920" y="218440"/>
              <a:ext cx="234093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①</a:t>
              </a:r>
              <a:endParaRPr lang="en-US" sz="2160"/>
            </a:p>
          </p:txBody>
        </p:sp>
        <p:sp>
          <p:nvSpPr>
            <p:cNvPr id="71" name="Text 7" descr="TEMP_Z_ORDER_16"/>
            <p:cNvSpPr/>
            <p:nvPr>
              <p:custDataLst>
                <p:tags r:id="rId29"/>
              </p:custDataLst>
            </p:nvPr>
          </p:nvSpPr>
          <p:spPr>
            <a:xfrm>
              <a:off x="-25400" y="218440"/>
              <a:ext cx="4160758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</a:rPr>
                <a:t>现场勘察机房所在楼层及周边环境</a:t>
              </a:r>
              <a:endParaRPr lang="en-US" sz="2160"/>
            </a:p>
          </p:txBody>
        </p:sp>
        <p:sp>
          <p:nvSpPr>
            <p:cNvPr id="72" name="Text 8" descr="TEMP_Z_ORDER_17"/>
            <p:cNvSpPr/>
            <p:nvPr>
              <p:custDataLst>
                <p:tags r:id="rId30"/>
              </p:custDataLst>
            </p:nvPr>
          </p:nvSpPr>
          <p:spPr>
            <a:xfrm>
              <a:off x="-375920" y="751840"/>
              <a:ext cx="234093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②</a:t>
              </a:r>
              <a:endParaRPr lang="en-US" sz="2160"/>
            </a:p>
          </p:txBody>
        </p:sp>
        <p:sp>
          <p:nvSpPr>
            <p:cNvPr id="73" name="Text 9" descr="TEMP_Z_ORDER_18"/>
            <p:cNvSpPr/>
            <p:nvPr>
              <p:custDataLst>
                <p:tags r:id="rId31"/>
              </p:custDataLst>
            </p:nvPr>
          </p:nvSpPr>
          <p:spPr>
            <a:xfrm>
              <a:off x="-25400" y="751840"/>
              <a:ext cx="2219071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</a:rPr>
                <a:t>查阅建筑设计图纸</a:t>
              </a:r>
              <a:endParaRPr lang="en-US" sz="2160"/>
            </a:p>
          </p:txBody>
        </p:sp>
        <p:sp>
          <p:nvSpPr>
            <p:cNvPr id="74" name="Text 10" descr="TEMP_Z_ORDER_19"/>
            <p:cNvSpPr/>
            <p:nvPr>
              <p:custDataLst>
                <p:tags r:id="rId32"/>
              </p:custDataLst>
            </p:nvPr>
          </p:nvSpPr>
          <p:spPr>
            <a:xfrm>
              <a:off x="-375920" y="1285240"/>
              <a:ext cx="234093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③</a:t>
              </a:r>
              <a:endParaRPr lang="en-US" sz="2160"/>
            </a:p>
          </p:txBody>
        </p:sp>
        <p:sp>
          <p:nvSpPr>
            <p:cNvPr id="75" name="Text 11" descr="TEMP_Z_ORDER_20"/>
            <p:cNvSpPr/>
            <p:nvPr>
              <p:custDataLst>
                <p:tags r:id="rId33"/>
              </p:custDataLst>
            </p:nvPr>
          </p:nvSpPr>
          <p:spPr>
            <a:xfrm>
              <a:off x="-25401" y="1285240"/>
              <a:ext cx="3328607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</a:rPr>
                <a:t>检查防震、防风、防雨措施</a:t>
              </a:r>
              <a:endParaRPr lang="en-US" sz="2160"/>
            </a:p>
          </p:txBody>
        </p:sp>
      </p:grpSp>
      <p:grpSp>
        <p:nvGrpSpPr>
          <p:cNvPr id="39" name="组合 38"/>
          <p:cNvGrpSpPr/>
          <p:nvPr>
            <p:custDataLst>
              <p:tags r:id="rId34"/>
            </p:custDataLst>
          </p:nvPr>
        </p:nvGrpSpPr>
        <p:grpSpPr>
          <a:xfrm>
            <a:off x="609600" y="3931920"/>
            <a:ext cx="5364480" cy="2316480"/>
            <a:chOff x="-635000" y="-635000"/>
            <a:chExt cx="5364480" cy="2316480"/>
          </a:xfrm>
        </p:grpSpPr>
        <p:pic>
          <p:nvPicPr>
            <p:cNvPr id="40" name="Image 9" descr="TEMP_Z_ORDER_21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364480" cy="2316480"/>
            </a:xfrm>
            <a:prstGeom prst="rect">
              <a:avLst/>
            </a:prstGeom>
          </p:spPr>
        </p:pic>
        <p:pic>
          <p:nvPicPr>
            <p:cNvPr id="41" name="Image 10" descr="TEMP_Z_ORDER_22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75920" y="-421640"/>
              <a:ext cx="487680" cy="487680"/>
            </a:xfrm>
            <a:prstGeom prst="rect">
              <a:avLst/>
            </a:prstGeom>
          </p:spPr>
        </p:pic>
        <p:pic>
          <p:nvPicPr>
            <p:cNvPr id="42" name="Image 11" descr="TEMP_Z_ORDER_23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-254000" y="-299720"/>
              <a:ext cx="243840" cy="243840"/>
            </a:xfrm>
            <a:prstGeom prst="rect">
              <a:avLst/>
            </a:prstGeom>
          </p:spPr>
        </p:pic>
        <p:sp>
          <p:nvSpPr>
            <p:cNvPr id="43" name="Text 12" descr="TEMP_Z_ORDER_24"/>
            <p:cNvSpPr/>
            <p:nvPr>
              <p:custDataLst>
                <p:tags r:id="rId40"/>
              </p:custDataLst>
            </p:nvPr>
          </p:nvSpPr>
          <p:spPr>
            <a:xfrm>
              <a:off x="294640" y="-421640"/>
              <a:ext cx="1353249" cy="35235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</a:rPr>
                <a:t>常见问题</a:t>
              </a:r>
              <a:endParaRPr lang="en-US" sz="2640"/>
            </a:p>
          </p:txBody>
        </p:sp>
        <p:sp>
          <p:nvSpPr>
            <p:cNvPr id="44" name="Text 13" descr="TEMP_Z_ORDER_25"/>
            <p:cNvSpPr/>
            <p:nvPr>
              <p:custDataLst>
                <p:tags r:id="rId41"/>
              </p:custDataLst>
            </p:nvPr>
          </p:nvSpPr>
          <p:spPr>
            <a:xfrm>
              <a:off x="-375920" y="218440"/>
              <a:ext cx="234093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①</a:t>
              </a:r>
              <a:endParaRPr lang="en-US" sz="2160"/>
            </a:p>
          </p:txBody>
        </p:sp>
        <p:sp>
          <p:nvSpPr>
            <p:cNvPr id="45" name="Text 14" descr="TEMP_Z_ORDER_26"/>
            <p:cNvSpPr/>
            <p:nvPr>
              <p:custDataLst>
                <p:tags r:id="rId42"/>
              </p:custDataLst>
            </p:nvPr>
          </p:nvSpPr>
          <p:spPr>
            <a:xfrm>
              <a:off x="-25400" y="218440"/>
              <a:ext cx="3556000" cy="2546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00">
                  <a:solidFill>
                    <a:srgbClr val="333333"/>
                  </a:solidFill>
                </a:rPr>
                <a:t>机房设在地下室，雨季出现渗水</a:t>
              </a:r>
              <a:endParaRPr lang="en-US" sz="2000">
                <a:solidFill>
                  <a:srgbClr val="333333"/>
                </a:solidFill>
              </a:endParaRPr>
            </a:p>
          </p:txBody>
        </p:sp>
        <p:sp>
          <p:nvSpPr>
            <p:cNvPr id="46" name="Text 15" descr="TEMP_Z_ORDER_27"/>
            <p:cNvSpPr/>
            <p:nvPr>
              <p:custDataLst>
                <p:tags r:id="rId43"/>
              </p:custDataLst>
            </p:nvPr>
          </p:nvSpPr>
          <p:spPr>
            <a:xfrm>
              <a:off x="-375920" y="751840"/>
              <a:ext cx="234093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②</a:t>
              </a:r>
              <a:endParaRPr lang="en-US" sz="2160"/>
            </a:p>
          </p:txBody>
        </p:sp>
        <p:sp>
          <p:nvSpPr>
            <p:cNvPr id="47" name="Text 16" descr="TEMP_Z_ORDER_28"/>
            <p:cNvSpPr/>
            <p:nvPr>
              <p:custDataLst>
                <p:tags r:id="rId44"/>
              </p:custDataLst>
            </p:nvPr>
          </p:nvSpPr>
          <p:spPr>
            <a:xfrm>
              <a:off x="-25400" y="751840"/>
              <a:ext cx="3810000" cy="2546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00">
                  <a:solidFill>
                    <a:srgbClr val="333333"/>
                  </a:solidFill>
                </a:rPr>
                <a:t>机房设在顶层，夏季屋顶温度过高</a:t>
              </a:r>
              <a:endParaRPr lang="en-US" sz="2000">
                <a:solidFill>
                  <a:srgbClr val="333333"/>
                </a:solidFill>
              </a:endParaRPr>
            </a:p>
          </p:txBody>
        </p:sp>
        <p:sp>
          <p:nvSpPr>
            <p:cNvPr id="48" name="Text 17" descr="TEMP_Z_ORDER_29"/>
            <p:cNvSpPr/>
            <p:nvPr>
              <p:custDataLst>
                <p:tags r:id="rId45"/>
              </p:custDataLst>
            </p:nvPr>
          </p:nvSpPr>
          <p:spPr>
            <a:xfrm>
              <a:off x="-375920" y="1285240"/>
              <a:ext cx="234093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③</a:t>
              </a:r>
              <a:endParaRPr lang="en-US" sz="2160"/>
            </a:p>
          </p:txBody>
        </p:sp>
        <p:sp>
          <p:nvSpPr>
            <p:cNvPr id="49" name="Text 18" descr="TEMP_Z_ORDER_30"/>
            <p:cNvSpPr/>
            <p:nvPr>
              <p:custDataLst>
                <p:tags r:id="rId46"/>
              </p:custDataLst>
            </p:nvPr>
          </p:nvSpPr>
          <p:spPr>
            <a:xfrm>
              <a:off x="-25400" y="1285240"/>
              <a:ext cx="2286000" cy="2546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00">
                  <a:solidFill>
                    <a:srgbClr val="333333"/>
                  </a:solidFill>
                </a:rPr>
                <a:t>建筑未考虑防震设计</a:t>
              </a:r>
              <a:endParaRPr lang="en-US" sz="2000">
                <a:solidFill>
                  <a:srgbClr val="333333"/>
                </a:solidFill>
              </a:endParaRPr>
            </a:p>
          </p:txBody>
        </p:sp>
      </p:grpSp>
      <p:grpSp>
        <p:nvGrpSpPr>
          <p:cNvPr id="50" name="组合 49"/>
          <p:cNvGrpSpPr/>
          <p:nvPr>
            <p:custDataLst>
              <p:tags r:id="rId47"/>
            </p:custDataLst>
          </p:nvPr>
        </p:nvGrpSpPr>
        <p:grpSpPr>
          <a:xfrm>
            <a:off x="6217920" y="3931920"/>
            <a:ext cx="5364480" cy="2316480"/>
            <a:chOff x="-635000" y="-635000"/>
            <a:chExt cx="5364480" cy="2316480"/>
          </a:xfrm>
        </p:grpSpPr>
        <p:pic>
          <p:nvPicPr>
            <p:cNvPr id="51" name="Image 12" descr="TEMP_Z_ORDER_31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364480" cy="2316480"/>
            </a:xfrm>
            <a:prstGeom prst="rect">
              <a:avLst/>
            </a:prstGeom>
          </p:spPr>
        </p:pic>
        <p:pic>
          <p:nvPicPr>
            <p:cNvPr id="52" name="Image 13" descr="TEMP_Z_ORDER_32"/>
            <p:cNvPicPr>
              <a:picLocks noChangeAspect="1"/>
            </p:cNvPicPr>
            <p:nvPr>
              <p:custDataLst>
                <p:tags r:id="rId51"/>
              </p:custDataLst>
            </p:nvPr>
          </p:nvPicPr>
          <p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-391160" y="-375920"/>
              <a:ext cx="487680" cy="487680"/>
            </a:xfrm>
            <a:prstGeom prst="rect">
              <a:avLst/>
            </a:prstGeom>
          </p:spPr>
        </p:pic>
        <p:pic>
          <p:nvPicPr>
            <p:cNvPr id="53" name="Image 14" descr="TEMP_Z_ORDER_33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-269240" y="-254000"/>
              <a:ext cx="243840" cy="243840"/>
            </a:xfrm>
            <a:prstGeom prst="rect">
              <a:avLst/>
            </a:prstGeom>
          </p:spPr>
        </p:pic>
        <p:sp>
          <p:nvSpPr>
            <p:cNvPr id="54" name="Text 19" descr="TEMP_Z_ORDER_34"/>
            <p:cNvSpPr/>
            <p:nvPr>
              <p:custDataLst>
                <p:tags r:id="rId57"/>
              </p:custDataLst>
            </p:nvPr>
          </p:nvSpPr>
          <p:spPr>
            <a:xfrm>
              <a:off x="279400" y="-391160"/>
              <a:ext cx="1353249" cy="35235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</a:rPr>
                <a:t>记录要点</a:t>
              </a:r>
              <a:endParaRPr lang="en-US" sz="2640"/>
            </a:p>
          </p:txBody>
        </p:sp>
        <p:sp>
          <p:nvSpPr>
            <p:cNvPr id="55" name="Text 20" descr="TEMP_Z_ORDER_35"/>
            <p:cNvSpPr/>
            <p:nvPr>
              <p:custDataLst>
                <p:tags r:id="rId58"/>
              </p:custDataLst>
            </p:nvPr>
          </p:nvSpPr>
          <p:spPr>
            <a:xfrm>
              <a:off x="-391160" y="462280"/>
              <a:ext cx="4885944" cy="8062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FFFFFF"/>
                  </a:solidFill>
                </a:rPr>
                <a:t>需标注机房具体位置、建筑结构类型、是否存在环境风险</a:t>
              </a:r>
              <a:endParaRPr lang="en-US" sz="2160"/>
            </a:p>
          </p:txBody>
        </p:sp>
      </p:grpSp>
      <p:sp>
        <p:nvSpPr>
          <p:cNvPr id="38" name="Text 21"/>
          <p:cNvSpPr/>
          <p:nvPr>
            <p:custDataLst>
              <p:tags r:id="rId59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子类1——物理位置选择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1" name="组合 30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799" cy="4267200"/>
            <a:chOff x="-635000" y="-635000"/>
            <a:chExt cx="10972800" cy="4267200"/>
          </a:xfrm>
        </p:grpSpPr>
        <p:pic>
          <p:nvPicPr>
            <p:cNvPr id="32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364480" cy="2011680"/>
            </a:xfrm>
            <a:prstGeom prst="rect">
              <a:avLst/>
            </a:prstGeom>
          </p:spPr>
        </p:pic>
        <p:pic>
          <p:nvPicPr>
            <p:cNvPr id="33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75920" y="-177800"/>
              <a:ext cx="121920" cy="121920"/>
            </a:xfrm>
            <a:prstGeom prst="rect">
              <a:avLst/>
            </a:prstGeom>
          </p:spPr>
        </p:pic>
        <p:sp>
          <p:nvSpPr>
            <p:cNvPr id="34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132080" y="-375920"/>
              <a:ext cx="1353249" cy="35225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测评指标</a:t>
              </a:r>
              <a:endParaRPr lang="en-US" sz="2640"/>
            </a:p>
          </p:txBody>
        </p:sp>
        <p:sp>
          <p:nvSpPr>
            <p:cNvPr id="35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375920" y="309880"/>
              <a:ext cx="3352800" cy="2038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机房出入口是否配置电子门禁系统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36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375920" y="523240"/>
              <a:ext cx="4855464" cy="3346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门禁系统是否能够控制、鉴别和记录进入的人员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37" name="Text 3" descr="TEMP_Z_ORDER_8"/>
            <p:cNvSpPr/>
            <p:nvPr>
              <p:custDataLst>
                <p:tags r:id="rId16"/>
              </p:custDataLst>
            </p:nvPr>
          </p:nvSpPr>
          <p:spPr>
            <a:xfrm>
              <a:off x="-375920" y="873760"/>
              <a:ext cx="4855464" cy="3346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（三级要求）是否对进出人员进行全程记录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38" name="Image 5" descr="TEMP_Z_ORDER_9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4973320" y="-635000"/>
              <a:ext cx="5364480" cy="2011680"/>
            </a:xfrm>
            <a:prstGeom prst="rect">
              <a:avLst/>
            </a:prstGeom>
          </p:spPr>
        </p:pic>
        <p:pic>
          <p:nvPicPr>
            <p:cNvPr id="39" name="Image 6" descr="TEMP_Z_ORDER_1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232400" y="-177800"/>
              <a:ext cx="121920" cy="121920"/>
            </a:xfrm>
            <a:prstGeom prst="rect">
              <a:avLst/>
            </a:prstGeom>
          </p:spPr>
        </p:pic>
        <p:sp>
          <p:nvSpPr>
            <p:cNvPr id="40" name="Text 4" descr="TEMP_Z_ORDER_11"/>
            <p:cNvSpPr/>
            <p:nvPr>
              <p:custDataLst>
                <p:tags r:id="rId19"/>
              </p:custDataLst>
            </p:nvPr>
          </p:nvSpPr>
          <p:spPr>
            <a:xfrm>
              <a:off x="5476241" y="-375920"/>
              <a:ext cx="1353249" cy="35225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核查方法</a:t>
              </a:r>
              <a:endParaRPr lang="en-US" sz="2640"/>
            </a:p>
          </p:txBody>
        </p:sp>
        <p:sp>
          <p:nvSpPr>
            <p:cNvPr id="41" name="Text 5" descr="TEMP_Z_ORDER_12"/>
            <p:cNvSpPr/>
            <p:nvPr>
              <p:custDataLst>
                <p:tags r:id="rId20"/>
              </p:custDataLst>
            </p:nvPr>
          </p:nvSpPr>
          <p:spPr>
            <a:xfrm>
              <a:off x="5232400" y="81280"/>
              <a:ext cx="4855464" cy="2921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4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现场测试门禁功能（刷卡/指纹/人脸识别）</a:t>
              </a:r>
              <a:endParaRPr lang="en-US" sz="14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42" name="Text 6" descr="TEMP_Z_ORDER_13"/>
            <p:cNvSpPr/>
            <p:nvPr>
              <p:custDataLst>
                <p:tags r:id="rId21"/>
              </p:custDataLst>
            </p:nvPr>
          </p:nvSpPr>
          <p:spPr>
            <a:xfrm>
              <a:off x="5232400" y="386080"/>
              <a:ext cx="4855464" cy="584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4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查看门禁系统的出入记录（是否有完整的进出时间、人员信息）</a:t>
              </a:r>
              <a:endParaRPr lang="en-US" sz="14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43" name="Text 7" descr="TEMP_Z_ORDER_14"/>
            <p:cNvSpPr/>
            <p:nvPr>
              <p:custDataLst>
                <p:tags r:id="rId22"/>
              </p:custDataLst>
            </p:nvPr>
          </p:nvSpPr>
          <p:spPr>
            <a:xfrm>
              <a:off x="5232400" y="904240"/>
              <a:ext cx="4855464" cy="2921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4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检查是否存在门禁失效的情况（如用物体挡住门）</a:t>
              </a:r>
              <a:endParaRPr lang="en-US" sz="14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44" name="Image 7" descr="TEMP_Z_ORDER_15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1620520"/>
              <a:ext cx="5364480" cy="2011680"/>
            </a:xfrm>
            <a:prstGeom prst="rect">
              <a:avLst/>
            </a:prstGeom>
          </p:spPr>
        </p:pic>
        <p:pic>
          <p:nvPicPr>
            <p:cNvPr id="45" name="Image 8" descr="TEMP_Z_ORDER_16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75920" y="2077720"/>
              <a:ext cx="121920" cy="121920"/>
            </a:xfrm>
            <a:prstGeom prst="rect">
              <a:avLst/>
            </a:prstGeom>
          </p:spPr>
        </p:pic>
        <p:sp>
          <p:nvSpPr>
            <p:cNvPr id="46" name="Text 8" descr="TEMP_Z_ORDER_17"/>
            <p:cNvSpPr/>
            <p:nvPr>
              <p:custDataLst>
                <p:tags r:id="rId25"/>
              </p:custDataLst>
            </p:nvPr>
          </p:nvSpPr>
          <p:spPr>
            <a:xfrm>
              <a:off x="-132080" y="1879600"/>
              <a:ext cx="1353249" cy="35225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2640"/>
            </a:p>
          </p:txBody>
        </p:sp>
        <p:sp>
          <p:nvSpPr>
            <p:cNvPr id="47" name="Text 9" descr="TEMP_Z_ORDER_18"/>
            <p:cNvSpPr/>
            <p:nvPr>
              <p:custDataLst>
                <p:tags r:id="rId26"/>
              </p:custDataLst>
            </p:nvPr>
          </p:nvSpPr>
          <p:spPr>
            <a:xfrm>
              <a:off x="-375920" y="2565400"/>
              <a:ext cx="2044700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4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门禁系统未启用或损坏</a:t>
              </a:r>
              <a:endParaRPr lang="en-US" sz="14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48" name="Text 10" descr="TEMP_Z_ORDER_19"/>
            <p:cNvSpPr/>
            <p:nvPr>
              <p:custDataLst>
                <p:tags r:id="rId27"/>
              </p:custDataLst>
            </p:nvPr>
          </p:nvSpPr>
          <p:spPr>
            <a:xfrm>
              <a:off x="-375920" y="2778760"/>
              <a:ext cx="3289300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4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门禁记录不完整（缺乏人员身份信息）</a:t>
              </a:r>
              <a:endParaRPr lang="en-US" sz="14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49" name="Text 11" descr="TEMP_Z_ORDER_20"/>
            <p:cNvSpPr/>
            <p:nvPr>
              <p:custDataLst>
                <p:tags r:id="rId28"/>
              </p:custDataLst>
            </p:nvPr>
          </p:nvSpPr>
          <p:spPr>
            <a:xfrm>
              <a:off x="-375920" y="3007360"/>
              <a:ext cx="2400300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4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无专人值守，门禁形同虚设</a:t>
              </a:r>
              <a:endParaRPr lang="en-US" sz="14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50" name="Text 12" descr="TEMP_Z_ORDER_21"/>
            <p:cNvSpPr/>
            <p:nvPr>
              <p:custDataLst>
                <p:tags r:id="rId29"/>
              </p:custDataLst>
            </p:nvPr>
          </p:nvSpPr>
          <p:spPr>
            <a:xfrm>
              <a:off x="-375920" y="3220720"/>
              <a:ext cx="1689100" cy="1778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4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④ 访客未登记即进入</a:t>
              </a:r>
              <a:endParaRPr lang="en-US" sz="14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51" name="Image 9" descr="TEMP_Z_ORDER_22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/>
            <a:stretch>
              <a:fillRect/>
            </a:stretch>
          </p:blipFill>
          <p:spPr>
            <a:xfrm>
              <a:off x="4973320" y="1620520"/>
              <a:ext cx="5364480" cy="2011680"/>
            </a:xfrm>
            <a:prstGeom prst="rect">
              <a:avLst/>
            </a:prstGeom>
          </p:spPr>
        </p:pic>
        <p:pic>
          <p:nvPicPr>
            <p:cNvPr id="52" name="Image 10" descr="TEMP_Z_ORDER_23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232400" y="2077720"/>
              <a:ext cx="121920" cy="121920"/>
            </a:xfrm>
            <a:prstGeom prst="rect">
              <a:avLst/>
            </a:prstGeom>
          </p:spPr>
        </p:pic>
        <p:sp>
          <p:nvSpPr>
            <p:cNvPr id="53" name="Text 13" descr="TEMP_Z_ORDER_24"/>
            <p:cNvSpPr/>
            <p:nvPr>
              <p:custDataLst>
                <p:tags r:id="rId33"/>
              </p:custDataLst>
            </p:nvPr>
          </p:nvSpPr>
          <p:spPr>
            <a:xfrm>
              <a:off x="5476241" y="1879600"/>
              <a:ext cx="1353249" cy="35225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等级差异</a:t>
              </a:r>
              <a:endParaRPr lang="en-US" sz="2640"/>
            </a:p>
          </p:txBody>
        </p:sp>
        <p:sp>
          <p:nvSpPr>
            <p:cNvPr id="54" name="Text 14" descr="TEMP_Z_ORDER_25"/>
            <p:cNvSpPr/>
            <p:nvPr>
              <p:custDataLst>
                <p:tags r:id="rId34"/>
              </p:custDataLst>
            </p:nvPr>
          </p:nvSpPr>
          <p:spPr>
            <a:xfrm>
              <a:off x="5232400" y="2321560"/>
              <a:ext cx="4855464" cy="2470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第一级：</a:t>
              </a:r>
              <a:r>
                <a:rPr lang="en-US" sz="14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安排专人值守或配置电子门禁系统</a:t>
              </a:r>
              <a:endParaRPr lang="en-US" sz="14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55" name="Text 15" descr="TEMP_Z_ORDER_26"/>
            <p:cNvSpPr/>
            <p:nvPr>
              <p:custDataLst>
                <p:tags r:id="rId35"/>
              </p:custDataLst>
            </p:nvPr>
          </p:nvSpPr>
          <p:spPr>
            <a:xfrm>
              <a:off x="5232400" y="2565400"/>
              <a:ext cx="4855464" cy="2470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第二级：</a:t>
              </a:r>
              <a:r>
                <a:rPr lang="en-US" sz="14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安排专人值守或配置电子门禁系统</a:t>
              </a:r>
              <a:endParaRPr lang="en-US" sz="14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56" name="Text 16" descr="TEMP_Z_ORDER_27"/>
            <p:cNvSpPr/>
            <p:nvPr>
              <p:custDataLst>
                <p:tags r:id="rId36"/>
              </p:custDataLst>
            </p:nvPr>
          </p:nvSpPr>
          <p:spPr>
            <a:xfrm>
              <a:off x="5232400" y="3037840"/>
              <a:ext cx="4855464" cy="30713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第三级：</a:t>
              </a: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应配置电子门禁系统</a:t>
              </a:r>
              <a:r>
                <a:rPr lang="en-US" sz="180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（强调“应”配置）</a:t>
              </a:r>
              <a:endParaRPr lang="en-US" sz="1800"/>
            </a:p>
          </p:txBody>
        </p:sp>
      </p:grpSp>
      <p:sp>
        <p:nvSpPr>
          <p:cNvPr id="30" name="Text 17"/>
          <p:cNvSpPr/>
          <p:nvPr>
            <p:custDataLst>
              <p:tags r:id="rId37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子类2——物理访问控制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60" name="组合 59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5303520" cy="2011680"/>
            <a:chOff x="-635000" y="-635000"/>
            <a:chExt cx="5303520" cy="2011680"/>
          </a:xfrm>
        </p:grpSpPr>
        <p:pic>
          <p:nvPicPr>
            <p:cNvPr id="61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303520" cy="2011680"/>
            </a:xfrm>
            <a:prstGeom prst="rect">
              <a:avLst/>
            </a:prstGeom>
          </p:spPr>
        </p:pic>
        <p:sp>
          <p:nvSpPr>
            <p:cNvPr id="62" name="Text 0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-452120" y="-116840"/>
              <a:ext cx="2195020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设备或部件是否固定</a:t>
              </a:r>
              <a:endParaRPr lang="en-US" sz="1680"/>
            </a:p>
          </p:txBody>
        </p:sp>
        <p:sp>
          <p:nvSpPr>
            <p:cNvPr id="63" name="Text 1" descr="TEMP_Z_ORDER_5"/>
            <p:cNvSpPr/>
            <p:nvPr>
              <p:custDataLst>
                <p:tags r:id="rId11"/>
              </p:custDataLst>
            </p:nvPr>
          </p:nvSpPr>
          <p:spPr>
            <a:xfrm>
              <a:off x="-452120" y="233680"/>
              <a:ext cx="1765316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是否设牢固标识</a:t>
              </a:r>
              <a:endParaRPr lang="en-US" sz="1680"/>
            </a:p>
          </p:txBody>
        </p:sp>
        <p:sp>
          <p:nvSpPr>
            <p:cNvPr id="64" name="Text 2" descr="TEMP_Z_ORDER_6"/>
            <p:cNvSpPr/>
            <p:nvPr>
              <p:custDataLst>
                <p:tags r:id="rId12"/>
              </p:custDataLst>
            </p:nvPr>
          </p:nvSpPr>
          <p:spPr>
            <a:xfrm>
              <a:off x="-452120" y="599440"/>
              <a:ext cx="2284809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(2级起)线缆隐蔽铺设</a:t>
              </a:r>
              <a:endParaRPr lang="en-US" sz="1680"/>
            </a:p>
          </p:txBody>
        </p:sp>
        <p:sp>
          <p:nvSpPr>
            <p:cNvPr id="65" name="Text 3" descr="TEMP_Z_ORDER_7"/>
            <p:cNvSpPr/>
            <p:nvPr>
              <p:custDataLst>
                <p:tags r:id="rId13"/>
              </p:custDataLst>
            </p:nvPr>
          </p:nvSpPr>
          <p:spPr>
            <a:xfrm>
              <a:off x="-452120" y="949960"/>
              <a:ext cx="2499662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④ (3级起)防盗报警或监控</a:t>
              </a:r>
              <a:endParaRPr lang="en-US" sz="1680"/>
            </a:p>
          </p:txBody>
        </p:sp>
        <p:pic>
          <p:nvPicPr>
            <p:cNvPr id="66" name="Image 4" descr="TEMP_Z_ORDER_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-635000"/>
              <a:ext cx="1356360" cy="487680"/>
            </a:xfrm>
            <a:prstGeom prst="rect">
              <a:avLst/>
            </a:prstGeom>
          </p:spPr>
        </p:pic>
        <p:sp>
          <p:nvSpPr>
            <p:cNvPr id="67" name="Text 4" descr="TEMP_Z_ORDER_9"/>
            <p:cNvSpPr/>
            <p:nvPr>
              <p:custDataLst>
                <p:tags r:id="rId16"/>
              </p:custDataLst>
            </p:nvPr>
          </p:nvSpPr>
          <p:spPr>
            <a:xfrm>
              <a:off x="-446087" y="-568437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测评指标</a:t>
              </a:r>
              <a:endParaRPr lang="en-US" sz="1920"/>
            </a:p>
          </p:txBody>
        </p:sp>
      </p:grpSp>
      <p:grpSp>
        <p:nvGrpSpPr>
          <p:cNvPr id="51" name="组合 50"/>
          <p:cNvGrpSpPr/>
          <p:nvPr>
            <p:custDataLst>
              <p:tags r:id="rId17"/>
            </p:custDataLst>
          </p:nvPr>
        </p:nvGrpSpPr>
        <p:grpSpPr>
          <a:xfrm>
            <a:off x="6278880" y="1371600"/>
            <a:ext cx="5303521" cy="2025492"/>
            <a:chOff x="-635000" y="-635000"/>
            <a:chExt cx="5303521" cy="2011680"/>
          </a:xfrm>
        </p:grpSpPr>
        <p:pic>
          <p:nvPicPr>
            <p:cNvPr id="52" name="Image 5" descr="TEMP_Z_ORDER_1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4999" y="-635000"/>
              <a:ext cx="5303520" cy="2011680"/>
            </a:xfrm>
            <a:prstGeom prst="rect">
              <a:avLst/>
            </a:prstGeom>
          </p:spPr>
        </p:pic>
        <p:sp>
          <p:nvSpPr>
            <p:cNvPr id="53" name="Text 5" descr="TEMP_Z_ORDER_11"/>
            <p:cNvSpPr/>
            <p:nvPr>
              <p:custDataLst>
                <p:tags r:id="rId19"/>
              </p:custDataLst>
            </p:nvPr>
          </p:nvSpPr>
          <p:spPr>
            <a:xfrm>
              <a:off x="-452120" y="-116840"/>
              <a:ext cx="2052320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检查机柜/设备固定</a:t>
              </a:r>
              <a:endParaRPr lang="en-US" sz="1680"/>
            </a:p>
          </p:txBody>
        </p:sp>
        <p:sp>
          <p:nvSpPr>
            <p:cNvPr id="54" name="Text 6" descr="TEMP_Z_ORDER_12"/>
            <p:cNvSpPr/>
            <p:nvPr>
              <p:custDataLst>
                <p:tags r:id="rId20"/>
              </p:custDataLst>
            </p:nvPr>
          </p:nvSpPr>
          <p:spPr>
            <a:xfrm>
              <a:off x="-452120" y="233680"/>
              <a:ext cx="1765316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查看标识牢固度</a:t>
              </a:r>
              <a:endParaRPr lang="en-US" sz="1680"/>
            </a:p>
          </p:txBody>
        </p:sp>
        <p:sp>
          <p:nvSpPr>
            <p:cNvPr id="55" name="Text 7" descr="TEMP_Z_ORDER_13"/>
            <p:cNvSpPr/>
            <p:nvPr>
              <p:custDataLst>
                <p:tags r:id="rId21"/>
              </p:custDataLst>
            </p:nvPr>
          </p:nvSpPr>
          <p:spPr>
            <a:xfrm>
              <a:off x="-452120" y="599440"/>
              <a:ext cx="1550464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检查线缆走向</a:t>
              </a:r>
              <a:endParaRPr lang="en-US" sz="1680"/>
            </a:p>
          </p:txBody>
        </p:sp>
        <p:sp>
          <p:nvSpPr>
            <p:cNvPr id="56" name="Text 8" descr="TEMP_Z_ORDER_14"/>
            <p:cNvSpPr/>
            <p:nvPr>
              <p:custDataLst>
                <p:tags r:id="rId22"/>
              </p:custDataLst>
            </p:nvPr>
          </p:nvSpPr>
          <p:spPr>
            <a:xfrm>
              <a:off x="-452120" y="949960"/>
              <a:ext cx="1550464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④ 测试报警系统</a:t>
              </a:r>
              <a:endParaRPr lang="en-US" sz="1680"/>
            </a:p>
          </p:txBody>
        </p:sp>
        <p:sp>
          <p:nvSpPr>
            <p:cNvPr id="57" name="Text 9" descr="TEMP_Z_ORDER_15"/>
            <p:cNvSpPr/>
            <p:nvPr>
              <p:custDataLst>
                <p:tags r:id="rId23"/>
              </p:custDataLst>
            </p:nvPr>
          </p:nvSpPr>
          <p:spPr>
            <a:xfrm>
              <a:off x="2077720" y="-122311"/>
              <a:ext cx="2195020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⑤ 查看监控覆盖与录像</a:t>
              </a:r>
              <a:endParaRPr lang="en-US" sz="1680"/>
            </a:p>
          </p:txBody>
        </p:sp>
        <p:pic>
          <p:nvPicPr>
            <p:cNvPr id="58" name="Image 6" descr="TEMP_Z_ORDER_16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-635000"/>
              <a:ext cx="1356360" cy="487680"/>
            </a:xfrm>
            <a:prstGeom prst="rect">
              <a:avLst/>
            </a:prstGeom>
          </p:spPr>
        </p:pic>
        <p:sp>
          <p:nvSpPr>
            <p:cNvPr id="59" name="Text 10" descr="TEMP_Z_ORDER_17"/>
            <p:cNvSpPr/>
            <p:nvPr>
              <p:custDataLst>
                <p:tags r:id="rId25"/>
              </p:custDataLst>
            </p:nvPr>
          </p:nvSpPr>
          <p:spPr>
            <a:xfrm>
              <a:off x="-446088" y="-567228"/>
              <a:ext cx="987679" cy="3521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核查方法</a:t>
              </a:r>
              <a:endParaRPr lang="en-US" sz="1920"/>
            </a:p>
          </p:txBody>
        </p:sp>
      </p:grpSp>
      <p:grpSp>
        <p:nvGrpSpPr>
          <p:cNvPr id="35" name="组合 34"/>
          <p:cNvGrpSpPr/>
          <p:nvPr>
            <p:custDataLst>
              <p:tags r:id="rId26"/>
            </p:custDataLst>
          </p:nvPr>
        </p:nvGrpSpPr>
        <p:grpSpPr>
          <a:xfrm>
            <a:off x="609600" y="3627120"/>
            <a:ext cx="5303520" cy="2025492"/>
            <a:chOff x="-635000" y="-635000"/>
            <a:chExt cx="5303520" cy="2011680"/>
          </a:xfrm>
        </p:grpSpPr>
        <p:pic>
          <p:nvPicPr>
            <p:cNvPr id="36" name="Image 7" descr="TEMP_Z_ORDER_18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303520" cy="2011680"/>
            </a:xfrm>
            <a:prstGeom prst="rect">
              <a:avLst/>
            </a:prstGeom>
          </p:spPr>
        </p:pic>
        <p:sp>
          <p:nvSpPr>
            <p:cNvPr id="37" name="Text 11" descr="TEMP_Z_ORDER_19"/>
            <p:cNvSpPr/>
            <p:nvPr>
              <p:custDataLst>
                <p:tags r:id="rId28"/>
              </p:custDataLst>
            </p:nvPr>
          </p:nvSpPr>
          <p:spPr>
            <a:xfrm>
              <a:off x="-452120" y="-116840"/>
              <a:ext cx="1980168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设备未固定易被移</a:t>
              </a:r>
              <a:endParaRPr lang="en-US" sz="1680"/>
            </a:p>
          </p:txBody>
        </p:sp>
        <p:sp>
          <p:nvSpPr>
            <p:cNvPr id="38" name="Text 12" descr="TEMP_Z_ORDER_20"/>
            <p:cNvSpPr/>
            <p:nvPr>
              <p:custDataLst>
                <p:tags r:id="rId29"/>
              </p:custDataLst>
            </p:nvPr>
          </p:nvSpPr>
          <p:spPr>
            <a:xfrm>
              <a:off x="-452120" y="233680"/>
              <a:ext cx="1335611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标识易脱落</a:t>
              </a:r>
              <a:endParaRPr lang="en-US" sz="1680"/>
            </a:p>
          </p:txBody>
        </p:sp>
        <p:sp>
          <p:nvSpPr>
            <p:cNvPr id="39" name="Text 13" descr="TEMP_Z_ORDER_21"/>
            <p:cNvSpPr/>
            <p:nvPr>
              <p:custDataLst>
                <p:tags r:id="rId30"/>
              </p:custDataLst>
            </p:nvPr>
          </p:nvSpPr>
          <p:spPr>
            <a:xfrm>
              <a:off x="-452120" y="599440"/>
              <a:ext cx="1120759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线缆裸露</a:t>
              </a:r>
              <a:endParaRPr lang="en-US" sz="1680"/>
            </a:p>
          </p:txBody>
        </p:sp>
        <p:sp>
          <p:nvSpPr>
            <p:cNvPr id="40" name="Text 14" descr="TEMP_Z_ORDER_22"/>
            <p:cNvSpPr/>
            <p:nvPr>
              <p:custDataLst>
                <p:tags r:id="rId31"/>
              </p:custDataLst>
            </p:nvPr>
          </p:nvSpPr>
          <p:spPr>
            <a:xfrm>
              <a:off x="-452120" y="949960"/>
              <a:ext cx="1120759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④ 监控死角</a:t>
              </a:r>
              <a:endParaRPr lang="en-US" sz="1680"/>
            </a:p>
          </p:txBody>
        </p:sp>
        <p:sp>
          <p:nvSpPr>
            <p:cNvPr id="41" name="Text 15" descr="TEMP_Z_ORDER_23"/>
            <p:cNvSpPr/>
            <p:nvPr>
              <p:custDataLst>
                <p:tags r:id="rId32"/>
              </p:custDataLst>
            </p:nvPr>
          </p:nvSpPr>
          <p:spPr>
            <a:xfrm>
              <a:off x="2413000" y="-116635"/>
              <a:ext cx="1335611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⑤ 录像保存短</a:t>
              </a:r>
              <a:endParaRPr lang="en-US" sz="1680"/>
            </a:p>
          </p:txBody>
        </p:sp>
        <p:pic>
          <p:nvPicPr>
            <p:cNvPr id="42" name="Image 8" descr="TEMP_Z_ORDER_24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-635000"/>
              <a:ext cx="1356360" cy="487680"/>
            </a:xfrm>
            <a:prstGeom prst="rect">
              <a:avLst/>
            </a:prstGeom>
          </p:spPr>
        </p:pic>
        <p:sp>
          <p:nvSpPr>
            <p:cNvPr id="43" name="Text 16" descr="TEMP_Z_ORDER_25"/>
            <p:cNvSpPr/>
            <p:nvPr>
              <p:custDataLst>
                <p:tags r:id="rId34"/>
              </p:custDataLst>
            </p:nvPr>
          </p:nvSpPr>
          <p:spPr>
            <a:xfrm>
              <a:off x="-446087" y="-567228"/>
              <a:ext cx="987679" cy="3521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1920"/>
            </a:p>
          </p:txBody>
        </p:sp>
      </p:grpSp>
      <p:grpSp>
        <p:nvGrpSpPr>
          <p:cNvPr id="44" name="组合 43"/>
          <p:cNvGrpSpPr/>
          <p:nvPr>
            <p:custDataLst>
              <p:tags r:id="rId35"/>
            </p:custDataLst>
          </p:nvPr>
        </p:nvGrpSpPr>
        <p:grpSpPr>
          <a:xfrm>
            <a:off x="6278880" y="3627120"/>
            <a:ext cx="5303520" cy="2011680"/>
            <a:chOff x="-635000" y="-635000"/>
            <a:chExt cx="5303520" cy="2011680"/>
          </a:xfrm>
        </p:grpSpPr>
        <p:pic>
          <p:nvPicPr>
            <p:cNvPr id="45" name="Image 9" descr="TEMP_Z_ORDER_26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4999" y="-635000"/>
              <a:ext cx="5303520" cy="2011680"/>
            </a:xfrm>
            <a:prstGeom prst="rect">
              <a:avLst/>
            </a:prstGeom>
          </p:spPr>
        </p:pic>
        <p:sp>
          <p:nvSpPr>
            <p:cNvPr id="46" name="Text 17" descr="TEMP_Z_ORDER_27"/>
            <p:cNvSpPr/>
            <p:nvPr>
              <p:custDataLst>
                <p:tags r:id="rId37"/>
              </p:custDataLst>
            </p:nvPr>
          </p:nvSpPr>
          <p:spPr>
            <a:xfrm>
              <a:off x="-452120" y="-116840"/>
              <a:ext cx="1608185" cy="2242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1级：固定+标识</a:t>
              </a:r>
              <a:endParaRPr lang="en-US" sz="1680"/>
            </a:p>
          </p:txBody>
        </p:sp>
        <p:sp>
          <p:nvSpPr>
            <p:cNvPr id="47" name="Text 18" descr="TEMP_Z_ORDER_28"/>
            <p:cNvSpPr/>
            <p:nvPr>
              <p:custDataLst>
                <p:tags r:id="rId38"/>
              </p:custDataLst>
            </p:nvPr>
          </p:nvSpPr>
          <p:spPr>
            <a:xfrm>
              <a:off x="-452120" y="233680"/>
              <a:ext cx="2296033" cy="2242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2级：加“线缆隐蔽铺设”</a:t>
              </a:r>
              <a:endParaRPr lang="en-US" sz="1680"/>
            </a:p>
          </p:txBody>
        </p:sp>
        <p:sp>
          <p:nvSpPr>
            <p:cNvPr id="48" name="Text 19" descr="TEMP_Z_ORDER_29"/>
            <p:cNvSpPr/>
            <p:nvPr>
              <p:custDataLst>
                <p:tags r:id="rId39"/>
              </p:custDataLst>
            </p:nvPr>
          </p:nvSpPr>
          <p:spPr>
            <a:xfrm>
              <a:off x="-452120" y="599440"/>
              <a:ext cx="2368185" cy="2242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3级：加“报警/专人监控”</a:t>
              </a:r>
              <a:endParaRPr lang="en-US" sz="1680"/>
            </a:p>
          </p:txBody>
        </p:sp>
        <p:pic>
          <p:nvPicPr>
            <p:cNvPr id="49" name="Image 10" descr="TEMP_Z_ORDER_30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-635000"/>
              <a:ext cx="1356360" cy="487680"/>
            </a:xfrm>
            <a:prstGeom prst="rect">
              <a:avLst/>
            </a:prstGeom>
          </p:spPr>
        </p:pic>
        <p:sp>
          <p:nvSpPr>
            <p:cNvPr id="50" name="Text 20" descr="TEMP_Z_ORDER_31"/>
            <p:cNvSpPr/>
            <p:nvPr>
              <p:custDataLst>
                <p:tags r:id="rId41"/>
              </p:custDataLst>
            </p:nvPr>
          </p:nvSpPr>
          <p:spPr>
            <a:xfrm>
              <a:off x="-446088" y="-568437"/>
              <a:ext cx="987679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等级差异</a:t>
              </a:r>
              <a:endParaRPr lang="en-US" sz="1920"/>
            </a:p>
          </p:txBody>
        </p:sp>
      </p:grpSp>
      <p:sp>
        <p:nvSpPr>
          <p:cNvPr id="34" name="Text 21"/>
          <p:cNvSpPr/>
          <p:nvPr>
            <p:custDataLst>
              <p:tags r:id="rId42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子类3——防盗窃和防破坏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6" name="组合 45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996950"/>
            <a:chOff x="-635000" y="-635000"/>
            <a:chExt cx="10972800" cy="996950"/>
          </a:xfrm>
        </p:grpSpPr>
        <p:pic>
          <p:nvPicPr>
            <p:cNvPr id="47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996950"/>
            </a:xfrm>
            <a:prstGeom prst="rect">
              <a:avLst/>
            </a:prstGeom>
          </p:spPr>
        </p:pic>
        <p:pic>
          <p:nvPicPr>
            <p:cNvPr id="48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452120" y="-482600"/>
              <a:ext cx="60960" cy="243840"/>
            </a:xfrm>
            <a:prstGeom prst="rect">
              <a:avLst/>
            </a:prstGeom>
          </p:spPr>
        </p:pic>
        <p:sp>
          <p:nvSpPr>
            <p:cNvPr id="49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269240" y="-589280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测评指标</a:t>
              </a:r>
              <a:endParaRPr lang="en-US" sz="2400"/>
            </a:p>
          </p:txBody>
        </p:sp>
        <p:sp>
          <p:nvSpPr>
            <p:cNvPr id="50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269240" y="-223520"/>
              <a:ext cx="47752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各类机柜、设施和设备是否通过接地系统安全接地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51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269240" y="35560"/>
              <a:ext cx="72136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（第二级起）是否采取措施防止感应雷（如设置防雷保安器或过压保护装置）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6"/>
            </p:custDataLst>
          </p:nvPr>
        </p:nvGrpSpPr>
        <p:grpSpPr>
          <a:xfrm>
            <a:off x="609600" y="2407920"/>
            <a:ext cx="10972800" cy="1189355"/>
            <a:chOff x="-635000" y="-665480"/>
            <a:chExt cx="10972800" cy="1189355"/>
          </a:xfrm>
        </p:grpSpPr>
        <p:pic>
          <p:nvPicPr>
            <p:cNvPr id="28" name="Image 5" descr="TEMP_Z_ORDER_8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-635000" y="-635000"/>
              <a:ext cx="10972800" cy="1066800"/>
            </a:xfrm>
            <a:prstGeom prst="rect">
              <a:avLst/>
            </a:prstGeom>
          </p:spPr>
        </p:pic>
        <p:pic>
          <p:nvPicPr>
            <p:cNvPr id="29" name="Image 6" descr="TEMP_Z_ORDER_9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452120" y="-482600"/>
              <a:ext cx="60960" cy="243840"/>
            </a:xfrm>
            <a:prstGeom prst="rect">
              <a:avLst/>
            </a:prstGeom>
          </p:spPr>
        </p:pic>
        <p:sp>
          <p:nvSpPr>
            <p:cNvPr id="30" name="Text 3" descr="TEMP_Z_ORDER_10"/>
            <p:cNvSpPr/>
            <p:nvPr>
              <p:custDataLst>
                <p:tags r:id="rId20"/>
              </p:custDataLst>
            </p:nvPr>
          </p:nvSpPr>
          <p:spPr>
            <a:xfrm>
              <a:off x="-269240" y="-665480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核查方法</a:t>
              </a:r>
              <a:endParaRPr lang="en-US" sz="2400"/>
            </a:p>
          </p:txBody>
        </p:sp>
        <p:sp>
          <p:nvSpPr>
            <p:cNvPr id="31" name="Text 4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-269240" y="-284480"/>
              <a:ext cx="43688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查看接地系统是否完善（接地电阻是否达标）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32" name="Text 5" descr="TEMP_Z_ORDER_12"/>
            <p:cNvSpPr/>
            <p:nvPr>
              <p:custDataLst>
                <p:tags r:id="rId22"/>
              </p:custDataLst>
            </p:nvPr>
          </p:nvSpPr>
          <p:spPr>
            <a:xfrm>
              <a:off x="-269240" y="-40640"/>
              <a:ext cx="48768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检查防雷保安器/过压保护装置是否安装并正常工作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33" name="Text 6" descr="TEMP_Z_ORDER_13"/>
            <p:cNvSpPr/>
            <p:nvPr>
              <p:custDataLst>
                <p:tags r:id="rId23"/>
              </p:custDataLst>
            </p:nvPr>
          </p:nvSpPr>
          <p:spPr>
            <a:xfrm>
              <a:off x="-269240" y="203200"/>
              <a:ext cx="4244975" cy="3206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查阅防雷检测报告（需在有效期内）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39" name="组合 38"/>
          <p:cNvGrpSpPr/>
          <p:nvPr>
            <p:custDataLst>
              <p:tags r:id="rId24"/>
            </p:custDataLst>
          </p:nvPr>
        </p:nvGrpSpPr>
        <p:grpSpPr>
          <a:xfrm>
            <a:off x="609600" y="3642360"/>
            <a:ext cx="10972800" cy="1115060"/>
            <a:chOff x="-635000" y="-680720"/>
            <a:chExt cx="10972800" cy="1115060"/>
          </a:xfrm>
        </p:grpSpPr>
        <p:pic>
          <p:nvPicPr>
            <p:cNvPr id="40" name="Image 7" descr="TEMP_Z_ORDER_14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-635000" y="-635000"/>
              <a:ext cx="10972800" cy="1066800"/>
            </a:xfrm>
            <a:prstGeom prst="rect">
              <a:avLst/>
            </a:prstGeom>
          </p:spPr>
        </p:pic>
        <p:pic>
          <p:nvPicPr>
            <p:cNvPr id="41" name="Image 8" descr="TEMP_Z_ORDER_15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452120" y="-497840"/>
              <a:ext cx="60960" cy="243840"/>
            </a:xfrm>
            <a:prstGeom prst="rect">
              <a:avLst/>
            </a:prstGeom>
          </p:spPr>
        </p:pic>
        <p:sp>
          <p:nvSpPr>
            <p:cNvPr id="42" name="Text 7" descr="TEMP_Z_ORDER_16"/>
            <p:cNvSpPr/>
            <p:nvPr>
              <p:custDataLst>
                <p:tags r:id="rId27"/>
              </p:custDataLst>
            </p:nvPr>
          </p:nvSpPr>
          <p:spPr>
            <a:xfrm>
              <a:off x="-269240" y="-680720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2400"/>
            </a:p>
          </p:txBody>
        </p:sp>
        <p:sp>
          <p:nvSpPr>
            <p:cNvPr id="43" name="Text 8" descr="TEMP_Z_ORDER_17"/>
            <p:cNvSpPr/>
            <p:nvPr>
              <p:custDataLst>
                <p:tags r:id="rId28"/>
              </p:custDataLst>
            </p:nvPr>
          </p:nvSpPr>
          <p:spPr>
            <a:xfrm>
              <a:off x="-269240" y="-299720"/>
              <a:ext cx="27432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未做接地或接地电阻不达标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44" name="Text 9" descr="TEMP_Z_ORDER_18"/>
            <p:cNvSpPr/>
            <p:nvPr>
              <p:custDataLst>
                <p:tags r:id="rId29"/>
              </p:custDataLst>
            </p:nvPr>
          </p:nvSpPr>
          <p:spPr>
            <a:xfrm>
              <a:off x="-269240" y="-55880"/>
              <a:ext cx="19304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防雷器损坏未更换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sp>
          <p:nvSpPr>
            <p:cNvPr id="45" name="Text 10" descr="TEMP_Z_ORDER_19"/>
            <p:cNvSpPr/>
            <p:nvPr>
              <p:custDataLst>
                <p:tags r:id="rId30"/>
              </p:custDataLst>
            </p:nvPr>
          </p:nvSpPr>
          <p:spPr>
            <a:xfrm>
              <a:off x="-269240" y="127000"/>
              <a:ext cx="1727200" cy="307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无防雷检测报告</a:t>
              </a:r>
              <a:endParaRPr lang="en-US" sz="16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31"/>
            </p:custDataLst>
          </p:nvPr>
        </p:nvGrpSpPr>
        <p:grpSpPr>
          <a:xfrm>
            <a:off x="609600" y="4922520"/>
            <a:ext cx="10972800" cy="777240"/>
            <a:chOff x="-635000" y="-635000"/>
            <a:chExt cx="10972800" cy="777240"/>
          </a:xfrm>
        </p:grpSpPr>
        <p:pic>
          <p:nvPicPr>
            <p:cNvPr id="35" name="Image 9" descr="TEMP_Z_ORDER_20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-635000" y="-635000"/>
              <a:ext cx="10972800" cy="731520"/>
            </a:xfrm>
            <a:prstGeom prst="rect">
              <a:avLst/>
            </a:prstGeom>
          </p:spPr>
        </p:pic>
        <p:pic>
          <p:nvPicPr>
            <p:cNvPr id="36" name="Image 10" descr="TEMP_Z_ORDER_21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452120" y="-497840"/>
              <a:ext cx="60960" cy="243840"/>
            </a:xfrm>
            <a:prstGeom prst="rect">
              <a:avLst/>
            </a:prstGeom>
          </p:spPr>
        </p:pic>
        <p:sp>
          <p:nvSpPr>
            <p:cNvPr id="37" name="Text 11" descr="TEMP_Z_ORDER_22"/>
            <p:cNvSpPr/>
            <p:nvPr>
              <p:custDataLst>
                <p:tags r:id="rId35"/>
              </p:custDataLst>
            </p:nvPr>
          </p:nvSpPr>
          <p:spPr>
            <a:xfrm>
              <a:off x="-269240" y="-604520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等级差异</a:t>
              </a:r>
              <a:endParaRPr lang="en-US" sz="2400"/>
            </a:p>
          </p:txBody>
        </p:sp>
        <p:sp>
          <p:nvSpPr>
            <p:cNvPr id="38" name="Text 12" descr="TEMP_Z_ORDER_23"/>
            <p:cNvSpPr/>
            <p:nvPr>
              <p:custDataLst>
                <p:tags r:id="rId36"/>
              </p:custDataLst>
            </p:nvPr>
          </p:nvSpPr>
          <p:spPr>
            <a:xfrm>
              <a:off x="-269240" y="-223520"/>
              <a:ext cx="7911052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第一级：安全接地；第二级：安全接地；第三级：增加“防止感应雷”措施</a:t>
              </a:r>
              <a:endParaRPr lang="en-US" sz="1920"/>
            </a:p>
          </p:txBody>
        </p:sp>
      </p:grpSp>
      <p:sp>
        <p:nvSpPr>
          <p:cNvPr id="26" name="Text 13"/>
          <p:cNvSpPr/>
          <p:nvPr>
            <p:custDataLst>
              <p:tags r:id="rId37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子类4——防雷击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50" name="组合 49"/>
          <p:cNvGrpSpPr/>
          <p:nvPr>
            <p:custDataLst>
              <p:tags r:id="rId7"/>
            </p:custDataLst>
          </p:nvPr>
        </p:nvGrpSpPr>
        <p:grpSpPr>
          <a:xfrm>
            <a:off x="4693920" y="1325880"/>
            <a:ext cx="6912864" cy="1471647"/>
            <a:chOff x="-635000" y="-635000"/>
            <a:chExt cx="6912864" cy="1471647"/>
          </a:xfrm>
        </p:grpSpPr>
        <p:pic>
          <p:nvPicPr>
            <p:cNvPr id="51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60960" cy="213360"/>
            </a:xfrm>
            <a:prstGeom prst="rect">
              <a:avLst/>
            </a:prstGeom>
          </p:spPr>
        </p:pic>
        <p:sp>
          <p:nvSpPr>
            <p:cNvPr id="52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452120" y="-635000"/>
              <a:ext cx="987679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测评指标</a:t>
              </a:r>
              <a:endParaRPr lang="en-US" sz="1920"/>
            </a:p>
          </p:txBody>
        </p:sp>
        <p:sp>
          <p:nvSpPr>
            <p:cNvPr id="53" name="Text 1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-452120" y="-246361"/>
              <a:ext cx="2430717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设置灭火设备 (第一级)</a:t>
              </a:r>
              <a:endParaRPr lang="en-US" sz="1680"/>
            </a:p>
          </p:txBody>
        </p:sp>
        <p:sp>
          <p:nvSpPr>
            <p:cNvPr id="54" name="Text 2" descr="TEMP_Z_ORDER_6"/>
            <p:cNvSpPr/>
            <p:nvPr>
              <p:custDataLst>
                <p:tags r:id="rId13"/>
              </p:custDataLst>
            </p:nvPr>
          </p:nvSpPr>
          <p:spPr>
            <a:xfrm>
              <a:off x="-452120" y="86644"/>
              <a:ext cx="3255264" cy="58109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设置火灾自动消防系统 (第二级起)</a:t>
              </a:r>
              <a:endParaRPr lang="en-US" sz="1680"/>
            </a:p>
          </p:txBody>
        </p:sp>
        <p:sp>
          <p:nvSpPr>
            <p:cNvPr id="55" name="Text 3" descr="TEMP_Z_ORDER_7"/>
            <p:cNvSpPr/>
            <p:nvPr>
              <p:custDataLst>
                <p:tags r:id="rId14"/>
              </p:custDataLst>
            </p:nvPr>
          </p:nvSpPr>
          <p:spPr>
            <a:xfrm>
              <a:off x="2976880" y="-250807"/>
              <a:ext cx="3075273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采用耐火建筑材料 (第二级起)</a:t>
              </a:r>
              <a:endParaRPr lang="en-US" sz="1680"/>
            </a:p>
          </p:txBody>
        </p:sp>
        <p:sp>
          <p:nvSpPr>
            <p:cNvPr id="56" name="Text 4" descr="TEMP_Z_ORDER_8"/>
            <p:cNvSpPr/>
            <p:nvPr>
              <p:custDataLst>
                <p:tags r:id="rId15"/>
              </p:custDataLst>
            </p:nvPr>
          </p:nvSpPr>
          <p:spPr>
            <a:xfrm>
              <a:off x="3022600" y="255554"/>
              <a:ext cx="3255264" cy="58109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④ 区域间设置隔离防火措施 (第三级起)</a:t>
              </a:r>
              <a:endParaRPr lang="en-US" sz="1680"/>
            </a:p>
          </p:txBody>
        </p:sp>
      </p:grpSp>
      <p:grpSp>
        <p:nvGrpSpPr>
          <p:cNvPr id="35" name="组合 34"/>
          <p:cNvGrpSpPr/>
          <p:nvPr>
            <p:custDataLst>
              <p:tags r:id="rId16"/>
            </p:custDataLst>
          </p:nvPr>
        </p:nvGrpSpPr>
        <p:grpSpPr>
          <a:xfrm>
            <a:off x="4693920" y="2758440"/>
            <a:ext cx="6282325" cy="1066763"/>
            <a:chOff x="-635000" y="-558800"/>
            <a:chExt cx="6282325" cy="1066763"/>
          </a:xfrm>
        </p:grpSpPr>
        <p:pic>
          <p:nvPicPr>
            <p:cNvPr id="36" name="Image 4" descr="TEMP_Z_ORDER_9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60960" cy="213360"/>
            </a:xfrm>
            <a:prstGeom prst="rect">
              <a:avLst/>
            </a:prstGeom>
          </p:spPr>
        </p:pic>
        <p:sp>
          <p:nvSpPr>
            <p:cNvPr id="37" name="Text 5" descr="TEMP_Z_ORDER_10"/>
            <p:cNvSpPr/>
            <p:nvPr>
              <p:custDataLst>
                <p:tags r:id="rId18"/>
              </p:custDataLst>
            </p:nvPr>
          </p:nvSpPr>
          <p:spPr>
            <a:xfrm>
              <a:off x="-452120" y="-558800"/>
              <a:ext cx="987679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核查方法</a:t>
              </a:r>
              <a:endParaRPr lang="en-US" sz="1920"/>
            </a:p>
          </p:txBody>
        </p:sp>
        <p:sp>
          <p:nvSpPr>
            <p:cNvPr id="38" name="Text 6" descr="TEMP_Z_ORDER_11"/>
            <p:cNvSpPr/>
            <p:nvPr>
              <p:custDataLst>
                <p:tags r:id="rId19"/>
              </p:custDataLst>
            </p:nvPr>
          </p:nvSpPr>
          <p:spPr>
            <a:xfrm>
              <a:off x="-452120" y="-299720"/>
              <a:ext cx="2624725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检查灭火器数量与有效期</a:t>
              </a:r>
              <a:endParaRPr lang="en-US" sz="1680"/>
            </a:p>
          </p:txBody>
        </p:sp>
        <p:sp>
          <p:nvSpPr>
            <p:cNvPr id="39" name="Text 7" descr="TEMP_Z_ORDER_12"/>
            <p:cNvSpPr/>
            <p:nvPr>
              <p:custDataLst>
                <p:tags r:id="rId20"/>
              </p:custDataLst>
            </p:nvPr>
          </p:nvSpPr>
          <p:spPr>
            <a:xfrm>
              <a:off x="3022600" y="-299720"/>
              <a:ext cx="2409873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测试火灾自动报警系统</a:t>
              </a:r>
              <a:endParaRPr lang="en-US" sz="1680"/>
            </a:p>
          </p:txBody>
        </p:sp>
        <p:sp>
          <p:nvSpPr>
            <p:cNvPr id="40" name="Text 8" descr="TEMP_Z_ORDER_13"/>
            <p:cNvSpPr/>
            <p:nvPr>
              <p:custDataLst>
                <p:tags r:id="rId21"/>
              </p:custDataLst>
            </p:nvPr>
          </p:nvSpPr>
          <p:spPr>
            <a:xfrm>
              <a:off x="-452120" y="-40640"/>
              <a:ext cx="2624725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检查系统是否与消防联网</a:t>
              </a:r>
              <a:endParaRPr lang="en-US" sz="1680"/>
            </a:p>
          </p:txBody>
        </p:sp>
        <p:sp>
          <p:nvSpPr>
            <p:cNvPr id="41" name="Text 9" descr="TEMP_Z_ORDER_14"/>
            <p:cNvSpPr/>
            <p:nvPr>
              <p:custDataLst>
                <p:tags r:id="rId22"/>
              </p:custDataLst>
            </p:nvPr>
          </p:nvSpPr>
          <p:spPr>
            <a:xfrm>
              <a:off x="3022600" y="-40640"/>
              <a:ext cx="2624725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④ 查阅维护与消防演练记录</a:t>
              </a:r>
              <a:endParaRPr lang="en-US" sz="1680"/>
            </a:p>
          </p:txBody>
        </p:sp>
        <p:sp>
          <p:nvSpPr>
            <p:cNvPr id="42" name="Text 10" descr="TEMP_Z_ORDER_15"/>
            <p:cNvSpPr/>
            <p:nvPr>
              <p:custDataLst>
                <p:tags r:id="rId23"/>
              </p:custDataLst>
            </p:nvPr>
          </p:nvSpPr>
          <p:spPr>
            <a:xfrm>
              <a:off x="-452121" y="218440"/>
              <a:ext cx="3054429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⑤ 检查建筑材料的耐火等级证明</a:t>
              </a:r>
              <a:endParaRPr lang="en-US" sz="1680"/>
            </a:p>
          </p:txBody>
        </p:sp>
      </p:grpSp>
      <p:grpSp>
        <p:nvGrpSpPr>
          <p:cNvPr id="43" name="组合 42"/>
          <p:cNvGrpSpPr/>
          <p:nvPr>
            <p:custDataLst>
              <p:tags r:id="rId24"/>
            </p:custDataLst>
          </p:nvPr>
        </p:nvGrpSpPr>
        <p:grpSpPr>
          <a:xfrm>
            <a:off x="4693920" y="3962400"/>
            <a:ext cx="6354477" cy="883883"/>
            <a:chOff x="-635000" y="-558800"/>
            <a:chExt cx="6354477" cy="883883"/>
          </a:xfrm>
        </p:grpSpPr>
        <p:pic>
          <p:nvPicPr>
            <p:cNvPr id="44" name="Image 5" descr="TEMP_Z_ORDER_16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60960" cy="213360"/>
            </a:xfrm>
            <a:prstGeom prst="rect">
              <a:avLst/>
            </a:prstGeom>
          </p:spPr>
        </p:pic>
        <p:sp>
          <p:nvSpPr>
            <p:cNvPr id="45" name="Text 11" descr="TEMP_Z_ORDER_17"/>
            <p:cNvSpPr/>
            <p:nvPr>
              <p:custDataLst>
                <p:tags r:id="rId26"/>
              </p:custDataLst>
            </p:nvPr>
          </p:nvSpPr>
          <p:spPr>
            <a:xfrm>
              <a:off x="-452120" y="-558800"/>
              <a:ext cx="987679" cy="25618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1920"/>
            </a:p>
          </p:txBody>
        </p:sp>
        <p:sp>
          <p:nvSpPr>
            <p:cNvPr id="46" name="Text 12" descr="TEMP_Z_ORDER_18"/>
            <p:cNvSpPr/>
            <p:nvPr>
              <p:custDataLst>
                <p:tags r:id="rId27"/>
              </p:custDataLst>
            </p:nvPr>
          </p:nvSpPr>
          <p:spPr>
            <a:xfrm>
              <a:off x="-452120" y="-238760"/>
              <a:ext cx="2409873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灭火器过期或压力不足</a:t>
              </a:r>
              <a:endParaRPr lang="en-US" sz="1680"/>
            </a:p>
          </p:txBody>
        </p:sp>
        <p:sp>
          <p:nvSpPr>
            <p:cNvPr id="47" name="Text 13" descr="TEMP_Z_ORDER_19"/>
            <p:cNvSpPr/>
            <p:nvPr>
              <p:custDataLst>
                <p:tags r:id="rId28"/>
              </p:custDataLst>
            </p:nvPr>
          </p:nvSpPr>
          <p:spPr>
            <a:xfrm>
              <a:off x="3022600" y="-238760"/>
              <a:ext cx="2696877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自动报警系统未启用/故障</a:t>
              </a:r>
              <a:endParaRPr lang="en-US" sz="1680"/>
            </a:p>
          </p:txBody>
        </p:sp>
        <p:sp>
          <p:nvSpPr>
            <p:cNvPr id="48" name="Text 14" descr="TEMP_Z_ORDER_20"/>
            <p:cNvSpPr/>
            <p:nvPr>
              <p:custDataLst>
                <p:tags r:id="rId29"/>
              </p:custDataLst>
            </p:nvPr>
          </p:nvSpPr>
          <p:spPr>
            <a:xfrm>
              <a:off x="-452120" y="35560"/>
              <a:ext cx="2195020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未定期进行消防演练</a:t>
              </a:r>
              <a:endParaRPr lang="en-US" sz="1680"/>
            </a:p>
          </p:txBody>
        </p:sp>
        <p:sp>
          <p:nvSpPr>
            <p:cNvPr id="49" name="Text 15" descr="TEMP_Z_ORDER_21"/>
            <p:cNvSpPr/>
            <p:nvPr>
              <p:custDataLst>
                <p:tags r:id="rId30"/>
              </p:custDataLst>
            </p:nvPr>
          </p:nvSpPr>
          <p:spPr>
            <a:xfrm>
              <a:off x="3022598" y="35560"/>
              <a:ext cx="2195020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④ 机房违规堆放易燃物</a:t>
              </a:r>
              <a:endParaRPr lang="en-US" sz="1680"/>
            </a:p>
          </p:txBody>
        </p:sp>
      </p:grpSp>
      <p:grpSp>
        <p:nvGrpSpPr>
          <p:cNvPr id="29" name="组合 28"/>
          <p:cNvGrpSpPr/>
          <p:nvPr>
            <p:custDataLst>
              <p:tags r:id="rId31"/>
            </p:custDataLst>
          </p:nvPr>
        </p:nvGrpSpPr>
        <p:grpSpPr>
          <a:xfrm>
            <a:off x="4693920" y="4937760"/>
            <a:ext cx="6903720" cy="716280"/>
            <a:chOff x="-635000" y="-635000"/>
            <a:chExt cx="6903720" cy="716280"/>
          </a:xfrm>
        </p:grpSpPr>
        <p:pic>
          <p:nvPicPr>
            <p:cNvPr id="30" name="Image 6" descr="TEMP_Z_ORDER_22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-635000" y="-635000"/>
              <a:ext cx="6903720" cy="716280"/>
            </a:xfrm>
            <a:prstGeom prst="rect">
              <a:avLst/>
            </a:prstGeom>
          </p:spPr>
        </p:pic>
        <p:sp>
          <p:nvSpPr>
            <p:cNvPr id="31" name="Text 16" descr="TEMP_Z_ORDER_23"/>
            <p:cNvSpPr/>
            <p:nvPr>
              <p:custDataLst>
                <p:tags r:id="rId34"/>
              </p:custDataLst>
            </p:nvPr>
          </p:nvSpPr>
          <p:spPr>
            <a:xfrm>
              <a:off x="-436880" y="-513080"/>
              <a:ext cx="6516624" cy="5810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等级差异：</a:t>
              </a:r>
              <a:r>
                <a:rPr lang="en-US" sz="168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第一级：灭火设备；第二级：+自动消防系统、耐火材料；第三级：+区域隔离防火</a:t>
              </a:r>
              <a:endParaRPr lang="en-US" sz="1680"/>
            </a:p>
          </p:txBody>
        </p:sp>
      </p:grpSp>
      <p:grpSp>
        <p:nvGrpSpPr>
          <p:cNvPr id="32" name="组合 31"/>
          <p:cNvGrpSpPr/>
          <p:nvPr>
            <p:custDataLst>
              <p:tags r:id="rId35"/>
            </p:custDataLst>
          </p:nvPr>
        </p:nvGrpSpPr>
        <p:grpSpPr>
          <a:xfrm>
            <a:off x="609600" y="1371600"/>
            <a:ext cx="3718560" cy="4267200"/>
            <a:chOff x="-635000" y="-635000"/>
            <a:chExt cx="3718560" cy="4267200"/>
          </a:xfrm>
        </p:grpSpPr>
        <p:pic>
          <p:nvPicPr>
            <p:cNvPr id="33" name="Image 7" descr="TEMP_Z_ORDER_24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718560" cy="42672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4" name="Image 8" descr="TEMP_Z_ORDER_25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0"/>
            <a:stretch>
              <a:fillRect/>
            </a:stretch>
          </p:blipFill>
          <p:spPr>
            <a:xfrm>
              <a:off x="-619760" y="-619760"/>
              <a:ext cx="3688080" cy="4236720"/>
            </a:xfrm>
            <a:prstGeom prst="rect">
              <a:avLst/>
            </a:prstGeom>
          </p:spPr>
        </p:pic>
      </p:grpSp>
      <p:sp>
        <p:nvSpPr>
          <p:cNvPr id="28" name="Text 17"/>
          <p:cNvSpPr/>
          <p:nvPr>
            <p:custDataLst>
              <p:tags r:id="rId41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子类5——防火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1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67" name="组合 66"/>
          <p:cNvGrpSpPr/>
          <p:nvPr>
            <p:custDataLst>
              <p:tags r:id="rId7"/>
            </p:custDataLst>
          </p:nvPr>
        </p:nvGrpSpPr>
        <p:grpSpPr>
          <a:xfrm>
            <a:off x="609600" y="1158240"/>
            <a:ext cx="5394960" cy="2514600"/>
            <a:chOff x="-635000" y="-635000"/>
            <a:chExt cx="5394960" cy="2514600"/>
          </a:xfrm>
        </p:grpSpPr>
        <p:pic>
          <p:nvPicPr>
            <p:cNvPr id="68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394960" cy="2514600"/>
            </a:xfrm>
            <a:prstGeom prst="rect">
              <a:avLst/>
            </a:prstGeom>
          </p:spPr>
        </p:pic>
        <p:pic>
          <p:nvPicPr>
            <p:cNvPr id="69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436880" y="-345440"/>
              <a:ext cx="60960" cy="274320"/>
            </a:xfrm>
            <a:prstGeom prst="rect">
              <a:avLst/>
            </a:prstGeom>
          </p:spPr>
        </p:pic>
        <p:sp>
          <p:nvSpPr>
            <p:cNvPr id="70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284480" y="-437497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测评指标</a:t>
              </a:r>
              <a:endParaRPr lang="en-US" sz="2400"/>
            </a:p>
          </p:txBody>
        </p:sp>
        <p:sp>
          <p:nvSpPr>
            <p:cNvPr id="71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436880" y="142240"/>
              <a:ext cx="182785" cy="292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①</a:t>
              </a:r>
              <a:endParaRPr lang="en-US" sz="1680"/>
            </a:p>
          </p:txBody>
        </p:sp>
        <p:sp>
          <p:nvSpPr>
            <p:cNvPr id="72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162560" y="142240"/>
              <a:ext cx="2292826" cy="292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防雨水渗透（窗/顶/墙）</a:t>
              </a:r>
              <a:endParaRPr lang="en-US" sz="1680"/>
            </a:p>
          </p:txBody>
        </p:sp>
        <p:sp>
          <p:nvSpPr>
            <p:cNvPr id="73" name="Text 3" descr="TEMP_Z_ORDER_8"/>
            <p:cNvSpPr/>
            <p:nvPr>
              <p:custDataLst>
                <p:tags r:id="rId16"/>
              </p:custDataLst>
            </p:nvPr>
          </p:nvSpPr>
          <p:spPr>
            <a:xfrm>
              <a:off x="-436880" y="508000"/>
              <a:ext cx="182785" cy="292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②</a:t>
              </a:r>
              <a:endParaRPr lang="en-US" sz="1680"/>
            </a:p>
          </p:txBody>
        </p:sp>
        <p:sp>
          <p:nvSpPr>
            <p:cNvPr id="74" name="Text 4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-162560" y="508000"/>
              <a:ext cx="3007932" cy="29302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（二级）防结露及地下积水渗透</a:t>
              </a:r>
              <a:endParaRPr lang="en-US" sz="1680"/>
            </a:p>
          </p:txBody>
        </p:sp>
        <p:sp>
          <p:nvSpPr>
            <p:cNvPr id="75" name="Text 5" descr="TEMP_Z_ORDER_10"/>
            <p:cNvSpPr/>
            <p:nvPr>
              <p:custDataLst>
                <p:tags r:id="rId18"/>
              </p:custDataLst>
            </p:nvPr>
          </p:nvSpPr>
          <p:spPr>
            <a:xfrm>
              <a:off x="-436880" y="858520"/>
              <a:ext cx="182785" cy="292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③</a:t>
              </a:r>
              <a:endParaRPr lang="en-US" sz="1680"/>
            </a:p>
          </p:txBody>
        </p:sp>
        <p:sp>
          <p:nvSpPr>
            <p:cNvPr id="76" name="Text 6" descr="TEMP_Z_ORDER_11"/>
            <p:cNvSpPr/>
            <p:nvPr>
              <p:custDataLst>
                <p:tags r:id="rId19"/>
              </p:custDataLst>
            </p:nvPr>
          </p:nvSpPr>
          <p:spPr>
            <a:xfrm>
              <a:off x="-162560" y="858520"/>
              <a:ext cx="2793079" cy="29302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（三级）安装水敏感检测仪表</a:t>
              </a:r>
              <a:endParaRPr lang="en-US" sz="1680"/>
            </a:p>
          </p:txBody>
        </p:sp>
      </p:grpSp>
      <p:grpSp>
        <p:nvGrpSpPr>
          <p:cNvPr id="43" name="组合 42"/>
          <p:cNvGrpSpPr/>
          <p:nvPr>
            <p:custDataLst>
              <p:tags r:id="rId20"/>
            </p:custDataLst>
          </p:nvPr>
        </p:nvGrpSpPr>
        <p:grpSpPr>
          <a:xfrm>
            <a:off x="6187440" y="1158240"/>
            <a:ext cx="5394960" cy="2514600"/>
            <a:chOff x="-635000" y="-635000"/>
            <a:chExt cx="5394960" cy="2514600"/>
          </a:xfrm>
        </p:grpSpPr>
        <p:pic>
          <p:nvPicPr>
            <p:cNvPr id="44" name="Image 5" descr="TEMP_Z_ORDER_1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394960" cy="2514600"/>
            </a:xfrm>
            <a:prstGeom prst="rect">
              <a:avLst/>
            </a:prstGeom>
          </p:spPr>
        </p:pic>
        <p:pic>
          <p:nvPicPr>
            <p:cNvPr id="45" name="Image 6" descr="TEMP_Z_ORDER_13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436880" y="-345440"/>
              <a:ext cx="60960" cy="274320"/>
            </a:xfrm>
            <a:prstGeom prst="rect">
              <a:avLst/>
            </a:prstGeom>
          </p:spPr>
        </p:pic>
        <p:sp>
          <p:nvSpPr>
            <p:cNvPr id="46" name="Text 7" descr="TEMP_Z_ORDER_14"/>
            <p:cNvSpPr/>
            <p:nvPr>
              <p:custDataLst>
                <p:tags r:id="rId23"/>
              </p:custDataLst>
            </p:nvPr>
          </p:nvSpPr>
          <p:spPr>
            <a:xfrm>
              <a:off x="-284480" y="-437497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核查方法</a:t>
              </a:r>
              <a:endParaRPr lang="en-US" sz="2400"/>
            </a:p>
          </p:txBody>
        </p:sp>
        <p:sp>
          <p:nvSpPr>
            <p:cNvPr id="47" name="Text 8" descr="TEMP_Z_ORDER_15"/>
            <p:cNvSpPr/>
            <p:nvPr>
              <p:custDataLst>
                <p:tags r:id="rId24"/>
              </p:custDataLst>
            </p:nvPr>
          </p:nvSpPr>
          <p:spPr>
            <a:xfrm>
              <a:off x="-436880" y="142240"/>
              <a:ext cx="182785" cy="292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①</a:t>
              </a:r>
              <a:endParaRPr lang="en-US" sz="1680"/>
            </a:p>
          </p:txBody>
        </p:sp>
        <p:sp>
          <p:nvSpPr>
            <p:cNvPr id="48" name="Text 9" descr="TEMP_Z_ORDER_16"/>
            <p:cNvSpPr/>
            <p:nvPr>
              <p:custDataLst>
                <p:tags r:id="rId25"/>
              </p:custDataLst>
            </p:nvPr>
          </p:nvSpPr>
          <p:spPr>
            <a:xfrm>
              <a:off x="-162559" y="142240"/>
              <a:ext cx="1863122" cy="292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查顶/墙/窗渗水痕迹</a:t>
              </a:r>
              <a:endParaRPr lang="en-US" sz="1680"/>
            </a:p>
          </p:txBody>
        </p:sp>
        <p:sp>
          <p:nvSpPr>
            <p:cNvPr id="49" name="Text 10" descr="TEMP_Z_ORDER_17"/>
            <p:cNvSpPr/>
            <p:nvPr>
              <p:custDataLst>
                <p:tags r:id="rId26"/>
              </p:custDataLst>
            </p:nvPr>
          </p:nvSpPr>
          <p:spPr>
            <a:xfrm>
              <a:off x="-436880" y="508000"/>
              <a:ext cx="182785" cy="292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②</a:t>
              </a:r>
              <a:endParaRPr lang="en-US" sz="1680"/>
            </a:p>
          </p:txBody>
        </p:sp>
        <p:sp>
          <p:nvSpPr>
            <p:cNvPr id="50" name="Text 11" descr="TEMP_Z_ORDER_18"/>
            <p:cNvSpPr/>
            <p:nvPr>
              <p:custDataLst>
                <p:tags r:id="rId27"/>
              </p:custDataLst>
            </p:nvPr>
          </p:nvSpPr>
          <p:spPr>
            <a:xfrm>
              <a:off x="-162559" y="508000"/>
              <a:ext cx="1718818" cy="29302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查空调冷凝水排放</a:t>
              </a:r>
              <a:endParaRPr lang="en-US" sz="1680"/>
            </a:p>
          </p:txBody>
        </p:sp>
        <p:sp>
          <p:nvSpPr>
            <p:cNvPr id="51" name="Text 12" descr="TEMP_Z_ORDER_19"/>
            <p:cNvSpPr/>
            <p:nvPr>
              <p:custDataLst>
                <p:tags r:id="rId28"/>
              </p:custDataLst>
            </p:nvPr>
          </p:nvSpPr>
          <p:spPr>
            <a:xfrm>
              <a:off x="-436880" y="858520"/>
              <a:ext cx="182785" cy="292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③</a:t>
              </a:r>
              <a:endParaRPr lang="en-US" sz="1680"/>
            </a:p>
          </p:txBody>
        </p:sp>
        <p:sp>
          <p:nvSpPr>
            <p:cNvPr id="52" name="Text 13" descr="TEMP_Z_ORDER_20"/>
            <p:cNvSpPr/>
            <p:nvPr>
              <p:custDataLst>
                <p:tags r:id="rId29"/>
              </p:custDataLst>
            </p:nvPr>
          </p:nvSpPr>
          <p:spPr>
            <a:xfrm>
              <a:off x="-162559" y="858520"/>
              <a:ext cx="1790970" cy="292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查地下层积水/潮湿</a:t>
              </a:r>
              <a:endParaRPr lang="en-US" sz="1680"/>
            </a:p>
          </p:txBody>
        </p:sp>
        <p:sp>
          <p:nvSpPr>
            <p:cNvPr id="53" name="Text 14" descr="TEMP_Z_ORDER_21"/>
            <p:cNvSpPr/>
            <p:nvPr>
              <p:custDataLst>
                <p:tags r:id="rId30"/>
              </p:custDataLst>
            </p:nvPr>
          </p:nvSpPr>
          <p:spPr>
            <a:xfrm>
              <a:off x="-436880" y="1224280"/>
              <a:ext cx="182785" cy="292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④</a:t>
              </a:r>
              <a:endParaRPr lang="en-US" sz="1680"/>
            </a:p>
          </p:txBody>
        </p:sp>
        <p:sp>
          <p:nvSpPr>
            <p:cNvPr id="54" name="Text 15" descr="TEMP_Z_ORDER_22"/>
            <p:cNvSpPr/>
            <p:nvPr>
              <p:custDataLst>
                <p:tags r:id="rId31"/>
              </p:custDataLst>
            </p:nvPr>
          </p:nvSpPr>
          <p:spPr>
            <a:xfrm>
              <a:off x="-162560" y="1224280"/>
              <a:ext cx="1718818" cy="29302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测试漏水检测系统</a:t>
              </a:r>
              <a:endParaRPr lang="en-US" sz="1680"/>
            </a:p>
          </p:txBody>
        </p:sp>
      </p:grpSp>
      <p:grpSp>
        <p:nvGrpSpPr>
          <p:cNvPr id="55" name="组合 54"/>
          <p:cNvGrpSpPr/>
          <p:nvPr>
            <p:custDataLst>
              <p:tags r:id="rId32"/>
            </p:custDataLst>
          </p:nvPr>
        </p:nvGrpSpPr>
        <p:grpSpPr>
          <a:xfrm>
            <a:off x="609600" y="3855720"/>
            <a:ext cx="5394960" cy="2514600"/>
            <a:chOff x="-635000" y="-635000"/>
            <a:chExt cx="5394960" cy="2514600"/>
          </a:xfrm>
        </p:grpSpPr>
        <p:pic>
          <p:nvPicPr>
            <p:cNvPr id="56" name="Image 7" descr="TEMP_Z_ORDER_23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394960" cy="2514600"/>
            </a:xfrm>
            <a:prstGeom prst="rect">
              <a:avLst/>
            </a:prstGeom>
          </p:spPr>
        </p:pic>
        <p:pic>
          <p:nvPicPr>
            <p:cNvPr id="57" name="Image 8" descr="TEMP_Z_ORDER_24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436880" y="-345440"/>
              <a:ext cx="60960" cy="274320"/>
            </a:xfrm>
            <a:prstGeom prst="rect">
              <a:avLst/>
            </a:prstGeom>
          </p:spPr>
        </p:pic>
        <p:sp>
          <p:nvSpPr>
            <p:cNvPr id="58" name="Text 16" descr="TEMP_Z_ORDER_25"/>
            <p:cNvSpPr/>
            <p:nvPr>
              <p:custDataLst>
                <p:tags r:id="rId35"/>
              </p:custDataLst>
            </p:nvPr>
          </p:nvSpPr>
          <p:spPr>
            <a:xfrm>
              <a:off x="-284480" y="-437497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2400"/>
            </a:p>
          </p:txBody>
        </p:sp>
        <p:sp>
          <p:nvSpPr>
            <p:cNvPr id="59" name="Text 17" descr="TEMP_Z_ORDER_26"/>
            <p:cNvSpPr/>
            <p:nvPr>
              <p:custDataLst>
                <p:tags r:id="rId36"/>
              </p:custDataLst>
            </p:nvPr>
          </p:nvSpPr>
          <p:spPr>
            <a:xfrm>
              <a:off x="-436880" y="142240"/>
              <a:ext cx="182785" cy="292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①</a:t>
              </a:r>
              <a:endParaRPr lang="en-US" sz="1680"/>
            </a:p>
          </p:txBody>
        </p:sp>
        <p:sp>
          <p:nvSpPr>
            <p:cNvPr id="60" name="Text 18" descr="TEMP_Z_ORDER_27"/>
            <p:cNvSpPr/>
            <p:nvPr>
              <p:custDataLst>
                <p:tags r:id="rId37"/>
              </p:custDataLst>
            </p:nvPr>
          </p:nvSpPr>
          <p:spPr>
            <a:xfrm>
              <a:off x="-162560" y="142240"/>
              <a:ext cx="859409" cy="29302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屋顶漏水</a:t>
              </a:r>
              <a:endParaRPr lang="en-US" sz="1680"/>
            </a:p>
          </p:txBody>
        </p:sp>
        <p:sp>
          <p:nvSpPr>
            <p:cNvPr id="61" name="Text 19" descr="TEMP_Z_ORDER_28"/>
            <p:cNvSpPr/>
            <p:nvPr>
              <p:custDataLst>
                <p:tags r:id="rId38"/>
              </p:custDataLst>
            </p:nvPr>
          </p:nvSpPr>
          <p:spPr>
            <a:xfrm>
              <a:off x="-436880" y="508000"/>
              <a:ext cx="182785" cy="292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②</a:t>
              </a:r>
              <a:endParaRPr lang="en-US" sz="1680"/>
            </a:p>
          </p:txBody>
        </p:sp>
        <p:sp>
          <p:nvSpPr>
            <p:cNvPr id="62" name="Text 20" descr="TEMP_Z_ORDER_29"/>
            <p:cNvSpPr/>
            <p:nvPr>
              <p:custDataLst>
                <p:tags r:id="rId39"/>
              </p:custDataLst>
            </p:nvPr>
          </p:nvSpPr>
          <p:spPr>
            <a:xfrm>
              <a:off x="-162560" y="508000"/>
              <a:ext cx="1503966" cy="29302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冷凝水排放不畅</a:t>
              </a:r>
              <a:endParaRPr lang="en-US" sz="1680"/>
            </a:p>
          </p:txBody>
        </p:sp>
        <p:sp>
          <p:nvSpPr>
            <p:cNvPr id="63" name="Text 21" descr="TEMP_Z_ORDER_30"/>
            <p:cNvSpPr/>
            <p:nvPr>
              <p:custDataLst>
                <p:tags r:id="rId40"/>
              </p:custDataLst>
            </p:nvPr>
          </p:nvSpPr>
          <p:spPr>
            <a:xfrm>
              <a:off x="-436880" y="858520"/>
              <a:ext cx="182785" cy="292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③</a:t>
              </a:r>
              <a:endParaRPr lang="en-US" sz="1680"/>
            </a:p>
          </p:txBody>
        </p:sp>
        <p:sp>
          <p:nvSpPr>
            <p:cNvPr id="64" name="Text 22" descr="TEMP_Z_ORDER_31"/>
            <p:cNvSpPr/>
            <p:nvPr>
              <p:custDataLst>
                <p:tags r:id="rId41"/>
              </p:custDataLst>
            </p:nvPr>
          </p:nvSpPr>
          <p:spPr>
            <a:xfrm>
              <a:off x="-162560" y="858520"/>
              <a:ext cx="1503966" cy="29302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地下室潮湿积水</a:t>
              </a:r>
              <a:endParaRPr lang="en-US" sz="1680"/>
            </a:p>
          </p:txBody>
        </p:sp>
        <p:sp>
          <p:nvSpPr>
            <p:cNvPr id="65" name="Text 23" descr="TEMP_Z_ORDER_32"/>
            <p:cNvSpPr/>
            <p:nvPr>
              <p:custDataLst>
                <p:tags r:id="rId42"/>
              </p:custDataLst>
            </p:nvPr>
          </p:nvSpPr>
          <p:spPr>
            <a:xfrm>
              <a:off x="-436880" y="1224280"/>
              <a:ext cx="182785" cy="29296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④</a:t>
              </a:r>
              <a:endParaRPr lang="en-US" sz="1680"/>
            </a:p>
          </p:txBody>
        </p:sp>
        <p:sp>
          <p:nvSpPr>
            <p:cNvPr id="66" name="Text 24" descr="TEMP_Z_ORDER_33"/>
            <p:cNvSpPr/>
            <p:nvPr>
              <p:custDataLst>
                <p:tags r:id="rId43"/>
              </p:custDataLst>
            </p:nvPr>
          </p:nvSpPr>
          <p:spPr>
            <a:xfrm>
              <a:off x="-162560" y="1224280"/>
              <a:ext cx="1503966" cy="29302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无漏水检测系统</a:t>
              </a:r>
              <a:endParaRPr lang="en-US" sz="1680"/>
            </a:p>
          </p:txBody>
        </p:sp>
      </p:grpSp>
      <p:grpSp>
        <p:nvGrpSpPr>
          <p:cNvPr id="77" name="组合 76"/>
          <p:cNvGrpSpPr/>
          <p:nvPr>
            <p:custDataLst>
              <p:tags r:id="rId44"/>
            </p:custDataLst>
          </p:nvPr>
        </p:nvGrpSpPr>
        <p:grpSpPr>
          <a:xfrm>
            <a:off x="6187440" y="3855720"/>
            <a:ext cx="5394960" cy="2514600"/>
            <a:chOff x="-635000" y="-635000"/>
            <a:chExt cx="5394960" cy="2514600"/>
          </a:xfrm>
        </p:grpSpPr>
        <p:pic>
          <p:nvPicPr>
            <p:cNvPr id="78" name="Image 9" descr="TEMP_Z_ORDER_34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394960" cy="2514600"/>
            </a:xfrm>
            <a:prstGeom prst="rect">
              <a:avLst/>
            </a:prstGeom>
          </p:spPr>
        </p:pic>
        <p:pic>
          <p:nvPicPr>
            <p:cNvPr id="79" name="Image 10" descr="TEMP_Z_ORDER_35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436880" y="-345440"/>
              <a:ext cx="60960" cy="274320"/>
            </a:xfrm>
            <a:prstGeom prst="rect">
              <a:avLst/>
            </a:prstGeom>
          </p:spPr>
        </p:pic>
        <p:sp>
          <p:nvSpPr>
            <p:cNvPr id="80" name="Text 25" descr="TEMP_Z_ORDER_36"/>
            <p:cNvSpPr/>
            <p:nvPr>
              <p:custDataLst>
                <p:tags r:id="rId47"/>
              </p:custDataLst>
            </p:nvPr>
          </p:nvSpPr>
          <p:spPr>
            <a:xfrm>
              <a:off x="-284480" y="-437497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等级差异</a:t>
              </a:r>
              <a:endParaRPr lang="en-US" sz="2400"/>
            </a:p>
          </p:txBody>
        </p:sp>
        <p:sp>
          <p:nvSpPr>
            <p:cNvPr id="81" name="Text 26" descr="TEMP_Z_ORDER_37"/>
            <p:cNvSpPr/>
            <p:nvPr>
              <p:custDataLst>
                <p:tags r:id="rId48"/>
              </p:custDataLst>
            </p:nvPr>
          </p:nvSpPr>
          <p:spPr>
            <a:xfrm>
              <a:off x="-436880" y="127000"/>
              <a:ext cx="5007864" cy="29005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第一级: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防雨水渗透</a:t>
              </a:r>
              <a:endParaRPr lang="en-US" sz="1680"/>
            </a:p>
          </p:txBody>
        </p:sp>
        <p:sp>
          <p:nvSpPr>
            <p:cNvPr id="82" name="Text 27" descr="TEMP_Z_ORDER_38"/>
            <p:cNvSpPr/>
            <p:nvPr>
              <p:custDataLst>
                <p:tags r:id="rId49"/>
              </p:custDataLst>
            </p:nvPr>
          </p:nvSpPr>
          <p:spPr>
            <a:xfrm>
              <a:off x="-436880" y="523240"/>
              <a:ext cx="5007864" cy="29005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第二级: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增“防结露/积水”</a:t>
              </a:r>
              <a:endParaRPr lang="en-US" sz="1680"/>
            </a:p>
          </p:txBody>
        </p:sp>
        <p:sp>
          <p:nvSpPr>
            <p:cNvPr id="83" name="Text 28" descr="TEMP_Z_ORDER_39"/>
            <p:cNvSpPr/>
            <p:nvPr>
              <p:custDataLst>
                <p:tags r:id="rId50"/>
              </p:custDataLst>
            </p:nvPr>
          </p:nvSpPr>
          <p:spPr>
            <a:xfrm>
              <a:off x="-436880" y="904240"/>
              <a:ext cx="5007864" cy="29005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7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第三级: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增“水敏感检测仪表”</a:t>
              </a:r>
              <a:endParaRPr lang="en-US" sz="1680"/>
            </a:p>
          </p:txBody>
        </p:sp>
      </p:grpSp>
      <p:sp>
        <p:nvSpPr>
          <p:cNvPr id="42" name="Text 29"/>
          <p:cNvSpPr/>
          <p:nvPr>
            <p:custDataLst>
              <p:tags r:id="rId51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子类6——防水和防潮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87"/>
                            </p:stCondLst>
                            <p:childTnLst>
                              <p:par>
                                <p:cTn id="12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37"/>
                            </p:stCondLst>
                            <p:childTnLst>
                              <p:par>
                                <p:cTn id="19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87"/>
                            </p:stCondLst>
                            <p:childTnLst>
                              <p:par>
                                <p:cTn id="26" presetID="3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37"/>
                            </p:stCondLst>
                            <p:childTnLst>
                              <p:par>
                                <p:cTn id="33" presetID="3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51" name="组合 50"/>
          <p:cNvGrpSpPr/>
          <p:nvPr>
            <p:custDataLst>
              <p:tags r:id="rId7"/>
            </p:custDataLst>
          </p:nvPr>
        </p:nvGrpSpPr>
        <p:grpSpPr>
          <a:xfrm>
            <a:off x="609600" y="1645920"/>
            <a:ext cx="2478024" cy="4371975"/>
            <a:chOff x="-635000" y="-635000"/>
            <a:chExt cx="2478024" cy="4371975"/>
          </a:xfrm>
        </p:grpSpPr>
        <p:pic>
          <p:nvPicPr>
            <p:cNvPr id="52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72720" y="-635000"/>
              <a:ext cx="853440" cy="853440"/>
            </a:xfrm>
            <a:prstGeom prst="rect">
              <a:avLst/>
            </a:prstGeom>
          </p:spPr>
        </p:pic>
        <p:pic>
          <p:nvPicPr>
            <p:cNvPr id="53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86080" y="-421640"/>
              <a:ext cx="426720" cy="426720"/>
            </a:xfrm>
            <a:prstGeom prst="rect">
              <a:avLst/>
            </a:prstGeom>
          </p:spPr>
        </p:pic>
        <p:sp>
          <p:nvSpPr>
            <p:cNvPr id="54" name="Text 0" descr="TEMP_Z_ORDER_5"/>
            <p:cNvSpPr/>
            <p:nvPr>
              <p:custDataLst>
                <p:tags r:id="rId14"/>
              </p:custDataLst>
            </p:nvPr>
          </p:nvSpPr>
          <p:spPr>
            <a:xfrm>
              <a:off x="-11684" y="46228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40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测评指标</a:t>
              </a:r>
              <a:endParaRPr lang="en-US" sz="2400"/>
            </a:p>
          </p:txBody>
        </p:sp>
        <p:sp>
          <p:nvSpPr>
            <p:cNvPr id="55" name="Text 1" descr="TEMP_Z_ORDER_6"/>
            <p:cNvSpPr/>
            <p:nvPr>
              <p:custDataLst>
                <p:tags r:id="rId15"/>
              </p:custDataLst>
            </p:nvPr>
          </p:nvSpPr>
          <p:spPr>
            <a:xfrm>
              <a:off x="-635000" y="1163320"/>
              <a:ext cx="2478024" cy="7254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（第二级起）是否采用防静电地板或地面</a:t>
              </a:r>
              <a:endParaRPr lang="en-US" sz="1800"/>
            </a:p>
          </p:txBody>
        </p:sp>
        <p:sp>
          <p:nvSpPr>
            <p:cNvPr id="56" name="Text 2" descr="TEMP_Z_ORDER_7"/>
            <p:cNvSpPr/>
            <p:nvPr>
              <p:custDataLst>
                <p:tags r:id="rId16"/>
              </p:custDataLst>
            </p:nvPr>
          </p:nvSpPr>
          <p:spPr>
            <a:xfrm>
              <a:off x="-635000" y="2077720"/>
              <a:ext cx="2478024" cy="7254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是否采用必要的接地防静电措施</a:t>
              </a:r>
              <a:endParaRPr lang="en-US" sz="1800"/>
            </a:p>
          </p:txBody>
        </p:sp>
        <p:sp>
          <p:nvSpPr>
            <p:cNvPr id="57" name="Text 3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-635000" y="2992121"/>
              <a:ext cx="2478024" cy="7254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（第三级起）是否采取措施防止静电的产生</a:t>
              </a:r>
              <a:endParaRPr lang="en-US" sz="1800"/>
            </a:p>
          </p:txBody>
        </p:sp>
      </p:grpSp>
      <p:grpSp>
        <p:nvGrpSpPr>
          <p:cNvPr id="37" name="组合 36"/>
          <p:cNvGrpSpPr/>
          <p:nvPr>
            <p:custDataLst>
              <p:tags r:id="rId18"/>
            </p:custDataLst>
          </p:nvPr>
        </p:nvGrpSpPr>
        <p:grpSpPr>
          <a:xfrm>
            <a:off x="3444240" y="1645920"/>
            <a:ext cx="2478024" cy="4744403"/>
            <a:chOff x="-635000" y="-635000"/>
            <a:chExt cx="2478024" cy="4744403"/>
          </a:xfrm>
        </p:grpSpPr>
        <p:pic>
          <p:nvPicPr>
            <p:cNvPr id="38" name="Image 5" descr="TEMP_Z_ORDER_9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72720" y="-635000"/>
              <a:ext cx="853440" cy="853440"/>
            </a:xfrm>
            <a:prstGeom prst="rect">
              <a:avLst/>
            </a:prstGeom>
          </p:spPr>
        </p:pic>
        <p:pic>
          <p:nvPicPr>
            <p:cNvPr id="39" name="Image 6" descr="TEMP_Z_ORDER_10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386080" y="-421640"/>
              <a:ext cx="426720" cy="426720"/>
            </a:xfrm>
            <a:prstGeom prst="rect">
              <a:avLst/>
            </a:prstGeom>
          </p:spPr>
        </p:pic>
        <p:sp>
          <p:nvSpPr>
            <p:cNvPr id="40" name="Text 4" descr="TEMP_Z_ORDER_11"/>
            <p:cNvSpPr/>
            <p:nvPr>
              <p:custDataLst>
                <p:tags r:id="rId23"/>
              </p:custDataLst>
            </p:nvPr>
          </p:nvSpPr>
          <p:spPr>
            <a:xfrm>
              <a:off x="-11684" y="46228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40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核查方法</a:t>
              </a:r>
              <a:endParaRPr lang="en-US" sz="2400"/>
            </a:p>
          </p:txBody>
        </p:sp>
        <p:sp>
          <p:nvSpPr>
            <p:cNvPr id="41" name="Text 5" descr="TEMP_Z_ORDER_12"/>
            <p:cNvSpPr/>
            <p:nvPr>
              <p:custDataLst>
                <p:tags r:id="rId24"/>
              </p:custDataLst>
            </p:nvPr>
          </p:nvSpPr>
          <p:spPr>
            <a:xfrm>
              <a:off x="-635000" y="1163320"/>
              <a:ext cx="2478024" cy="7254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检查是否铺设防静电地板</a:t>
              </a:r>
              <a:endParaRPr lang="en-US" sz="1800"/>
            </a:p>
          </p:txBody>
        </p:sp>
        <p:sp>
          <p:nvSpPr>
            <p:cNvPr id="42" name="Text 6" descr="TEMP_Z_ORDER_13"/>
            <p:cNvSpPr/>
            <p:nvPr>
              <p:custDataLst>
                <p:tags r:id="rId25"/>
              </p:custDataLst>
            </p:nvPr>
          </p:nvSpPr>
          <p:spPr>
            <a:xfrm>
              <a:off x="-635000" y="2077720"/>
              <a:ext cx="2478024" cy="7254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测试防静电接地是否有效</a:t>
              </a:r>
              <a:endParaRPr lang="en-US" sz="1800"/>
            </a:p>
          </p:txBody>
        </p:sp>
        <p:sp>
          <p:nvSpPr>
            <p:cNvPr id="43" name="Text 7" descr="TEMP_Z_ORDER_14"/>
            <p:cNvSpPr/>
            <p:nvPr>
              <p:custDataLst>
                <p:tags r:id="rId26"/>
              </p:custDataLst>
            </p:nvPr>
          </p:nvSpPr>
          <p:spPr>
            <a:xfrm>
              <a:off x="-635000" y="2992120"/>
              <a:ext cx="2478024" cy="109807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检查防静电手环、静电消除器等设备是否配备并使用</a:t>
              </a:r>
              <a:endParaRPr lang="en-US" sz="1800"/>
            </a:p>
          </p:txBody>
        </p:sp>
      </p:grpSp>
      <p:grpSp>
        <p:nvGrpSpPr>
          <p:cNvPr id="44" name="组合 43"/>
          <p:cNvGrpSpPr/>
          <p:nvPr>
            <p:custDataLst>
              <p:tags r:id="rId27"/>
            </p:custDataLst>
          </p:nvPr>
        </p:nvGrpSpPr>
        <p:grpSpPr>
          <a:xfrm>
            <a:off x="6278880" y="1645920"/>
            <a:ext cx="2478024" cy="3579495"/>
            <a:chOff x="-635000" y="-635000"/>
            <a:chExt cx="2478024" cy="3579495"/>
          </a:xfrm>
        </p:grpSpPr>
        <p:pic>
          <p:nvPicPr>
            <p:cNvPr id="45" name="Image 7" descr="TEMP_Z_ORDER_15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72720" y="-635000"/>
              <a:ext cx="853440" cy="853440"/>
            </a:xfrm>
            <a:prstGeom prst="rect">
              <a:avLst/>
            </a:prstGeom>
          </p:spPr>
        </p:pic>
        <p:pic>
          <p:nvPicPr>
            <p:cNvPr id="46" name="Image 8" descr="TEMP_Z_ORDER_16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86080" y="-421640"/>
              <a:ext cx="426720" cy="426720"/>
            </a:xfrm>
            <a:prstGeom prst="rect">
              <a:avLst/>
            </a:prstGeom>
          </p:spPr>
        </p:pic>
        <p:sp>
          <p:nvSpPr>
            <p:cNvPr id="47" name="Text 8" descr="TEMP_Z_ORDER_17"/>
            <p:cNvSpPr/>
            <p:nvPr>
              <p:custDataLst>
                <p:tags r:id="rId32"/>
              </p:custDataLst>
            </p:nvPr>
          </p:nvSpPr>
          <p:spPr>
            <a:xfrm>
              <a:off x="-11684" y="46228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40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2400"/>
            </a:p>
          </p:txBody>
        </p:sp>
        <p:sp>
          <p:nvSpPr>
            <p:cNvPr id="48" name="Text 9" descr="TEMP_Z_ORDER_18"/>
            <p:cNvSpPr/>
            <p:nvPr>
              <p:custDataLst>
                <p:tags r:id="rId33"/>
              </p:custDataLst>
            </p:nvPr>
          </p:nvSpPr>
          <p:spPr>
            <a:xfrm>
              <a:off x="-635000" y="1163320"/>
              <a:ext cx="2127679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未铺设防静电地板</a:t>
              </a:r>
              <a:endParaRPr lang="en-US" sz="1800"/>
            </a:p>
          </p:txBody>
        </p:sp>
        <p:sp>
          <p:nvSpPr>
            <p:cNvPr id="49" name="Text 10" descr="TEMP_Z_ORDER_19"/>
            <p:cNvSpPr/>
            <p:nvPr>
              <p:custDataLst>
                <p:tags r:id="rId34"/>
              </p:custDataLst>
            </p:nvPr>
          </p:nvSpPr>
          <p:spPr>
            <a:xfrm>
              <a:off x="-635000" y="1681480"/>
              <a:ext cx="1896793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防静电接地无效</a:t>
              </a:r>
              <a:endParaRPr lang="en-US" sz="1800"/>
            </a:p>
          </p:txBody>
        </p:sp>
        <p:sp>
          <p:nvSpPr>
            <p:cNvPr id="50" name="Text 11" descr="TEMP_Z_ORDER_20"/>
            <p:cNvSpPr/>
            <p:nvPr>
              <p:custDataLst>
                <p:tags r:id="rId35"/>
              </p:custDataLst>
            </p:nvPr>
          </p:nvSpPr>
          <p:spPr>
            <a:xfrm>
              <a:off x="-635000" y="2199640"/>
              <a:ext cx="2478024" cy="7254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进入机房未穿防静电服或佩戴防静电手环</a:t>
              </a:r>
              <a:endParaRPr lang="en-US" sz="1800"/>
            </a:p>
          </p:txBody>
        </p:sp>
      </p:grpSp>
      <p:grpSp>
        <p:nvGrpSpPr>
          <p:cNvPr id="30" name="组合 29"/>
          <p:cNvGrpSpPr/>
          <p:nvPr>
            <p:custDataLst>
              <p:tags r:id="rId36"/>
            </p:custDataLst>
          </p:nvPr>
        </p:nvGrpSpPr>
        <p:grpSpPr>
          <a:xfrm>
            <a:off x="9113520" y="1645920"/>
            <a:ext cx="2478024" cy="3975735"/>
            <a:chOff x="-635000" y="-635000"/>
            <a:chExt cx="2478024" cy="3975735"/>
          </a:xfrm>
        </p:grpSpPr>
        <p:pic>
          <p:nvPicPr>
            <p:cNvPr id="31" name="Image 9" descr="TEMP_Z_ORDER_21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72721" y="-635000"/>
              <a:ext cx="853440" cy="853440"/>
            </a:xfrm>
            <a:prstGeom prst="rect">
              <a:avLst/>
            </a:prstGeom>
          </p:spPr>
        </p:pic>
        <p:pic>
          <p:nvPicPr>
            <p:cNvPr id="32" name="Image 10" descr="TEMP_Z_ORDER_22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386081" y="-421640"/>
              <a:ext cx="426720" cy="426720"/>
            </a:xfrm>
            <a:prstGeom prst="rect">
              <a:avLst/>
            </a:prstGeom>
          </p:spPr>
        </p:pic>
        <p:sp>
          <p:nvSpPr>
            <p:cNvPr id="33" name="Text 12" descr="TEMP_Z_ORDER_23"/>
            <p:cNvSpPr/>
            <p:nvPr>
              <p:custDataLst>
                <p:tags r:id="rId41"/>
              </p:custDataLst>
            </p:nvPr>
          </p:nvSpPr>
          <p:spPr>
            <a:xfrm>
              <a:off x="-11684" y="462280"/>
              <a:ext cx="1231392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40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等级差异</a:t>
              </a:r>
              <a:endParaRPr lang="en-US" sz="2400"/>
            </a:p>
          </p:txBody>
        </p:sp>
        <p:sp>
          <p:nvSpPr>
            <p:cNvPr id="34" name="Text 13" descr="TEMP_Z_ORDER_24"/>
            <p:cNvSpPr/>
            <p:nvPr>
              <p:custDataLst>
                <p:tags r:id="rId42"/>
              </p:custDataLst>
            </p:nvPr>
          </p:nvSpPr>
          <p:spPr>
            <a:xfrm>
              <a:off x="-635000" y="1163320"/>
              <a:ext cx="1616202" cy="240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第一级：未要求</a:t>
              </a:r>
              <a:endParaRPr lang="en-US" sz="1800"/>
            </a:p>
          </p:txBody>
        </p:sp>
        <p:sp>
          <p:nvSpPr>
            <p:cNvPr id="35" name="Text 14" descr="TEMP_Z_ORDER_25"/>
            <p:cNvSpPr/>
            <p:nvPr>
              <p:custDataLst>
                <p:tags r:id="rId43"/>
              </p:custDataLst>
            </p:nvPr>
          </p:nvSpPr>
          <p:spPr>
            <a:xfrm>
              <a:off x="-635000" y="1681480"/>
              <a:ext cx="2478024" cy="7253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第二级：防静电地板或地面+接地</a:t>
              </a:r>
              <a:endParaRPr lang="en-US" sz="1800"/>
            </a:p>
          </p:txBody>
        </p:sp>
        <p:sp>
          <p:nvSpPr>
            <p:cNvPr id="36" name="Text 15" descr="TEMP_Z_ORDER_26"/>
            <p:cNvSpPr/>
            <p:nvPr>
              <p:custDataLst>
                <p:tags r:id="rId44"/>
              </p:custDataLst>
            </p:nvPr>
          </p:nvSpPr>
          <p:spPr>
            <a:xfrm>
              <a:off x="-635000" y="2595880"/>
              <a:ext cx="2478024" cy="7253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第三级：增加“静电消除措施”</a:t>
              </a:r>
              <a:endParaRPr lang="en-US" sz="1800"/>
            </a:p>
          </p:txBody>
        </p:sp>
      </p:grpSp>
      <p:sp>
        <p:nvSpPr>
          <p:cNvPr id="29" name="Text 16"/>
          <p:cNvSpPr/>
          <p:nvPr>
            <p:custDataLst>
              <p:tags r:id="rId4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子类7——防静电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63" name="组合 62"/>
          <p:cNvGrpSpPr/>
          <p:nvPr>
            <p:custDataLst>
              <p:tags r:id="rId7"/>
            </p:custDataLst>
          </p:nvPr>
        </p:nvGrpSpPr>
        <p:grpSpPr>
          <a:xfrm>
            <a:off x="4693920" y="1371600"/>
            <a:ext cx="3520440" cy="2052300"/>
            <a:chOff x="-635000" y="-635000"/>
            <a:chExt cx="3520440" cy="2052300"/>
          </a:xfrm>
        </p:grpSpPr>
        <p:pic>
          <p:nvPicPr>
            <p:cNvPr id="64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3337560" cy="2011680"/>
            </a:xfrm>
            <a:prstGeom prst="rect">
              <a:avLst/>
            </a:prstGeom>
          </p:spPr>
        </p:pic>
        <p:pic>
          <p:nvPicPr>
            <p:cNvPr id="65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91160" y="-375920"/>
              <a:ext cx="60960" cy="243840"/>
            </a:xfrm>
            <a:prstGeom prst="rect">
              <a:avLst/>
            </a:prstGeom>
          </p:spPr>
        </p:pic>
        <p:sp>
          <p:nvSpPr>
            <p:cNvPr id="66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208280" y="-482600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测评指标</a:t>
              </a:r>
              <a:endParaRPr lang="en-US" sz="2400"/>
            </a:p>
          </p:txBody>
        </p:sp>
        <p:sp>
          <p:nvSpPr>
            <p:cNvPr id="67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391160" y="66040"/>
              <a:ext cx="182785" cy="3273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①</a:t>
              </a:r>
              <a:endParaRPr lang="en-US" sz="1680"/>
            </a:p>
          </p:txBody>
        </p:sp>
        <p:sp>
          <p:nvSpPr>
            <p:cNvPr id="68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86360" y="12065"/>
              <a:ext cx="2971800" cy="6870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一至三级：需设置温湿度自动调节设施，确保在允许范围内</a:t>
              </a:r>
              <a:endParaRPr lang="en-US" sz="1680"/>
            </a:p>
          </p:txBody>
        </p:sp>
        <p:sp>
          <p:nvSpPr>
            <p:cNvPr id="69" name="Text 3" descr="TEMP_Z_ORDER_8"/>
            <p:cNvSpPr/>
            <p:nvPr>
              <p:custDataLst>
                <p:tags r:id="rId16"/>
              </p:custDataLst>
            </p:nvPr>
          </p:nvSpPr>
          <p:spPr>
            <a:xfrm>
              <a:off x="-391160" y="736600"/>
              <a:ext cx="182785" cy="3273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②</a:t>
              </a:r>
              <a:endParaRPr lang="en-US" sz="1680"/>
            </a:p>
          </p:txBody>
        </p:sp>
        <p:sp>
          <p:nvSpPr>
            <p:cNvPr id="70" name="Text 4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-86360" y="751840"/>
              <a:ext cx="2554224" cy="6654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标准范围：温度</a:t>
              </a: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22-26℃</a:t>
              </a: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，相对湿度</a:t>
              </a: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40%-60%</a:t>
              </a:r>
              <a:endParaRPr lang="en-US" sz="1680"/>
            </a:p>
          </p:txBody>
        </p:sp>
      </p:grpSp>
      <p:grpSp>
        <p:nvGrpSpPr>
          <p:cNvPr id="55" name="组合 54"/>
          <p:cNvGrpSpPr/>
          <p:nvPr>
            <p:custDataLst>
              <p:tags r:id="rId18"/>
            </p:custDataLst>
          </p:nvPr>
        </p:nvGrpSpPr>
        <p:grpSpPr>
          <a:xfrm>
            <a:off x="8260080" y="1371600"/>
            <a:ext cx="3337560" cy="2011680"/>
            <a:chOff x="-635000" y="-635000"/>
            <a:chExt cx="3337560" cy="2011680"/>
          </a:xfrm>
        </p:grpSpPr>
        <p:pic>
          <p:nvPicPr>
            <p:cNvPr id="56" name="Image 5" descr="TEMP_Z_ORDER_10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3337560" cy="2011680"/>
            </a:xfrm>
            <a:prstGeom prst="rect">
              <a:avLst/>
            </a:prstGeom>
          </p:spPr>
        </p:pic>
        <p:pic>
          <p:nvPicPr>
            <p:cNvPr id="57" name="Image 6" descr="TEMP_Z_ORDER_11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91161" y="-345440"/>
              <a:ext cx="60960" cy="243840"/>
            </a:xfrm>
            <a:prstGeom prst="rect">
              <a:avLst/>
            </a:prstGeom>
          </p:spPr>
        </p:pic>
        <p:sp>
          <p:nvSpPr>
            <p:cNvPr id="58" name="Text 5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-208281" y="-452120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核查方法</a:t>
              </a:r>
              <a:endParaRPr lang="en-US" sz="2400"/>
            </a:p>
          </p:txBody>
        </p:sp>
        <p:sp>
          <p:nvSpPr>
            <p:cNvPr id="59" name="Text 6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-391161" y="111760"/>
              <a:ext cx="182785" cy="3273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①</a:t>
              </a:r>
              <a:endParaRPr lang="en-US" sz="1680"/>
            </a:p>
          </p:txBody>
        </p:sp>
        <p:sp>
          <p:nvSpPr>
            <p:cNvPr id="60" name="Text 7" descr="TEMP_Z_ORDER_14"/>
            <p:cNvSpPr/>
            <p:nvPr>
              <p:custDataLst>
                <p:tags r:id="rId23"/>
              </p:custDataLst>
            </p:nvPr>
          </p:nvSpPr>
          <p:spPr>
            <a:xfrm>
              <a:off x="-86361" y="45669"/>
              <a:ext cx="2554224" cy="66558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检查空调运行状态及自动调节功能</a:t>
              </a:r>
              <a:endParaRPr lang="en-US" sz="1680"/>
            </a:p>
          </p:txBody>
        </p:sp>
        <p:sp>
          <p:nvSpPr>
            <p:cNvPr id="61" name="Text 8" descr="TEMP_Z_ORDER_15"/>
            <p:cNvSpPr/>
            <p:nvPr>
              <p:custDataLst>
                <p:tags r:id="rId24"/>
              </p:custDataLst>
            </p:nvPr>
          </p:nvSpPr>
          <p:spPr>
            <a:xfrm>
              <a:off x="-391161" y="675640"/>
              <a:ext cx="182785" cy="3273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②</a:t>
              </a:r>
              <a:endParaRPr lang="en-US" sz="1680"/>
            </a:p>
          </p:txBody>
        </p:sp>
        <p:sp>
          <p:nvSpPr>
            <p:cNvPr id="62" name="Text 9" descr="TEMP_Z_ORDER_16"/>
            <p:cNvSpPr/>
            <p:nvPr>
              <p:custDataLst>
                <p:tags r:id="rId25"/>
              </p:custDataLst>
            </p:nvPr>
          </p:nvSpPr>
          <p:spPr>
            <a:xfrm>
              <a:off x="-86361" y="685749"/>
              <a:ext cx="2554224" cy="66558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查看温湿度监控记录并现场读取数据</a:t>
              </a:r>
              <a:endParaRPr lang="en-US" sz="1680"/>
            </a:p>
          </p:txBody>
        </p:sp>
      </p:grpSp>
      <p:grpSp>
        <p:nvGrpSpPr>
          <p:cNvPr id="36" name="组合 35"/>
          <p:cNvGrpSpPr/>
          <p:nvPr>
            <p:custDataLst>
              <p:tags r:id="rId26"/>
            </p:custDataLst>
          </p:nvPr>
        </p:nvGrpSpPr>
        <p:grpSpPr>
          <a:xfrm>
            <a:off x="4693920" y="3627120"/>
            <a:ext cx="3337560" cy="2011680"/>
            <a:chOff x="-635000" y="-635000"/>
            <a:chExt cx="3337560" cy="2011680"/>
          </a:xfrm>
        </p:grpSpPr>
        <p:pic>
          <p:nvPicPr>
            <p:cNvPr id="37" name="Image 7" descr="TEMP_Z_ORDER_17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3337560" cy="2011680"/>
            </a:xfrm>
            <a:prstGeom prst="rect">
              <a:avLst/>
            </a:prstGeom>
          </p:spPr>
        </p:pic>
        <p:pic>
          <p:nvPicPr>
            <p:cNvPr id="38" name="Image 8" descr="TEMP_Z_ORDER_18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91160" y="-345440"/>
              <a:ext cx="60960" cy="243840"/>
            </a:xfrm>
            <a:prstGeom prst="rect">
              <a:avLst/>
            </a:prstGeom>
          </p:spPr>
        </p:pic>
        <p:sp>
          <p:nvSpPr>
            <p:cNvPr id="39" name="Text 10" descr="TEMP_Z_ORDER_19"/>
            <p:cNvSpPr/>
            <p:nvPr>
              <p:custDataLst>
                <p:tags r:id="rId29"/>
              </p:custDataLst>
            </p:nvPr>
          </p:nvSpPr>
          <p:spPr>
            <a:xfrm>
              <a:off x="-208280" y="-452120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2400"/>
            </a:p>
          </p:txBody>
        </p:sp>
        <p:sp>
          <p:nvSpPr>
            <p:cNvPr id="40" name="Text 11" descr="TEMP_Z_ORDER_20"/>
            <p:cNvSpPr/>
            <p:nvPr>
              <p:custDataLst>
                <p:tags r:id="rId30"/>
              </p:custDataLst>
            </p:nvPr>
          </p:nvSpPr>
          <p:spPr>
            <a:xfrm>
              <a:off x="-391160" y="111760"/>
              <a:ext cx="182785" cy="3273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①</a:t>
              </a:r>
              <a:endParaRPr lang="en-US" sz="1680"/>
            </a:p>
          </p:txBody>
        </p:sp>
        <p:sp>
          <p:nvSpPr>
            <p:cNvPr id="41" name="Text 12" descr="TEMP_Z_ORDER_21"/>
            <p:cNvSpPr/>
            <p:nvPr>
              <p:custDataLst>
                <p:tags r:id="rId31"/>
              </p:custDataLst>
            </p:nvPr>
          </p:nvSpPr>
          <p:spPr>
            <a:xfrm>
              <a:off x="-86360" y="45669"/>
              <a:ext cx="2554224" cy="66558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空调故障或制冷不足导致环境异常</a:t>
              </a:r>
              <a:endParaRPr lang="en-US" sz="1680"/>
            </a:p>
          </p:txBody>
        </p:sp>
        <p:sp>
          <p:nvSpPr>
            <p:cNvPr id="42" name="Text 13" descr="TEMP_Z_ORDER_22"/>
            <p:cNvSpPr/>
            <p:nvPr>
              <p:custDataLst>
                <p:tags r:id="rId32"/>
              </p:custDataLst>
            </p:nvPr>
          </p:nvSpPr>
          <p:spPr>
            <a:xfrm>
              <a:off x="-391160" y="675640"/>
              <a:ext cx="182785" cy="32732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②</a:t>
              </a:r>
              <a:endParaRPr lang="en-US" sz="1680"/>
            </a:p>
          </p:txBody>
        </p:sp>
        <p:sp>
          <p:nvSpPr>
            <p:cNvPr id="43" name="Text 14" descr="TEMP_Z_ORDER_23"/>
            <p:cNvSpPr/>
            <p:nvPr>
              <p:custDataLst>
                <p:tags r:id="rId33"/>
              </p:custDataLst>
            </p:nvPr>
          </p:nvSpPr>
          <p:spPr>
            <a:xfrm>
              <a:off x="-86360" y="685749"/>
              <a:ext cx="2554224" cy="66558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温湿度超出标准范围，无监控记录</a:t>
              </a:r>
              <a:endParaRPr lang="en-US" sz="1680"/>
            </a:p>
          </p:txBody>
        </p:sp>
      </p:grpSp>
      <p:grpSp>
        <p:nvGrpSpPr>
          <p:cNvPr id="44" name="组合 43"/>
          <p:cNvGrpSpPr/>
          <p:nvPr>
            <p:custDataLst>
              <p:tags r:id="rId34"/>
            </p:custDataLst>
          </p:nvPr>
        </p:nvGrpSpPr>
        <p:grpSpPr>
          <a:xfrm>
            <a:off x="8260080" y="3627120"/>
            <a:ext cx="3337560" cy="2011680"/>
            <a:chOff x="-635000" y="-635000"/>
            <a:chExt cx="3337560" cy="2011680"/>
          </a:xfrm>
        </p:grpSpPr>
        <p:pic>
          <p:nvPicPr>
            <p:cNvPr id="45" name="Image 9" descr="TEMP_Z_ORDER_24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337560" cy="2011680"/>
            </a:xfrm>
            <a:prstGeom prst="rect">
              <a:avLst/>
            </a:prstGeom>
          </p:spPr>
        </p:pic>
        <p:pic>
          <p:nvPicPr>
            <p:cNvPr id="46" name="Image 10" descr="TEMP_Z_ORDER_25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9">
              <a:alphaModFix amt="80000"/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-391161" y="-360680"/>
              <a:ext cx="60960" cy="243840"/>
            </a:xfrm>
            <a:prstGeom prst="rect">
              <a:avLst/>
            </a:prstGeom>
          </p:spPr>
        </p:pic>
        <p:sp>
          <p:nvSpPr>
            <p:cNvPr id="47" name="Text 15" descr="TEMP_Z_ORDER_26"/>
            <p:cNvSpPr/>
            <p:nvPr>
              <p:custDataLst>
                <p:tags r:id="rId41"/>
              </p:custDataLst>
            </p:nvPr>
          </p:nvSpPr>
          <p:spPr>
            <a:xfrm>
              <a:off x="-208281" y="-467360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等级差异</a:t>
              </a:r>
              <a:endParaRPr lang="en-US" sz="2400"/>
            </a:p>
          </p:txBody>
        </p:sp>
        <p:pic>
          <p:nvPicPr>
            <p:cNvPr id="48" name="Image 11" descr="TEMP_Z_ORDER_27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-391161" y="96520"/>
              <a:ext cx="2849880" cy="457200"/>
            </a:xfrm>
            <a:prstGeom prst="rect">
              <a:avLst/>
            </a:prstGeom>
          </p:spPr>
        </p:pic>
        <p:sp>
          <p:nvSpPr>
            <p:cNvPr id="49" name="Text 16" descr="TEMP_Z_ORDER_28"/>
            <p:cNvSpPr/>
            <p:nvPr>
              <p:custDataLst>
                <p:tags r:id="rId44"/>
              </p:custDataLst>
            </p:nvPr>
          </p:nvSpPr>
          <p:spPr>
            <a:xfrm>
              <a:off x="-269241" y="233680"/>
              <a:ext cx="2615184" cy="2857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第一级：</a:t>
              </a:r>
              <a:r>
                <a:rPr lang="en-US" sz="1400">
                  <a:solidFill>
                    <a:srgbClr val="FFFFFF">
                      <a:alpha val="9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必要的温湿度调节设施</a:t>
              </a:r>
              <a:endParaRPr lang="en-US" sz="1400">
                <a:solidFill>
                  <a:srgbClr val="FFFFFF">
                    <a:alpha val="9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50" name="Image 12" descr="TEMP_Z_ORDER_29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-391161" y="675640"/>
              <a:ext cx="2849880" cy="457200"/>
            </a:xfrm>
            <a:prstGeom prst="rect">
              <a:avLst/>
            </a:prstGeom>
          </p:spPr>
        </p:pic>
        <p:sp>
          <p:nvSpPr>
            <p:cNvPr id="51" name="Text 17" descr="TEMP_Z_ORDER_30"/>
            <p:cNvSpPr/>
            <p:nvPr>
              <p:custDataLst>
                <p:tags r:id="rId46"/>
              </p:custDataLst>
            </p:nvPr>
          </p:nvSpPr>
          <p:spPr>
            <a:xfrm>
              <a:off x="-269240" y="736600"/>
              <a:ext cx="2615184" cy="2857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第二级起：</a:t>
              </a:r>
              <a:r>
                <a:rPr lang="en-US" sz="1400">
                  <a:solidFill>
                    <a:srgbClr val="FFFFFF">
                      <a:alpha val="9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需具备自动调节设施</a:t>
              </a:r>
              <a:endParaRPr lang="en-US" sz="1400">
                <a:solidFill>
                  <a:srgbClr val="FFFFFF">
                    <a:alpha val="9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52" name="组合 51"/>
          <p:cNvGrpSpPr/>
          <p:nvPr>
            <p:custDataLst>
              <p:tags r:id="rId47"/>
            </p:custDataLst>
          </p:nvPr>
        </p:nvGrpSpPr>
        <p:grpSpPr>
          <a:xfrm>
            <a:off x="609600" y="1645920"/>
            <a:ext cx="3718560" cy="3718560"/>
            <a:chOff x="-635000" y="-635000"/>
            <a:chExt cx="3718560" cy="3718560"/>
          </a:xfrm>
        </p:grpSpPr>
        <p:pic>
          <p:nvPicPr>
            <p:cNvPr id="53" name="Image 13" descr="TEMP_Z_ORDER_31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718560" cy="37185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4" name="Image 14" descr="TEMP_Z_ORDER_32"/>
            <p:cNvPicPr>
              <a:picLocks noChangeAspect="1"/>
            </p:cNvPicPr>
            <p:nvPr>
              <p:custDataLst>
                <p:tags r:id="rId51"/>
              </p:custDataLst>
            </p:nvPr>
          </p:nvPicPr>
          <p:blipFill>
            <a:blip r:embed="rId52"/>
            <a:stretch>
              <a:fillRect/>
            </a:stretch>
          </p:blipFill>
          <p:spPr>
            <a:xfrm>
              <a:off x="-619760" y="-619760"/>
              <a:ext cx="3688080" cy="3688080"/>
            </a:xfrm>
            <a:prstGeom prst="rect">
              <a:avLst/>
            </a:prstGeom>
          </p:spPr>
        </p:pic>
      </p:grpSp>
      <p:sp>
        <p:nvSpPr>
          <p:cNvPr id="35" name="Text 18"/>
          <p:cNvSpPr/>
          <p:nvPr>
            <p:custDataLst>
              <p:tags r:id="rId53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子类8——温湿度控制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4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d68d67da5bd6b44321c2d84f7894d498.png?x-oss-process=image/resize,w_1440,h_800,m_lfit/format,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09600" y="1219200"/>
            <a:ext cx="11582400" cy="4846320"/>
          </a:xfrm>
          <a:prstGeom prst="rect">
            <a:avLst/>
          </a:prstGeom>
        </p:spPr>
      </p:pic>
      <p:grpSp>
        <p:nvGrpSpPr>
          <p:cNvPr id="33" name="组合 32"/>
          <p:cNvGrpSpPr/>
          <p:nvPr>
            <p:custDataLst>
              <p:tags r:id="rId9"/>
            </p:custDataLst>
          </p:nvPr>
        </p:nvGrpSpPr>
        <p:grpSpPr>
          <a:xfrm>
            <a:off x="975360" y="1524000"/>
            <a:ext cx="5434584" cy="1462088"/>
            <a:chOff x="-635000" y="-635617"/>
            <a:chExt cx="5434584" cy="1462705"/>
          </a:xfrm>
        </p:grpSpPr>
        <p:pic>
          <p:nvPicPr>
            <p:cNvPr id="34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304800" cy="304800"/>
            </a:xfrm>
            <a:prstGeom prst="rect">
              <a:avLst/>
            </a:prstGeom>
          </p:spPr>
        </p:pic>
        <p:sp>
          <p:nvSpPr>
            <p:cNvPr id="35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208280" y="-635617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测评指标</a:t>
              </a:r>
              <a:endParaRPr lang="en-US" sz="2400"/>
            </a:p>
          </p:txBody>
        </p:sp>
        <p:sp>
          <p:nvSpPr>
            <p:cNvPr id="36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391160" y="-55880"/>
              <a:ext cx="5190744" cy="8758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3360" indent="-213360">
                <a:lnSpc>
                  <a:spcPct val="115000"/>
                </a:lnSpc>
                <a:buSzTx/>
                <a:buChar char="•"/>
              </a:pPr>
              <a:r>
                <a:rPr lang="en-US" sz="168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配置稳压器和过电压防护</a:t>
              </a:r>
              <a:endParaRPr lang="en-US" sz="1680"/>
            </a:p>
            <a:p>
              <a:pPr marL="213360" indent="-213360">
                <a:lnSpc>
                  <a:spcPct val="115000"/>
                </a:lnSpc>
                <a:buSzTx/>
                <a:buChar char="•"/>
              </a:pPr>
              <a:r>
                <a:rPr lang="en-US" sz="168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备用电力供应（UPS）</a:t>
              </a:r>
              <a:endParaRPr lang="en-US" sz="1680"/>
            </a:p>
            <a:p>
              <a:pPr marL="213360" indent="-213360">
                <a:lnSpc>
                  <a:spcPct val="115000"/>
                </a:lnSpc>
                <a:buSzTx/>
                <a:buChar char="•"/>
              </a:pPr>
              <a:r>
                <a:rPr lang="en-US" sz="168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冗余/并行电力线路</a:t>
              </a:r>
              <a:endParaRPr lang="en-US" sz="1680"/>
            </a:p>
          </p:txBody>
        </p:sp>
      </p:grpSp>
      <p:grpSp>
        <p:nvGrpSpPr>
          <p:cNvPr id="37" name="组合 36"/>
          <p:cNvGrpSpPr/>
          <p:nvPr>
            <p:custDataLst>
              <p:tags r:id="rId15"/>
            </p:custDataLst>
          </p:nvPr>
        </p:nvGrpSpPr>
        <p:grpSpPr>
          <a:xfrm>
            <a:off x="7010400" y="1524000"/>
            <a:ext cx="5434584" cy="1756410"/>
            <a:chOff x="-635000" y="-635617"/>
            <a:chExt cx="5434584" cy="1757027"/>
          </a:xfrm>
        </p:grpSpPr>
        <p:pic>
          <p:nvPicPr>
            <p:cNvPr id="38" name="Image 5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304800" cy="304800"/>
            </a:xfrm>
            <a:prstGeom prst="rect">
              <a:avLst/>
            </a:prstGeom>
          </p:spPr>
        </p:pic>
        <p:sp>
          <p:nvSpPr>
            <p:cNvPr id="39" name="Text 2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-208280" y="-635617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核查方法</a:t>
              </a:r>
              <a:endParaRPr lang="en-US" sz="2400"/>
            </a:p>
          </p:txBody>
        </p:sp>
        <p:sp>
          <p:nvSpPr>
            <p:cNvPr id="40" name="Text 3" descr="TEMP_Z_ORDER_9"/>
            <p:cNvSpPr/>
            <p:nvPr>
              <p:custDataLst>
                <p:tags r:id="rId18"/>
              </p:custDataLst>
            </p:nvPr>
          </p:nvSpPr>
          <p:spPr>
            <a:xfrm>
              <a:off x="-391160" y="-55880"/>
              <a:ext cx="5190744" cy="11704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3360" indent="-213360">
                <a:lnSpc>
                  <a:spcPct val="115000"/>
                </a:lnSpc>
                <a:buSzTx/>
                <a:buChar char="•"/>
              </a:pPr>
              <a:r>
                <a:rPr lang="en-US" sz="168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查UPS状态与容量（撑≥15min）</a:t>
              </a:r>
              <a:endParaRPr lang="en-US" sz="1680"/>
            </a:p>
            <a:p>
              <a:pPr marL="213360" indent="-213360">
                <a:lnSpc>
                  <a:spcPct val="115000"/>
                </a:lnSpc>
                <a:buSzTx/>
                <a:buChar char="•"/>
              </a:pPr>
              <a:r>
                <a:rPr lang="en-US" sz="168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查发电机定期测试记录</a:t>
              </a:r>
              <a:endParaRPr lang="en-US" sz="1680"/>
            </a:p>
            <a:p>
              <a:pPr marL="213360" indent="-213360">
                <a:lnSpc>
                  <a:spcPct val="115000"/>
                </a:lnSpc>
                <a:buSzTx/>
                <a:buChar char="•"/>
              </a:pPr>
              <a:r>
                <a:rPr lang="en-US" sz="168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查双路供电情况</a:t>
              </a:r>
              <a:endParaRPr lang="en-US" sz="1680"/>
            </a:p>
            <a:p>
              <a:pPr marL="213360" indent="-213360">
                <a:lnSpc>
                  <a:spcPct val="115000"/>
                </a:lnSpc>
                <a:buSzTx/>
                <a:buChar char="•"/>
              </a:pPr>
              <a:r>
                <a:rPr lang="en-US" sz="168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看电力维护记录</a:t>
              </a:r>
              <a:endParaRPr lang="en-US" sz="1680"/>
            </a:p>
          </p:txBody>
        </p:sp>
      </p:grpSp>
      <p:grpSp>
        <p:nvGrpSpPr>
          <p:cNvPr id="23" name="组合 22"/>
          <p:cNvGrpSpPr/>
          <p:nvPr>
            <p:custDataLst>
              <p:tags r:id="rId19"/>
            </p:custDataLst>
          </p:nvPr>
        </p:nvGrpSpPr>
        <p:grpSpPr>
          <a:xfrm>
            <a:off x="975360" y="3825240"/>
            <a:ext cx="5434584" cy="1462088"/>
            <a:chOff x="-635000" y="-635617"/>
            <a:chExt cx="5434584" cy="1462705"/>
          </a:xfrm>
        </p:grpSpPr>
        <p:pic>
          <p:nvPicPr>
            <p:cNvPr id="24" name="Image 6" descr="TEMP_Z_ORDER_10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304800" cy="304800"/>
            </a:xfrm>
            <a:prstGeom prst="rect">
              <a:avLst/>
            </a:prstGeom>
          </p:spPr>
        </p:pic>
        <p:sp>
          <p:nvSpPr>
            <p:cNvPr id="25" name="Text 4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-208280" y="-635617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2400"/>
            </a:p>
          </p:txBody>
        </p:sp>
        <p:sp>
          <p:nvSpPr>
            <p:cNvPr id="26" name="Text 5" descr="TEMP_Z_ORDER_12"/>
            <p:cNvSpPr/>
            <p:nvPr>
              <p:custDataLst>
                <p:tags r:id="rId22"/>
              </p:custDataLst>
            </p:nvPr>
          </p:nvSpPr>
          <p:spPr>
            <a:xfrm>
              <a:off x="-391160" y="-55880"/>
              <a:ext cx="5190744" cy="8759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3360" indent="-213360">
                <a:lnSpc>
                  <a:spcPct val="115000"/>
                </a:lnSpc>
                <a:buSzTx/>
                <a:buChar char="•"/>
              </a:pPr>
              <a:r>
                <a:rPr lang="en-US" sz="168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UPS容量不足或老化</a:t>
              </a:r>
              <a:endParaRPr lang="en-US" sz="1680"/>
            </a:p>
            <a:p>
              <a:pPr marL="213360" indent="-213360">
                <a:lnSpc>
                  <a:spcPct val="115000"/>
                </a:lnSpc>
                <a:buSzTx/>
                <a:buChar char="•"/>
              </a:pPr>
              <a:r>
                <a:rPr lang="en-US" sz="168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发电机未测</a:t>
              </a:r>
              <a:endParaRPr lang="en-US" sz="1680"/>
            </a:p>
            <a:p>
              <a:pPr marL="213360" indent="-213360">
                <a:lnSpc>
                  <a:spcPct val="115000"/>
                </a:lnSpc>
                <a:buSzTx/>
                <a:buChar char="•"/>
              </a:pPr>
              <a:r>
                <a:rPr lang="en-US" sz="168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无双路供电</a:t>
              </a:r>
              <a:endParaRPr lang="en-US" sz="1680"/>
            </a:p>
          </p:txBody>
        </p:sp>
      </p:grpSp>
      <p:grpSp>
        <p:nvGrpSpPr>
          <p:cNvPr id="27" name="组合 26"/>
          <p:cNvGrpSpPr/>
          <p:nvPr>
            <p:custDataLst>
              <p:tags r:id="rId23"/>
            </p:custDataLst>
          </p:nvPr>
        </p:nvGrpSpPr>
        <p:grpSpPr>
          <a:xfrm>
            <a:off x="7010400" y="3825240"/>
            <a:ext cx="5434584" cy="1574483"/>
            <a:chOff x="-635000" y="-635617"/>
            <a:chExt cx="5434584" cy="1575100"/>
          </a:xfrm>
        </p:grpSpPr>
        <p:pic>
          <p:nvPicPr>
            <p:cNvPr id="28" name="Image 7" descr="TEMP_Z_ORDER_13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304800" cy="304800"/>
            </a:xfrm>
            <a:prstGeom prst="rect">
              <a:avLst/>
            </a:prstGeom>
          </p:spPr>
        </p:pic>
        <p:sp>
          <p:nvSpPr>
            <p:cNvPr id="29" name="Text 6" descr="TEMP_Z_ORDER_14"/>
            <p:cNvSpPr/>
            <p:nvPr>
              <p:custDataLst>
                <p:tags r:id="rId27"/>
              </p:custDataLst>
            </p:nvPr>
          </p:nvSpPr>
          <p:spPr>
            <a:xfrm>
              <a:off x="-208280" y="-635617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等级差异</a:t>
              </a:r>
              <a:endParaRPr lang="en-US" sz="2400"/>
            </a:p>
          </p:txBody>
        </p:sp>
        <p:sp>
          <p:nvSpPr>
            <p:cNvPr id="30" name="Text 7" descr="TEMP_Z_ORDER_15"/>
            <p:cNvSpPr/>
            <p:nvPr>
              <p:custDataLst>
                <p:tags r:id="rId28"/>
              </p:custDataLst>
            </p:nvPr>
          </p:nvSpPr>
          <p:spPr>
            <a:xfrm>
              <a:off x="-635000" y="-71120"/>
              <a:ext cx="5434584" cy="2866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一级：</a:t>
              </a:r>
              <a:r>
                <a:rPr lang="en-US" sz="168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稳压+过压防护</a:t>
              </a:r>
              <a:endParaRPr lang="en-US" sz="1680"/>
            </a:p>
          </p:txBody>
        </p:sp>
        <p:sp>
          <p:nvSpPr>
            <p:cNvPr id="31" name="Text 8" descr="TEMP_Z_ORDER_16"/>
            <p:cNvSpPr/>
            <p:nvPr>
              <p:custDataLst>
                <p:tags r:id="rId29"/>
              </p:custDataLst>
            </p:nvPr>
          </p:nvSpPr>
          <p:spPr>
            <a:xfrm>
              <a:off x="-635000" y="279400"/>
              <a:ext cx="5434584" cy="2867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二级：</a:t>
              </a:r>
              <a:r>
                <a:rPr lang="en-US" sz="168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加备用电力</a:t>
              </a:r>
              <a:endParaRPr lang="en-US" sz="1680"/>
            </a:p>
          </p:txBody>
        </p:sp>
        <p:sp>
          <p:nvSpPr>
            <p:cNvPr id="32" name="Text 9" descr="TEMP_Z_ORDER_17"/>
            <p:cNvSpPr/>
            <p:nvPr>
              <p:custDataLst>
                <p:tags r:id="rId30"/>
              </p:custDataLst>
            </p:nvPr>
          </p:nvSpPr>
          <p:spPr>
            <a:xfrm>
              <a:off x="-635000" y="645160"/>
              <a:ext cx="5434584" cy="2868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三级：</a:t>
              </a:r>
              <a:r>
                <a:rPr lang="en-US" sz="168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加冗余电缆</a:t>
              </a:r>
              <a:endParaRPr lang="en-US" sz="1680"/>
            </a:p>
          </p:txBody>
        </p:sp>
      </p:grpSp>
      <p:pic>
        <p:nvPicPr>
          <p:cNvPr id="20" name="Image 8" descr="https://test.web.static.jianzeppt.com/ppt-temp-img3/8d82007a8611cbfff47a6904afb086cd.png?x-oss-process=image/resize,w_1440,h_800,m_lfit/format,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6705600" y="1584960"/>
            <a:ext cx="15240" cy="4114800"/>
          </a:xfrm>
          <a:prstGeom prst="rect">
            <a:avLst/>
          </a:prstGeom>
        </p:spPr>
      </p:pic>
      <p:pic>
        <p:nvPicPr>
          <p:cNvPr id="21" name="Image 9" descr="https://test.web.static.jianzeppt.com/ppt-temp-img3/d48f5a4c04d2a4908c2ee12557b603fd.png?x-oss-process=image/resize,w_1440,h_800,m_lfit/format,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975360" y="3642360"/>
            <a:ext cx="11460480" cy="15240"/>
          </a:xfrm>
          <a:prstGeom prst="rect">
            <a:avLst/>
          </a:prstGeom>
        </p:spPr>
      </p:pic>
      <p:sp>
        <p:nvSpPr>
          <p:cNvPr id="22" name="Text 10"/>
          <p:cNvSpPr/>
          <p:nvPr>
            <p:custDataLst>
              <p:tags r:id="rId3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子类9——电力供应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7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7" presetClass="entr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7" presetClass="entr" presetSubtype="1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7" presetClass="entr" presetSubtype="1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3" name="组合 32"/>
          <p:cNvGrpSpPr/>
          <p:nvPr>
            <p:custDataLst>
              <p:tags r:id="rId7"/>
            </p:custDataLst>
          </p:nvPr>
        </p:nvGrpSpPr>
        <p:grpSpPr>
          <a:xfrm>
            <a:off x="609600" y="1325880"/>
            <a:ext cx="6348984" cy="1168718"/>
            <a:chOff x="-635000" y="-635000"/>
            <a:chExt cx="6348984" cy="1168718"/>
          </a:xfrm>
        </p:grpSpPr>
        <p:pic>
          <p:nvPicPr>
            <p:cNvPr id="34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91440" cy="274320"/>
            </a:xfrm>
            <a:prstGeom prst="rect">
              <a:avLst/>
            </a:prstGeom>
          </p:spPr>
        </p:pic>
        <p:sp>
          <p:nvSpPr>
            <p:cNvPr id="35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421640" y="-635000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测评指标</a:t>
              </a:r>
              <a:endParaRPr lang="en-US" sz="2400"/>
            </a:p>
          </p:txBody>
        </p:sp>
        <p:sp>
          <p:nvSpPr>
            <p:cNvPr id="36" name="Text 1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-421640" y="-147320"/>
              <a:ext cx="4131897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①（二至三级）电源线与通信线隔离铺设</a:t>
              </a:r>
              <a:endParaRPr lang="en-US" sz="1800"/>
            </a:p>
          </p:txBody>
        </p:sp>
        <p:sp>
          <p:nvSpPr>
            <p:cNvPr id="37" name="Text 2" descr="TEMP_Z_ORDER_6"/>
            <p:cNvSpPr/>
            <p:nvPr>
              <p:custDataLst>
                <p:tags r:id="rId13"/>
              </p:custDataLst>
            </p:nvPr>
          </p:nvSpPr>
          <p:spPr>
            <a:xfrm>
              <a:off x="-421640" y="218440"/>
              <a:ext cx="3439239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②（第三级起）关键设备电磁屏蔽</a:t>
              </a:r>
              <a:endParaRPr lang="en-US" sz="1800"/>
            </a:p>
          </p:txBody>
        </p:sp>
      </p:grpSp>
      <p:grpSp>
        <p:nvGrpSpPr>
          <p:cNvPr id="38" name="组合 37"/>
          <p:cNvGrpSpPr/>
          <p:nvPr>
            <p:custDataLst>
              <p:tags r:id="rId14"/>
            </p:custDataLst>
          </p:nvPr>
        </p:nvGrpSpPr>
        <p:grpSpPr>
          <a:xfrm>
            <a:off x="609600" y="2529840"/>
            <a:ext cx="6348984" cy="1153478"/>
            <a:chOff x="-635000" y="-635000"/>
            <a:chExt cx="6348984" cy="1153478"/>
          </a:xfrm>
        </p:grpSpPr>
        <p:pic>
          <p:nvPicPr>
            <p:cNvPr id="39" name="Image 4" descr="TEMP_Z_ORDER_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91440" cy="274320"/>
            </a:xfrm>
            <a:prstGeom prst="rect">
              <a:avLst/>
            </a:prstGeom>
          </p:spPr>
        </p:pic>
        <p:sp>
          <p:nvSpPr>
            <p:cNvPr id="40" name="Text 3" descr="TEMP_Z_ORDER_8"/>
            <p:cNvSpPr/>
            <p:nvPr>
              <p:custDataLst>
                <p:tags r:id="rId16"/>
              </p:custDataLst>
            </p:nvPr>
          </p:nvSpPr>
          <p:spPr>
            <a:xfrm>
              <a:off x="-421640" y="-635000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核查方法</a:t>
              </a:r>
              <a:endParaRPr lang="en-US" sz="2400"/>
            </a:p>
          </p:txBody>
        </p:sp>
        <p:sp>
          <p:nvSpPr>
            <p:cNvPr id="41" name="Text 4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-421640" y="-162560"/>
              <a:ext cx="2820337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检查线缆同槽、交叉情况</a:t>
              </a:r>
              <a:endParaRPr lang="en-US" sz="1800"/>
            </a:p>
          </p:txBody>
        </p:sp>
        <p:sp>
          <p:nvSpPr>
            <p:cNvPr id="42" name="Text 5" descr="TEMP_Z_ORDER_10"/>
            <p:cNvSpPr/>
            <p:nvPr>
              <p:custDataLst>
                <p:tags r:id="rId18"/>
              </p:custDataLst>
            </p:nvPr>
          </p:nvSpPr>
          <p:spPr>
            <a:xfrm>
              <a:off x="-421640" y="203201"/>
              <a:ext cx="2820337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检查屏蔽措施与检测报告</a:t>
              </a:r>
              <a:endParaRPr lang="en-US" sz="1800"/>
            </a:p>
          </p:txBody>
        </p:sp>
      </p:grpSp>
      <p:grpSp>
        <p:nvGrpSpPr>
          <p:cNvPr id="22" name="组合 21"/>
          <p:cNvGrpSpPr/>
          <p:nvPr>
            <p:custDataLst>
              <p:tags r:id="rId19"/>
            </p:custDataLst>
          </p:nvPr>
        </p:nvGrpSpPr>
        <p:grpSpPr>
          <a:xfrm>
            <a:off x="609600" y="3733800"/>
            <a:ext cx="6348984" cy="787718"/>
            <a:chOff x="-635000" y="-635000"/>
            <a:chExt cx="6348984" cy="787718"/>
          </a:xfrm>
        </p:grpSpPr>
        <p:pic>
          <p:nvPicPr>
            <p:cNvPr id="23" name="Image 5" descr="TEMP_Z_ORDER_11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91440" cy="274320"/>
            </a:xfrm>
            <a:prstGeom prst="rect">
              <a:avLst/>
            </a:prstGeom>
          </p:spPr>
        </p:pic>
        <p:sp>
          <p:nvSpPr>
            <p:cNvPr id="24" name="Text 6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-421640" y="-635000"/>
              <a:ext cx="1231392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</a:t>
              </a:r>
              <a:endParaRPr lang="en-US" sz="2400"/>
            </a:p>
          </p:txBody>
        </p:sp>
        <p:sp>
          <p:nvSpPr>
            <p:cNvPr id="25" name="Text 7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-421640" y="-162560"/>
              <a:ext cx="3080083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未隔离铺设；无屏蔽措施/报告</a:t>
              </a:r>
              <a:endParaRPr lang="en-US" sz="1800"/>
            </a:p>
          </p:txBody>
        </p:sp>
      </p:grpSp>
      <p:grpSp>
        <p:nvGrpSpPr>
          <p:cNvPr id="26" name="组合 25"/>
          <p:cNvGrpSpPr/>
          <p:nvPr>
            <p:custDataLst>
              <p:tags r:id="rId23"/>
            </p:custDataLst>
          </p:nvPr>
        </p:nvGrpSpPr>
        <p:grpSpPr>
          <a:xfrm>
            <a:off x="609600" y="4663440"/>
            <a:ext cx="6339840" cy="975360"/>
            <a:chOff x="-635000" y="-635000"/>
            <a:chExt cx="6339840" cy="975360"/>
          </a:xfrm>
        </p:grpSpPr>
        <p:pic>
          <p:nvPicPr>
            <p:cNvPr id="27" name="Image 6" descr="TEMP_Z_ORDER_14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-635000" y="-635000"/>
              <a:ext cx="6339840" cy="975360"/>
            </a:xfrm>
            <a:prstGeom prst="rect">
              <a:avLst/>
            </a:prstGeom>
          </p:spPr>
        </p:pic>
        <p:sp>
          <p:nvSpPr>
            <p:cNvPr id="28" name="Text 8" descr="TEMP_Z_ORDER_15"/>
            <p:cNvSpPr/>
            <p:nvPr>
              <p:custDataLst>
                <p:tags r:id="rId26"/>
              </p:custDataLst>
            </p:nvPr>
          </p:nvSpPr>
          <p:spPr>
            <a:xfrm>
              <a:off x="-467360" y="-497840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等级差异</a:t>
              </a:r>
              <a:endParaRPr lang="en-US" sz="2160"/>
            </a:p>
          </p:txBody>
        </p:sp>
        <p:sp>
          <p:nvSpPr>
            <p:cNvPr id="29" name="Text 9" descr="TEMP_Z_ORDER_16"/>
            <p:cNvSpPr/>
            <p:nvPr>
              <p:custDataLst>
                <p:tags r:id="rId27"/>
              </p:custDataLst>
            </p:nvPr>
          </p:nvSpPr>
          <p:spPr>
            <a:xfrm>
              <a:off x="-467360" y="-71120"/>
              <a:ext cx="4635357" cy="2895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L1: 无要求；L2: 隔离铺设；L3: 增关键设备屏蔽</a:t>
              </a:r>
              <a:endParaRPr lang="en-US" sz="1680"/>
            </a:p>
          </p:txBody>
        </p:sp>
      </p:grpSp>
      <p:grpSp>
        <p:nvGrpSpPr>
          <p:cNvPr id="30" name="组合 29"/>
          <p:cNvGrpSpPr/>
          <p:nvPr>
            <p:custDataLst>
              <p:tags r:id="rId28"/>
            </p:custDataLst>
          </p:nvPr>
        </p:nvGrpSpPr>
        <p:grpSpPr>
          <a:xfrm>
            <a:off x="7315200" y="1371600"/>
            <a:ext cx="4267200" cy="4267200"/>
            <a:chOff x="-635000" y="-635000"/>
            <a:chExt cx="4267200" cy="4267200"/>
          </a:xfrm>
        </p:grpSpPr>
        <p:pic>
          <p:nvPicPr>
            <p:cNvPr id="31" name="Image 7" descr="TEMP_Z_ORDER_17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267200" cy="42672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2" name="Image 8" descr="TEMP_Z_ORDER_18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-619760" y="-619760"/>
              <a:ext cx="4236720" cy="4236720"/>
            </a:xfrm>
            <a:prstGeom prst="rect">
              <a:avLst/>
            </a:prstGeom>
          </p:spPr>
        </p:pic>
      </p:grpSp>
      <p:sp>
        <p:nvSpPr>
          <p:cNvPr id="21" name="Text 10"/>
          <p:cNvSpPr/>
          <p:nvPr>
            <p:custDataLst>
              <p:tags r:id="rId34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子类10——电磁防护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18" name="组合 17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4876800"/>
            <a:chOff x="-635000" y="-635000"/>
            <a:chExt cx="10972800" cy="4876800"/>
          </a:xfrm>
        </p:grpSpPr>
        <p:pic>
          <p:nvPicPr>
            <p:cNvPr id="19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48768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</p:grpSp>
      <p:graphicFrame>
        <p:nvGraphicFramePr>
          <p:cNvPr id="17" name="Table 0"/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868680" y="1630680"/>
          <a:ext cx="10454640" cy="4828032"/>
        </p:xfrm>
        <a:graphic>
          <a:graphicData uri="http://schemas.openxmlformats.org/drawingml/2006/table">
            <a:tbl>
              <a:tblPr/>
              <a:tblGrid>
                <a:gridCol w="915735"/>
                <a:gridCol w="2503009"/>
                <a:gridCol w="4853395"/>
                <a:gridCol w="2182501"/>
              </a:tblGrid>
              <a:tr h="39624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序号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子类名称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关键词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等级要求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物理位置选择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防震防风防雨、避开顶层/地下室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一二三级通用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物理访问控制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门禁系统、出入记录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第一级起要求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防盗窃和防破坏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设备固定、标识、线缆隐蔽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逐级增强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防雷击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接地系统、防雷器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逐级增强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防火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灭火设备、自动消防、区域隔离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逐级增强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防水和防潮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防渗透、结露、漏水检测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逐级增强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防静电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防静电地板、接地、消除器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第二级起要求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温湿度控制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空调、自动调节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逐级增强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电力供应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稳压器、UPS、冗余电缆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逐级增强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电磁防护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线缆隔离、电磁屏蔽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80">
                          <a:solidFill>
                            <a:srgbClr val="000000"/>
                          </a:solidFill>
                        </a:rPr>
                        <a:t>第二级起要求</a:t>
                      </a:r>
                      <a:endParaRPr lang="en-US" sz="1680"/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>
            <p:custDataLst>
              <p:tags r:id="rId12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安全物理环境测评十子类速记表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5" name="组合 34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1402080"/>
            <a:chOff x="-635000" y="-635000"/>
            <a:chExt cx="10972800" cy="1402080"/>
          </a:xfrm>
        </p:grpSpPr>
        <p:pic>
          <p:nvPicPr>
            <p:cNvPr id="36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402080"/>
            </a:xfrm>
            <a:prstGeom prst="rect">
              <a:avLst/>
            </a:prstGeom>
          </p:spPr>
        </p:pic>
        <p:pic>
          <p:nvPicPr>
            <p:cNvPr id="37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91160" y="-589280"/>
              <a:ext cx="609600" cy="482600"/>
            </a:xfrm>
            <a:prstGeom prst="rect">
              <a:avLst/>
            </a:prstGeom>
          </p:spPr>
        </p:pic>
        <p:sp>
          <p:nvSpPr>
            <p:cNvPr id="38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296640" y="-589830"/>
              <a:ext cx="429704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01</a:t>
              </a:r>
              <a:endParaRPr lang="en-US" sz="2400"/>
            </a:p>
          </p:txBody>
        </p:sp>
        <p:sp>
          <p:nvSpPr>
            <p:cNvPr id="39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462280" y="-543560"/>
              <a:ext cx="1539240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演示内容：</a:t>
              </a:r>
              <a:endParaRPr lang="en-US" sz="2400"/>
            </a:p>
          </p:txBody>
        </p:sp>
        <p:sp>
          <p:nvSpPr>
            <p:cNvPr id="40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462280" y="-147320"/>
              <a:ext cx="5903627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• 展示《安全物理环境测评检查表》的结构和使用方法</a:t>
              </a:r>
              <a:endParaRPr lang="en-US" sz="1920"/>
            </a:p>
          </p:txBody>
        </p:sp>
        <p:sp>
          <p:nvSpPr>
            <p:cNvPr id="41" name="Text 3" descr="TEMP_Z_ORDER_8"/>
            <p:cNvSpPr/>
            <p:nvPr>
              <p:custDataLst>
                <p:tags r:id="rId16"/>
              </p:custDataLst>
            </p:nvPr>
          </p:nvSpPr>
          <p:spPr>
            <a:xfrm>
              <a:off x="462280" y="96520"/>
              <a:ext cx="4669028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• 演示如何对照检查表逐项核查并记录结果</a:t>
              </a:r>
              <a:endParaRPr lang="en-US" sz="1920"/>
            </a:p>
          </p:txBody>
        </p:sp>
        <p:sp>
          <p:nvSpPr>
            <p:cNvPr id="42" name="Text 4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431800" y="394970"/>
              <a:ext cx="3928269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• 演示如何对不符合项进行问题描述</a:t>
              </a:r>
              <a:endParaRPr lang="en-US" sz="1920"/>
            </a:p>
          </p:txBody>
        </p:sp>
      </p:grpSp>
      <p:grpSp>
        <p:nvGrpSpPr>
          <p:cNvPr id="23" name="组合 22"/>
          <p:cNvGrpSpPr/>
          <p:nvPr>
            <p:custDataLst>
              <p:tags r:id="rId18"/>
            </p:custDataLst>
          </p:nvPr>
        </p:nvGrpSpPr>
        <p:grpSpPr>
          <a:xfrm>
            <a:off x="533400" y="2895600"/>
            <a:ext cx="10972800" cy="1268095"/>
            <a:chOff x="-711200" y="-695960"/>
            <a:chExt cx="10972800" cy="1268095"/>
          </a:xfrm>
        </p:grpSpPr>
        <p:pic>
          <p:nvPicPr>
            <p:cNvPr id="24" name="Image 5" descr="TEMP_Z_ORDER_10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711200" y="-695960"/>
              <a:ext cx="10972800" cy="1268095"/>
            </a:xfrm>
            <a:prstGeom prst="rect">
              <a:avLst/>
            </a:prstGeom>
          </p:spPr>
        </p:pic>
        <p:pic>
          <p:nvPicPr>
            <p:cNvPr id="25" name="Image 6" descr="TEMP_Z_ORDER_11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91160" y="-391160"/>
              <a:ext cx="609600" cy="609600"/>
            </a:xfrm>
            <a:prstGeom prst="rect">
              <a:avLst/>
            </a:prstGeom>
          </p:spPr>
        </p:pic>
        <p:sp>
          <p:nvSpPr>
            <p:cNvPr id="26" name="Text 5" descr="TEMP_Z_ORDER_12"/>
            <p:cNvSpPr/>
            <p:nvPr>
              <p:custDataLst>
                <p:tags r:id="rId22"/>
              </p:custDataLst>
            </p:nvPr>
          </p:nvSpPr>
          <p:spPr>
            <a:xfrm>
              <a:off x="-296640" y="-315510"/>
              <a:ext cx="429704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02</a:t>
              </a:r>
              <a:endParaRPr lang="en-US" sz="2400"/>
            </a:p>
          </p:txBody>
        </p:sp>
        <p:sp>
          <p:nvSpPr>
            <p:cNvPr id="27" name="Text 6" descr="TEMP_Z_ORDER_13"/>
            <p:cNvSpPr/>
            <p:nvPr>
              <p:custDataLst>
                <p:tags r:id="rId23"/>
              </p:custDataLst>
            </p:nvPr>
          </p:nvSpPr>
          <p:spPr>
            <a:xfrm>
              <a:off x="462280" y="-314960"/>
              <a:ext cx="9640824" cy="4095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检查表示例：</a:t>
              </a: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参考配套素材《安全物理环境测评检查表模板》</a:t>
              </a:r>
              <a:endParaRPr lang="en-US" sz="2400"/>
            </a:p>
          </p:txBody>
        </p:sp>
      </p:grpSp>
      <p:grpSp>
        <p:nvGrpSpPr>
          <p:cNvPr id="28" name="组合 27"/>
          <p:cNvGrpSpPr/>
          <p:nvPr>
            <p:custDataLst>
              <p:tags r:id="rId24"/>
            </p:custDataLst>
          </p:nvPr>
        </p:nvGrpSpPr>
        <p:grpSpPr>
          <a:xfrm>
            <a:off x="609600" y="4236720"/>
            <a:ext cx="10972800" cy="1402080"/>
            <a:chOff x="-635000" y="-635000"/>
            <a:chExt cx="10972800" cy="1402080"/>
          </a:xfrm>
        </p:grpSpPr>
        <p:pic>
          <p:nvPicPr>
            <p:cNvPr id="29" name="Image 7" descr="TEMP_Z_ORDER_14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402080"/>
            </a:xfrm>
            <a:prstGeom prst="rect">
              <a:avLst/>
            </a:prstGeom>
          </p:spPr>
        </p:pic>
        <p:pic>
          <p:nvPicPr>
            <p:cNvPr id="30" name="Image 8" descr="TEMP_Z_ORDER_15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91160" y="-360680"/>
              <a:ext cx="609600" cy="609600"/>
            </a:xfrm>
            <a:prstGeom prst="rect">
              <a:avLst/>
            </a:prstGeom>
          </p:spPr>
        </p:pic>
        <p:sp>
          <p:nvSpPr>
            <p:cNvPr id="31" name="Text 7" descr="TEMP_Z_ORDER_16"/>
            <p:cNvSpPr/>
            <p:nvPr>
              <p:custDataLst>
                <p:tags r:id="rId27"/>
              </p:custDataLst>
            </p:nvPr>
          </p:nvSpPr>
          <p:spPr>
            <a:xfrm>
              <a:off x="-296640" y="-285031"/>
              <a:ext cx="429704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03</a:t>
              </a:r>
              <a:endParaRPr lang="en-US" sz="2400"/>
            </a:p>
          </p:txBody>
        </p:sp>
        <p:sp>
          <p:nvSpPr>
            <p:cNvPr id="32" name="Text 8" descr="TEMP_Z_ORDER_17"/>
            <p:cNvSpPr/>
            <p:nvPr>
              <p:custDataLst>
                <p:tags r:id="rId28"/>
              </p:custDataLst>
            </p:nvPr>
          </p:nvSpPr>
          <p:spPr>
            <a:xfrm>
              <a:off x="462280" y="-391160"/>
              <a:ext cx="1539240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演示重点：</a:t>
              </a:r>
              <a:endParaRPr lang="en-US" sz="2400"/>
            </a:p>
          </p:txBody>
        </p:sp>
        <p:sp>
          <p:nvSpPr>
            <p:cNvPr id="33" name="Text 9" descr="TEMP_Z_ORDER_18"/>
            <p:cNvSpPr/>
            <p:nvPr>
              <p:custDataLst>
                <p:tags r:id="rId29"/>
              </p:custDataLst>
            </p:nvPr>
          </p:nvSpPr>
          <p:spPr>
            <a:xfrm>
              <a:off x="462280" y="81280"/>
              <a:ext cx="3700590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• 准确判断“符合”与“不符合”边界</a:t>
              </a:r>
              <a:endParaRPr lang="en-US" sz="1920"/>
            </a:p>
          </p:txBody>
        </p:sp>
        <p:sp>
          <p:nvSpPr>
            <p:cNvPr id="34" name="Text 10" descr="TEMP_Z_ORDER_19"/>
            <p:cNvSpPr/>
            <p:nvPr>
              <p:custDataLst>
                <p:tags r:id="rId30"/>
              </p:custDataLst>
            </p:nvPr>
          </p:nvSpPr>
          <p:spPr>
            <a:xfrm>
              <a:off x="462280" y="401320"/>
              <a:ext cx="4175189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• 用标准语言描述问题并标注判定依据</a:t>
              </a:r>
              <a:endParaRPr lang="en-US" sz="1920"/>
            </a:p>
          </p:txBody>
        </p:sp>
      </p:grpSp>
      <p:sp>
        <p:nvSpPr>
          <p:cNvPr id="22" name="Text 11"/>
          <p:cNvSpPr/>
          <p:nvPr>
            <p:custDataLst>
              <p:tags r:id="rId31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教师演示——测评工具与检查表使用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67" name="组合 66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88675" cy="1219200"/>
            <a:chOff x="-635000" y="-635000"/>
            <a:chExt cx="10988675" cy="1219200"/>
          </a:xfrm>
        </p:grpSpPr>
        <p:pic>
          <p:nvPicPr>
            <p:cNvPr id="68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4937760" cy="1219200"/>
            </a:xfrm>
            <a:prstGeom prst="rect">
              <a:avLst/>
            </a:prstGeom>
          </p:spPr>
        </p:pic>
        <p:sp>
          <p:nvSpPr>
            <p:cNvPr id="69" name="Text 0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-391160" y="-467360"/>
              <a:ext cx="3067050" cy="2038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00" b="1">
                  <a:solidFill>
                    <a:srgbClr val="00234E"/>
                  </a:solidFill>
                </a:rPr>
                <a:t>任务名称：模拟机房物理安全核查</a:t>
              </a:r>
              <a:endParaRPr lang="en-US" sz="1600" b="1">
                <a:solidFill>
                  <a:srgbClr val="00234E"/>
                </a:solidFill>
              </a:endParaRPr>
            </a:p>
          </p:txBody>
        </p:sp>
        <p:sp>
          <p:nvSpPr>
            <p:cNvPr id="70" name="Text 1" descr="TEMP_Z_ORDER_5"/>
            <p:cNvSpPr/>
            <p:nvPr>
              <p:custDataLst>
                <p:tags r:id="rId11"/>
              </p:custDataLst>
            </p:nvPr>
          </p:nvSpPr>
          <p:spPr>
            <a:xfrm>
              <a:off x="-391160" y="-132080"/>
              <a:ext cx="4459224" cy="5111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>
                  <a:solidFill>
                    <a:srgbClr val="374151"/>
                  </a:solidFill>
                </a:rPr>
                <a:t>任务场景：教师提供一组“模拟机房”的照片/视频/3D模型（包含正常项和多项隐患项）</a:t>
              </a:r>
              <a:endParaRPr lang="en-US" sz="1600">
                <a:solidFill>
                  <a:srgbClr val="374151"/>
                </a:solidFill>
              </a:endParaRPr>
            </a:p>
          </p:txBody>
        </p:sp>
        <p:pic>
          <p:nvPicPr>
            <p:cNvPr id="71" name="Image 4" descr="TEMP_Z_ORDER_6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4638040" y="-635000"/>
              <a:ext cx="5715000" cy="1219200"/>
            </a:xfrm>
            <a:prstGeom prst="rect">
              <a:avLst/>
            </a:prstGeom>
          </p:spPr>
        </p:pic>
        <p:sp>
          <p:nvSpPr>
            <p:cNvPr id="72" name="Text 2" descr="TEMP_Z_ORDER_7"/>
            <p:cNvSpPr/>
            <p:nvPr>
              <p:custDataLst>
                <p:tags r:id="rId14"/>
              </p:custDataLst>
            </p:nvPr>
          </p:nvSpPr>
          <p:spPr>
            <a:xfrm>
              <a:off x="4881880" y="-543560"/>
              <a:ext cx="1841500" cy="2038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600" b="1">
                  <a:solidFill>
                    <a:srgbClr val="00234E"/>
                  </a:solidFill>
                </a:rPr>
                <a:t>任务时长：约35分钟</a:t>
              </a:r>
              <a:endParaRPr lang="en-US" sz="1600" b="1">
                <a:solidFill>
                  <a:srgbClr val="00234E"/>
                </a:solidFill>
              </a:endParaRPr>
            </a:p>
          </p:txBody>
        </p:sp>
        <p:sp>
          <p:nvSpPr>
            <p:cNvPr id="73" name="Text 3" descr="TEMP_Z_ORDER_8"/>
            <p:cNvSpPr/>
            <p:nvPr>
              <p:custDataLst>
                <p:tags r:id="rId15"/>
              </p:custDataLst>
            </p:nvPr>
          </p:nvSpPr>
          <p:spPr>
            <a:xfrm>
              <a:off x="4738370" y="-269240"/>
              <a:ext cx="5615305" cy="7670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>
                  <a:solidFill>
                    <a:srgbClr val="374151"/>
                  </a:solidFill>
                </a:rPr>
                <a:t>任务分组：3-4人/组，分别扮演：① 测评工程师（负责核查）；② 记录员（负责填写记录表）；③ 复核员（负责核对标准依据）</a:t>
              </a:r>
              <a:endParaRPr lang="en-US" sz="1600">
                <a:solidFill>
                  <a:srgbClr val="374151"/>
                </a:solidFill>
              </a:endParaRPr>
            </a:p>
          </p:txBody>
        </p:sp>
      </p:grpSp>
      <p:grpSp>
        <p:nvGrpSpPr>
          <p:cNvPr id="55" name="组合 54"/>
          <p:cNvGrpSpPr/>
          <p:nvPr>
            <p:custDataLst>
              <p:tags r:id="rId16"/>
            </p:custDataLst>
          </p:nvPr>
        </p:nvGrpSpPr>
        <p:grpSpPr>
          <a:xfrm>
            <a:off x="609600" y="3535680"/>
            <a:ext cx="10424160" cy="1828800"/>
            <a:chOff x="-635000" y="-635000"/>
            <a:chExt cx="10424160" cy="1828800"/>
          </a:xfrm>
        </p:grpSpPr>
        <p:pic>
          <p:nvPicPr>
            <p:cNvPr id="56" name="Image 5" descr="TEMP_Z_ORDER_9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-86360" y="264160"/>
              <a:ext cx="9875520" cy="30480"/>
            </a:xfrm>
            <a:prstGeom prst="rect">
              <a:avLst/>
            </a:prstGeom>
          </p:spPr>
        </p:pic>
        <p:pic>
          <p:nvPicPr>
            <p:cNvPr id="57" name="Image 6" descr="TEMP_Z_ORDER_10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-1016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58" name="Text 4" descr="TEMP_Z_ORDER_11"/>
            <p:cNvSpPr/>
            <p:nvPr>
              <p:custDataLst>
                <p:tags r:id="rId22"/>
              </p:custDataLst>
            </p:nvPr>
          </p:nvSpPr>
          <p:spPr>
            <a:xfrm>
              <a:off x="116856" y="-505304"/>
              <a:ext cx="471392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</a:rPr>
                <a:t>01</a:t>
              </a:r>
              <a:endParaRPr lang="en-US" sz="2640"/>
            </a:p>
          </p:txBody>
        </p:sp>
        <p:pic>
          <p:nvPicPr>
            <p:cNvPr id="59" name="Image 7" descr="TEMP_Z_ORDER_12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-635000" y="279400"/>
              <a:ext cx="1981200" cy="914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60" name="Text 5" descr="TEMP_Z_ORDER_13"/>
            <p:cNvSpPr/>
            <p:nvPr>
              <p:custDataLst>
                <p:tags r:id="rId26"/>
              </p:custDataLst>
            </p:nvPr>
          </p:nvSpPr>
          <p:spPr>
            <a:xfrm>
              <a:off x="-497840" y="416560"/>
              <a:ext cx="1716024" cy="62711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1F2937"/>
                  </a:solidFill>
                </a:rPr>
                <a:t>领取《安全物理环境测评检查表》</a:t>
              </a:r>
              <a:endParaRPr lang="en-US" sz="1680"/>
            </a:p>
          </p:txBody>
        </p:sp>
      </p:grpSp>
      <p:grpSp>
        <p:nvGrpSpPr>
          <p:cNvPr id="61" name="组合 60"/>
          <p:cNvGrpSpPr/>
          <p:nvPr>
            <p:custDataLst>
              <p:tags r:id="rId27"/>
            </p:custDataLst>
          </p:nvPr>
        </p:nvGrpSpPr>
        <p:grpSpPr>
          <a:xfrm>
            <a:off x="2575560" y="3383280"/>
            <a:ext cx="2270760" cy="2148840"/>
            <a:chOff x="-635000" y="-635000"/>
            <a:chExt cx="2270760" cy="2148840"/>
          </a:xfrm>
        </p:grpSpPr>
        <p:sp>
          <p:nvSpPr>
            <p:cNvPr id="62" name="Text 6" descr="TEMP_Z_ORDER_14"/>
            <p:cNvSpPr/>
            <p:nvPr>
              <p:custDataLst>
                <p:tags r:id="rId28"/>
              </p:custDataLst>
            </p:nvPr>
          </p:nvSpPr>
          <p:spPr>
            <a:xfrm>
              <a:off x="-635000" y="157480"/>
              <a:ext cx="283797" cy="5316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880">
                  <a:solidFill>
                    <a:srgbClr val="00234E">
                      <a:alpha val="60000"/>
                    </a:srgbClr>
                  </a:solidFill>
                </a:rPr>
                <a:t>▶</a:t>
              </a:r>
              <a:endParaRPr lang="en-US" sz="2880"/>
            </a:p>
          </p:txBody>
        </p:sp>
        <p:pic>
          <p:nvPicPr>
            <p:cNvPr id="63" name="Image 8" descr="TEMP_Z_ORDER_15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6416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64" name="Text 7" descr="TEMP_Z_ORDER_16"/>
            <p:cNvSpPr/>
            <p:nvPr>
              <p:custDataLst>
                <p:tags r:id="rId30"/>
              </p:custDataLst>
            </p:nvPr>
          </p:nvSpPr>
          <p:spPr>
            <a:xfrm>
              <a:off x="406416" y="-520543"/>
              <a:ext cx="471392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</a:rPr>
                <a:t>02</a:t>
              </a:r>
              <a:endParaRPr lang="en-US" sz="2640"/>
            </a:p>
          </p:txBody>
        </p:sp>
        <p:pic>
          <p:nvPicPr>
            <p:cNvPr id="65" name="Image 9" descr="TEMP_Z_ORDER_17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345440" y="279400"/>
              <a:ext cx="1981200" cy="12344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66" name="Text 8" descr="TEMP_Z_ORDER_18"/>
            <p:cNvSpPr/>
            <p:nvPr>
              <p:custDataLst>
                <p:tags r:id="rId34"/>
              </p:custDataLst>
            </p:nvPr>
          </p:nvSpPr>
          <p:spPr>
            <a:xfrm>
              <a:off x="-208280" y="416560"/>
              <a:ext cx="1716024" cy="62711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1F2937"/>
                  </a:solidFill>
                </a:rPr>
                <a:t>依据检查表逐项对模拟机房进行核查</a:t>
              </a:r>
              <a:endParaRPr lang="en-US" sz="1680"/>
            </a:p>
          </p:txBody>
        </p:sp>
      </p:grpSp>
      <p:grpSp>
        <p:nvGrpSpPr>
          <p:cNvPr id="37" name="组合 36"/>
          <p:cNvGrpSpPr/>
          <p:nvPr>
            <p:custDataLst>
              <p:tags r:id="rId35"/>
            </p:custDataLst>
          </p:nvPr>
        </p:nvGrpSpPr>
        <p:grpSpPr>
          <a:xfrm>
            <a:off x="4831080" y="3383280"/>
            <a:ext cx="2255520" cy="2148840"/>
            <a:chOff x="-635000" y="-635000"/>
            <a:chExt cx="2255520" cy="2148840"/>
          </a:xfrm>
        </p:grpSpPr>
        <p:sp>
          <p:nvSpPr>
            <p:cNvPr id="38" name="Text 9" descr="TEMP_Z_ORDER_19"/>
            <p:cNvSpPr/>
            <p:nvPr>
              <p:custDataLst>
                <p:tags r:id="rId36"/>
              </p:custDataLst>
            </p:nvPr>
          </p:nvSpPr>
          <p:spPr>
            <a:xfrm>
              <a:off x="-635000" y="157480"/>
              <a:ext cx="283797" cy="5316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880">
                  <a:solidFill>
                    <a:srgbClr val="00234E">
                      <a:alpha val="60000"/>
                    </a:srgbClr>
                  </a:solidFill>
                </a:rPr>
                <a:t>▶</a:t>
              </a:r>
              <a:endParaRPr lang="en-US" sz="2880"/>
            </a:p>
          </p:txBody>
        </p:sp>
        <p:pic>
          <p:nvPicPr>
            <p:cNvPr id="39" name="Image 10" descr="TEMP_Z_ORDER_20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6416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40" name="Text 10" descr="TEMP_Z_ORDER_21"/>
            <p:cNvSpPr/>
            <p:nvPr>
              <p:custDataLst>
                <p:tags r:id="rId38"/>
              </p:custDataLst>
            </p:nvPr>
          </p:nvSpPr>
          <p:spPr>
            <a:xfrm>
              <a:off x="406416" y="-520543"/>
              <a:ext cx="471392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</a:rPr>
                <a:t>03</a:t>
              </a:r>
              <a:endParaRPr lang="en-US" sz="2640"/>
            </a:p>
          </p:txBody>
        </p:sp>
        <p:pic>
          <p:nvPicPr>
            <p:cNvPr id="41" name="Image 11" descr="TEMP_Z_ORDER_22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360680" y="279400"/>
              <a:ext cx="1981200" cy="12344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42" name="Text 11" descr="TEMP_Z_ORDER_23"/>
            <p:cNvSpPr/>
            <p:nvPr>
              <p:custDataLst>
                <p:tags r:id="rId40"/>
              </p:custDataLst>
            </p:nvPr>
          </p:nvSpPr>
          <p:spPr>
            <a:xfrm>
              <a:off x="-223521" y="416560"/>
              <a:ext cx="1716024" cy="94715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1F2937"/>
                  </a:solidFill>
                </a:rPr>
                <a:t>记录发现的不符合项（问题描述+判定依据）</a:t>
              </a:r>
              <a:endParaRPr lang="en-US" sz="1680"/>
            </a:p>
          </p:txBody>
        </p:sp>
      </p:grpSp>
      <p:grpSp>
        <p:nvGrpSpPr>
          <p:cNvPr id="43" name="组合 42"/>
          <p:cNvGrpSpPr/>
          <p:nvPr>
            <p:custDataLst>
              <p:tags r:id="rId41"/>
            </p:custDataLst>
          </p:nvPr>
        </p:nvGrpSpPr>
        <p:grpSpPr>
          <a:xfrm>
            <a:off x="7086600" y="3383280"/>
            <a:ext cx="2255520" cy="2148840"/>
            <a:chOff x="-635000" y="-635000"/>
            <a:chExt cx="2255520" cy="2148840"/>
          </a:xfrm>
        </p:grpSpPr>
        <p:sp>
          <p:nvSpPr>
            <p:cNvPr id="44" name="Text 12" descr="TEMP_Z_ORDER_24"/>
            <p:cNvSpPr/>
            <p:nvPr>
              <p:custDataLst>
                <p:tags r:id="rId42"/>
              </p:custDataLst>
            </p:nvPr>
          </p:nvSpPr>
          <p:spPr>
            <a:xfrm>
              <a:off x="-635000" y="157480"/>
              <a:ext cx="283797" cy="5316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880">
                  <a:solidFill>
                    <a:srgbClr val="00234E">
                      <a:alpha val="60000"/>
                    </a:srgbClr>
                  </a:solidFill>
                </a:rPr>
                <a:t>▶</a:t>
              </a:r>
              <a:endParaRPr lang="en-US" sz="2880"/>
            </a:p>
          </p:txBody>
        </p:sp>
        <p:pic>
          <p:nvPicPr>
            <p:cNvPr id="45" name="Image 12" descr="TEMP_Z_ORDER_25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6416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46" name="Text 13" descr="TEMP_Z_ORDER_26"/>
            <p:cNvSpPr/>
            <p:nvPr>
              <p:custDataLst>
                <p:tags r:id="rId44"/>
              </p:custDataLst>
            </p:nvPr>
          </p:nvSpPr>
          <p:spPr>
            <a:xfrm>
              <a:off x="391176" y="-520543"/>
              <a:ext cx="471392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</a:rPr>
                <a:t>04</a:t>
              </a:r>
              <a:endParaRPr lang="en-US" sz="2640"/>
            </a:p>
          </p:txBody>
        </p:sp>
        <p:pic>
          <p:nvPicPr>
            <p:cNvPr id="47" name="Image 13" descr="TEMP_Z_ORDER_27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360680" y="279400"/>
              <a:ext cx="1981200" cy="12344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48" name="Text 14" descr="TEMP_Z_ORDER_28"/>
            <p:cNvSpPr/>
            <p:nvPr>
              <p:custDataLst>
                <p:tags r:id="rId46"/>
              </p:custDataLst>
            </p:nvPr>
          </p:nvSpPr>
          <p:spPr>
            <a:xfrm>
              <a:off x="-223520" y="416560"/>
              <a:ext cx="1716024" cy="62711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1F2937"/>
                  </a:solidFill>
                </a:rPr>
                <a:t>对每个不符合项进行初步风险描述</a:t>
              </a:r>
              <a:endParaRPr lang="en-US" sz="1680"/>
            </a:p>
          </p:txBody>
        </p:sp>
      </p:grpSp>
      <p:grpSp>
        <p:nvGrpSpPr>
          <p:cNvPr id="49" name="组合 48"/>
          <p:cNvGrpSpPr/>
          <p:nvPr>
            <p:custDataLst>
              <p:tags r:id="rId47"/>
            </p:custDataLst>
          </p:nvPr>
        </p:nvGrpSpPr>
        <p:grpSpPr>
          <a:xfrm>
            <a:off x="9326880" y="3535680"/>
            <a:ext cx="2270760" cy="1828800"/>
            <a:chOff x="-635000" y="-635000"/>
            <a:chExt cx="2270760" cy="1828800"/>
          </a:xfrm>
        </p:grpSpPr>
        <p:sp>
          <p:nvSpPr>
            <p:cNvPr id="50" name="Text 15" descr="TEMP_Z_ORDER_29"/>
            <p:cNvSpPr/>
            <p:nvPr>
              <p:custDataLst>
                <p:tags r:id="rId48"/>
              </p:custDataLst>
            </p:nvPr>
          </p:nvSpPr>
          <p:spPr>
            <a:xfrm>
              <a:off x="-635000" y="5080"/>
              <a:ext cx="283797" cy="5316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880">
                  <a:solidFill>
                    <a:srgbClr val="00234E">
                      <a:alpha val="60000"/>
                    </a:srgbClr>
                  </a:solidFill>
                </a:rPr>
                <a:t>▶</a:t>
              </a:r>
              <a:endParaRPr lang="en-US" sz="2880"/>
            </a:p>
          </p:txBody>
        </p:sp>
        <p:pic>
          <p:nvPicPr>
            <p:cNvPr id="51" name="Image 14" descr="TEMP_Z_ORDER_30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6416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52" name="Text 16" descr="TEMP_Z_ORDER_31"/>
            <p:cNvSpPr/>
            <p:nvPr>
              <p:custDataLst>
                <p:tags r:id="rId50"/>
              </p:custDataLst>
            </p:nvPr>
          </p:nvSpPr>
          <p:spPr>
            <a:xfrm>
              <a:off x="406416" y="-505304"/>
              <a:ext cx="471392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</a:rPr>
                <a:t>05</a:t>
              </a:r>
              <a:endParaRPr lang="en-US" sz="2640"/>
            </a:p>
          </p:txBody>
        </p:sp>
        <p:pic>
          <p:nvPicPr>
            <p:cNvPr id="53" name="Image 15" descr="TEMP_Z_ORDER_32"/>
            <p:cNvPicPr>
              <a:picLocks noChangeAspect="1"/>
            </p:cNvPicPr>
            <p:nvPr>
              <p:custDataLst>
                <p:tags r:id="rId51"/>
              </p:custDataLst>
            </p:nvPr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-345440" y="279400"/>
              <a:ext cx="1981200" cy="914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54" name="Text 17" descr="TEMP_Z_ORDER_33"/>
            <p:cNvSpPr/>
            <p:nvPr>
              <p:custDataLst>
                <p:tags r:id="rId52"/>
              </p:custDataLst>
            </p:nvPr>
          </p:nvSpPr>
          <p:spPr>
            <a:xfrm>
              <a:off x="-208280" y="416560"/>
              <a:ext cx="1716024" cy="62711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1F2937"/>
                  </a:solidFill>
                </a:rPr>
                <a:t>完成《安全物理环境测评记录表》</a:t>
              </a:r>
              <a:endParaRPr lang="en-US" sz="1680"/>
            </a:p>
          </p:txBody>
        </p:sp>
      </p:grpSp>
      <p:sp>
        <p:nvSpPr>
          <p:cNvPr id="36" name="Text 18"/>
          <p:cNvSpPr/>
          <p:nvPr>
            <p:custDataLst>
              <p:tags r:id="rId53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实践任务1——模拟机房物理安全核查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609600" y="1371600"/>
            <a:ext cx="1098194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92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场景说明：以下为模拟机房的“现状描述”，请依据GB/T 22239第三级要求进行核查</a:t>
            </a:r>
            <a:endParaRPr lang="en-US" sz="1920"/>
          </a:p>
        </p:txBody>
      </p:sp>
      <p:grpSp>
        <p:nvGrpSpPr>
          <p:cNvPr id="50" name="组合 49"/>
          <p:cNvGrpSpPr/>
          <p:nvPr>
            <p:custDataLst>
              <p:tags r:id="rId8"/>
            </p:custDataLst>
          </p:nvPr>
        </p:nvGrpSpPr>
        <p:grpSpPr>
          <a:xfrm>
            <a:off x="609600" y="1889760"/>
            <a:ext cx="5288280" cy="4358640"/>
            <a:chOff x="-635000" y="-635000"/>
            <a:chExt cx="5288280" cy="4358640"/>
          </a:xfrm>
        </p:grpSpPr>
        <p:pic>
          <p:nvPicPr>
            <p:cNvPr id="51" name="Image 3" descr="TEMP_Z_ORDER_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635000"/>
              <a:ext cx="5288280" cy="4358640"/>
            </a:xfrm>
            <a:prstGeom prst="rect">
              <a:avLst/>
            </a:prstGeom>
          </p:spPr>
        </p:pic>
        <p:pic>
          <p:nvPicPr>
            <p:cNvPr id="52" name="Image 4" descr="TEMP_Z_ORDER_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5288280" cy="640080"/>
            </a:xfrm>
            <a:prstGeom prst="rect">
              <a:avLst/>
            </a:prstGeom>
          </p:spPr>
        </p:pic>
        <p:pic>
          <p:nvPicPr>
            <p:cNvPr id="53" name="Image 5" descr="TEMP_Z_ORDER_6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391160" y="-467360"/>
              <a:ext cx="304800" cy="304800"/>
            </a:xfrm>
            <a:prstGeom prst="rect">
              <a:avLst/>
            </a:prstGeom>
          </p:spPr>
        </p:pic>
        <p:sp>
          <p:nvSpPr>
            <p:cNvPr id="54" name="Text 1" descr="TEMP_Z_ORDER_7"/>
            <p:cNvSpPr/>
            <p:nvPr>
              <p:custDataLst>
                <p:tags r:id="rId16"/>
              </p:custDataLst>
            </p:nvPr>
          </p:nvSpPr>
          <p:spPr>
            <a:xfrm>
              <a:off x="35560" y="-544110"/>
              <a:ext cx="3009535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场景A（正常项示例）</a:t>
              </a:r>
              <a:endParaRPr lang="en-US" sz="2400"/>
            </a:p>
          </p:txBody>
        </p:sp>
        <p:sp>
          <p:nvSpPr>
            <p:cNvPr id="55" name="Text 2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-391160" y="264160"/>
              <a:ext cx="214852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●</a:t>
              </a:r>
              <a:endParaRPr lang="en-US" sz="1920"/>
            </a:p>
          </p:txBody>
        </p:sp>
        <p:sp>
          <p:nvSpPr>
            <p:cNvPr id="56" name="Text 3" descr="TEMP_Z_ORDER_9"/>
            <p:cNvSpPr/>
            <p:nvPr>
              <p:custDataLst>
                <p:tags r:id="rId18"/>
              </p:custDataLst>
            </p:nvPr>
          </p:nvSpPr>
          <p:spPr>
            <a:xfrm>
              <a:off x="-25400" y="233680"/>
              <a:ext cx="4443984" cy="62265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机房位于办公楼2层，框架结构，具备防震风雨能力。</a:t>
              </a:r>
              <a:endParaRPr lang="en-US" sz="1800"/>
            </a:p>
          </p:txBody>
        </p:sp>
        <p:sp>
          <p:nvSpPr>
            <p:cNvPr id="57" name="Text 4" descr="TEMP_Z_ORDER_10"/>
            <p:cNvSpPr/>
            <p:nvPr>
              <p:custDataLst>
                <p:tags r:id="rId19"/>
              </p:custDataLst>
            </p:nvPr>
          </p:nvSpPr>
          <p:spPr>
            <a:xfrm>
              <a:off x="-391160" y="995680"/>
              <a:ext cx="214852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●</a:t>
              </a:r>
              <a:endParaRPr lang="en-US" sz="1920"/>
            </a:p>
          </p:txBody>
        </p:sp>
        <p:sp>
          <p:nvSpPr>
            <p:cNvPr id="58" name="Text 5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-25400" y="1062990"/>
              <a:ext cx="4443984" cy="30713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配备人脸识别门禁，出入记录保存6个月。</a:t>
              </a:r>
              <a:endParaRPr lang="en-US" sz="1800"/>
            </a:p>
          </p:txBody>
        </p:sp>
        <p:sp>
          <p:nvSpPr>
            <p:cNvPr id="59" name="Text 6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-391160" y="1727200"/>
              <a:ext cx="214852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●</a:t>
              </a:r>
              <a:endParaRPr lang="en-US" sz="1920"/>
            </a:p>
          </p:txBody>
        </p:sp>
        <p:sp>
          <p:nvSpPr>
            <p:cNvPr id="60" name="Text 7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-25400" y="1696720"/>
              <a:ext cx="4443984" cy="62265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设备固定贴标签；线缆铺于防静电地板下线槽内。</a:t>
              </a:r>
              <a:endParaRPr lang="en-US" sz="1800"/>
            </a:p>
          </p:txBody>
        </p:sp>
        <p:sp>
          <p:nvSpPr>
            <p:cNvPr id="61" name="Text 8" descr="TEMP_Z_ORDER_14"/>
            <p:cNvSpPr/>
            <p:nvPr>
              <p:custDataLst>
                <p:tags r:id="rId23"/>
              </p:custDataLst>
            </p:nvPr>
          </p:nvSpPr>
          <p:spPr>
            <a:xfrm>
              <a:off x="-391160" y="2458720"/>
              <a:ext cx="214852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●</a:t>
              </a:r>
              <a:endParaRPr lang="en-US" sz="1920"/>
            </a:p>
          </p:txBody>
        </p:sp>
        <p:sp>
          <p:nvSpPr>
            <p:cNvPr id="62" name="Text 9" descr="TEMP_Z_ORDER_15"/>
            <p:cNvSpPr/>
            <p:nvPr>
              <p:custDataLst>
                <p:tags r:id="rId24"/>
              </p:custDataLst>
            </p:nvPr>
          </p:nvSpPr>
          <p:spPr>
            <a:xfrm>
              <a:off x="-25400" y="2504440"/>
              <a:ext cx="3925062" cy="240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配气体灭火系统，消防报警主机正常。</a:t>
              </a:r>
              <a:endParaRPr lang="en-US" sz="1800"/>
            </a:p>
          </p:txBody>
        </p:sp>
        <p:sp>
          <p:nvSpPr>
            <p:cNvPr id="63" name="Text 10" descr="TEMP_Z_ORDER_16"/>
            <p:cNvSpPr/>
            <p:nvPr>
              <p:custDataLst>
                <p:tags r:id="rId25"/>
              </p:custDataLst>
            </p:nvPr>
          </p:nvSpPr>
          <p:spPr>
            <a:xfrm>
              <a:off x="-391160" y="2900680"/>
              <a:ext cx="214852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●</a:t>
              </a:r>
              <a:endParaRPr lang="en-US" sz="1920"/>
            </a:p>
          </p:txBody>
        </p:sp>
        <p:sp>
          <p:nvSpPr>
            <p:cNvPr id="64" name="Text 11" descr="TEMP_Z_ORDER_17"/>
            <p:cNvSpPr/>
            <p:nvPr>
              <p:custDataLst>
                <p:tags r:id="rId26"/>
              </p:custDataLst>
            </p:nvPr>
          </p:nvSpPr>
          <p:spPr>
            <a:xfrm>
              <a:off x="-25400" y="2870200"/>
              <a:ext cx="4443984" cy="62265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温度23.5℃，相对湿度45%，空调自动运行。</a:t>
              </a:r>
              <a:endParaRPr lang="en-US" sz="1800"/>
            </a:p>
          </p:txBody>
        </p:sp>
      </p:grpSp>
      <p:grpSp>
        <p:nvGrpSpPr>
          <p:cNvPr id="35" name="组合 34"/>
          <p:cNvGrpSpPr/>
          <p:nvPr>
            <p:custDataLst>
              <p:tags r:id="rId27"/>
            </p:custDataLst>
          </p:nvPr>
        </p:nvGrpSpPr>
        <p:grpSpPr>
          <a:xfrm>
            <a:off x="6263640" y="1889760"/>
            <a:ext cx="5318760" cy="4358640"/>
            <a:chOff x="-635000" y="-635000"/>
            <a:chExt cx="5318760" cy="4358640"/>
          </a:xfrm>
        </p:grpSpPr>
        <p:pic>
          <p:nvPicPr>
            <p:cNvPr id="36" name="Image 6" descr="TEMP_Z_ORDER_18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5318760" cy="4358640"/>
            </a:xfrm>
            <a:prstGeom prst="rect">
              <a:avLst/>
            </a:prstGeom>
          </p:spPr>
        </p:pic>
        <p:pic>
          <p:nvPicPr>
            <p:cNvPr id="37" name="Image 7" descr="TEMP_Z_ORDER_19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/>
            <a:stretch>
              <a:fillRect/>
            </a:stretch>
          </p:blipFill>
          <p:spPr>
            <a:xfrm>
              <a:off x="-619760" y="-619760"/>
              <a:ext cx="5288280" cy="640080"/>
            </a:xfrm>
            <a:prstGeom prst="rect">
              <a:avLst/>
            </a:prstGeom>
          </p:spPr>
        </p:pic>
        <p:pic>
          <p:nvPicPr>
            <p:cNvPr id="38" name="Image 8" descr="TEMP_Z_ORDER_20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375920" y="-452120"/>
              <a:ext cx="304800" cy="304800"/>
            </a:xfrm>
            <a:prstGeom prst="rect">
              <a:avLst/>
            </a:prstGeom>
          </p:spPr>
        </p:pic>
        <p:sp>
          <p:nvSpPr>
            <p:cNvPr id="39" name="Text 12" descr="TEMP_Z_ORDER_21"/>
            <p:cNvSpPr/>
            <p:nvPr>
              <p:custDataLst>
                <p:tags r:id="rId36"/>
              </p:custDataLst>
            </p:nvPr>
          </p:nvSpPr>
          <p:spPr>
            <a:xfrm>
              <a:off x="50801" y="-528871"/>
              <a:ext cx="3004725" cy="4430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场景B（隐患项示例）</a:t>
              </a:r>
              <a:endParaRPr lang="en-US" sz="2400"/>
            </a:p>
          </p:txBody>
        </p:sp>
        <p:sp>
          <p:nvSpPr>
            <p:cNvPr id="40" name="Text 13" descr="TEMP_Z_ORDER_22"/>
            <p:cNvSpPr/>
            <p:nvPr>
              <p:custDataLst>
                <p:tags r:id="rId37"/>
              </p:custDataLst>
            </p:nvPr>
          </p:nvSpPr>
          <p:spPr>
            <a:xfrm>
              <a:off x="-375920" y="279400"/>
              <a:ext cx="232489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E6394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■</a:t>
              </a:r>
              <a:endParaRPr lang="en-US" sz="1920"/>
            </a:p>
          </p:txBody>
        </p:sp>
        <p:sp>
          <p:nvSpPr>
            <p:cNvPr id="41" name="Text 14" descr="TEMP_Z_ORDER_23"/>
            <p:cNvSpPr/>
            <p:nvPr>
              <p:custDataLst>
                <p:tags r:id="rId38"/>
              </p:custDataLst>
            </p:nvPr>
          </p:nvSpPr>
          <p:spPr>
            <a:xfrm>
              <a:off x="-10159" y="248920"/>
              <a:ext cx="4443984" cy="30713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纸箱杂物堆放在机柜旁，距设备约0.5米。</a:t>
              </a:r>
              <a:endParaRPr lang="en-US" sz="1800"/>
            </a:p>
          </p:txBody>
        </p:sp>
        <p:sp>
          <p:nvSpPr>
            <p:cNvPr id="42" name="Text 15" descr="TEMP_Z_ORDER_24"/>
            <p:cNvSpPr/>
            <p:nvPr>
              <p:custDataLst>
                <p:tags r:id="rId39"/>
              </p:custDataLst>
            </p:nvPr>
          </p:nvSpPr>
          <p:spPr>
            <a:xfrm>
              <a:off x="-375920" y="1071880"/>
              <a:ext cx="232489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E6394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■</a:t>
              </a:r>
              <a:endParaRPr lang="en-US" sz="1920"/>
            </a:p>
          </p:txBody>
        </p:sp>
        <p:sp>
          <p:nvSpPr>
            <p:cNvPr id="43" name="Text 16" descr="TEMP_Z_ORDER_25"/>
            <p:cNvSpPr/>
            <p:nvPr>
              <p:custDataLst>
                <p:tags r:id="rId40"/>
              </p:custDataLst>
            </p:nvPr>
          </p:nvSpPr>
          <p:spPr>
            <a:xfrm>
              <a:off x="-10159" y="1041400"/>
              <a:ext cx="3379915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灭火器压力不足，已过期8个月。</a:t>
              </a:r>
              <a:endParaRPr lang="en-US" sz="1800"/>
            </a:p>
          </p:txBody>
        </p:sp>
        <p:sp>
          <p:nvSpPr>
            <p:cNvPr id="44" name="Text 17" descr="TEMP_Z_ORDER_26"/>
            <p:cNvSpPr/>
            <p:nvPr>
              <p:custDataLst>
                <p:tags r:id="rId41"/>
              </p:custDataLst>
            </p:nvPr>
          </p:nvSpPr>
          <p:spPr>
            <a:xfrm>
              <a:off x="-375920" y="1559560"/>
              <a:ext cx="232489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E6394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■</a:t>
              </a:r>
              <a:endParaRPr lang="en-US" sz="1920"/>
            </a:p>
          </p:txBody>
        </p:sp>
        <p:sp>
          <p:nvSpPr>
            <p:cNvPr id="45" name="Text 18" descr="TEMP_Z_ORDER_27"/>
            <p:cNvSpPr/>
            <p:nvPr>
              <p:custDataLst>
                <p:tags r:id="rId42"/>
              </p:custDataLst>
            </p:nvPr>
          </p:nvSpPr>
          <p:spPr>
            <a:xfrm>
              <a:off x="-10159" y="1529080"/>
              <a:ext cx="3925062" cy="2401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防静电地板一处破损，露出下方线缆。</a:t>
              </a:r>
              <a:endParaRPr lang="en-US" sz="1800"/>
            </a:p>
          </p:txBody>
        </p:sp>
        <p:sp>
          <p:nvSpPr>
            <p:cNvPr id="46" name="Text 19" descr="TEMP_Z_ORDER_28"/>
            <p:cNvSpPr/>
            <p:nvPr>
              <p:custDataLst>
                <p:tags r:id="rId43"/>
              </p:custDataLst>
            </p:nvPr>
          </p:nvSpPr>
          <p:spPr>
            <a:xfrm>
              <a:off x="-375920" y="2047240"/>
              <a:ext cx="232489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E6394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■</a:t>
              </a:r>
              <a:endParaRPr lang="en-US" sz="1920"/>
            </a:p>
          </p:txBody>
        </p:sp>
        <p:sp>
          <p:nvSpPr>
            <p:cNvPr id="47" name="Text 20" descr="TEMP_Z_ORDER_29"/>
            <p:cNvSpPr/>
            <p:nvPr>
              <p:custDataLst>
                <p:tags r:id="rId44"/>
              </p:custDataLst>
            </p:nvPr>
          </p:nvSpPr>
          <p:spPr>
            <a:xfrm>
              <a:off x="-10159" y="2016760"/>
              <a:ext cx="3703796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门禁系统有“未识别人员”异常记录。</a:t>
              </a:r>
              <a:endParaRPr lang="en-US" sz="1800"/>
            </a:p>
          </p:txBody>
        </p:sp>
        <p:sp>
          <p:nvSpPr>
            <p:cNvPr id="48" name="Text 21" descr="TEMP_Z_ORDER_30"/>
            <p:cNvSpPr/>
            <p:nvPr>
              <p:custDataLst>
                <p:tags r:id="rId45"/>
              </p:custDataLst>
            </p:nvPr>
          </p:nvSpPr>
          <p:spPr>
            <a:xfrm>
              <a:off x="-375920" y="2534920"/>
              <a:ext cx="232489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E6394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■</a:t>
              </a:r>
              <a:endParaRPr lang="en-US" sz="1920"/>
            </a:p>
          </p:txBody>
        </p:sp>
        <p:sp>
          <p:nvSpPr>
            <p:cNvPr id="49" name="Text 22" descr="TEMP_Z_ORDER_31"/>
            <p:cNvSpPr/>
            <p:nvPr>
              <p:custDataLst>
                <p:tags r:id="rId46"/>
              </p:custDataLst>
            </p:nvPr>
          </p:nvSpPr>
          <p:spPr>
            <a:xfrm>
              <a:off x="-10159" y="2504440"/>
              <a:ext cx="3371898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UPS电池更换超期（已超4年）。</a:t>
              </a:r>
              <a:endParaRPr lang="en-US" sz="1800"/>
            </a:p>
          </p:txBody>
        </p:sp>
      </p:grpSp>
      <p:sp>
        <p:nvSpPr>
          <p:cNvPr id="34" name="Text 23"/>
          <p:cNvSpPr/>
          <p:nvPr>
            <p:custDataLst>
              <p:tags r:id="rId47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模拟机房场景描述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1" animBg="1"/>
      <p:bldP spid="5" grpId="2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69" name="组合 68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548384" cy="502920"/>
            <a:chOff x="-635000" y="-635000"/>
            <a:chExt cx="1548384" cy="502920"/>
          </a:xfrm>
        </p:grpSpPr>
        <p:pic>
          <p:nvPicPr>
            <p:cNvPr id="70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60960" cy="335280"/>
            </a:xfrm>
            <a:prstGeom prst="rect">
              <a:avLst/>
            </a:prstGeom>
          </p:spPr>
        </p:pic>
        <p:sp>
          <p:nvSpPr>
            <p:cNvPr id="71" name="Text 0" descr="TEMP_Z_ORDER_4"/>
            <p:cNvSpPr/>
            <p:nvPr>
              <p:custDataLst>
                <p:tags r:id="rId11"/>
              </p:custDataLst>
            </p:nvPr>
          </p:nvSpPr>
          <p:spPr>
            <a:xfrm>
              <a:off x="-452120" y="-635000"/>
              <a:ext cx="1353249" cy="35225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填写规范</a:t>
              </a:r>
              <a:endParaRPr lang="en-US" sz="2640"/>
            </a:p>
          </p:txBody>
        </p:sp>
      </p:grpSp>
      <p:grpSp>
        <p:nvGrpSpPr>
          <p:cNvPr id="37" name="组合 36"/>
          <p:cNvGrpSpPr/>
          <p:nvPr>
            <p:custDataLst>
              <p:tags r:id="rId12"/>
            </p:custDataLst>
          </p:nvPr>
        </p:nvGrpSpPr>
        <p:grpSpPr>
          <a:xfrm>
            <a:off x="609600" y="2118360"/>
            <a:ext cx="6370320" cy="3520440"/>
            <a:chOff x="-635000" y="-635000"/>
            <a:chExt cx="6370320" cy="3520440"/>
          </a:xfrm>
        </p:grpSpPr>
        <p:pic>
          <p:nvPicPr>
            <p:cNvPr id="38" name="Image 4" descr="TEMP_Z_ORDER_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635000" y="-635000"/>
              <a:ext cx="6370320" cy="3520440"/>
            </a:xfrm>
            <a:prstGeom prst="rect">
              <a:avLst/>
            </a:prstGeom>
          </p:spPr>
        </p:pic>
        <p:pic>
          <p:nvPicPr>
            <p:cNvPr id="39" name="Image 5" descr="TEMP_Z_ORDER_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330200" y="-330200"/>
              <a:ext cx="304800" cy="304800"/>
            </a:xfrm>
            <a:prstGeom prst="rect">
              <a:avLst/>
            </a:prstGeom>
          </p:spPr>
        </p:pic>
        <p:sp>
          <p:nvSpPr>
            <p:cNvPr id="40" name="Text 1" descr="TEMP_Z_ORDER_7"/>
            <p:cNvSpPr/>
            <p:nvPr>
              <p:custDataLst>
                <p:tags r:id="rId18"/>
              </p:custDataLst>
            </p:nvPr>
          </p:nvSpPr>
          <p:spPr>
            <a:xfrm>
              <a:off x="-240966" y="-348112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1</a:t>
              </a:r>
              <a:endParaRPr lang="en-US" sz="1680"/>
            </a:p>
          </p:txBody>
        </p:sp>
        <p:sp>
          <p:nvSpPr>
            <p:cNvPr id="41" name="Text 2" descr="TEMP_Z_ORDER_8"/>
            <p:cNvSpPr/>
            <p:nvPr>
              <p:custDataLst>
                <p:tags r:id="rId19"/>
              </p:custDataLst>
            </p:nvPr>
          </p:nvSpPr>
          <p:spPr>
            <a:xfrm>
              <a:off x="96520" y="-391160"/>
              <a:ext cx="249645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测评结果判定标准：</a:t>
              </a:r>
              <a:endParaRPr lang="en-US" sz="2160"/>
            </a:p>
          </p:txBody>
        </p:sp>
        <p:pic>
          <p:nvPicPr>
            <p:cNvPr id="42" name="Image 6" descr="TEMP_Z_ORDER_9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alphaModFix amt="60000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6520" y="294640"/>
              <a:ext cx="91440" cy="91440"/>
            </a:xfrm>
            <a:prstGeom prst="rect">
              <a:avLst/>
            </a:prstGeom>
          </p:spPr>
        </p:pic>
        <p:sp>
          <p:nvSpPr>
            <p:cNvPr id="43" name="Text 3" descr="TEMP_Z_ORDER_10"/>
            <p:cNvSpPr/>
            <p:nvPr>
              <p:custDataLst>
                <p:tags r:id="rId23"/>
              </p:custDataLst>
            </p:nvPr>
          </p:nvSpPr>
          <p:spPr>
            <a:xfrm>
              <a:off x="264160" y="45403"/>
              <a:ext cx="2386584" cy="58991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符合：完全满足标准要求</a:t>
              </a:r>
              <a:endParaRPr lang="en-US" sz="1920"/>
            </a:p>
          </p:txBody>
        </p:sp>
        <p:pic>
          <p:nvPicPr>
            <p:cNvPr id="44" name="Image 7" descr="TEMP_Z_ORDER_1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alphaModFix amt="60000"/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885440" y="294640"/>
              <a:ext cx="76200" cy="91440"/>
            </a:xfrm>
            <a:prstGeom prst="rect">
              <a:avLst/>
            </a:prstGeom>
          </p:spPr>
        </p:pic>
        <p:sp>
          <p:nvSpPr>
            <p:cNvPr id="45" name="Text 4" descr="TEMP_Z_ORDER_12"/>
            <p:cNvSpPr/>
            <p:nvPr>
              <p:custDataLst>
                <p:tags r:id="rId27"/>
              </p:custDataLst>
            </p:nvPr>
          </p:nvSpPr>
          <p:spPr>
            <a:xfrm>
              <a:off x="3037840" y="45403"/>
              <a:ext cx="2401824" cy="58991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部分符合：基本满足但有差距</a:t>
              </a:r>
              <a:endParaRPr lang="en-US" sz="1920"/>
            </a:p>
          </p:txBody>
        </p:sp>
        <p:pic>
          <p:nvPicPr>
            <p:cNvPr id="46" name="Image 8" descr="TEMP_Z_ORDER_13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5">
              <a:alphaModFix amt="60000"/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6520" y="919480"/>
              <a:ext cx="76200" cy="91440"/>
            </a:xfrm>
            <a:prstGeom prst="rect">
              <a:avLst/>
            </a:prstGeom>
          </p:spPr>
        </p:pic>
        <p:sp>
          <p:nvSpPr>
            <p:cNvPr id="47" name="Text 5" descr="TEMP_Z_ORDER_14"/>
            <p:cNvSpPr/>
            <p:nvPr>
              <p:custDataLst>
                <p:tags r:id="rId29"/>
              </p:custDataLst>
            </p:nvPr>
          </p:nvSpPr>
          <p:spPr>
            <a:xfrm>
              <a:off x="248920" y="670243"/>
              <a:ext cx="2401824" cy="58991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不符合：完全不满足或差距较大</a:t>
              </a:r>
              <a:endParaRPr lang="en-US" sz="1920"/>
            </a:p>
          </p:txBody>
        </p:sp>
        <p:pic>
          <p:nvPicPr>
            <p:cNvPr id="48" name="Image 9" descr="TEMP_Z_ORDER_15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21">
              <a:alphaModFix amt="60000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2885440" y="919480"/>
              <a:ext cx="91440" cy="91440"/>
            </a:xfrm>
            <a:prstGeom prst="rect">
              <a:avLst/>
            </a:prstGeom>
          </p:spPr>
        </p:pic>
        <p:sp>
          <p:nvSpPr>
            <p:cNvPr id="49" name="Text 6" descr="TEMP_Z_ORDER_16"/>
            <p:cNvSpPr/>
            <p:nvPr>
              <p:custDataLst>
                <p:tags r:id="rId31"/>
              </p:custDataLst>
            </p:nvPr>
          </p:nvSpPr>
          <p:spPr>
            <a:xfrm>
              <a:off x="3053080" y="670243"/>
              <a:ext cx="2386584" cy="58991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不适用：系统不涉及该项</a:t>
              </a:r>
              <a:endParaRPr lang="en-US" sz="1920"/>
            </a:p>
          </p:txBody>
        </p:sp>
        <p:pic>
          <p:nvPicPr>
            <p:cNvPr id="50" name="Image 10" descr="TEMP_Z_ORDER_17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330200" y="1544320"/>
              <a:ext cx="304800" cy="304800"/>
            </a:xfrm>
            <a:prstGeom prst="rect">
              <a:avLst/>
            </a:prstGeom>
          </p:spPr>
        </p:pic>
        <p:sp>
          <p:nvSpPr>
            <p:cNvPr id="51" name="Text 7" descr="TEMP_Z_ORDER_18"/>
            <p:cNvSpPr/>
            <p:nvPr>
              <p:custDataLst>
                <p:tags r:id="rId33"/>
              </p:custDataLst>
            </p:nvPr>
          </p:nvSpPr>
          <p:spPr>
            <a:xfrm>
              <a:off x="-240966" y="1541648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</a:t>
              </a:r>
              <a:endParaRPr lang="en-US" sz="1680"/>
            </a:p>
          </p:txBody>
        </p:sp>
        <p:sp>
          <p:nvSpPr>
            <p:cNvPr id="52" name="Text 8" descr="TEMP_Z_ORDER_19"/>
            <p:cNvSpPr/>
            <p:nvPr>
              <p:custDataLst>
                <p:tags r:id="rId34"/>
              </p:custDataLst>
            </p:nvPr>
          </p:nvSpPr>
          <p:spPr>
            <a:xfrm>
              <a:off x="96520" y="1513840"/>
              <a:ext cx="2963037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问题描述必须具体、可复核</a:t>
              </a:r>
              <a:endParaRPr lang="en-US" sz="1920"/>
            </a:p>
          </p:txBody>
        </p:sp>
        <p:pic>
          <p:nvPicPr>
            <p:cNvPr id="53" name="Image 11" descr="TEMP_Z_ORDER_20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330200" y="1955800"/>
              <a:ext cx="304800" cy="304800"/>
            </a:xfrm>
            <a:prstGeom prst="rect">
              <a:avLst/>
            </a:prstGeom>
          </p:spPr>
        </p:pic>
        <p:sp>
          <p:nvSpPr>
            <p:cNvPr id="54" name="Text 9" descr="TEMP_Z_ORDER_21"/>
            <p:cNvSpPr/>
            <p:nvPr>
              <p:custDataLst>
                <p:tags r:id="rId36"/>
              </p:custDataLst>
            </p:nvPr>
          </p:nvSpPr>
          <p:spPr>
            <a:xfrm>
              <a:off x="-240966" y="1953128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3</a:t>
              </a:r>
              <a:endParaRPr lang="en-US" sz="1680"/>
            </a:p>
          </p:txBody>
        </p:sp>
        <p:sp>
          <p:nvSpPr>
            <p:cNvPr id="55" name="Text 10" descr="TEMP_Z_ORDER_22"/>
            <p:cNvSpPr/>
            <p:nvPr>
              <p:custDataLst>
                <p:tags r:id="rId37"/>
              </p:custDataLst>
            </p:nvPr>
          </p:nvSpPr>
          <p:spPr>
            <a:xfrm>
              <a:off x="96520" y="1925320"/>
              <a:ext cx="3456877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判定依据必须标注标准条款编号</a:t>
              </a:r>
              <a:endParaRPr lang="en-US" sz="1920"/>
            </a:p>
          </p:txBody>
        </p:sp>
        <p:pic>
          <p:nvPicPr>
            <p:cNvPr id="56" name="Image 12" descr="TEMP_Z_ORDER_23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330200" y="2382520"/>
              <a:ext cx="304800" cy="304800"/>
            </a:xfrm>
            <a:prstGeom prst="rect">
              <a:avLst/>
            </a:prstGeom>
          </p:spPr>
        </p:pic>
        <p:sp>
          <p:nvSpPr>
            <p:cNvPr id="57" name="Text 11" descr="TEMP_Z_ORDER_24"/>
            <p:cNvSpPr/>
            <p:nvPr>
              <p:custDataLst>
                <p:tags r:id="rId39"/>
              </p:custDataLst>
            </p:nvPr>
          </p:nvSpPr>
          <p:spPr>
            <a:xfrm>
              <a:off x="-240966" y="2364609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4</a:t>
              </a:r>
              <a:endParaRPr lang="en-US" sz="1680"/>
            </a:p>
          </p:txBody>
        </p:sp>
        <p:sp>
          <p:nvSpPr>
            <p:cNvPr id="58" name="Text 12" descr="TEMP_Z_ORDER_25"/>
            <p:cNvSpPr/>
            <p:nvPr>
              <p:custDataLst>
                <p:tags r:id="rId40"/>
              </p:custDataLst>
            </p:nvPr>
          </p:nvSpPr>
          <p:spPr>
            <a:xfrm>
              <a:off x="96520" y="2352040"/>
              <a:ext cx="3456877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风险描述需说明可能造成的后果</a:t>
              </a:r>
              <a:endParaRPr lang="en-US" sz="1920"/>
            </a:p>
          </p:txBody>
        </p:sp>
      </p:grpSp>
      <p:grpSp>
        <p:nvGrpSpPr>
          <p:cNvPr id="59" name="组合 58"/>
          <p:cNvGrpSpPr/>
          <p:nvPr>
            <p:custDataLst>
              <p:tags r:id="rId41"/>
            </p:custDataLst>
          </p:nvPr>
        </p:nvGrpSpPr>
        <p:grpSpPr>
          <a:xfrm>
            <a:off x="7345680" y="1371600"/>
            <a:ext cx="2721864" cy="457200"/>
            <a:chOff x="-635000" y="-635000"/>
            <a:chExt cx="2721864" cy="457200"/>
          </a:xfrm>
        </p:grpSpPr>
        <p:pic>
          <p:nvPicPr>
            <p:cNvPr id="60" name="Image 13" descr="TEMP_Z_ORDER_26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60960" cy="335280"/>
            </a:xfrm>
            <a:prstGeom prst="rect">
              <a:avLst/>
            </a:prstGeom>
          </p:spPr>
        </p:pic>
        <p:sp>
          <p:nvSpPr>
            <p:cNvPr id="61" name="Text 13" descr="TEMP_Z_ORDER_27"/>
            <p:cNvSpPr/>
            <p:nvPr>
              <p:custDataLst>
                <p:tags r:id="rId43"/>
              </p:custDataLst>
            </p:nvPr>
          </p:nvSpPr>
          <p:spPr>
            <a:xfrm>
              <a:off x="-452120" y="-635000"/>
              <a:ext cx="2445147" cy="32032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好记录 vs 差记录</a:t>
              </a:r>
              <a:endParaRPr lang="en-US" sz="2400"/>
            </a:p>
          </p:txBody>
        </p:sp>
      </p:grpSp>
      <p:grpSp>
        <p:nvGrpSpPr>
          <p:cNvPr id="62" name="组合 61"/>
          <p:cNvGrpSpPr/>
          <p:nvPr>
            <p:custDataLst>
              <p:tags r:id="rId44"/>
            </p:custDataLst>
          </p:nvPr>
        </p:nvGrpSpPr>
        <p:grpSpPr>
          <a:xfrm>
            <a:off x="7345680" y="2118360"/>
            <a:ext cx="4251960" cy="3520440"/>
            <a:chOff x="-635000" y="-635000"/>
            <a:chExt cx="4251960" cy="3520440"/>
          </a:xfrm>
        </p:grpSpPr>
        <p:pic>
          <p:nvPicPr>
            <p:cNvPr id="63" name="Image 14" descr="TEMP_Z_ORDER_28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46"/>
            <a:stretch>
              <a:fillRect/>
            </a:stretch>
          </p:blipFill>
          <p:spPr>
            <a:xfrm>
              <a:off x="-635000" y="-635000"/>
              <a:ext cx="4251960" cy="1447800"/>
            </a:xfrm>
            <a:prstGeom prst="rect">
              <a:avLst/>
            </a:prstGeom>
          </p:spPr>
        </p:pic>
        <p:sp>
          <p:nvSpPr>
            <p:cNvPr id="64" name="Text 14" descr="TEMP_Z_ORDER_29"/>
            <p:cNvSpPr/>
            <p:nvPr>
              <p:custDataLst>
                <p:tags r:id="rId47"/>
              </p:custDataLst>
            </p:nvPr>
          </p:nvSpPr>
          <p:spPr>
            <a:xfrm>
              <a:off x="-375921" y="-375920"/>
              <a:ext cx="1289113" cy="39600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EF4444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❌ 差记录：</a:t>
              </a:r>
              <a:endParaRPr lang="en-US" sz="2160"/>
            </a:p>
          </p:txBody>
        </p:sp>
        <p:sp>
          <p:nvSpPr>
            <p:cNvPr id="65" name="Text 15" descr="TEMP_Z_ORDER_30"/>
            <p:cNvSpPr/>
            <p:nvPr>
              <p:custDataLst>
                <p:tags r:id="rId48"/>
              </p:custDataLst>
            </p:nvPr>
          </p:nvSpPr>
          <p:spPr>
            <a:xfrm>
              <a:off x="-375921" y="157480"/>
              <a:ext cx="1625822" cy="24024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180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“防火有问题。”</a:t>
              </a:r>
              <a:endParaRPr lang="en-US" sz="1800"/>
            </a:p>
          </p:txBody>
        </p:sp>
        <p:pic>
          <p:nvPicPr>
            <p:cNvPr id="66" name="Image 15" descr="TEMP_Z_ORDER_31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50"/>
            <a:stretch>
              <a:fillRect/>
            </a:stretch>
          </p:blipFill>
          <p:spPr>
            <a:xfrm>
              <a:off x="-635000" y="995680"/>
              <a:ext cx="4251960" cy="1889760"/>
            </a:xfrm>
            <a:prstGeom prst="rect">
              <a:avLst/>
            </a:prstGeom>
          </p:spPr>
        </p:pic>
        <p:sp>
          <p:nvSpPr>
            <p:cNvPr id="67" name="Text 16" descr="TEMP_Z_ORDER_32"/>
            <p:cNvSpPr/>
            <p:nvPr>
              <p:custDataLst>
                <p:tags r:id="rId51"/>
              </p:custDataLst>
            </p:nvPr>
          </p:nvSpPr>
          <p:spPr>
            <a:xfrm>
              <a:off x="-375921" y="1148080"/>
              <a:ext cx="1289113" cy="39600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✅ 好记录：</a:t>
              </a:r>
              <a:endParaRPr lang="en-US" sz="2160"/>
            </a:p>
          </p:txBody>
        </p:sp>
        <p:sp>
          <p:nvSpPr>
            <p:cNvPr id="68" name="Text 17" descr="TEMP_Z_ORDER_33"/>
            <p:cNvSpPr/>
            <p:nvPr>
              <p:custDataLst>
                <p:tags r:id="rId52"/>
              </p:custDataLst>
            </p:nvPr>
          </p:nvSpPr>
          <p:spPr>
            <a:xfrm>
              <a:off x="-574040" y="1559560"/>
              <a:ext cx="4086860" cy="116903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4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“机房内发现纸箱杂物堆放在机柜旁，距设备约0.5米，存在火灾隐患。不符合GB/T 22239-2019第三级‘安全物理环境’之‘防火’要求（8.1.1.5），可能加速火势蔓延，威胁设备安全。”</a:t>
              </a:r>
              <a:endParaRPr lang="en-US" sz="14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sp>
        <p:nvSpPr>
          <p:cNvPr id="36" name="Text 18"/>
          <p:cNvSpPr/>
          <p:nvPr>
            <p:custDataLst>
              <p:tags r:id="rId53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《安全物理环境测评记录表》填写要求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350"/>
                            </p:stCondLst>
                            <p:childTnLst>
                              <p:par>
                                <p:cTn id="12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99"/>
                            </p:stCondLst>
                            <p:childTnLst>
                              <p:par>
                                <p:cTn id="19" presetID="3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849"/>
                            </p:stCondLst>
                            <p:childTnLst>
                              <p:par>
                                <p:cTn id="26" presetID="3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99"/>
                            </p:stCondLst>
                            <p:childTnLst>
                              <p:par>
                                <p:cTn id="33" presetID="3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3550920" cy="4267200"/>
            <a:chOff x="-635000" y="-635000"/>
            <a:chExt cx="3550920" cy="4267200"/>
          </a:xfrm>
        </p:grpSpPr>
        <p:pic>
          <p:nvPicPr>
            <p:cNvPr id="38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3550920" cy="4267200"/>
            </a:xfrm>
            <a:prstGeom prst="rect">
              <a:avLst/>
            </a:prstGeom>
          </p:spPr>
        </p:pic>
        <p:sp>
          <p:nvSpPr>
            <p:cNvPr id="39" name="Text 0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-254000" y="828040"/>
              <a:ext cx="2798064" cy="13176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优秀记录示例：展示1-2份高质量记录作为范例</a:t>
              </a:r>
              <a:endParaRPr lang="en-US" sz="2160"/>
            </a:p>
          </p:txBody>
        </p:sp>
      </p:grpSp>
      <p:grpSp>
        <p:nvGrpSpPr>
          <p:cNvPr id="22" name="组合 21"/>
          <p:cNvGrpSpPr/>
          <p:nvPr>
            <p:custDataLst>
              <p:tags r:id="rId11"/>
            </p:custDataLst>
          </p:nvPr>
        </p:nvGrpSpPr>
        <p:grpSpPr>
          <a:xfrm>
            <a:off x="4526280" y="1371600"/>
            <a:ext cx="7071360" cy="4267200"/>
            <a:chOff x="-635000" y="-635000"/>
            <a:chExt cx="7071360" cy="4267200"/>
          </a:xfrm>
        </p:grpSpPr>
        <p:pic>
          <p:nvPicPr>
            <p:cNvPr id="23" name="Image 4" descr="TEMP_Z_ORDER_5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-635000" y="-635000"/>
              <a:ext cx="7071360" cy="4267200"/>
            </a:xfrm>
            <a:prstGeom prst="rect">
              <a:avLst/>
            </a:prstGeom>
          </p:spPr>
        </p:pic>
        <p:sp>
          <p:nvSpPr>
            <p:cNvPr id="24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254001" y="-254000"/>
              <a:ext cx="1941687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常见问题汇总：</a:t>
              </a:r>
              <a:endParaRPr lang="en-US" sz="2160"/>
            </a:p>
          </p:txBody>
        </p:sp>
        <p:pic>
          <p:nvPicPr>
            <p:cNvPr id="25" name="Image 5" descr="TEMP_Z_ORDER_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254000" y="538480"/>
              <a:ext cx="487680" cy="487680"/>
            </a:xfrm>
            <a:prstGeom prst="rect">
              <a:avLst/>
            </a:prstGeom>
          </p:spPr>
        </p:pic>
        <p:sp>
          <p:nvSpPr>
            <p:cNvPr id="26" name="Text 2" descr="TEMP_Z_ORDER_8"/>
            <p:cNvSpPr/>
            <p:nvPr>
              <p:custDataLst>
                <p:tags r:id="rId18"/>
              </p:custDataLst>
            </p:nvPr>
          </p:nvSpPr>
          <p:spPr>
            <a:xfrm>
              <a:off x="-102187" y="605096"/>
              <a:ext cx="2084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①</a:t>
              </a:r>
              <a:endParaRPr lang="en-US" sz="1920"/>
            </a:p>
          </p:txBody>
        </p:sp>
        <p:sp>
          <p:nvSpPr>
            <p:cNvPr id="27" name="Text 3" descr="TEMP_Z_ORDER_9"/>
            <p:cNvSpPr/>
            <p:nvPr>
              <p:custDataLst>
                <p:tags r:id="rId19"/>
              </p:custDataLst>
            </p:nvPr>
          </p:nvSpPr>
          <p:spPr>
            <a:xfrm>
              <a:off x="416560" y="599440"/>
              <a:ext cx="5647944" cy="87038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判定标准把握不准：将“部分符合”误判为“符合”</a:t>
              </a:r>
              <a:endParaRPr lang="en-US" sz="2160"/>
            </a:p>
          </p:txBody>
        </p:sp>
        <p:pic>
          <p:nvPicPr>
            <p:cNvPr id="28" name="Image 6" descr="TEMP_Z_ORDER_10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254000" y="1544320"/>
              <a:ext cx="487680" cy="487680"/>
            </a:xfrm>
            <a:prstGeom prst="rect">
              <a:avLst/>
            </a:prstGeom>
          </p:spPr>
        </p:pic>
        <p:sp>
          <p:nvSpPr>
            <p:cNvPr id="29" name="Text 4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-102187" y="1610935"/>
              <a:ext cx="2084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②</a:t>
              </a:r>
              <a:endParaRPr lang="en-US" sz="1920"/>
            </a:p>
          </p:txBody>
        </p:sp>
        <p:sp>
          <p:nvSpPr>
            <p:cNvPr id="30" name="Text 5" descr="TEMP_Z_ORDER_12"/>
            <p:cNvSpPr/>
            <p:nvPr>
              <p:custDataLst>
                <p:tags r:id="rId22"/>
              </p:custDataLst>
            </p:nvPr>
          </p:nvSpPr>
          <p:spPr>
            <a:xfrm>
              <a:off x="416560" y="1605280"/>
              <a:ext cx="5270293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问题描述不够具体：未写明具体位置和现象</a:t>
              </a:r>
              <a:endParaRPr lang="en-US" sz="2160"/>
            </a:p>
          </p:txBody>
        </p:sp>
        <p:pic>
          <p:nvPicPr>
            <p:cNvPr id="31" name="Image 7" descr="TEMP_Z_ORDER_1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254000" y="2199640"/>
              <a:ext cx="487680" cy="487680"/>
            </a:xfrm>
            <a:prstGeom prst="rect">
              <a:avLst/>
            </a:prstGeom>
          </p:spPr>
        </p:pic>
        <p:sp>
          <p:nvSpPr>
            <p:cNvPr id="32" name="Text 6" descr="TEMP_Z_ORDER_14"/>
            <p:cNvSpPr/>
            <p:nvPr>
              <p:custDataLst>
                <p:tags r:id="rId24"/>
              </p:custDataLst>
            </p:nvPr>
          </p:nvSpPr>
          <p:spPr>
            <a:xfrm>
              <a:off x="-102187" y="2266255"/>
              <a:ext cx="2084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③</a:t>
              </a:r>
              <a:endParaRPr lang="en-US" sz="1920"/>
            </a:p>
          </p:txBody>
        </p:sp>
        <p:sp>
          <p:nvSpPr>
            <p:cNvPr id="33" name="Text 7" descr="TEMP_Z_ORDER_15"/>
            <p:cNvSpPr/>
            <p:nvPr>
              <p:custDataLst>
                <p:tags r:id="rId25"/>
              </p:custDataLst>
            </p:nvPr>
          </p:nvSpPr>
          <p:spPr>
            <a:xfrm>
              <a:off x="416560" y="2260600"/>
              <a:ext cx="4992910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标准依据标注不清：未标注具体条款编号</a:t>
              </a:r>
              <a:endParaRPr lang="en-US" sz="2160"/>
            </a:p>
          </p:txBody>
        </p:sp>
        <p:pic>
          <p:nvPicPr>
            <p:cNvPr id="34" name="Image 8" descr="TEMP_Z_ORDER_16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254000" y="2839720"/>
              <a:ext cx="487680" cy="487680"/>
            </a:xfrm>
            <a:prstGeom prst="rect">
              <a:avLst/>
            </a:prstGeom>
          </p:spPr>
        </p:pic>
        <p:sp>
          <p:nvSpPr>
            <p:cNvPr id="35" name="Text 8" descr="TEMP_Z_ORDER_17"/>
            <p:cNvSpPr/>
            <p:nvPr>
              <p:custDataLst>
                <p:tags r:id="rId27"/>
              </p:custDataLst>
            </p:nvPr>
          </p:nvSpPr>
          <p:spPr>
            <a:xfrm>
              <a:off x="-102187" y="2906335"/>
              <a:ext cx="2084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④</a:t>
              </a:r>
              <a:endParaRPr lang="en-US" sz="1920"/>
            </a:p>
          </p:txBody>
        </p:sp>
        <p:sp>
          <p:nvSpPr>
            <p:cNvPr id="36" name="Text 9" descr="TEMP_Z_ORDER_18"/>
            <p:cNvSpPr/>
            <p:nvPr>
              <p:custDataLst>
                <p:tags r:id="rId28"/>
              </p:custDataLst>
            </p:nvPr>
          </p:nvSpPr>
          <p:spPr>
            <a:xfrm>
              <a:off x="416560" y="2900680"/>
              <a:ext cx="4438142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风险分析流于形式：未说明实际后果</a:t>
              </a:r>
              <a:endParaRPr lang="en-US" sz="2160"/>
            </a:p>
          </p:txBody>
        </p:sp>
      </p:grpSp>
      <p:sp>
        <p:nvSpPr>
          <p:cNvPr id="21" name="Text 10"/>
          <p:cNvSpPr/>
          <p:nvPr>
            <p:custDataLst>
              <p:tags r:id="rId29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点评要点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8" name="组合 27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1828800"/>
            <a:chOff x="-635000" y="-635000"/>
            <a:chExt cx="10972800" cy="1828800"/>
          </a:xfrm>
        </p:grpSpPr>
        <p:pic>
          <p:nvPicPr>
            <p:cNvPr id="29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828800"/>
            </a:xfrm>
            <a:prstGeom prst="rect">
              <a:avLst/>
            </a:prstGeom>
          </p:spPr>
        </p:pic>
        <p:sp>
          <p:nvSpPr>
            <p:cNvPr id="30" name="Text 0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-330200" y="-86360"/>
              <a:ext cx="615696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问：</a:t>
              </a:r>
              <a:endParaRPr lang="en-US" sz="2400"/>
            </a:p>
          </p:txBody>
        </p:sp>
        <p:sp>
          <p:nvSpPr>
            <p:cNvPr id="31" name="Text 1" descr="TEMP_Z_ORDER_5"/>
            <p:cNvSpPr/>
            <p:nvPr>
              <p:custDataLst>
                <p:tags r:id="rId11"/>
              </p:custDataLst>
            </p:nvPr>
          </p:nvSpPr>
          <p:spPr>
            <a:xfrm>
              <a:off x="462280" y="-86360"/>
              <a:ext cx="5358479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物理安全测评中，哪些项必须“现场实测”？</a:t>
              </a:r>
              <a:endParaRPr lang="en-US" sz="2160"/>
            </a:p>
          </p:txBody>
        </p:sp>
        <p:sp>
          <p:nvSpPr>
            <p:cNvPr id="32" name="Text 2" descr="TEMP_Z_ORDER_6"/>
            <p:cNvSpPr/>
            <p:nvPr>
              <p:custDataLst>
                <p:tags r:id="rId12"/>
              </p:custDataLst>
            </p:nvPr>
          </p:nvSpPr>
          <p:spPr>
            <a:xfrm>
              <a:off x="-330200" y="340360"/>
              <a:ext cx="615696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答：</a:t>
              </a:r>
              <a:endParaRPr lang="en-US" sz="2400"/>
            </a:p>
          </p:txBody>
        </p:sp>
        <p:sp>
          <p:nvSpPr>
            <p:cNvPr id="33" name="Text 3" descr="TEMP_Z_ORDER_7"/>
            <p:cNvSpPr/>
            <p:nvPr>
              <p:custDataLst>
                <p:tags r:id="rId13"/>
              </p:custDataLst>
            </p:nvPr>
          </p:nvSpPr>
          <p:spPr>
            <a:xfrm>
              <a:off x="462280" y="353498"/>
              <a:ext cx="9579864" cy="7738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门禁系统功能、温湿度实际值、UPS切换测试等需要现场实测；而建筑设计图纸、防雷检测报告等通过文档查阅即可。</a:t>
              </a:r>
              <a:endParaRPr lang="en-US" sz="1920"/>
            </a:p>
          </p:txBody>
        </p:sp>
        <p:pic>
          <p:nvPicPr>
            <p:cNvPr id="34" name="Image 4" descr="TEMP_Z_ORDER_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356360" cy="441960"/>
            </a:xfrm>
            <a:prstGeom prst="rect">
              <a:avLst/>
            </a:prstGeom>
          </p:spPr>
        </p:pic>
        <p:sp>
          <p:nvSpPr>
            <p:cNvPr id="35" name="Text 4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-452120" y="-574040"/>
              <a:ext cx="1010126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预设问题1</a:t>
              </a:r>
              <a:endParaRPr lang="en-US" sz="1680"/>
            </a:p>
          </p:txBody>
        </p:sp>
      </p:grpSp>
      <p:grpSp>
        <p:nvGrpSpPr>
          <p:cNvPr id="20" name="组合 19"/>
          <p:cNvGrpSpPr/>
          <p:nvPr>
            <p:custDataLst>
              <p:tags r:id="rId18"/>
            </p:custDataLst>
          </p:nvPr>
        </p:nvGrpSpPr>
        <p:grpSpPr>
          <a:xfrm>
            <a:off x="609600" y="3550920"/>
            <a:ext cx="10972800" cy="2097527"/>
            <a:chOff x="-635000" y="-635000"/>
            <a:chExt cx="10972800" cy="2097527"/>
          </a:xfrm>
        </p:grpSpPr>
        <p:pic>
          <p:nvPicPr>
            <p:cNvPr id="21" name="Image 5" descr="TEMP_Z_ORDER_10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635000" y="-635000"/>
              <a:ext cx="10972800" cy="2087880"/>
            </a:xfrm>
            <a:prstGeom prst="rect">
              <a:avLst/>
            </a:prstGeom>
          </p:spPr>
        </p:pic>
        <p:sp>
          <p:nvSpPr>
            <p:cNvPr id="22" name="Text 5" descr="TEMP_Z_ORDER_11"/>
            <p:cNvSpPr/>
            <p:nvPr>
              <p:custDataLst>
                <p:tags r:id="rId21"/>
              </p:custDataLst>
            </p:nvPr>
          </p:nvSpPr>
          <p:spPr>
            <a:xfrm>
              <a:off x="-330200" y="-18397"/>
              <a:ext cx="615696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问：</a:t>
              </a:r>
              <a:endParaRPr lang="en-US" sz="2400"/>
            </a:p>
          </p:txBody>
        </p:sp>
        <p:sp>
          <p:nvSpPr>
            <p:cNvPr id="23" name="Text 6" descr="TEMP_Z_ORDER_12"/>
            <p:cNvSpPr/>
            <p:nvPr>
              <p:custDataLst>
                <p:tags r:id="rId22"/>
              </p:custDataLst>
            </p:nvPr>
          </p:nvSpPr>
          <p:spPr>
            <a:xfrm>
              <a:off x="462280" y="41275"/>
              <a:ext cx="9834880" cy="41529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333333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如果机房没有防静电地板，但安装了接地系统，算“部分符合”还是“不符合”？</a:t>
              </a:r>
              <a:endParaRPr lang="en-US" sz="2160"/>
            </a:p>
          </p:txBody>
        </p:sp>
        <p:sp>
          <p:nvSpPr>
            <p:cNvPr id="24" name="Text 7" descr="TEMP_Z_ORDER_13"/>
            <p:cNvSpPr/>
            <p:nvPr>
              <p:custDataLst>
                <p:tags r:id="rId23"/>
              </p:custDataLst>
            </p:nvPr>
          </p:nvSpPr>
          <p:spPr>
            <a:xfrm>
              <a:off x="-330200" y="599440"/>
              <a:ext cx="615696" cy="44319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答：</a:t>
              </a:r>
              <a:endParaRPr lang="en-US" sz="2400"/>
            </a:p>
          </p:txBody>
        </p:sp>
        <p:sp>
          <p:nvSpPr>
            <p:cNvPr id="25" name="Text 8" descr="TEMP_Z_ORDER_14"/>
            <p:cNvSpPr/>
            <p:nvPr>
              <p:custDataLst>
                <p:tags r:id="rId24"/>
              </p:custDataLst>
            </p:nvPr>
          </p:nvSpPr>
          <p:spPr>
            <a:xfrm>
              <a:off x="462280" y="688853"/>
              <a:ext cx="9579864" cy="7736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555555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依据第三级要求8.1.1.7，应采用防静电地板或地面并采用必要的接地防静电措施，缺少一项即为“不符合”。</a:t>
              </a:r>
              <a:endParaRPr lang="en-US" sz="1920"/>
            </a:p>
          </p:txBody>
        </p:sp>
        <p:pic>
          <p:nvPicPr>
            <p:cNvPr id="26" name="Image 6" descr="TEMP_Z_ORDER_15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356360" cy="441960"/>
            </a:xfrm>
            <a:prstGeom prst="rect">
              <a:avLst/>
            </a:prstGeom>
          </p:spPr>
        </p:pic>
        <p:sp>
          <p:nvSpPr>
            <p:cNvPr id="27" name="Text 9" descr="TEMP_Z_ORDER_16"/>
            <p:cNvSpPr/>
            <p:nvPr>
              <p:custDataLst>
                <p:tags r:id="rId26"/>
              </p:custDataLst>
            </p:nvPr>
          </p:nvSpPr>
          <p:spPr>
            <a:xfrm>
              <a:off x="-452120" y="-574040"/>
              <a:ext cx="1010126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预设问题2</a:t>
              </a:r>
              <a:endParaRPr lang="en-US" sz="1680"/>
            </a:p>
          </p:txBody>
        </p:sp>
      </p:grpSp>
      <p:sp>
        <p:nvSpPr>
          <p:cNvPr id="19" name="Text 10"/>
          <p:cNvSpPr/>
          <p:nvPr>
            <p:custDataLst>
              <p:tags r:id="rId27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答疑环节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9" name="组合 48"/>
          <p:cNvGrpSpPr/>
          <p:nvPr>
            <p:custDataLst>
              <p:tags r:id="rId7"/>
            </p:custDataLst>
          </p:nvPr>
        </p:nvGrpSpPr>
        <p:grpSpPr>
          <a:xfrm>
            <a:off x="4251960" y="1371600"/>
            <a:ext cx="944880" cy="4267200"/>
            <a:chOff x="-635000" y="-635000"/>
            <a:chExt cx="944880" cy="4267200"/>
          </a:xfrm>
        </p:grpSpPr>
        <p:pic>
          <p:nvPicPr>
            <p:cNvPr id="50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944880" cy="4267200"/>
            </a:xfrm>
            <a:prstGeom prst="rect">
              <a:avLst/>
            </a:prstGeom>
          </p:spPr>
        </p:pic>
      </p:grpSp>
      <p:grpSp>
        <p:nvGrpSpPr>
          <p:cNvPr id="56" name="组合 55"/>
          <p:cNvGrpSpPr/>
          <p:nvPr>
            <p:custDataLst>
              <p:tags r:id="rId10"/>
            </p:custDataLst>
          </p:nvPr>
        </p:nvGrpSpPr>
        <p:grpSpPr>
          <a:xfrm>
            <a:off x="609600" y="2667000"/>
            <a:ext cx="3048000" cy="1676400"/>
            <a:chOff x="-635000" y="-635000"/>
            <a:chExt cx="3048000" cy="1676400"/>
          </a:xfrm>
        </p:grpSpPr>
        <p:pic>
          <p:nvPicPr>
            <p:cNvPr id="57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048000" cy="1676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58" name="Text 0" descr="TEMP_Z_ORDER_5"/>
            <p:cNvSpPr/>
            <p:nvPr>
              <p:custDataLst>
                <p:tags r:id="rId14"/>
              </p:custDataLst>
            </p:nvPr>
          </p:nvSpPr>
          <p:spPr>
            <a:xfrm>
              <a:off x="-299720" y="-289603"/>
              <a:ext cx="2386584" cy="98560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安全物理环境测评</a:t>
              </a:r>
              <a:endParaRPr lang="en-US" sz="2640"/>
            </a:p>
          </p:txBody>
        </p:sp>
      </p:grpSp>
      <p:grpSp>
        <p:nvGrpSpPr>
          <p:cNvPr id="51" name="组合 50"/>
          <p:cNvGrpSpPr/>
          <p:nvPr>
            <p:custDataLst>
              <p:tags r:id="rId15"/>
            </p:custDataLst>
          </p:nvPr>
        </p:nvGrpSpPr>
        <p:grpSpPr>
          <a:xfrm>
            <a:off x="5181600" y="1173480"/>
            <a:ext cx="6400800" cy="746760"/>
            <a:chOff x="-635000" y="-635000"/>
            <a:chExt cx="6400800" cy="746760"/>
          </a:xfrm>
        </p:grpSpPr>
        <p:pic>
          <p:nvPicPr>
            <p:cNvPr id="52" name="Image 5" descr="TEMP_Z_ORDER_6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-635000" y="-635000"/>
              <a:ext cx="6400800" cy="746760"/>
            </a:xfrm>
            <a:prstGeom prst="rect">
              <a:avLst/>
            </a:prstGeom>
          </p:spPr>
        </p:pic>
        <p:pic>
          <p:nvPicPr>
            <p:cNvPr id="53" name="Image 6" descr="TEMP_Z_ORDER_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452120" y="-436880"/>
              <a:ext cx="365760" cy="365760"/>
            </a:xfrm>
            <a:prstGeom prst="rect">
              <a:avLst/>
            </a:prstGeom>
          </p:spPr>
        </p:pic>
        <p:sp>
          <p:nvSpPr>
            <p:cNvPr id="54" name="Text 1" descr="TEMP_Z_ORDER_8"/>
            <p:cNvSpPr/>
            <p:nvPr>
              <p:custDataLst>
                <p:tags r:id="rId21"/>
              </p:custDataLst>
            </p:nvPr>
          </p:nvSpPr>
          <p:spPr>
            <a:xfrm>
              <a:off x="-332407" y="-424311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1</a:t>
              </a:r>
              <a:endParaRPr lang="en-US" sz="1680"/>
            </a:p>
          </p:txBody>
        </p:sp>
        <p:sp>
          <p:nvSpPr>
            <p:cNvPr id="55" name="Text 2" descr="TEMP_Z_ORDER_9"/>
            <p:cNvSpPr/>
            <p:nvPr>
              <p:custDataLst>
                <p:tags r:id="rId22"/>
              </p:custDataLst>
            </p:nvPr>
          </p:nvSpPr>
          <p:spPr>
            <a:xfrm>
              <a:off x="96520" y="-452120"/>
              <a:ext cx="2947003" cy="2722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4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10个子类的核心测评指标</a:t>
              </a:r>
              <a:endParaRPr lang="en-US" sz="2040"/>
            </a:p>
          </p:txBody>
        </p:sp>
      </p:grpSp>
      <p:grpSp>
        <p:nvGrpSpPr>
          <p:cNvPr id="34" name="组合 33"/>
          <p:cNvGrpSpPr/>
          <p:nvPr>
            <p:custDataLst>
              <p:tags r:id="rId23"/>
            </p:custDataLst>
          </p:nvPr>
        </p:nvGrpSpPr>
        <p:grpSpPr>
          <a:xfrm>
            <a:off x="5181600" y="2103120"/>
            <a:ext cx="6400800" cy="1127760"/>
            <a:chOff x="-635000" y="-635000"/>
            <a:chExt cx="6400800" cy="1127760"/>
          </a:xfrm>
        </p:grpSpPr>
        <p:pic>
          <p:nvPicPr>
            <p:cNvPr id="35" name="Image 7" descr="TEMP_Z_ORDER_10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-635000" y="-635000"/>
              <a:ext cx="6400800" cy="1127760"/>
            </a:xfrm>
            <a:prstGeom prst="rect">
              <a:avLst/>
            </a:prstGeom>
          </p:spPr>
        </p:pic>
        <p:pic>
          <p:nvPicPr>
            <p:cNvPr id="36" name="Image 8" descr="TEMP_Z_ORDER_11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452120" y="-254000"/>
              <a:ext cx="365760" cy="365760"/>
            </a:xfrm>
            <a:prstGeom prst="rect">
              <a:avLst/>
            </a:prstGeom>
          </p:spPr>
        </p:pic>
        <p:sp>
          <p:nvSpPr>
            <p:cNvPr id="37" name="Text 3" descr="TEMP_Z_ORDER_12"/>
            <p:cNvSpPr/>
            <p:nvPr>
              <p:custDataLst>
                <p:tags r:id="rId27"/>
              </p:custDataLst>
            </p:nvPr>
          </p:nvSpPr>
          <p:spPr>
            <a:xfrm>
              <a:off x="-332407" y="-241431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</a:t>
              </a:r>
              <a:endParaRPr lang="en-US" sz="1680"/>
            </a:p>
          </p:txBody>
        </p:sp>
        <p:sp>
          <p:nvSpPr>
            <p:cNvPr id="38" name="Text 4" descr="TEMP_Z_ORDER_13"/>
            <p:cNvSpPr/>
            <p:nvPr>
              <p:custDataLst>
                <p:tags r:id="rId28"/>
              </p:custDataLst>
            </p:nvPr>
          </p:nvSpPr>
          <p:spPr>
            <a:xfrm>
              <a:off x="96520" y="-452120"/>
              <a:ext cx="5495544" cy="7471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核查方法（现场勘察/工具测试/文档查阅/人员访谈）</a:t>
              </a:r>
              <a:endParaRPr lang="en-US" sz="2160"/>
            </a:p>
          </p:txBody>
        </p:sp>
      </p:grpSp>
      <p:grpSp>
        <p:nvGrpSpPr>
          <p:cNvPr id="39" name="组合 38"/>
          <p:cNvGrpSpPr/>
          <p:nvPr>
            <p:custDataLst>
              <p:tags r:id="rId29"/>
            </p:custDataLst>
          </p:nvPr>
        </p:nvGrpSpPr>
        <p:grpSpPr>
          <a:xfrm>
            <a:off x="5181600" y="3413760"/>
            <a:ext cx="6400800" cy="1127760"/>
            <a:chOff x="-635000" y="-635000"/>
            <a:chExt cx="6400800" cy="1127760"/>
          </a:xfrm>
        </p:grpSpPr>
        <p:pic>
          <p:nvPicPr>
            <p:cNvPr id="40" name="Image 9" descr="TEMP_Z_ORDER_14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-635000" y="-635000"/>
              <a:ext cx="6400800" cy="1127760"/>
            </a:xfrm>
            <a:prstGeom prst="rect">
              <a:avLst/>
            </a:prstGeom>
          </p:spPr>
        </p:pic>
        <p:pic>
          <p:nvPicPr>
            <p:cNvPr id="41" name="Image 10" descr="TEMP_Z_ORDER_15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452120" y="-269240"/>
              <a:ext cx="365760" cy="365760"/>
            </a:xfrm>
            <a:prstGeom prst="rect">
              <a:avLst/>
            </a:prstGeom>
          </p:spPr>
        </p:pic>
        <p:sp>
          <p:nvSpPr>
            <p:cNvPr id="42" name="Text 5" descr="TEMP_Z_ORDER_16"/>
            <p:cNvSpPr/>
            <p:nvPr>
              <p:custDataLst>
                <p:tags r:id="rId32"/>
              </p:custDataLst>
            </p:nvPr>
          </p:nvSpPr>
          <p:spPr>
            <a:xfrm>
              <a:off x="-332407" y="-241431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3</a:t>
              </a:r>
              <a:endParaRPr lang="en-US" sz="1680"/>
            </a:p>
          </p:txBody>
        </p:sp>
        <p:sp>
          <p:nvSpPr>
            <p:cNvPr id="43" name="Text 6" descr="TEMP_Z_ORDER_17"/>
            <p:cNvSpPr/>
            <p:nvPr>
              <p:custDataLst>
                <p:tags r:id="rId33"/>
              </p:custDataLst>
            </p:nvPr>
          </p:nvSpPr>
          <p:spPr>
            <a:xfrm>
              <a:off x="96520" y="-452120"/>
              <a:ext cx="5495544" cy="7471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记录表填写规范（四项判定+问题描述+标准依据）</a:t>
              </a:r>
              <a:endParaRPr lang="en-US" sz="2160"/>
            </a:p>
          </p:txBody>
        </p:sp>
      </p:grpSp>
      <p:grpSp>
        <p:nvGrpSpPr>
          <p:cNvPr id="44" name="组合 43"/>
          <p:cNvGrpSpPr/>
          <p:nvPr>
            <p:custDataLst>
              <p:tags r:id="rId34"/>
            </p:custDataLst>
          </p:nvPr>
        </p:nvGrpSpPr>
        <p:grpSpPr>
          <a:xfrm>
            <a:off x="5181600" y="4709160"/>
            <a:ext cx="6400800" cy="1127760"/>
            <a:chOff x="-635000" y="-635000"/>
            <a:chExt cx="6400800" cy="1127760"/>
          </a:xfrm>
        </p:grpSpPr>
        <p:pic>
          <p:nvPicPr>
            <p:cNvPr id="45" name="Image 11" descr="TEMP_Z_ORDER_18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-635000" y="-635000"/>
              <a:ext cx="6400800" cy="1127760"/>
            </a:xfrm>
            <a:prstGeom prst="rect">
              <a:avLst/>
            </a:prstGeom>
          </p:spPr>
        </p:pic>
        <p:pic>
          <p:nvPicPr>
            <p:cNvPr id="46" name="Image 12" descr="TEMP_Z_ORDER_19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452120" y="-254000"/>
              <a:ext cx="365760" cy="365760"/>
            </a:xfrm>
            <a:prstGeom prst="rect">
              <a:avLst/>
            </a:prstGeom>
          </p:spPr>
        </p:pic>
        <p:sp>
          <p:nvSpPr>
            <p:cNvPr id="47" name="Text 7" descr="TEMP_Z_ORDER_20"/>
            <p:cNvSpPr/>
            <p:nvPr>
              <p:custDataLst>
                <p:tags r:id="rId37"/>
              </p:custDataLst>
            </p:nvPr>
          </p:nvSpPr>
          <p:spPr>
            <a:xfrm>
              <a:off x="-332407" y="-241431"/>
              <a:ext cx="15071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4</a:t>
              </a:r>
              <a:endParaRPr lang="en-US" sz="1680"/>
            </a:p>
          </p:txBody>
        </p:sp>
        <p:sp>
          <p:nvSpPr>
            <p:cNvPr id="48" name="Text 8" descr="TEMP_Z_ORDER_21"/>
            <p:cNvSpPr/>
            <p:nvPr>
              <p:custDataLst>
                <p:tags r:id="rId38"/>
              </p:custDataLst>
            </p:nvPr>
          </p:nvSpPr>
          <p:spPr>
            <a:xfrm>
              <a:off x="96520" y="-452120"/>
              <a:ext cx="5495544" cy="36855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等级差异（第一级→第二级→第三级逐级增强）</a:t>
              </a:r>
              <a:endParaRPr lang="en-US" sz="2160"/>
            </a:p>
          </p:txBody>
        </p:sp>
      </p:grpSp>
      <p:grpSp>
        <p:nvGrpSpPr>
          <p:cNvPr id="29" name="组合 28"/>
          <p:cNvGrpSpPr/>
          <p:nvPr>
            <p:custDataLst>
              <p:tags r:id="rId39"/>
            </p:custDataLst>
          </p:nvPr>
        </p:nvGrpSpPr>
        <p:grpSpPr>
          <a:xfrm>
            <a:off x="609600" y="5494020"/>
            <a:ext cx="10981944" cy="916305"/>
            <a:chOff x="-635000" y="-635000"/>
            <a:chExt cx="10981944" cy="898076"/>
          </a:xfrm>
        </p:grpSpPr>
        <p:pic>
          <p:nvPicPr>
            <p:cNvPr id="30" name="Image 13" descr="TEMP_Z_ORDER_22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-635000" y="-414020"/>
              <a:ext cx="1310640" cy="441960"/>
            </a:xfrm>
            <a:prstGeom prst="rect">
              <a:avLst/>
            </a:prstGeom>
          </p:spPr>
        </p:pic>
        <p:sp>
          <p:nvSpPr>
            <p:cNvPr id="31" name="Text 9" descr="TEMP_Z_ORDER_23"/>
            <p:cNvSpPr/>
            <p:nvPr>
              <p:custDataLst>
                <p:tags r:id="rId43"/>
              </p:custDataLst>
            </p:nvPr>
          </p:nvSpPr>
          <p:spPr>
            <a:xfrm>
              <a:off x="-513080" y="-353060"/>
              <a:ext cx="1074261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核心关键词</a:t>
              </a:r>
              <a:endParaRPr lang="en-US" sz="1680"/>
            </a:p>
          </p:txBody>
        </p:sp>
        <p:sp>
          <p:nvSpPr>
            <p:cNvPr id="32" name="Text 10" descr="TEMP_Z_ORDER_24"/>
            <p:cNvSpPr/>
            <p:nvPr>
              <p:custDataLst>
                <p:tags r:id="rId44"/>
              </p:custDataLst>
            </p:nvPr>
          </p:nvSpPr>
          <p:spPr>
            <a:xfrm>
              <a:off x="858520" y="-414020"/>
              <a:ext cx="9488424" cy="6770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80">
                  <a:solidFill>
                    <a:srgbClr val="00234E">
                      <a:alpha val="80000"/>
                    </a:srgbClr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物理位置选择、门禁控制、防盗、防雷、防火、防水、防静电、温湿度、电力、电磁屏蔽、测评记录表</a:t>
              </a:r>
              <a:endParaRPr lang="en-US" sz="1680"/>
            </a:p>
          </p:txBody>
        </p:sp>
        <p:pic>
          <p:nvPicPr>
            <p:cNvPr id="33" name="Image 14" descr="TEMP_Z_ORDER_25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46"/>
            <a:stretch>
              <a:fillRect/>
            </a:stretch>
          </p:blipFill>
          <p:spPr>
            <a:xfrm>
              <a:off x="-635000" y="-635000"/>
              <a:ext cx="10972800" cy="15240"/>
            </a:xfrm>
            <a:prstGeom prst="rect">
              <a:avLst/>
            </a:prstGeom>
          </p:spPr>
        </p:pic>
      </p:grpSp>
      <p:sp>
        <p:nvSpPr>
          <p:cNvPr id="28" name="Text 11"/>
          <p:cNvSpPr/>
          <p:nvPr>
            <p:custDataLst>
              <p:tags r:id="rId47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知识点小结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7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7" presetClass="entr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1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7" presetClass="entr" presetSubtype="1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7" presetClass="entr" presetSubtype="1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17" presetClass="entr" presetSubtype="1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0"/>
                            </p:stCondLst>
                            <p:childTnLst>
                              <p:par>
                                <p:cTn id="39" presetID="17" presetClass="entr" presetSubtype="1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3" name="组合 22"/>
          <p:cNvGrpSpPr/>
          <p:nvPr>
            <p:custDataLst>
              <p:tags r:id="rId7"/>
            </p:custDataLst>
          </p:nvPr>
        </p:nvGrpSpPr>
        <p:grpSpPr>
          <a:xfrm>
            <a:off x="609600" y="1584960"/>
            <a:ext cx="10972800" cy="1036320"/>
            <a:chOff x="-635000" y="-635000"/>
            <a:chExt cx="10972800" cy="1036320"/>
          </a:xfrm>
        </p:grpSpPr>
        <p:pic>
          <p:nvPicPr>
            <p:cNvPr id="24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036320"/>
            </a:xfrm>
            <a:prstGeom prst="rect">
              <a:avLst/>
            </a:prstGeom>
          </p:spPr>
        </p:pic>
        <p:pic>
          <p:nvPicPr>
            <p:cNvPr id="25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91160" y="-391160"/>
              <a:ext cx="548640" cy="548640"/>
            </a:xfrm>
            <a:prstGeom prst="rect">
              <a:avLst/>
            </a:prstGeom>
          </p:spPr>
        </p:pic>
        <p:sp>
          <p:nvSpPr>
            <p:cNvPr id="26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200850" y="-316218"/>
              <a:ext cx="192405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1</a:t>
              </a:r>
              <a:endParaRPr lang="en-US" sz="2160"/>
            </a:p>
          </p:txBody>
        </p:sp>
        <p:sp>
          <p:nvSpPr>
            <p:cNvPr id="27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401320" y="-330200"/>
              <a:ext cx="7211981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完善本组《安全物理环境测评记录表》并提交至学习通平台</a:t>
              </a:r>
              <a:endParaRPr lang="en-US" sz="2160"/>
            </a:p>
          </p:txBody>
        </p:sp>
      </p:grpSp>
      <p:grpSp>
        <p:nvGrpSpPr>
          <p:cNvPr id="28" name="组合 27"/>
          <p:cNvGrpSpPr/>
          <p:nvPr>
            <p:custDataLst>
              <p:tags r:id="rId15"/>
            </p:custDataLst>
          </p:nvPr>
        </p:nvGrpSpPr>
        <p:grpSpPr>
          <a:xfrm>
            <a:off x="609600" y="2987040"/>
            <a:ext cx="10972800" cy="1036320"/>
            <a:chOff x="-635000" y="-635000"/>
            <a:chExt cx="10972800" cy="1036320"/>
          </a:xfrm>
        </p:grpSpPr>
        <p:pic>
          <p:nvPicPr>
            <p:cNvPr id="29" name="Image 5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036320"/>
            </a:xfrm>
            <a:prstGeom prst="rect">
              <a:avLst/>
            </a:prstGeom>
          </p:spPr>
        </p:pic>
        <p:pic>
          <p:nvPicPr>
            <p:cNvPr id="30" name="Image 6" descr="TEMP_Z_ORDER_8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91160" y="-391160"/>
              <a:ext cx="548640" cy="548640"/>
            </a:xfrm>
            <a:prstGeom prst="rect">
              <a:avLst/>
            </a:prstGeom>
          </p:spPr>
        </p:pic>
        <p:sp>
          <p:nvSpPr>
            <p:cNvPr id="31" name="Text 2" descr="TEMP_Z_ORDER_9"/>
            <p:cNvSpPr/>
            <p:nvPr>
              <p:custDataLst>
                <p:tags r:id="rId18"/>
              </p:custDataLst>
            </p:nvPr>
          </p:nvSpPr>
          <p:spPr>
            <a:xfrm>
              <a:off x="-200850" y="-316218"/>
              <a:ext cx="192405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</a:t>
              </a:r>
              <a:endParaRPr lang="en-US" sz="2160"/>
            </a:p>
          </p:txBody>
        </p:sp>
        <p:sp>
          <p:nvSpPr>
            <p:cNvPr id="32" name="Text 3" descr="TEMP_Z_ORDER_10"/>
            <p:cNvSpPr/>
            <p:nvPr>
              <p:custDataLst>
                <p:tags r:id="rId19"/>
              </p:custDataLst>
            </p:nvPr>
          </p:nvSpPr>
          <p:spPr>
            <a:xfrm>
              <a:off x="401320" y="-330200"/>
              <a:ext cx="3238500" cy="25971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4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完成</a:t>
              </a:r>
              <a:r>
                <a:rPr lang="zh-CN" altLang="en-US" sz="204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在线平台</a:t>
              </a:r>
              <a:r>
                <a:rPr lang="en-US" sz="204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3.1</a:t>
              </a:r>
              <a:r>
                <a:rPr lang="zh-CN" altLang="en-US" sz="204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的单元测试</a:t>
              </a:r>
              <a:endParaRPr lang="en-US" sz="2040"/>
            </a:p>
          </p:txBody>
        </p:sp>
      </p:grpSp>
      <p:grpSp>
        <p:nvGrpSpPr>
          <p:cNvPr id="18" name="组合 17"/>
          <p:cNvGrpSpPr/>
          <p:nvPr>
            <p:custDataLst>
              <p:tags r:id="rId20"/>
            </p:custDataLst>
          </p:nvPr>
        </p:nvGrpSpPr>
        <p:grpSpPr>
          <a:xfrm>
            <a:off x="609600" y="4389120"/>
            <a:ext cx="10972800" cy="1036320"/>
            <a:chOff x="-635000" y="-635000"/>
            <a:chExt cx="10972800" cy="1036320"/>
          </a:xfrm>
        </p:grpSpPr>
        <p:pic>
          <p:nvPicPr>
            <p:cNvPr id="19" name="Image 7" descr="TEMP_Z_ORDER_11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036320"/>
            </a:xfrm>
            <a:prstGeom prst="rect">
              <a:avLst/>
            </a:prstGeom>
          </p:spPr>
        </p:pic>
        <p:pic>
          <p:nvPicPr>
            <p:cNvPr id="20" name="Image 8" descr="TEMP_Z_ORDER_12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391160" y="-391160"/>
              <a:ext cx="548640" cy="548640"/>
            </a:xfrm>
            <a:prstGeom prst="rect">
              <a:avLst/>
            </a:prstGeom>
          </p:spPr>
        </p:pic>
        <p:sp>
          <p:nvSpPr>
            <p:cNvPr id="21" name="Text 4" descr="TEMP_Z_ORDER_13"/>
            <p:cNvSpPr/>
            <p:nvPr>
              <p:custDataLst>
                <p:tags r:id="rId23"/>
              </p:custDataLst>
            </p:nvPr>
          </p:nvSpPr>
          <p:spPr>
            <a:xfrm>
              <a:off x="-200850" y="-316218"/>
              <a:ext cx="192405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3</a:t>
              </a:r>
              <a:endParaRPr lang="en-US" sz="2160"/>
            </a:p>
          </p:txBody>
        </p:sp>
        <p:sp>
          <p:nvSpPr>
            <p:cNvPr id="22" name="Text 5" descr="TEMP_Z_ORDER_14"/>
            <p:cNvSpPr/>
            <p:nvPr>
              <p:custDataLst>
                <p:tags r:id="rId24"/>
              </p:custDataLst>
            </p:nvPr>
          </p:nvSpPr>
          <p:spPr>
            <a:xfrm>
              <a:off x="401320" y="-330200"/>
              <a:ext cx="5445061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预习活动3.2“网络架构合规性检查”相关内容</a:t>
              </a:r>
              <a:endParaRPr lang="en-US" sz="2160"/>
            </a:p>
          </p:txBody>
        </p:sp>
      </p:grpSp>
      <p:sp>
        <p:nvSpPr>
          <p:cNvPr id="17" name="Text 6"/>
          <p:cNvSpPr/>
          <p:nvPr>
            <p:custDataLst>
              <p:tags r:id="rId2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课后作业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6096000" y="1737360"/>
            <a:ext cx="5486400" cy="1310640"/>
            <a:chOff x="-635000" y="-635000"/>
            <a:chExt cx="5486400" cy="1310640"/>
          </a:xfrm>
        </p:grpSpPr>
        <p:pic>
          <p:nvPicPr>
            <p:cNvPr id="38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5486400" cy="1310640"/>
            </a:xfrm>
            <a:prstGeom prst="rect">
              <a:avLst/>
            </a:prstGeom>
          </p:spPr>
        </p:pic>
        <p:pic>
          <p:nvPicPr>
            <p:cNvPr id="39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452120" y="-436880"/>
              <a:ext cx="60960" cy="274320"/>
            </a:xfrm>
            <a:prstGeom prst="rect">
              <a:avLst/>
            </a:prstGeom>
          </p:spPr>
        </p:pic>
        <p:sp>
          <p:nvSpPr>
            <p:cNvPr id="40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269240" y="-513080"/>
              <a:ext cx="1231392" cy="4136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思政主题</a:t>
              </a:r>
              <a:endParaRPr lang="en-US" sz="2400"/>
            </a:p>
          </p:txBody>
        </p:sp>
        <p:sp>
          <p:nvSpPr>
            <p:cNvPr id="41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-269240" y="-25400"/>
              <a:ext cx="4946904" cy="2661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560" b="1">
                  <a:solidFill>
                    <a:srgbClr val="1F293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关键信息基础设施安全保护——物理安全是第一道防线</a:t>
              </a:r>
              <a:endParaRPr lang="en-US" sz="1560"/>
            </a:p>
          </p:txBody>
        </p:sp>
      </p:grpSp>
      <p:grpSp>
        <p:nvGrpSpPr>
          <p:cNvPr id="22" name="组合 21"/>
          <p:cNvGrpSpPr/>
          <p:nvPr>
            <p:custDataLst>
              <p:tags r:id="rId15"/>
            </p:custDataLst>
          </p:nvPr>
        </p:nvGrpSpPr>
        <p:grpSpPr>
          <a:xfrm>
            <a:off x="6096000" y="3215640"/>
            <a:ext cx="5495544" cy="2034540"/>
            <a:chOff x="-635000" y="-635000"/>
            <a:chExt cx="5495544" cy="2022523"/>
          </a:xfrm>
        </p:grpSpPr>
        <p:pic>
          <p:nvPicPr>
            <p:cNvPr id="23" name="Image 5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60960" cy="274320"/>
            </a:xfrm>
            <a:prstGeom prst="rect">
              <a:avLst/>
            </a:prstGeom>
          </p:spPr>
        </p:pic>
        <p:sp>
          <p:nvSpPr>
            <p:cNvPr id="24" name="Text 2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-452120" y="-635000"/>
              <a:ext cx="1231392" cy="4136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思政要点</a:t>
              </a:r>
              <a:endParaRPr lang="en-US" sz="2400"/>
            </a:p>
          </p:txBody>
        </p:sp>
        <p:sp>
          <p:nvSpPr>
            <p:cNvPr id="25" name="Text 3" descr="TEMP_Z_ORDER_9"/>
            <p:cNvSpPr/>
            <p:nvPr>
              <p:custDataLst>
                <p:tags r:id="rId18"/>
              </p:custDataLst>
            </p:nvPr>
          </p:nvSpPr>
          <p:spPr>
            <a:xfrm>
              <a:off x="-452120" y="-116840"/>
              <a:ext cx="208439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①</a:t>
              </a:r>
              <a:endParaRPr lang="en-US" sz="1920"/>
            </a:p>
          </p:txBody>
        </p:sp>
        <p:sp>
          <p:nvSpPr>
            <p:cNvPr id="26" name="Text 4" descr="TEMP_Z_ORDER_10"/>
            <p:cNvSpPr/>
            <p:nvPr>
              <p:custDataLst>
                <p:tags r:id="rId19"/>
              </p:custDataLst>
            </p:nvPr>
          </p:nvSpPr>
          <p:spPr>
            <a:xfrm>
              <a:off x="-86360" y="-140314"/>
              <a:ext cx="4946904" cy="66416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习近平关于“没有网络安全就没有国家安全”的重要论述</a:t>
              </a:r>
              <a:endParaRPr lang="en-US" sz="1920"/>
            </a:p>
          </p:txBody>
        </p:sp>
        <p:sp>
          <p:nvSpPr>
            <p:cNvPr id="27" name="Text 5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-452120" y="462280"/>
              <a:ext cx="208439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②</a:t>
              </a:r>
              <a:endParaRPr lang="en-US" sz="1920"/>
            </a:p>
          </p:txBody>
        </p:sp>
        <p:sp>
          <p:nvSpPr>
            <p:cNvPr id="28" name="Text 6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-86360" y="438805"/>
              <a:ext cx="4946904" cy="66416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关键信息基础设施（电力、金融、交通等）的物理安全意义</a:t>
              </a:r>
              <a:endParaRPr lang="en-US" sz="1920"/>
            </a:p>
          </p:txBody>
        </p:sp>
        <p:sp>
          <p:nvSpPr>
            <p:cNvPr id="29" name="Text 7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-452120" y="1056640"/>
              <a:ext cx="208439" cy="33088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③</a:t>
              </a:r>
              <a:endParaRPr lang="en-US" sz="1920"/>
            </a:p>
          </p:txBody>
        </p:sp>
        <p:sp>
          <p:nvSpPr>
            <p:cNvPr id="30" name="Text 8" descr="TEMP_Z_ORDER_14"/>
            <p:cNvSpPr/>
            <p:nvPr>
              <p:custDataLst>
                <p:tags r:id="rId23"/>
              </p:custDataLst>
            </p:nvPr>
          </p:nvSpPr>
          <p:spPr>
            <a:xfrm>
              <a:off x="-86359" y="1026160"/>
              <a:ext cx="4701096" cy="32892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从业者的责任与使命——守好“第一道防线”</a:t>
              </a:r>
              <a:endParaRPr lang="en-US" sz="1920"/>
            </a:p>
          </p:txBody>
        </p:sp>
      </p:grpSp>
      <p:grpSp>
        <p:nvGrpSpPr>
          <p:cNvPr id="31" name="组合 30"/>
          <p:cNvGrpSpPr/>
          <p:nvPr>
            <p:custDataLst>
              <p:tags r:id="rId24"/>
            </p:custDataLst>
          </p:nvPr>
        </p:nvGrpSpPr>
        <p:grpSpPr>
          <a:xfrm>
            <a:off x="6096000" y="5355641"/>
            <a:ext cx="5495544" cy="780364"/>
            <a:chOff x="-635000" y="-635000"/>
            <a:chExt cx="5495544" cy="772867"/>
          </a:xfrm>
        </p:grpSpPr>
        <p:sp>
          <p:nvSpPr>
            <p:cNvPr id="32" name="Text 9" descr="TEMP_Z_ORDER_15"/>
            <p:cNvSpPr/>
            <p:nvPr>
              <p:custDataLst>
                <p:tags r:id="rId25"/>
              </p:custDataLst>
            </p:nvPr>
          </p:nvSpPr>
          <p:spPr>
            <a:xfrm>
              <a:off x="-635000" y="-443281"/>
              <a:ext cx="5495544" cy="58114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教学方式：</a:t>
              </a:r>
              <a:r>
                <a:rPr lang="en-US" sz="168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贯穿案例导入、理论讲解、实操点评全过程，自然融入</a:t>
              </a:r>
              <a:endParaRPr lang="en-US" sz="1680"/>
            </a:p>
          </p:txBody>
        </p:sp>
        <p:pic>
          <p:nvPicPr>
            <p:cNvPr id="33" name="Image 6" descr="TEMP_Z_ORDER_16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-635000" y="-635000"/>
              <a:ext cx="5486400" cy="15240"/>
            </a:xfrm>
            <a:prstGeom prst="rect">
              <a:avLst/>
            </a:prstGeom>
          </p:spPr>
        </p:pic>
      </p:grpSp>
      <p:grpSp>
        <p:nvGrpSpPr>
          <p:cNvPr id="34" name="组合 33"/>
          <p:cNvGrpSpPr/>
          <p:nvPr>
            <p:custDataLst>
              <p:tags r:id="rId28"/>
            </p:custDataLst>
          </p:nvPr>
        </p:nvGrpSpPr>
        <p:grpSpPr>
          <a:xfrm>
            <a:off x="609600" y="1615440"/>
            <a:ext cx="4937760" cy="4389120"/>
            <a:chOff x="-635000" y="-635000"/>
            <a:chExt cx="4937760" cy="4389120"/>
          </a:xfrm>
        </p:grpSpPr>
        <p:pic>
          <p:nvPicPr>
            <p:cNvPr id="35" name="Image 7" descr="TEMP_Z_ORDER_17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937760" cy="43891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6" name="Image 8" descr="TEMP_Z_ORDER_18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-619760" y="-619760"/>
              <a:ext cx="4907280" cy="4358640"/>
            </a:xfrm>
            <a:prstGeom prst="rect">
              <a:avLst/>
            </a:prstGeom>
          </p:spPr>
        </p:pic>
      </p:grpSp>
      <p:sp>
        <p:nvSpPr>
          <p:cNvPr id="21" name="Text 10"/>
          <p:cNvSpPr/>
          <p:nvPr>
            <p:custDataLst>
              <p:tags r:id="rId34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课程思政总结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custDataLst>
              <p:tags r:id="rId3"/>
            </p:custDataLst>
          </p:nvPr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6360">
                <a:solidFill>
                  <a:srgbClr val="FFFFFF"/>
                </a:solidFill>
              </a:rPr>
              <a:t>感谢观看</a:t>
            </a:r>
            <a:endParaRPr lang="en-US" sz="63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</p:bldLst>
  </p:timing>
</p:sld>
</file>

<file path=ppt/tags/tag1.xml><?xml version="1.0" encoding="utf-8"?>
<p:tagLst xmlns:p="http://schemas.openxmlformats.org/presentationml/2006/main">
  <p:tag name="AS_UNIQUEID" val="671"/>
</p:tagLst>
</file>

<file path=ppt/tags/tag2.xml><?xml version="1.0" encoding="utf-8"?>
<p:tagLst xmlns:p="http://schemas.openxmlformats.org/presentationml/2006/main">
  <p:tag name="AS_UNIQUEID" val="672"/>
</p:tagLst>
</file>

<file path=ppt/tags/tag3.xml><?xml version="1.0" encoding="utf-8"?>
<p:tagLst xmlns:p="http://schemas.openxmlformats.org/presentationml/2006/main">
  <p:tag name="AS_UNIQUEID" val="688"/>
</p:tagLst>
</file>

<file path=ppt/tags/tag4.xml><?xml version="1.0" encoding="utf-8"?>
<p:tagLst xmlns:p="http://schemas.openxmlformats.org/presentationml/2006/main">
  <p:tag name="AS_UNIQUEID" val="682"/>
</p:tagLst>
</file>

<file path=ppt/tags/tag5.xml><?xml version="1.0" encoding="utf-8"?>
<p:tagLst xmlns:p="http://schemas.openxmlformats.org/presentationml/2006/main">
  <p:tag name="AS_UNIQUEID" val="683"/>
</p:tagLst>
</file>

<file path=ppt/tags/tag6.xml><?xml version="1.0" encoding="utf-8"?>
<p:tagLst xmlns:p="http://schemas.openxmlformats.org/presentationml/2006/main">
  <p:tag name="AS_UNIQUEID" val="689"/>
</p:tagLst>
</file>

<file path=ppt/tags/tag7.xml><?xml version="1.0" encoding="utf-8"?>
<p:tagLst xmlns:p="http://schemas.openxmlformats.org/presentationml/2006/main">
  <p:tag name="AS_UNIQUEID" val="684"/>
</p:tagLst>
</file>

<file path=ppt/tags/tag8.xml><?xml version="1.0" encoding="utf-8"?>
<p:tagLst xmlns:p="http://schemas.openxmlformats.org/presentationml/2006/main">
  <p:tag name="AS_UNIQUEID" val="690"/>
</p:tagLst>
</file>

<file path=ppt/tags/tag9.xml><?xml version="1.0" encoding="utf-8"?>
<p:tagLst xmlns:p="http://schemas.openxmlformats.org/presentationml/2006/main">
  <p:tag name="AS_UNIQUEID" val="686"/>
</p:tagLst>
</file>

<file path=ppt/tags/tag10.xml><?xml version="1.0" encoding="utf-8"?>
<p:tagLst xmlns:p="http://schemas.openxmlformats.org/presentationml/2006/main">
  <p:tag name="AS_UNIQUEID" val="677"/>
</p:tagLst>
</file>

<file path=ppt/tags/tag11.xml><?xml version="1.0" encoding="utf-8"?>
<p:tagLst xmlns:p="http://schemas.openxmlformats.org/presentationml/2006/main">
  <p:tag name="AS_UNIQUEID" val="691"/>
</p:tagLst>
</file>

<file path=ppt/tags/tag12.xml><?xml version="1.0" encoding="utf-8"?>
<p:tagLst xmlns:p="http://schemas.openxmlformats.org/presentationml/2006/main">
  <p:tag name="AS_UNIQUEID" val="687"/>
</p:tagLst>
</file>

<file path=ppt/tags/tag13.xml><?xml version="1.0" encoding="utf-8"?>
<p:tagLst xmlns:p="http://schemas.openxmlformats.org/presentationml/2006/main">
  <p:tag name="AS_UNIQUEID" val="692"/>
</p:tagLst>
</file>

<file path=ppt/tags/tag14.xml><?xml version="1.0" encoding="utf-8"?>
<p:tagLst xmlns:p="http://schemas.openxmlformats.org/presentationml/2006/main">
  <p:tag name="AS_UNIQUEID" val="685"/>
</p:tagLst>
</file>

<file path=ppt/tags/tag15.xml><?xml version="1.0" encoding="utf-8"?>
<p:tagLst xmlns:p="http://schemas.openxmlformats.org/presentationml/2006/main">
  <p:tag name="AS_UNIQUEID" val="680"/>
</p:tagLst>
</file>

<file path=ppt/tags/tag16.xml><?xml version="1.0" encoding="utf-8"?>
<p:tagLst xmlns:p="http://schemas.openxmlformats.org/presentationml/2006/main">
  <p:tag name="AS_UNIQUEID" val="681"/>
</p:tagLst>
</file>

<file path=ppt/tags/tag17.xml><?xml version="1.0" encoding="utf-8"?>
<p:tagLst xmlns:p="http://schemas.openxmlformats.org/presentationml/2006/main">
  <p:tag name="AS_UNIQUEID" val="1241"/>
</p:tagLst>
</file>

<file path=ppt/tags/tag18.xml><?xml version="1.0" encoding="utf-8"?>
<p:tagLst xmlns:p="http://schemas.openxmlformats.org/presentationml/2006/main">
  <p:tag name="AS_UNIQUEID" val="1242"/>
</p:tagLst>
</file>

<file path=ppt/tags/tag19.xml><?xml version="1.0" encoding="utf-8"?>
<p:tagLst xmlns:p="http://schemas.openxmlformats.org/presentationml/2006/main">
  <p:tag name="AS_UNIQUEID" val="1243"/>
</p:tagLst>
</file>

<file path=ppt/tags/tag20.xml><?xml version="1.0" encoding="utf-8"?>
<p:tagLst xmlns:p="http://schemas.openxmlformats.org/presentationml/2006/main">
  <p:tag name="AS_UNIQUEID" val="693"/>
</p:tagLst>
</file>

<file path=ppt/tags/tag21.xml><?xml version="1.0" encoding="utf-8"?>
<p:tagLst xmlns:p="http://schemas.openxmlformats.org/presentationml/2006/main">
  <p:tag name="AS_UNIQUEID" val="694"/>
</p:tagLst>
</file>

<file path=ppt/tags/tag22.xml><?xml version="1.0" encoding="utf-8"?>
<p:tagLst xmlns:p="http://schemas.openxmlformats.org/presentationml/2006/main">
  <p:tag name="AS_UNIQUEID" val="695"/>
</p:tagLst>
</file>

<file path=ppt/tags/tag23.xml><?xml version="1.0" encoding="utf-8"?>
<p:tagLst xmlns:p="http://schemas.openxmlformats.org/presentationml/2006/main">
  <p:tag name="AS_UNIQUEID" val="696"/>
</p:tagLst>
</file>

<file path=ppt/tags/tag24.xml><?xml version="1.0" encoding="utf-8"?>
<p:tagLst xmlns:p="http://schemas.openxmlformats.org/presentationml/2006/main">
  <p:tag name="AS_UNIQUEID" val="697"/>
</p:tagLst>
</file>

<file path=ppt/tags/tag25.xml><?xml version="1.0" encoding="utf-8"?>
<p:tagLst xmlns:p="http://schemas.openxmlformats.org/presentationml/2006/main">
  <p:tag name="AS_UNIQUEID" val="698"/>
</p:tagLst>
</file>

<file path=ppt/tags/tag26.xml><?xml version="1.0" encoding="utf-8"?>
<p:tagLst xmlns:p="http://schemas.openxmlformats.org/presentationml/2006/main">
  <p:tag name="AS_UNIQUEID" val="699"/>
</p:tagLst>
</file>

<file path=ppt/tags/tag27.xml><?xml version="1.0" encoding="utf-8"?>
<p:tagLst xmlns:p="http://schemas.openxmlformats.org/presentationml/2006/main">
  <p:tag name="AS_UNIQUEID" val="700"/>
</p:tagLst>
</file>

<file path=ppt/tags/tag28.xml><?xml version="1.0" encoding="utf-8"?>
<p:tagLst xmlns:p="http://schemas.openxmlformats.org/presentationml/2006/main">
  <p:tag name="AS_UNIQUEID" val="701"/>
</p:tagLst>
</file>

<file path=ppt/tags/tag29.xml><?xml version="1.0" encoding="utf-8"?>
<p:tagLst xmlns:p="http://schemas.openxmlformats.org/presentationml/2006/main">
  <p:tag name="AS_UNIQUEID" val="702"/>
</p:tagLst>
</file>

<file path=ppt/tags/tag30.xml><?xml version="1.0" encoding="utf-8"?>
<p:tagLst xmlns:p="http://schemas.openxmlformats.org/presentationml/2006/main">
  <p:tag name="AS_UNIQUEID" val="703"/>
</p:tagLst>
</file>

<file path=ppt/tags/tag31.xml><?xml version="1.0" encoding="utf-8"?>
<p:tagLst xmlns:p="http://schemas.openxmlformats.org/presentationml/2006/main">
  <p:tag name="AS_UNIQUEID" val="704"/>
</p:tagLst>
</file>

<file path=ppt/tags/tag32.xml><?xml version="1.0" encoding="utf-8"?>
<p:tagLst xmlns:p="http://schemas.openxmlformats.org/presentationml/2006/main">
  <p:tag name="AS_UNIQUEID" val="1246"/>
</p:tagLst>
</file>

<file path=ppt/tags/tag33.xml><?xml version="1.0" encoding="utf-8"?>
<p:tagLst xmlns:p="http://schemas.openxmlformats.org/presentationml/2006/main">
  <p:tag name="AS_UNIQUEID" val="1247"/>
</p:tagLst>
</file>

<file path=ppt/tags/tag34.xml><?xml version="1.0" encoding="utf-8"?>
<p:tagLst xmlns:p="http://schemas.openxmlformats.org/presentationml/2006/main">
  <p:tag name="AS_UNIQUEID" val="1248"/>
</p:tagLst>
</file>

<file path=ppt/tags/tag35.xml><?xml version="1.0" encoding="utf-8"?>
<p:tagLst xmlns:p="http://schemas.openxmlformats.org/presentationml/2006/main">
  <p:tag name="AS_UNIQUEID" val="705"/>
</p:tagLst>
</file>

<file path=ppt/tags/tag36.xml><?xml version="1.0" encoding="utf-8"?>
<p:tagLst xmlns:p="http://schemas.openxmlformats.org/presentationml/2006/main">
  <p:tag name="AS_UNIQUEID" val="706"/>
</p:tagLst>
</file>

<file path=ppt/tags/tag37.xml><?xml version="1.0" encoding="utf-8"?>
<p:tagLst xmlns:p="http://schemas.openxmlformats.org/presentationml/2006/main">
  <p:tag name="AS_UNIQUEID" val="707"/>
</p:tagLst>
</file>

<file path=ppt/tags/tag38.xml><?xml version="1.0" encoding="utf-8"?>
<p:tagLst xmlns:p="http://schemas.openxmlformats.org/presentationml/2006/main">
  <p:tag name="AS_UNIQUEID" val="745"/>
</p:tagLst>
</file>

<file path=ppt/tags/tag39.xml><?xml version="1.0" encoding="utf-8"?>
<p:tagLst xmlns:p="http://schemas.openxmlformats.org/presentationml/2006/main">
  <p:tag name="AS_UNIQUEID" val="743"/>
</p:tagLst>
</file>

<file path=ppt/tags/tag40.xml><?xml version="1.0" encoding="utf-8"?>
<p:tagLst xmlns:p="http://schemas.openxmlformats.org/presentationml/2006/main">
  <p:tag name="AS_UNIQUEID" val="744"/>
</p:tagLst>
</file>

<file path=ppt/tags/tag41.xml><?xml version="1.0" encoding="utf-8"?>
<p:tagLst xmlns:p="http://schemas.openxmlformats.org/presentationml/2006/main">
  <p:tag name="AS_UNIQUEID" val="746"/>
</p:tagLst>
</file>

<file path=ppt/tags/tag42.xml><?xml version="1.0" encoding="utf-8"?>
<p:tagLst xmlns:p="http://schemas.openxmlformats.org/presentationml/2006/main">
  <p:tag name="AS_UNIQUEID" val="727"/>
</p:tagLst>
</file>

<file path=ppt/tags/tag43.xml><?xml version="1.0" encoding="utf-8"?>
<p:tagLst xmlns:p="http://schemas.openxmlformats.org/presentationml/2006/main">
  <p:tag name="AS_UNIQUEID" val="728"/>
</p:tagLst>
</file>

<file path=ppt/tags/tag44.xml><?xml version="1.0" encoding="utf-8"?>
<p:tagLst xmlns:p="http://schemas.openxmlformats.org/presentationml/2006/main">
  <p:tag name="AS_UNIQUEID" val="729"/>
</p:tagLst>
</file>

<file path=ppt/tags/tag45.xml><?xml version="1.0" encoding="utf-8"?>
<p:tagLst xmlns:p="http://schemas.openxmlformats.org/presentationml/2006/main">
  <p:tag name="AS_UNIQUEID" val="730"/>
</p:tagLst>
</file>

<file path=ppt/tags/tag46.xml><?xml version="1.0" encoding="utf-8"?>
<p:tagLst xmlns:p="http://schemas.openxmlformats.org/presentationml/2006/main">
  <p:tag name="AS_UNIQUEID" val="731"/>
</p:tagLst>
</file>

<file path=ppt/tags/tag47.xml><?xml version="1.0" encoding="utf-8"?>
<p:tagLst xmlns:p="http://schemas.openxmlformats.org/presentationml/2006/main">
  <p:tag name="AS_UNIQUEID" val="732"/>
</p:tagLst>
</file>

<file path=ppt/tags/tag48.xml><?xml version="1.0" encoding="utf-8"?>
<p:tagLst xmlns:p="http://schemas.openxmlformats.org/presentationml/2006/main">
  <p:tag name="AS_UNIQUEID" val="733"/>
</p:tagLst>
</file>

<file path=ppt/tags/tag49.xml><?xml version="1.0" encoding="utf-8"?>
<p:tagLst xmlns:p="http://schemas.openxmlformats.org/presentationml/2006/main">
  <p:tag name="AS_UNIQUEID" val="734"/>
</p:tagLst>
</file>

<file path=ppt/tags/tag50.xml><?xml version="1.0" encoding="utf-8"?>
<p:tagLst xmlns:p="http://schemas.openxmlformats.org/presentationml/2006/main">
  <p:tag name="AS_UNIQUEID" val="735"/>
</p:tagLst>
</file>

<file path=ppt/tags/tag51.xml><?xml version="1.0" encoding="utf-8"?>
<p:tagLst xmlns:p="http://schemas.openxmlformats.org/presentationml/2006/main">
  <p:tag name="AS_UNIQUEID" val="736"/>
</p:tagLst>
</file>

<file path=ppt/tags/tag52.xml><?xml version="1.0" encoding="utf-8"?>
<p:tagLst xmlns:p="http://schemas.openxmlformats.org/presentationml/2006/main">
  <p:tag name="AS_UNIQUEID" val="747"/>
</p:tagLst>
</file>

<file path=ppt/tags/tag53.xml><?xml version="1.0" encoding="utf-8"?>
<p:tagLst xmlns:p="http://schemas.openxmlformats.org/presentationml/2006/main">
  <p:tag name="AS_UNIQUEID" val="737"/>
</p:tagLst>
</file>

<file path=ppt/tags/tag54.xml><?xml version="1.0" encoding="utf-8"?>
<p:tagLst xmlns:p="http://schemas.openxmlformats.org/presentationml/2006/main">
  <p:tag name="AS_UNIQUEID" val="738"/>
</p:tagLst>
</file>

<file path=ppt/tags/tag55.xml><?xml version="1.0" encoding="utf-8"?>
<p:tagLst xmlns:p="http://schemas.openxmlformats.org/presentationml/2006/main">
  <p:tag name="AS_UNIQUEID" val="739"/>
</p:tagLst>
</file>

<file path=ppt/tags/tag56.xml><?xml version="1.0" encoding="utf-8"?>
<p:tagLst xmlns:p="http://schemas.openxmlformats.org/presentationml/2006/main">
  <p:tag name="AS_UNIQUEID" val="740"/>
</p:tagLst>
</file>

<file path=ppt/tags/tag57.xml><?xml version="1.0" encoding="utf-8"?>
<p:tagLst xmlns:p="http://schemas.openxmlformats.org/presentationml/2006/main">
  <p:tag name="AS_UNIQUEID" val="748"/>
</p:tagLst>
</file>

<file path=ppt/tags/tag58.xml><?xml version="1.0" encoding="utf-8"?>
<p:tagLst xmlns:p="http://schemas.openxmlformats.org/presentationml/2006/main">
  <p:tag name="AS_UNIQUEID" val="741"/>
</p:tagLst>
</file>

<file path=ppt/tags/tag59.xml><?xml version="1.0" encoding="utf-8"?>
<p:tagLst xmlns:p="http://schemas.openxmlformats.org/presentationml/2006/main">
  <p:tag name="AS_UNIQUEID" val="742"/>
</p:tagLst>
</file>

<file path=ppt/tags/tag60.xml><?xml version="1.0" encoding="utf-8"?>
<p:tagLst xmlns:p="http://schemas.openxmlformats.org/presentationml/2006/main">
  <p:tag name="AS_UNIQUEID" val="726"/>
</p:tagLst>
</file>

<file path=ppt/tags/tag61.xml><?xml version="1.0" encoding="utf-8"?>
<p:tagLst xmlns:p="http://schemas.openxmlformats.org/presentationml/2006/main">
  <p:tag name="AS_UNIQUEID" val="1251"/>
</p:tagLst>
</file>

<file path=ppt/tags/tag62.xml><?xml version="1.0" encoding="utf-8"?>
<p:tagLst xmlns:p="http://schemas.openxmlformats.org/presentationml/2006/main">
  <p:tag name="AS_UNIQUEID" val="1252"/>
</p:tagLst>
</file>

<file path=ppt/tags/tag63.xml><?xml version="1.0" encoding="utf-8"?>
<p:tagLst xmlns:p="http://schemas.openxmlformats.org/presentationml/2006/main">
  <p:tag name="AS_UNIQUEID" val="1253"/>
</p:tagLst>
</file>

<file path=ppt/tags/tag64.xml><?xml version="1.0" encoding="utf-8"?>
<p:tagLst xmlns:p="http://schemas.openxmlformats.org/presentationml/2006/main">
  <p:tag name="AS_UNIQUEID" val="749"/>
</p:tagLst>
</file>

<file path=ppt/tags/tag65.xml><?xml version="1.0" encoding="utf-8"?>
<p:tagLst xmlns:p="http://schemas.openxmlformats.org/presentationml/2006/main">
  <p:tag name="AS_UNIQUEID" val="750"/>
</p:tagLst>
</file>

<file path=ppt/tags/tag66.xml><?xml version="1.0" encoding="utf-8"?>
<p:tagLst xmlns:p="http://schemas.openxmlformats.org/presentationml/2006/main">
  <p:tag name="AS_UNIQUEID" val="751"/>
</p:tagLst>
</file>

<file path=ppt/tags/tag67.xml><?xml version="1.0" encoding="utf-8"?>
<p:tagLst xmlns:p="http://schemas.openxmlformats.org/presentationml/2006/main">
  <p:tag name="AS_UNIQUEID" val="752"/>
</p:tagLst>
</file>

<file path=ppt/tags/tag68.xml><?xml version="1.0" encoding="utf-8"?>
<p:tagLst xmlns:p="http://schemas.openxmlformats.org/presentationml/2006/main">
  <p:tag name="AS_UNIQUEID" val="788"/>
</p:tagLst>
</file>

<file path=ppt/tags/tag69.xml><?xml version="1.0" encoding="utf-8"?>
<p:tagLst xmlns:p="http://schemas.openxmlformats.org/presentationml/2006/main">
  <p:tag name="AS_UNIQUEID" val="771"/>
</p:tagLst>
</file>

<file path=ppt/tags/tag70.xml><?xml version="1.0" encoding="utf-8"?>
<p:tagLst xmlns:p="http://schemas.openxmlformats.org/presentationml/2006/main">
  <p:tag name="AS_UNIQUEID" val="772"/>
</p:tagLst>
</file>

<file path=ppt/tags/tag71.xml><?xml version="1.0" encoding="utf-8"?>
<p:tagLst xmlns:p="http://schemas.openxmlformats.org/presentationml/2006/main">
  <p:tag name="AS_UNIQUEID" val="773"/>
</p:tagLst>
</file>

<file path=ppt/tags/tag72.xml><?xml version="1.0" encoding="utf-8"?>
<p:tagLst xmlns:p="http://schemas.openxmlformats.org/presentationml/2006/main">
  <p:tag name="AS_UNIQUEID" val="774"/>
</p:tagLst>
</file>

<file path=ppt/tags/tag73.xml><?xml version="1.0" encoding="utf-8"?>
<p:tagLst xmlns:p="http://schemas.openxmlformats.org/presentationml/2006/main">
  <p:tag name="AS_UNIQUEID" val="775"/>
</p:tagLst>
</file>

<file path=ppt/tags/tag74.xml><?xml version="1.0" encoding="utf-8"?>
<p:tagLst xmlns:p="http://schemas.openxmlformats.org/presentationml/2006/main">
  <p:tag name="AS_UNIQUEID" val="776"/>
</p:tagLst>
</file>

<file path=ppt/tags/tag75.xml><?xml version="1.0" encoding="utf-8"?>
<p:tagLst xmlns:p="http://schemas.openxmlformats.org/presentationml/2006/main">
  <p:tag name="AS_UNIQUEID" val="777"/>
</p:tagLst>
</file>

<file path=ppt/tags/tag76.xml><?xml version="1.0" encoding="utf-8"?>
<p:tagLst xmlns:p="http://schemas.openxmlformats.org/presentationml/2006/main">
  <p:tag name="AS_UNIQUEID" val="778"/>
</p:tagLst>
</file>

<file path=ppt/tags/tag77.xml><?xml version="1.0" encoding="utf-8"?>
<p:tagLst xmlns:p="http://schemas.openxmlformats.org/presentationml/2006/main">
  <p:tag name="AS_UNIQUEID" val="779"/>
</p:tagLst>
</file>

<file path=ppt/tags/tag78.xml><?xml version="1.0" encoding="utf-8"?>
<p:tagLst xmlns:p="http://schemas.openxmlformats.org/presentationml/2006/main">
  <p:tag name="AS_UNIQUEID" val="780"/>
</p:tagLst>
</file>

<file path=ppt/tags/tag79.xml><?xml version="1.0" encoding="utf-8"?>
<p:tagLst xmlns:p="http://schemas.openxmlformats.org/presentationml/2006/main">
  <p:tag name="AS_UNIQUEID" val="789"/>
</p:tagLst>
</file>

<file path=ppt/tags/tag80.xml><?xml version="1.0" encoding="utf-8"?>
<p:tagLst xmlns:p="http://schemas.openxmlformats.org/presentationml/2006/main">
  <p:tag name="AS_UNIQUEID" val="781"/>
</p:tagLst>
</file>

<file path=ppt/tags/tag81.xml><?xml version="1.0" encoding="utf-8"?>
<p:tagLst xmlns:p="http://schemas.openxmlformats.org/presentationml/2006/main">
  <p:tag name="AS_UNIQUEID" val="782"/>
</p:tagLst>
</file>

<file path=ppt/tags/tag82.xml><?xml version="1.0" encoding="utf-8"?>
<p:tagLst xmlns:p="http://schemas.openxmlformats.org/presentationml/2006/main">
  <p:tag name="AS_UNIQUEID" val="783"/>
</p:tagLst>
</file>

<file path=ppt/tags/tag83.xml><?xml version="1.0" encoding="utf-8"?>
<p:tagLst xmlns:p="http://schemas.openxmlformats.org/presentationml/2006/main">
  <p:tag name="AS_UNIQUEID" val="784"/>
</p:tagLst>
</file>

<file path=ppt/tags/tag84.xml><?xml version="1.0" encoding="utf-8"?>
<p:tagLst xmlns:p="http://schemas.openxmlformats.org/presentationml/2006/main">
  <p:tag name="AS_UNIQUEID" val="790"/>
</p:tagLst>
</file>

<file path=ppt/tags/tag85.xml><?xml version="1.0" encoding="utf-8"?>
<p:tagLst xmlns:p="http://schemas.openxmlformats.org/presentationml/2006/main">
  <p:tag name="AS_UNIQUEID" val="785"/>
</p:tagLst>
</file>

<file path=ppt/tags/tag86.xml><?xml version="1.0" encoding="utf-8"?>
<p:tagLst xmlns:p="http://schemas.openxmlformats.org/presentationml/2006/main">
  <p:tag name="AS_UNIQUEID" val="786"/>
</p:tagLst>
</file>

<file path=ppt/tags/tag87.xml><?xml version="1.0" encoding="utf-8"?>
<p:tagLst xmlns:p="http://schemas.openxmlformats.org/presentationml/2006/main">
  <p:tag name="AS_UNIQUEID" val="787"/>
</p:tagLst>
</file>

<file path=ppt/tags/tag88.xml><?xml version="1.0" encoding="utf-8"?>
<p:tagLst xmlns:p="http://schemas.openxmlformats.org/presentationml/2006/main">
  <p:tag name="AS_UNIQUEID" val="770"/>
</p:tagLst>
</file>

<file path=ppt/tags/tag89.xml><?xml version="1.0" encoding="utf-8"?>
<p:tagLst xmlns:p="http://schemas.openxmlformats.org/presentationml/2006/main">
  <p:tag name="AS_UNIQUEID" val="1256"/>
</p:tagLst>
</file>

<file path=ppt/tags/tag90.xml><?xml version="1.0" encoding="utf-8"?>
<p:tagLst xmlns:p="http://schemas.openxmlformats.org/presentationml/2006/main">
  <p:tag name="AS_UNIQUEID" val="1257"/>
</p:tagLst>
</file>

<file path=ppt/tags/tag91.xml><?xml version="1.0" encoding="utf-8"?>
<p:tagLst xmlns:p="http://schemas.openxmlformats.org/presentationml/2006/main">
  <p:tag name="AS_UNIQUEID" val="1258"/>
</p:tagLst>
</file>

<file path=ppt/tags/tag92.xml><?xml version="1.0" encoding="utf-8"?>
<p:tagLst xmlns:p="http://schemas.openxmlformats.org/presentationml/2006/main">
  <p:tag name="AS_UNIQUEID" val="791"/>
</p:tagLst>
</file>

<file path=ppt/tags/tag93.xml><?xml version="1.0" encoding="utf-8"?>
<p:tagLst xmlns:p="http://schemas.openxmlformats.org/presentationml/2006/main">
  <p:tag name="AS_UNIQUEID" val="792"/>
</p:tagLst>
</file>

<file path=ppt/tags/tag94.xml><?xml version="1.0" encoding="utf-8"?>
<p:tagLst xmlns:p="http://schemas.openxmlformats.org/presentationml/2006/main">
  <p:tag name="AS_UNIQUEID" val="793"/>
</p:tagLst>
</file>

<file path=ppt/tags/tag95.xml><?xml version="1.0" encoding="utf-8"?>
<p:tagLst xmlns:p="http://schemas.openxmlformats.org/presentationml/2006/main">
  <p:tag name="AS_UNIQUEID" val="855"/>
</p:tagLst>
</file>

<file path=ppt/tags/tag96.xml><?xml version="1.0" encoding="utf-8"?>
<p:tagLst xmlns:p="http://schemas.openxmlformats.org/presentationml/2006/main">
  <p:tag name="AS_UNIQUEID" val="851"/>
</p:tagLst>
</file>

<file path=ppt/tags/tag97.xml><?xml version="1.0" encoding="utf-8"?>
<p:tagLst xmlns:p="http://schemas.openxmlformats.org/presentationml/2006/main">
  <p:tag name="AS_UNIQUEID" val="852"/>
</p:tagLst>
</file>

<file path=ppt/tags/tag98.xml><?xml version="1.0" encoding="utf-8"?>
<p:tagLst xmlns:p="http://schemas.openxmlformats.org/presentationml/2006/main">
  <p:tag name="AS_UNIQUEID" val="856"/>
</p:tagLst>
</file>

<file path=ppt/tags/tag99.xml><?xml version="1.0" encoding="utf-8"?>
<p:tagLst xmlns:p="http://schemas.openxmlformats.org/presentationml/2006/main">
  <p:tag name="AS_UNIQUEID" val="853"/>
</p:tagLst>
</file>

<file path=ppt/tags/tag100.xml><?xml version="1.0" encoding="utf-8"?>
<p:tagLst xmlns:p="http://schemas.openxmlformats.org/presentationml/2006/main">
  <p:tag name="AS_UNIQUEID" val="854"/>
</p:tagLst>
</file>

<file path=ppt/tags/tag101.xml><?xml version="1.0" encoding="utf-8"?>
<p:tagLst xmlns:p="http://schemas.openxmlformats.org/presentationml/2006/main">
  <p:tag name="AS_UNIQUEID" val="857"/>
</p:tagLst>
</file>

<file path=ppt/tags/tag102.xml><?xml version="1.0" encoding="utf-8"?>
<p:tagLst xmlns:p="http://schemas.openxmlformats.org/presentationml/2006/main">
  <p:tag name="AS_UNIQUEID" val="825"/>
</p:tagLst>
</file>

<file path=ppt/tags/tag103.xml><?xml version="1.0" encoding="utf-8"?>
<p:tagLst xmlns:p="http://schemas.openxmlformats.org/presentationml/2006/main">
  <p:tag name="AS_UNIQUEID" val="826"/>
</p:tagLst>
</file>

<file path=ppt/tags/tag104.xml><?xml version="1.0" encoding="utf-8"?>
<p:tagLst xmlns:p="http://schemas.openxmlformats.org/presentationml/2006/main">
  <p:tag name="AS_UNIQUEID" val="827"/>
</p:tagLst>
</file>

<file path=ppt/tags/tag105.xml><?xml version="1.0" encoding="utf-8"?>
<p:tagLst xmlns:p="http://schemas.openxmlformats.org/presentationml/2006/main">
  <p:tag name="AS_UNIQUEID" val="828"/>
</p:tagLst>
</file>

<file path=ppt/tags/tag106.xml><?xml version="1.0" encoding="utf-8"?>
<p:tagLst xmlns:p="http://schemas.openxmlformats.org/presentationml/2006/main">
  <p:tag name="AS_UNIQUEID" val="829"/>
</p:tagLst>
</file>

<file path=ppt/tags/tag107.xml><?xml version="1.0" encoding="utf-8"?>
<p:tagLst xmlns:p="http://schemas.openxmlformats.org/presentationml/2006/main">
  <p:tag name="AS_UNIQUEID" val="830"/>
</p:tagLst>
</file>

<file path=ppt/tags/tag108.xml><?xml version="1.0" encoding="utf-8"?>
<p:tagLst xmlns:p="http://schemas.openxmlformats.org/presentationml/2006/main">
  <p:tag name="AS_UNIQUEID" val="831"/>
</p:tagLst>
</file>

<file path=ppt/tags/tag109.xml><?xml version="1.0" encoding="utf-8"?>
<p:tagLst xmlns:p="http://schemas.openxmlformats.org/presentationml/2006/main">
  <p:tag name="AS_UNIQUEID" val="832"/>
</p:tagLst>
</file>

<file path=ppt/tags/tag110.xml><?xml version="1.0" encoding="utf-8"?>
<p:tagLst xmlns:p="http://schemas.openxmlformats.org/presentationml/2006/main">
  <p:tag name="AS_UNIQUEID" val="833"/>
</p:tagLst>
</file>

<file path=ppt/tags/tag111.xml><?xml version="1.0" encoding="utf-8"?>
<p:tagLst xmlns:p="http://schemas.openxmlformats.org/presentationml/2006/main">
  <p:tag name="AS_UNIQUEID" val="834"/>
</p:tagLst>
</file>

<file path=ppt/tags/tag112.xml><?xml version="1.0" encoding="utf-8"?>
<p:tagLst xmlns:p="http://schemas.openxmlformats.org/presentationml/2006/main">
  <p:tag name="AS_UNIQUEID" val="835"/>
</p:tagLst>
</file>

<file path=ppt/tags/tag113.xml><?xml version="1.0" encoding="utf-8"?>
<p:tagLst xmlns:p="http://schemas.openxmlformats.org/presentationml/2006/main">
  <p:tag name="AS_UNIQUEID" val="836"/>
</p:tagLst>
</file>

<file path=ppt/tags/tag114.xml><?xml version="1.0" encoding="utf-8"?>
<p:tagLst xmlns:p="http://schemas.openxmlformats.org/presentationml/2006/main">
  <p:tag name="AS_UNIQUEID" val="837"/>
</p:tagLst>
</file>

<file path=ppt/tags/tag115.xml><?xml version="1.0" encoding="utf-8"?>
<p:tagLst xmlns:p="http://schemas.openxmlformats.org/presentationml/2006/main">
  <p:tag name="AS_UNIQUEID" val="838"/>
</p:tagLst>
</file>

<file path=ppt/tags/tag116.xml><?xml version="1.0" encoding="utf-8"?>
<p:tagLst xmlns:p="http://schemas.openxmlformats.org/presentationml/2006/main">
  <p:tag name="AS_UNIQUEID" val="839"/>
</p:tagLst>
</file>

<file path=ppt/tags/tag117.xml><?xml version="1.0" encoding="utf-8"?>
<p:tagLst xmlns:p="http://schemas.openxmlformats.org/presentationml/2006/main">
  <p:tag name="AS_UNIQUEID" val="840"/>
</p:tagLst>
</file>

<file path=ppt/tags/tag118.xml><?xml version="1.0" encoding="utf-8"?>
<p:tagLst xmlns:p="http://schemas.openxmlformats.org/presentationml/2006/main">
  <p:tag name="AS_UNIQUEID" val="841"/>
</p:tagLst>
</file>

<file path=ppt/tags/tag119.xml><?xml version="1.0" encoding="utf-8"?>
<p:tagLst xmlns:p="http://schemas.openxmlformats.org/presentationml/2006/main">
  <p:tag name="AS_UNIQUEID" val="842"/>
</p:tagLst>
</file>

<file path=ppt/tags/tag120.xml><?xml version="1.0" encoding="utf-8"?>
<p:tagLst xmlns:p="http://schemas.openxmlformats.org/presentationml/2006/main">
  <p:tag name="AS_UNIQUEID" val="843"/>
</p:tagLst>
</file>

<file path=ppt/tags/tag121.xml><?xml version="1.0" encoding="utf-8"?>
<p:tagLst xmlns:p="http://schemas.openxmlformats.org/presentationml/2006/main">
  <p:tag name="AS_UNIQUEID" val="844"/>
</p:tagLst>
</file>

<file path=ppt/tags/tag122.xml><?xml version="1.0" encoding="utf-8"?>
<p:tagLst xmlns:p="http://schemas.openxmlformats.org/presentationml/2006/main">
  <p:tag name="AS_UNIQUEID" val="845"/>
</p:tagLst>
</file>

<file path=ppt/tags/tag123.xml><?xml version="1.0" encoding="utf-8"?>
<p:tagLst xmlns:p="http://schemas.openxmlformats.org/presentationml/2006/main">
  <p:tag name="AS_UNIQUEID" val="846"/>
</p:tagLst>
</file>

<file path=ppt/tags/tag124.xml><?xml version="1.0" encoding="utf-8"?>
<p:tagLst xmlns:p="http://schemas.openxmlformats.org/presentationml/2006/main">
  <p:tag name="AS_UNIQUEID" val="847"/>
</p:tagLst>
</file>

<file path=ppt/tags/tag125.xml><?xml version="1.0" encoding="utf-8"?>
<p:tagLst xmlns:p="http://schemas.openxmlformats.org/presentationml/2006/main">
  <p:tag name="AS_UNIQUEID" val="858"/>
</p:tagLst>
</file>

<file path=ppt/tags/tag126.xml><?xml version="1.0" encoding="utf-8"?>
<p:tagLst xmlns:p="http://schemas.openxmlformats.org/presentationml/2006/main">
  <p:tag name="AS_UNIQUEID" val="848"/>
</p:tagLst>
</file>

<file path=ppt/tags/tag127.xml><?xml version="1.0" encoding="utf-8"?>
<p:tagLst xmlns:p="http://schemas.openxmlformats.org/presentationml/2006/main">
  <p:tag name="AS_UNIQUEID" val="849"/>
</p:tagLst>
</file>

<file path=ppt/tags/tag128.xml><?xml version="1.0" encoding="utf-8"?>
<p:tagLst xmlns:p="http://schemas.openxmlformats.org/presentationml/2006/main">
  <p:tag name="AS_UNIQUEID" val="850"/>
</p:tagLst>
</file>

<file path=ppt/tags/tag129.xml><?xml version="1.0" encoding="utf-8"?>
<p:tagLst xmlns:p="http://schemas.openxmlformats.org/presentationml/2006/main">
  <p:tag name="AS_UNIQUEID" val="824"/>
</p:tagLst>
</file>

<file path=ppt/tags/tag130.xml><?xml version="1.0" encoding="utf-8"?>
<p:tagLst xmlns:p="http://schemas.openxmlformats.org/presentationml/2006/main">
  <p:tag name="AS_UNIQUEID" val="1261"/>
</p:tagLst>
</file>

<file path=ppt/tags/tag131.xml><?xml version="1.0" encoding="utf-8"?>
<p:tagLst xmlns:p="http://schemas.openxmlformats.org/presentationml/2006/main">
  <p:tag name="AS_UNIQUEID" val="1262"/>
</p:tagLst>
</file>

<file path=ppt/tags/tag132.xml><?xml version="1.0" encoding="utf-8"?>
<p:tagLst xmlns:p="http://schemas.openxmlformats.org/presentationml/2006/main">
  <p:tag name="AS_UNIQUEID" val="1263"/>
</p:tagLst>
</file>

<file path=ppt/tags/tag133.xml><?xml version="1.0" encoding="utf-8"?>
<p:tagLst xmlns:p="http://schemas.openxmlformats.org/presentationml/2006/main">
  <p:tag name="AS_UNIQUEID" val="859"/>
</p:tagLst>
</file>

<file path=ppt/tags/tag134.xml><?xml version="1.0" encoding="utf-8"?>
<p:tagLst xmlns:p="http://schemas.openxmlformats.org/presentationml/2006/main">
  <p:tag name="AS_UNIQUEID" val="860"/>
</p:tagLst>
</file>

<file path=ppt/tags/tag135.xml><?xml version="1.0" encoding="utf-8"?>
<p:tagLst xmlns:p="http://schemas.openxmlformats.org/presentationml/2006/main">
  <p:tag name="AS_UNIQUEID" val="861"/>
</p:tagLst>
</file>

<file path=ppt/tags/tag136.xml><?xml version="1.0" encoding="utf-8"?>
<p:tagLst xmlns:p="http://schemas.openxmlformats.org/presentationml/2006/main">
  <p:tag name="AS_UNIQUEID" val="929"/>
</p:tagLst>
</file>

<file path=ppt/tags/tag137.xml><?xml version="1.0" encoding="utf-8"?>
<p:tagLst xmlns:p="http://schemas.openxmlformats.org/presentationml/2006/main">
  <p:tag name="AS_UNIQUEID" val="911"/>
</p:tagLst>
</file>

<file path=ppt/tags/tag138.xml><?xml version="1.0" encoding="utf-8"?>
<p:tagLst xmlns:p="http://schemas.openxmlformats.org/presentationml/2006/main">
  <p:tag name="AS_UNIQUEID" val="912"/>
</p:tagLst>
</file>

<file path=ppt/tags/tag139.xml><?xml version="1.0" encoding="utf-8"?>
<p:tagLst xmlns:p="http://schemas.openxmlformats.org/presentationml/2006/main">
  <p:tag name="AS_UNIQUEID" val="913"/>
</p:tagLst>
</file>

<file path=ppt/tags/tag140.xml><?xml version="1.0" encoding="utf-8"?>
<p:tagLst xmlns:p="http://schemas.openxmlformats.org/presentationml/2006/main">
  <p:tag name="AS_UNIQUEID" val="914"/>
</p:tagLst>
</file>

<file path=ppt/tags/tag141.xml><?xml version="1.0" encoding="utf-8"?>
<p:tagLst xmlns:p="http://schemas.openxmlformats.org/presentationml/2006/main">
  <p:tag name="AS_UNIQUEID" val="915"/>
</p:tagLst>
</file>

<file path=ppt/tags/tag142.xml><?xml version="1.0" encoding="utf-8"?>
<p:tagLst xmlns:p="http://schemas.openxmlformats.org/presentationml/2006/main">
  <p:tag name="AS_UNIQUEID" val="916"/>
</p:tagLst>
</file>

<file path=ppt/tags/tag143.xml><?xml version="1.0" encoding="utf-8"?>
<p:tagLst xmlns:p="http://schemas.openxmlformats.org/presentationml/2006/main">
  <p:tag name="AS_UNIQUEID" val="917"/>
</p:tagLst>
</file>

<file path=ppt/tags/tag144.xml><?xml version="1.0" encoding="utf-8"?>
<p:tagLst xmlns:p="http://schemas.openxmlformats.org/presentationml/2006/main">
  <p:tag name="AS_UNIQUEID" val="918"/>
</p:tagLst>
</file>

<file path=ppt/tags/tag145.xml><?xml version="1.0" encoding="utf-8"?>
<p:tagLst xmlns:p="http://schemas.openxmlformats.org/presentationml/2006/main">
  <p:tag name="AS_UNIQUEID" val="930"/>
</p:tagLst>
</file>

<file path=ppt/tags/tag146.xml><?xml version="1.0" encoding="utf-8"?>
<p:tagLst xmlns:p="http://schemas.openxmlformats.org/presentationml/2006/main">
  <p:tag name="AS_UNIQUEID" val="919"/>
</p:tagLst>
</file>

<file path=ppt/tags/tag147.xml><?xml version="1.0" encoding="utf-8"?>
<p:tagLst xmlns:p="http://schemas.openxmlformats.org/presentationml/2006/main">
  <p:tag name="AS_UNIQUEID" val="920"/>
</p:tagLst>
</file>

<file path=ppt/tags/tag148.xml><?xml version="1.0" encoding="utf-8"?>
<p:tagLst xmlns:p="http://schemas.openxmlformats.org/presentationml/2006/main">
  <p:tag name="AS_UNIQUEID" val="921"/>
</p:tagLst>
</file>

<file path=ppt/tags/tag149.xml><?xml version="1.0" encoding="utf-8"?>
<p:tagLst xmlns:p="http://schemas.openxmlformats.org/presentationml/2006/main">
  <p:tag name="AS_UNIQUEID" val="922"/>
</p:tagLst>
</file>

<file path=ppt/tags/tag150.xml><?xml version="1.0" encoding="utf-8"?>
<p:tagLst xmlns:p="http://schemas.openxmlformats.org/presentationml/2006/main">
  <p:tag name="AS_UNIQUEID" val="923"/>
</p:tagLst>
</file>

<file path=ppt/tags/tag151.xml><?xml version="1.0" encoding="utf-8"?>
<p:tagLst xmlns:p="http://schemas.openxmlformats.org/presentationml/2006/main">
  <p:tag name="AS_UNIQUEID" val="924"/>
</p:tagLst>
</file>

<file path=ppt/tags/tag152.xml><?xml version="1.0" encoding="utf-8"?>
<p:tagLst xmlns:p="http://schemas.openxmlformats.org/presentationml/2006/main">
  <p:tag name="AS_UNIQUEID" val="925"/>
</p:tagLst>
</file>

<file path=ppt/tags/tag153.xml><?xml version="1.0" encoding="utf-8"?>
<p:tagLst xmlns:p="http://schemas.openxmlformats.org/presentationml/2006/main">
  <p:tag name="AS_UNIQUEID" val="926"/>
</p:tagLst>
</file>

<file path=ppt/tags/tag154.xml><?xml version="1.0" encoding="utf-8"?>
<p:tagLst xmlns:p="http://schemas.openxmlformats.org/presentationml/2006/main">
  <p:tag name="AS_UNIQUEID" val="927"/>
</p:tagLst>
</file>

<file path=ppt/tags/tag155.xml><?xml version="1.0" encoding="utf-8"?>
<p:tagLst xmlns:p="http://schemas.openxmlformats.org/presentationml/2006/main">
  <p:tag name="AS_UNIQUEID" val="928"/>
</p:tagLst>
</file>

<file path=ppt/tags/tag156.xml><?xml version="1.0" encoding="utf-8"?>
<p:tagLst xmlns:p="http://schemas.openxmlformats.org/presentationml/2006/main">
  <p:tag name="AS_UNIQUEID" val="931"/>
</p:tagLst>
</file>

<file path=ppt/tags/tag157.xml><?xml version="1.0" encoding="utf-8"?>
<p:tagLst xmlns:p="http://schemas.openxmlformats.org/presentationml/2006/main">
  <p:tag name="AS_UNIQUEID" val="896"/>
</p:tagLst>
</file>

<file path=ppt/tags/tag158.xml><?xml version="1.0" encoding="utf-8"?>
<p:tagLst xmlns:p="http://schemas.openxmlformats.org/presentationml/2006/main">
  <p:tag name="AS_UNIQUEID" val="897"/>
</p:tagLst>
</file>

<file path=ppt/tags/tag159.xml><?xml version="1.0" encoding="utf-8"?>
<p:tagLst xmlns:p="http://schemas.openxmlformats.org/presentationml/2006/main">
  <p:tag name="AS_UNIQUEID" val="898"/>
</p:tagLst>
</file>

<file path=ppt/tags/tag160.xml><?xml version="1.0" encoding="utf-8"?>
<p:tagLst xmlns:p="http://schemas.openxmlformats.org/presentationml/2006/main">
  <p:tag name="AS_UNIQUEID" val="899"/>
</p:tagLst>
</file>

<file path=ppt/tags/tag161.xml><?xml version="1.0" encoding="utf-8"?>
<p:tagLst xmlns:p="http://schemas.openxmlformats.org/presentationml/2006/main">
  <p:tag name="AS_UNIQUEID" val="900"/>
</p:tagLst>
</file>

<file path=ppt/tags/tag162.xml><?xml version="1.0" encoding="utf-8"?>
<p:tagLst xmlns:p="http://schemas.openxmlformats.org/presentationml/2006/main">
  <p:tag name="AS_UNIQUEID" val="901"/>
</p:tagLst>
</file>

<file path=ppt/tags/tag163.xml><?xml version="1.0" encoding="utf-8"?>
<p:tagLst xmlns:p="http://schemas.openxmlformats.org/presentationml/2006/main">
  <p:tag name="AS_UNIQUEID" val="902"/>
</p:tagLst>
</file>

<file path=ppt/tags/tag164.xml><?xml version="1.0" encoding="utf-8"?>
<p:tagLst xmlns:p="http://schemas.openxmlformats.org/presentationml/2006/main">
  <p:tag name="AS_UNIQUEID" val="903"/>
</p:tagLst>
</file>

<file path=ppt/tags/tag165.xml><?xml version="1.0" encoding="utf-8"?>
<p:tagLst xmlns:p="http://schemas.openxmlformats.org/presentationml/2006/main">
  <p:tag name="AS_UNIQUEID" val="904"/>
</p:tagLst>
</file>

<file path=ppt/tags/tag166.xml><?xml version="1.0" encoding="utf-8"?>
<p:tagLst xmlns:p="http://schemas.openxmlformats.org/presentationml/2006/main">
  <p:tag name="AS_UNIQUEID" val="905"/>
</p:tagLst>
</file>

<file path=ppt/tags/tag167.xml><?xml version="1.0" encoding="utf-8"?>
<p:tagLst xmlns:p="http://schemas.openxmlformats.org/presentationml/2006/main">
  <p:tag name="AS_UNIQUEID" val="932"/>
</p:tagLst>
</file>

<file path=ppt/tags/tag168.xml><?xml version="1.0" encoding="utf-8"?>
<p:tagLst xmlns:p="http://schemas.openxmlformats.org/presentationml/2006/main">
  <p:tag name="AS_UNIQUEID" val="906"/>
</p:tagLst>
</file>

<file path=ppt/tags/tag169.xml><?xml version="1.0" encoding="utf-8"?>
<p:tagLst xmlns:p="http://schemas.openxmlformats.org/presentationml/2006/main">
  <p:tag name="AS_UNIQUEID" val="907"/>
</p:tagLst>
</file>

<file path=ppt/tags/tag170.xml><?xml version="1.0" encoding="utf-8"?>
<p:tagLst xmlns:p="http://schemas.openxmlformats.org/presentationml/2006/main">
  <p:tag name="AS_UNIQUEID" val="908"/>
</p:tagLst>
</file>

<file path=ppt/tags/tag171.xml><?xml version="1.0" encoding="utf-8"?>
<p:tagLst xmlns:p="http://schemas.openxmlformats.org/presentationml/2006/main">
  <p:tag name="AS_UNIQUEID" val="909"/>
</p:tagLst>
</file>

<file path=ppt/tags/tag172.xml><?xml version="1.0" encoding="utf-8"?>
<p:tagLst xmlns:p="http://schemas.openxmlformats.org/presentationml/2006/main">
  <p:tag name="AS_UNIQUEID" val="910"/>
</p:tagLst>
</file>

<file path=ppt/tags/tag173.xml><?xml version="1.0" encoding="utf-8"?>
<p:tagLst xmlns:p="http://schemas.openxmlformats.org/presentationml/2006/main">
  <p:tag name="AS_UNIQUEID" val="895"/>
</p:tagLst>
</file>

<file path=ppt/tags/tag174.xml><?xml version="1.0" encoding="utf-8"?>
<p:tagLst xmlns:p="http://schemas.openxmlformats.org/presentationml/2006/main">
  <p:tag name="AS_UNIQUEID" val="1266"/>
</p:tagLst>
</file>

<file path=ppt/tags/tag175.xml><?xml version="1.0" encoding="utf-8"?>
<p:tagLst xmlns:p="http://schemas.openxmlformats.org/presentationml/2006/main">
  <p:tag name="AS_UNIQUEID" val="1267"/>
</p:tagLst>
</file>

<file path=ppt/tags/tag176.xml><?xml version="1.0" encoding="utf-8"?>
<p:tagLst xmlns:p="http://schemas.openxmlformats.org/presentationml/2006/main">
  <p:tag name="AS_UNIQUEID" val="1268"/>
</p:tagLst>
</file>

<file path=ppt/tags/tag177.xml><?xml version="1.0" encoding="utf-8"?>
<p:tagLst xmlns:p="http://schemas.openxmlformats.org/presentationml/2006/main">
  <p:tag name="AS_UNIQUEID" val="933"/>
</p:tagLst>
</file>

<file path=ppt/tags/tag178.xml><?xml version="1.0" encoding="utf-8"?>
<p:tagLst xmlns:p="http://schemas.openxmlformats.org/presentationml/2006/main">
  <p:tag name="AS_UNIQUEID" val="934"/>
</p:tagLst>
</file>

<file path=ppt/tags/tag179.xml><?xml version="1.0" encoding="utf-8"?>
<p:tagLst xmlns:p="http://schemas.openxmlformats.org/presentationml/2006/main">
  <p:tag name="AS_UNIQUEID" val="935"/>
</p:tagLst>
</file>

<file path=ppt/tags/tag180.xml><?xml version="1.0" encoding="utf-8"?>
<p:tagLst xmlns:p="http://schemas.openxmlformats.org/presentationml/2006/main">
  <p:tag name="AS_UNIQUEID" val="987"/>
</p:tagLst>
</file>

<file path=ppt/tags/tag181.xml><?xml version="1.0" encoding="utf-8"?>
<p:tagLst xmlns:p="http://schemas.openxmlformats.org/presentationml/2006/main">
  <p:tag name="AS_UNIQUEID" val="962"/>
</p:tagLst>
</file>

<file path=ppt/tags/tag182.xml><?xml version="1.0" encoding="utf-8"?>
<p:tagLst xmlns:p="http://schemas.openxmlformats.org/presentationml/2006/main">
  <p:tag name="AS_UNIQUEID" val="963"/>
</p:tagLst>
</file>

<file path=ppt/tags/tag183.xml><?xml version="1.0" encoding="utf-8"?>
<p:tagLst xmlns:p="http://schemas.openxmlformats.org/presentationml/2006/main">
  <p:tag name="AS_UNIQUEID" val="964"/>
</p:tagLst>
</file>

<file path=ppt/tags/tag184.xml><?xml version="1.0" encoding="utf-8"?>
<p:tagLst xmlns:p="http://schemas.openxmlformats.org/presentationml/2006/main">
  <p:tag name="AS_UNIQUEID" val="965"/>
</p:tagLst>
</file>

<file path=ppt/tags/tag185.xml><?xml version="1.0" encoding="utf-8"?>
<p:tagLst xmlns:p="http://schemas.openxmlformats.org/presentationml/2006/main">
  <p:tag name="AS_UNIQUEID" val="966"/>
</p:tagLst>
</file>

<file path=ppt/tags/tag186.xml><?xml version="1.0" encoding="utf-8"?>
<p:tagLst xmlns:p="http://schemas.openxmlformats.org/presentationml/2006/main">
  <p:tag name="AS_UNIQUEID" val="967"/>
</p:tagLst>
</file>

<file path=ppt/tags/tag187.xml><?xml version="1.0" encoding="utf-8"?>
<p:tagLst xmlns:p="http://schemas.openxmlformats.org/presentationml/2006/main">
  <p:tag name="AS_UNIQUEID" val="968"/>
</p:tagLst>
</file>

<file path=ppt/tags/tag188.xml><?xml version="1.0" encoding="utf-8"?>
<p:tagLst xmlns:p="http://schemas.openxmlformats.org/presentationml/2006/main">
  <p:tag name="AS_UNIQUEID" val="969"/>
</p:tagLst>
</file>

<file path=ppt/tags/tag189.xml><?xml version="1.0" encoding="utf-8"?>
<p:tagLst xmlns:p="http://schemas.openxmlformats.org/presentationml/2006/main">
  <p:tag name="AS_UNIQUEID" val="970"/>
</p:tagLst>
</file>

<file path=ppt/tags/tag190.xml><?xml version="1.0" encoding="utf-8"?>
<p:tagLst xmlns:p="http://schemas.openxmlformats.org/presentationml/2006/main">
  <p:tag name="AS_UNIQUEID" val="971"/>
</p:tagLst>
</file>

<file path=ppt/tags/tag191.xml><?xml version="1.0" encoding="utf-8"?>
<p:tagLst xmlns:p="http://schemas.openxmlformats.org/presentationml/2006/main">
  <p:tag name="AS_UNIQUEID" val="972"/>
</p:tagLst>
</file>

<file path=ppt/tags/tag192.xml><?xml version="1.0" encoding="utf-8"?>
<p:tagLst xmlns:p="http://schemas.openxmlformats.org/presentationml/2006/main">
  <p:tag name="AS_UNIQUEID" val="973"/>
</p:tagLst>
</file>

<file path=ppt/tags/tag193.xml><?xml version="1.0" encoding="utf-8"?>
<p:tagLst xmlns:p="http://schemas.openxmlformats.org/presentationml/2006/main">
  <p:tag name="AS_UNIQUEID" val="974"/>
</p:tagLst>
</file>

<file path=ppt/tags/tag194.xml><?xml version="1.0" encoding="utf-8"?>
<p:tagLst xmlns:p="http://schemas.openxmlformats.org/presentationml/2006/main">
  <p:tag name="AS_UNIQUEID" val="975"/>
</p:tagLst>
</file>

<file path=ppt/tags/tag195.xml><?xml version="1.0" encoding="utf-8"?>
<p:tagLst xmlns:p="http://schemas.openxmlformats.org/presentationml/2006/main">
  <p:tag name="AS_UNIQUEID" val="976"/>
</p:tagLst>
</file>

<file path=ppt/tags/tag196.xml><?xml version="1.0" encoding="utf-8"?>
<p:tagLst xmlns:p="http://schemas.openxmlformats.org/presentationml/2006/main">
  <p:tag name="AS_UNIQUEID" val="977"/>
</p:tagLst>
</file>

<file path=ppt/tags/tag197.xml><?xml version="1.0" encoding="utf-8"?>
<p:tagLst xmlns:p="http://schemas.openxmlformats.org/presentationml/2006/main">
  <p:tag name="AS_UNIQUEID" val="978"/>
</p:tagLst>
</file>

<file path=ppt/tags/tag198.xml><?xml version="1.0" encoding="utf-8"?>
<p:tagLst xmlns:p="http://schemas.openxmlformats.org/presentationml/2006/main">
  <p:tag name="AS_UNIQUEID" val="979"/>
</p:tagLst>
</file>

<file path=ppt/tags/tag199.xml><?xml version="1.0" encoding="utf-8"?>
<p:tagLst xmlns:p="http://schemas.openxmlformats.org/presentationml/2006/main">
  <p:tag name="AS_UNIQUEID" val="980"/>
</p:tagLst>
</file>

<file path=ppt/tags/tag200.xml><?xml version="1.0" encoding="utf-8"?>
<p:tagLst xmlns:p="http://schemas.openxmlformats.org/presentationml/2006/main">
  <p:tag name="AS_UNIQUEID" val="981"/>
</p:tagLst>
</file>

<file path=ppt/tags/tag201.xml><?xml version="1.0" encoding="utf-8"?>
<p:tagLst xmlns:p="http://schemas.openxmlformats.org/presentationml/2006/main">
  <p:tag name="AS_UNIQUEID" val="982"/>
</p:tagLst>
</file>

<file path=ppt/tags/tag202.xml><?xml version="1.0" encoding="utf-8"?>
<p:tagLst xmlns:p="http://schemas.openxmlformats.org/presentationml/2006/main">
  <p:tag name="AS_UNIQUEID" val="983"/>
</p:tagLst>
</file>

<file path=ppt/tags/tag203.xml><?xml version="1.0" encoding="utf-8"?>
<p:tagLst xmlns:p="http://schemas.openxmlformats.org/presentationml/2006/main">
  <p:tag name="AS_UNIQUEID" val="984"/>
</p:tagLst>
</file>

<file path=ppt/tags/tag204.xml><?xml version="1.0" encoding="utf-8"?>
<p:tagLst xmlns:p="http://schemas.openxmlformats.org/presentationml/2006/main">
  <p:tag name="AS_UNIQUEID" val="985"/>
</p:tagLst>
</file>

<file path=ppt/tags/tag205.xml><?xml version="1.0" encoding="utf-8"?>
<p:tagLst xmlns:p="http://schemas.openxmlformats.org/presentationml/2006/main">
  <p:tag name="AS_UNIQUEID" val="986"/>
</p:tagLst>
</file>

<file path=ppt/tags/tag206.xml><?xml version="1.0" encoding="utf-8"?>
<p:tagLst xmlns:p="http://schemas.openxmlformats.org/presentationml/2006/main">
  <p:tag name="AS_UNIQUEID" val="961"/>
</p:tagLst>
</file>

<file path=ppt/tags/tag207.xml><?xml version="1.0" encoding="utf-8"?>
<p:tagLst xmlns:p="http://schemas.openxmlformats.org/presentationml/2006/main">
  <p:tag name="AS_UNIQUEID" val="1271"/>
</p:tagLst>
</file>

<file path=ppt/tags/tag208.xml><?xml version="1.0" encoding="utf-8"?>
<p:tagLst xmlns:p="http://schemas.openxmlformats.org/presentationml/2006/main">
  <p:tag name="AS_UNIQUEID" val="1272"/>
</p:tagLst>
</file>

<file path=ppt/tags/tag209.xml><?xml version="1.0" encoding="utf-8"?>
<p:tagLst xmlns:p="http://schemas.openxmlformats.org/presentationml/2006/main">
  <p:tag name="AS_UNIQUEID" val="1273"/>
</p:tagLst>
</file>

<file path=ppt/tags/tag210.xml><?xml version="1.0" encoding="utf-8"?>
<p:tagLst xmlns:p="http://schemas.openxmlformats.org/presentationml/2006/main">
  <p:tag name="AS_UNIQUEID" val="988"/>
</p:tagLst>
</file>

<file path=ppt/tags/tag211.xml><?xml version="1.0" encoding="utf-8"?>
<p:tagLst xmlns:p="http://schemas.openxmlformats.org/presentationml/2006/main">
  <p:tag name="AS_UNIQUEID" val="989"/>
</p:tagLst>
</file>

<file path=ppt/tags/tag212.xml><?xml version="1.0" encoding="utf-8"?>
<p:tagLst xmlns:p="http://schemas.openxmlformats.org/presentationml/2006/main">
  <p:tag name="AS_UNIQUEID" val="990"/>
</p:tagLst>
</file>

<file path=ppt/tags/tag213.xml><?xml version="1.0" encoding="utf-8"?>
<p:tagLst xmlns:p="http://schemas.openxmlformats.org/presentationml/2006/main">
  <p:tag name="AS_UNIQUEID" val="1050"/>
</p:tagLst>
</file>

<file path=ppt/tags/tag214.xml><?xml version="1.0" encoding="utf-8"?>
<p:tagLst xmlns:p="http://schemas.openxmlformats.org/presentationml/2006/main">
  <p:tag name="AS_UNIQUEID" val="1043"/>
</p:tagLst>
</file>

<file path=ppt/tags/tag215.xml><?xml version="1.0" encoding="utf-8"?>
<p:tagLst xmlns:p="http://schemas.openxmlformats.org/presentationml/2006/main">
  <p:tag name="AS_UNIQUEID" val="1044"/>
</p:tagLst>
</file>

<file path=ppt/tags/tag216.xml><?xml version="1.0" encoding="utf-8"?>
<p:tagLst xmlns:p="http://schemas.openxmlformats.org/presentationml/2006/main">
  <p:tag name="AS_UNIQUEID" val="1045"/>
</p:tagLst>
</file>

<file path=ppt/tags/tag217.xml><?xml version="1.0" encoding="utf-8"?>
<p:tagLst xmlns:p="http://schemas.openxmlformats.org/presentationml/2006/main">
  <p:tag name="AS_UNIQUEID" val="1046"/>
</p:tagLst>
</file>

<file path=ppt/tags/tag218.xml><?xml version="1.0" encoding="utf-8"?>
<p:tagLst xmlns:p="http://schemas.openxmlformats.org/presentationml/2006/main">
  <p:tag name="AS_UNIQUEID" val="1047"/>
</p:tagLst>
</file>

<file path=ppt/tags/tag219.xml><?xml version="1.0" encoding="utf-8"?>
<p:tagLst xmlns:p="http://schemas.openxmlformats.org/presentationml/2006/main">
  <p:tag name="AS_UNIQUEID" val="1048"/>
</p:tagLst>
</file>

<file path=ppt/tags/tag220.xml><?xml version="1.0" encoding="utf-8"?>
<p:tagLst xmlns:p="http://schemas.openxmlformats.org/presentationml/2006/main">
  <p:tag name="AS_UNIQUEID" val="1049"/>
</p:tagLst>
</file>

<file path=ppt/tags/tag221.xml><?xml version="1.0" encoding="utf-8"?>
<p:tagLst xmlns:p="http://schemas.openxmlformats.org/presentationml/2006/main">
  <p:tag name="AS_UNIQUEID" val="1051"/>
</p:tagLst>
</file>

<file path=ppt/tags/tag222.xml><?xml version="1.0" encoding="utf-8"?>
<p:tagLst xmlns:p="http://schemas.openxmlformats.org/presentationml/2006/main">
  <p:tag name="AS_UNIQUEID" val="1035"/>
</p:tagLst>
</file>

<file path=ppt/tags/tag223.xml><?xml version="1.0" encoding="utf-8"?>
<p:tagLst xmlns:p="http://schemas.openxmlformats.org/presentationml/2006/main">
  <p:tag name="AS_UNIQUEID" val="1036"/>
</p:tagLst>
</file>

<file path=ppt/tags/tag224.xml><?xml version="1.0" encoding="utf-8"?>
<p:tagLst xmlns:p="http://schemas.openxmlformats.org/presentationml/2006/main">
  <p:tag name="AS_UNIQUEID" val="1037"/>
</p:tagLst>
</file>

<file path=ppt/tags/tag225.xml><?xml version="1.0" encoding="utf-8"?>
<p:tagLst xmlns:p="http://schemas.openxmlformats.org/presentationml/2006/main">
  <p:tag name="AS_UNIQUEID" val="1038"/>
</p:tagLst>
</file>

<file path=ppt/tags/tag226.xml><?xml version="1.0" encoding="utf-8"?>
<p:tagLst xmlns:p="http://schemas.openxmlformats.org/presentationml/2006/main">
  <p:tag name="AS_UNIQUEID" val="1039"/>
</p:tagLst>
</file>

<file path=ppt/tags/tag227.xml><?xml version="1.0" encoding="utf-8"?>
<p:tagLst xmlns:p="http://schemas.openxmlformats.org/presentationml/2006/main">
  <p:tag name="AS_UNIQUEID" val="1040"/>
</p:tagLst>
</file>

<file path=ppt/tags/tag228.xml><?xml version="1.0" encoding="utf-8"?>
<p:tagLst xmlns:p="http://schemas.openxmlformats.org/presentationml/2006/main">
  <p:tag name="AS_UNIQUEID" val="1041"/>
</p:tagLst>
</file>

<file path=ppt/tags/tag229.xml><?xml version="1.0" encoding="utf-8"?>
<p:tagLst xmlns:p="http://schemas.openxmlformats.org/presentationml/2006/main">
  <p:tag name="AS_UNIQUEID" val="1042"/>
</p:tagLst>
</file>

<file path=ppt/tags/tag230.xml><?xml version="1.0" encoding="utf-8"?>
<p:tagLst xmlns:p="http://schemas.openxmlformats.org/presentationml/2006/main">
  <p:tag name="AS_UNIQUEID" val="1052"/>
</p:tagLst>
</file>

<file path=ppt/tags/tag231.xml><?xml version="1.0" encoding="utf-8"?>
<p:tagLst xmlns:p="http://schemas.openxmlformats.org/presentationml/2006/main">
  <p:tag name="AS_UNIQUEID" val="1021"/>
</p:tagLst>
</file>

<file path=ppt/tags/tag232.xml><?xml version="1.0" encoding="utf-8"?>
<p:tagLst xmlns:p="http://schemas.openxmlformats.org/presentationml/2006/main">
  <p:tag name="AS_UNIQUEID" val="1022"/>
</p:tagLst>
</file>

<file path=ppt/tags/tag233.xml><?xml version="1.0" encoding="utf-8"?>
<p:tagLst xmlns:p="http://schemas.openxmlformats.org/presentationml/2006/main">
  <p:tag name="AS_UNIQUEID" val="1023"/>
</p:tagLst>
</file>

<file path=ppt/tags/tag234.xml><?xml version="1.0" encoding="utf-8"?>
<p:tagLst xmlns:p="http://schemas.openxmlformats.org/presentationml/2006/main">
  <p:tag name="AS_UNIQUEID" val="1024"/>
</p:tagLst>
</file>

<file path=ppt/tags/tag235.xml><?xml version="1.0" encoding="utf-8"?>
<p:tagLst xmlns:p="http://schemas.openxmlformats.org/presentationml/2006/main">
  <p:tag name="AS_UNIQUEID" val="1025"/>
</p:tagLst>
</file>

<file path=ppt/tags/tag236.xml><?xml version="1.0" encoding="utf-8"?>
<p:tagLst xmlns:p="http://schemas.openxmlformats.org/presentationml/2006/main">
  <p:tag name="AS_UNIQUEID" val="1026"/>
</p:tagLst>
</file>

<file path=ppt/tags/tag237.xml><?xml version="1.0" encoding="utf-8"?>
<p:tagLst xmlns:p="http://schemas.openxmlformats.org/presentationml/2006/main">
  <p:tag name="AS_UNIQUEID" val="1027"/>
</p:tagLst>
</file>

<file path=ppt/tags/tag238.xml><?xml version="1.0" encoding="utf-8"?>
<p:tagLst xmlns:p="http://schemas.openxmlformats.org/presentationml/2006/main">
  <p:tag name="AS_UNIQUEID" val="1028"/>
</p:tagLst>
</file>

<file path=ppt/tags/tag239.xml><?xml version="1.0" encoding="utf-8"?>
<p:tagLst xmlns:p="http://schemas.openxmlformats.org/presentationml/2006/main">
  <p:tag name="AS_UNIQUEID" val="1053"/>
</p:tagLst>
</file>

<file path=ppt/tags/tag240.xml><?xml version="1.0" encoding="utf-8"?>
<p:tagLst xmlns:p="http://schemas.openxmlformats.org/presentationml/2006/main">
  <p:tag name="AS_UNIQUEID" val="1029"/>
</p:tagLst>
</file>

<file path=ppt/tags/tag241.xml><?xml version="1.0" encoding="utf-8"?>
<p:tagLst xmlns:p="http://schemas.openxmlformats.org/presentationml/2006/main">
  <p:tag name="AS_UNIQUEID" val="1030"/>
</p:tagLst>
</file>

<file path=ppt/tags/tag242.xml><?xml version="1.0" encoding="utf-8"?>
<p:tagLst xmlns:p="http://schemas.openxmlformats.org/presentationml/2006/main">
  <p:tag name="AS_UNIQUEID" val="1031"/>
</p:tagLst>
</file>

<file path=ppt/tags/tag243.xml><?xml version="1.0" encoding="utf-8"?>
<p:tagLst xmlns:p="http://schemas.openxmlformats.org/presentationml/2006/main">
  <p:tag name="AS_UNIQUEID" val="1032"/>
</p:tagLst>
</file>

<file path=ppt/tags/tag244.xml><?xml version="1.0" encoding="utf-8"?>
<p:tagLst xmlns:p="http://schemas.openxmlformats.org/presentationml/2006/main">
  <p:tag name="AS_UNIQUEID" val="1033"/>
</p:tagLst>
</file>

<file path=ppt/tags/tag245.xml><?xml version="1.0" encoding="utf-8"?>
<p:tagLst xmlns:p="http://schemas.openxmlformats.org/presentationml/2006/main">
  <p:tag name="AS_UNIQUEID" val="1034"/>
</p:tagLst>
</file>

<file path=ppt/tags/tag246.xml><?xml version="1.0" encoding="utf-8"?>
<p:tagLst xmlns:p="http://schemas.openxmlformats.org/presentationml/2006/main">
  <p:tag name="AS_UNIQUEID" val="1020"/>
</p:tagLst>
</file>

<file path=ppt/tags/tag247.xml><?xml version="1.0" encoding="utf-8"?>
<p:tagLst xmlns:p="http://schemas.openxmlformats.org/presentationml/2006/main">
  <p:tag name="AS_UNIQUEID" val="1276"/>
</p:tagLst>
</file>

<file path=ppt/tags/tag248.xml><?xml version="1.0" encoding="utf-8"?>
<p:tagLst xmlns:p="http://schemas.openxmlformats.org/presentationml/2006/main">
  <p:tag name="AS_UNIQUEID" val="1277"/>
</p:tagLst>
</file>

<file path=ppt/tags/tag249.xml><?xml version="1.0" encoding="utf-8"?>
<p:tagLst xmlns:p="http://schemas.openxmlformats.org/presentationml/2006/main">
  <p:tag name="AS_UNIQUEID" val="1278"/>
</p:tagLst>
</file>

<file path=ppt/tags/tag250.xml><?xml version="1.0" encoding="utf-8"?>
<p:tagLst xmlns:p="http://schemas.openxmlformats.org/presentationml/2006/main">
  <p:tag name="AS_UNIQUEID" val="1054"/>
</p:tagLst>
</file>

<file path=ppt/tags/tag251.xml><?xml version="1.0" encoding="utf-8"?>
<p:tagLst xmlns:p="http://schemas.openxmlformats.org/presentationml/2006/main">
  <p:tag name="AS_UNIQUEID" val="1055"/>
</p:tagLst>
</file>

<file path=ppt/tags/tag252.xml><?xml version="1.0" encoding="utf-8"?>
<p:tagLst xmlns:p="http://schemas.openxmlformats.org/presentationml/2006/main">
  <p:tag name="AS_UNIQUEID" val="1056"/>
</p:tagLst>
</file>

<file path=ppt/tags/tag253.xml><?xml version="1.0" encoding="utf-8"?>
<p:tagLst xmlns:p="http://schemas.openxmlformats.org/presentationml/2006/main">
  <p:tag name="AS_UNIQUEID" val="1100"/>
</p:tagLst>
</file>

<file path=ppt/tags/tag254.xml><?xml version="1.0" encoding="utf-8"?>
<p:tagLst xmlns:p="http://schemas.openxmlformats.org/presentationml/2006/main">
  <p:tag name="AS_UNIQUEID" val="1095"/>
</p:tagLst>
</file>

<file path=ppt/tags/tag255.xml><?xml version="1.0" encoding="utf-8"?>
<p:tagLst xmlns:p="http://schemas.openxmlformats.org/presentationml/2006/main">
  <p:tag name="AS_UNIQUEID" val="1096"/>
</p:tagLst>
</file>

<file path=ppt/tags/tag256.xml><?xml version="1.0" encoding="utf-8"?>
<p:tagLst xmlns:p="http://schemas.openxmlformats.org/presentationml/2006/main">
  <p:tag name="AS_UNIQUEID" val="1097"/>
</p:tagLst>
</file>

<file path=ppt/tags/tag257.xml><?xml version="1.0" encoding="utf-8"?>
<p:tagLst xmlns:p="http://schemas.openxmlformats.org/presentationml/2006/main">
  <p:tag name="AS_UNIQUEID" val="1098"/>
</p:tagLst>
</file>

<file path=ppt/tags/tag258.xml><?xml version="1.0" encoding="utf-8"?>
<p:tagLst xmlns:p="http://schemas.openxmlformats.org/presentationml/2006/main">
  <p:tag name="AS_UNIQUEID" val="1099"/>
</p:tagLst>
</file>

<file path=ppt/tags/tag259.xml><?xml version="1.0" encoding="utf-8"?>
<p:tagLst xmlns:p="http://schemas.openxmlformats.org/presentationml/2006/main">
  <p:tag name="AS_UNIQUEID" val="1101"/>
</p:tagLst>
</file>

<file path=ppt/tags/tag260.xml><?xml version="1.0" encoding="utf-8"?>
<p:tagLst xmlns:p="http://schemas.openxmlformats.org/presentationml/2006/main">
  <p:tag name="AS_UNIQUEID" val="1079"/>
</p:tagLst>
</file>

<file path=ppt/tags/tag261.xml><?xml version="1.0" encoding="utf-8"?>
<p:tagLst xmlns:p="http://schemas.openxmlformats.org/presentationml/2006/main">
  <p:tag name="AS_UNIQUEID" val="1080"/>
</p:tagLst>
</file>

<file path=ppt/tags/tag262.xml><?xml version="1.0" encoding="utf-8"?>
<p:tagLst xmlns:p="http://schemas.openxmlformats.org/presentationml/2006/main">
  <p:tag name="AS_UNIQUEID" val="1081"/>
</p:tagLst>
</file>

<file path=ppt/tags/tag263.xml><?xml version="1.0" encoding="utf-8"?>
<p:tagLst xmlns:p="http://schemas.openxmlformats.org/presentationml/2006/main">
  <p:tag name="AS_UNIQUEID" val="1082"/>
</p:tagLst>
</file>

<file path=ppt/tags/tag264.xml><?xml version="1.0" encoding="utf-8"?>
<p:tagLst xmlns:p="http://schemas.openxmlformats.org/presentationml/2006/main">
  <p:tag name="AS_UNIQUEID" val="1083"/>
</p:tagLst>
</file>

<file path=ppt/tags/tag265.xml><?xml version="1.0" encoding="utf-8"?>
<p:tagLst xmlns:p="http://schemas.openxmlformats.org/presentationml/2006/main">
  <p:tag name="AS_UNIQUEID" val="1084"/>
</p:tagLst>
</file>

<file path=ppt/tags/tag266.xml><?xml version="1.0" encoding="utf-8"?>
<p:tagLst xmlns:p="http://schemas.openxmlformats.org/presentationml/2006/main">
  <p:tag name="AS_UNIQUEID" val="1102"/>
</p:tagLst>
</file>

<file path=ppt/tags/tag267.xml><?xml version="1.0" encoding="utf-8"?>
<p:tagLst xmlns:p="http://schemas.openxmlformats.org/presentationml/2006/main">
  <p:tag name="AS_UNIQUEID" val="1089"/>
</p:tagLst>
</file>

<file path=ppt/tags/tag268.xml><?xml version="1.0" encoding="utf-8"?>
<p:tagLst xmlns:p="http://schemas.openxmlformats.org/presentationml/2006/main">
  <p:tag name="AS_UNIQUEID" val="1090"/>
</p:tagLst>
</file>

<file path=ppt/tags/tag269.xml><?xml version="1.0" encoding="utf-8"?>
<p:tagLst xmlns:p="http://schemas.openxmlformats.org/presentationml/2006/main">
  <p:tag name="AS_UNIQUEID" val="1091"/>
</p:tagLst>
</file>

<file path=ppt/tags/tag270.xml><?xml version="1.0" encoding="utf-8"?>
<p:tagLst xmlns:p="http://schemas.openxmlformats.org/presentationml/2006/main">
  <p:tag name="AS_UNIQUEID" val="1092"/>
</p:tagLst>
</file>

<file path=ppt/tags/tag271.xml><?xml version="1.0" encoding="utf-8"?>
<p:tagLst xmlns:p="http://schemas.openxmlformats.org/presentationml/2006/main">
  <p:tag name="AS_UNIQUEID" val="1093"/>
</p:tagLst>
</file>

<file path=ppt/tags/tag272.xml><?xml version="1.0" encoding="utf-8"?>
<p:tagLst xmlns:p="http://schemas.openxmlformats.org/presentationml/2006/main">
  <p:tag name="AS_UNIQUEID" val="1094"/>
</p:tagLst>
</file>

<file path=ppt/tags/tag273.xml><?xml version="1.0" encoding="utf-8"?>
<p:tagLst xmlns:p="http://schemas.openxmlformats.org/presentationml/2006/main">
  <p:tag name="AS_UNIQUEID" val="1103"/>
</p:tagLst>
</file>

<file path=ppt/tags/tag274.xml><?xml version="1.0" encoding="utf-8"?>
<p:tagLst xmlns:p="http://schemas.openxmlformats.org/presentationml/2006/main">
  <p:tag name="AS_UNIQUEID" val="1085"/>
</p:tagLst>
</file>

<file path=ppt/tags/tag275.xml><?xml version="1.0" encoding="utf-8"?>
<p:tagLst xmlns:p="http://schemas.openxmlformats.org/presentationml/2006/main">
  <p:tag name="AS_UNIQUEID" val="1086"/>
</p:tagLst>
</file>

<file path=ppt/tags/tag276.xml><?xml version="1.0" encoding="utf-8"?>
<p:tagLst xmlns:p="http://schemas.openxmlformats.org/presentationml/2006/main">
  <p:tag name="AS_UNIQUEID" val="1087"/>
</p:tagLst>
</file>

<file path=ppt/tags/tag277.xml><?xml version="1.0" encoding="utf-8"?>
<p:tagLst xmlns:p="http://schemas.openxmlformats.org/presentationml/2006/main">
  <p:tag name="AS_UNIQUEID" val="1088"/>
</p:tagLst>
</file>

<file path=ppt/tags/tag278.xml><?xml version="1.0" encoding="utf-8"?>
<p:tagLst xmlns:p="http://schemas.openxmlformats.org/presentationml/2006/main">
  <p:tag name="AS_UNIQUEID" val="1078"/>
</p:tagLst>
</file>

<file path=ppt/tags/tag279.xml><?xml version="1.0" encoding="utf-8"?>
<p:tagLst xmlns:p="http://schemas.openxmlformats.org/presentationml/2006/main">
  <p:tag name="AS_UNIQUEID" val="1281"/>
</p:tagLst>
</file>

<file path=ppt/tags/tag280.xml><?xml version="1.0" encoding="utf-8"?>
<p:tagLst xmlns:p="http://schemas.openxmlformats.org/presentationml/2006/main">
  <p:tag name="AS_UNIQUEID" val="1282"/>
</p:tagLst>
</file>

<file path=ppt/tags/tag281.xml><?xml version="1.0" encoding="utf-8"?>
<p:tagLst xmlns:p="http://schemas.openxmlformats.org/presentationml/2006/main">
  <p:tag name="AS_UNIQUEID" val="1283"/>
</p:tagLst>
</file>

<file path=ppt/tags/tag282.xml><?xml version="1.0" encoding="utf-8"?>
<p:tagLst xmlns:p="http://schemas.openxmlformats.org/presentationml/2006/main">
  <p:tag name="AS_UNIQUEID" val="1104"/>
</p:tagLst>
</file>

<file path=ppt/tags/tag283.xml><?xml version="1.0" encoding="utf-8"?>
<p:tagLst xmlns:p="http://schemas.openxmlformats.org/presentationml/2006/main">
  <p:tag name="AS_UNIQUEID" val="1105"/>
</p:tagLst>
</file>

<file path=ppt/tags/tag284.xml><?xml version="1.0" encoding="utf-8"?>
<p:tagLst xmlns:p="http://schemas.openxmlformats.org/presentationml/2006/main">
  <p:tag name="AS_UNIQUEID" val="1106"/>
</p:tagLst>
</file>

<file path=ppt/tags/tag285.xml><?xml version="1.0" encoding="utf-8"?>
<p:tagLst xmlns:p="http://schemas.openxmlformats.org/presentationml/2006/main">
  <p:tag name="AS_UNIQUEID" val="1154"/>
</p:tagLst>
</file>

<file path=ppt/tags/tag286.xml><?xml version="1.0" encoding="utf-8"?>
<p:tagLst xmlns:p="http://schemas.openxmlformats.org/presentationml/2006/main">
  <p:tag name="AS_UNIQUEID" val="1148"/>
</p:tagLst>
</file>

<file path=ppt/tags/tag287.xml><?xml version="1.0" encoding="utf-8"?>
<p:tagLst xmlns:p="http://schemas.openxmlformats.org/presentationml/2006/main">
  <p:tag name="AS_UNIQUEID" val="1149"/>
</p:tagLst>
</file>

<file path=ppt/tags/tag288.xml><?xml version="1.0" encoding="utf-8"?>
<p:tagLst xmlns:p="http://schemas.openxmlformats.org/presentationml/2006/main">
  <p:tag name="AS_UNIQUEID" val="1150"/>
</p:tagLst>
</file>

<file path=ppt/tags/tag289.xml><?xml version="1.0" encoding="utf-8"?>
<p:tagLst xmlns:p="http://schemas.openxmlformats.org/presentationml/2006/main">
  <p:tag name="AS_UNIQUEID" val="1151"/>
</p:tagLst>
</file>

<file path=ppt/tags/tag290.xml><?xml version="1.0" encoding="utf-8"?>
<p:tagLst xmlns:p="http://schemas.openxmlformats.org/presentationml/2006/main">
  <p:tag name="AS_UNIQUEID" val="1152"/>
</p:tagLst>
</file>

<file path=ppt/tags/tag291.xml><?xml version="1.0" encoding="utf-8"?>
<p:tagLst xmlns:p="http://schemas.openxmlformats.org/presentationml/2006/main">
  <p:tag name="AS_UNIQUEID" val="1153"/>
</p:tagLst>
</file>

<file path=ppt/tags/tag292.xml><?xml version="1.0" encoding="utf-8"?>
<p:tagLst xmlns:p="http://schemas.openxmlformats.org/presentationml/2006/main">
  <p:tag name="AS_UNIQUEID" val="1155"/>
</p:tagLst>
</file>

<file path=ppt/tags/tag293.xml><?xml version="1.0" encoding="utf-8"?>
<p:tagLst xmlns:p="http://schemas.openxmlformats.org/presentationml/2006/main">
  <p:tag name="AS_UNIQUEID" val="1135"/>
</p:tagLst>
</file>

<file path=ppt/tags/tag294.xml><?xml version="1.0" encoding="utf-8"?>
<p:tagLst xmlns:p="http://schemas.openxmlformats.org/presentationml/2006/main">
  <p:tag name="AS_UNIQUEID" val="1136"/>
</p:tagLst>
</file>

<file path=ppt/tags/tag295.xml><?xml version="1.0" encoding="utf-8"?>
<p:tagLst xmlns:p="http://schemas.openxmlformats.org/presentationml/2006/main">
  <p:tag name="AS_UNIQUEID" val="1137"/>
</p:tagLst>
</file>

<file path=ppt/tags/tag296.xml><?xml version="1.0" encoding="utf-8"?>
<p:tagLst xmlns:p="http://schemas.openxmlformats.org/presentationml/2006/main">
  <p:tag name="AS_UNIQUEID" val="1138"/>
</p:tagLst>
</file>

<file path=ppt/tags/tag297.xml><?xml version="1.0" encoding="utf-8"?>
<p:tagLst xmlns:p="http://schemas.openxmlformats.org/presentationml/2006/main">
  <p:tag name="AS_UNIQUEID" val="1139"/>
</p:tagLst>
</file>

<file path=ppt/tags/tag298.xml><?xml version="1.0" encoding="utf-8"?>
<p:tagLst xmlns:p="http://schemas.openxmlformats.org/presentationml/2006/main">
  <p:tag name="AS_UNIQUEID" val="1140"/>
</p:tagLst>
</file>

<file path=ppt/tags/tag299.xml><?xml version="1.0" encoding="utf-8"?>
<p:tagLst xmlns:p="http://schemas.openxmlformats.org/presentationml/2006/main">
  <p:tag name="AS_UNIQUEID" val="1141"/>
</p:tagLst>
</file>

<file path=ppt/tags/tag300.xml><?xml version="1.0" encoding="utf-8"?>
<p:tagLst xmlns:p="http://schemas.openxmlformats.org/presentationml/2006/main">
  <p:tag name="AS_UNIQUEID" val="1156"/>
</p:tagLst>
</file>

<file path=ppt/tags/tag301.xml><?xml version="1.0" encoding="utf-8"?>
<p:tagLst xmlns:p="http://schemas.openxmlformats.org/presentationml/2006/main">
  <p:tag name="AS_UNIQUEID" val="1142"/>
</p:tagLst>
</file>

<file path=ppt/tags/tag302.xml><?xml version="1.0" encoding="utf-8"?>
<p:tagLst xmlns:p="http://schemas.openxmlformats.org/presentationml/2006/main">
  <p:tag name="AS_UNIQUEID" val="1143"/>
</p:tagLst>
</file>

<file path=ppt/tags/tag303.xml><?xml version="1.0" encoding="utf-8"?>
<p:tagLst xmlns:p="http://schemas.openxmlformats.org/presentationml/2006/main">
  <p:tag name="AS_UNIQUEID" val="1144"/>
</p:tagLst>
</file>

<file path=ppt/tags/tag304.xml><?xml version="1.0" encoding="utf-8"?>
<p:tagLst xmlns:p="http://schemas.openxmlformats.org/presentationml/2006/main">
  <p:tag name="AS_UNIQUEID" val="1145"/>
</p:tagLst>
</file>

<file path=ppt/tags/tag305.xml><?xml version="1.0" encoding="utf-8"?>
<p:tagLst xmlns:p="http://schemas.openxmlformats.org/presentationml/2006/main">
  <p:tag name="AS_UNIQUEID" val="1146"/>
</p:tagLst>
</file>

<file path=ppt/tags/tag306.xml><?xml version="1.0" encoding="utf-8"?>
<p:tagLst xmlns:p="http://schemas.openxmlformats.org/presentationml/2006/main">
  <p:tag name="AS_UNIQUEID" val="1147"/>
</p:tagLst>
</file>

<file path=ppt/tags/tag307.xml><?xml version="1.0" encoding="utf-8"?>
<p:tagLst xmlns:p="http://schemas.openxmlformats.org/presentationml/2006/main">
  <p:tag name="AS_UNIQUEID" val="1157"/>
</p:tagLst>
</file>

<file path=ppt/tags/tag308.xml><?xml version="1.0" encoding="utf-8"?>
<p:tagLst xmlns:p="http://schemas.openxmlformats.org/presentationml/2006/main">
  <p:tag name="AS_UNIQUEID" val="1131"/>
</p:tagLst>
</file>

<file path=ppt/tags/tag309.xml><?xml version="1.0" encoding="utf-8"?>
<p:tagLst xmlns:p="http://schemas.openxmlformats.org/presentationml/2006/main">
  <p:tag name="AS_UNIQUEID" val="1132"/>
</p:tagLst>
</file>

<file path=ppt/tags/tag310.xml><?xml version="1.0" encoding="utf-8"?>
<p:tagLst xmlns:p="http://schemas.openxmlformats.org/presentationml/2006/main">
  <p:tag name="AS_UNIQUEID" val="1158"/>
</p:tagLst>
</file>

<file path=ppt/tags/tag311.xml><?xml version="1.0" encoding="utf-8"?>
<p:tagLst xmlns:p="http://schemas.openxmlformats.org/presentationml/2006/main">
  <p:tag name="AS_UNIQUEID" val="1133"/>
</p:tagLst>
</file>

<file path=ppt/tags/tag312.xml><?xml version="1.0" encoding="utf-8"?>
<p:tagLst xmlns:p="http://schemas.openxmlformats.org/presentationml/2006/main">
  <p:tag name="AS_UNIQUEID" val="1134"/>
</p:tagLst>
</file>

<file path=ppt/tags/tag313.xml><?xml version="1.0" encoding="utf-8"?>
<p:tagLst xmlns:p="http://schemas.openxmlformats.org/presentationml/2006/main">
  <p:tag name="AS_UNIQUEID" val="1130"/>
</p:tagLst>
</file>

<file path=ppt/tags/tag314.xml><?xml version="1.0" encoding="utf-8"?>
<p:tagLst xmlns:p="http://schemas.openxmlformats.org/presentationml/2006/main">
  <p:tag name="AS_UNIQUEID" val="1286"/>
</p:tagLst>
</file>

<file path=ppt/tags/tag315.xml><?xml version="1.0" encoding="utf-8"?>
<p:tagLst xmlns:p="http://schemas.openxmlformats.org/presentationml/2006/main">
  <p:tag name="AS_UNIQUEID" val="1287"/>
</p:tagLst>
</file>

<file path=ppt/tags/tag316.xml><?xml version="1.0" encoding="utf-8"?>
<p:tagLst xmlns:p="http://schemas.openxmlformats.org/presentationml/2006/main">
  <p:tag name="AS_UNIQUEID" val="1288"/>
</p:tagLst>
</file>

<file path=ppt/tags/tag317.xml><?xml version="1.0" encoding="utf-8"?>
<p:tagLst xmlns:p="http://schemas.openxmlformats.org/presentationml/2006/main">
  <p:tag name="AS_UNIQUEID" val="130"/>
</p:tagLst>
</file>

<file path=ppt/tags/tag318.xml><?xml version="1.0" encoding="utf-8"?>
<p:tagLst xmlns:p="http://schemas.openxmlformats.org/presentationml/2006/main">
  <p:tag name="AS_UNIQUEID" val="131"/>
</p:tagLst>
</file>

<file path=ppt/tags/tag319.xml><?xml version="1.0" encoding="utf-8"?>
<p:tagLst xmlns:p="http://schemas.openxmlformats.org/presentationml/2006/main">
  <p:tag name="AS_UNIQUEID" val="132"/>
</p:tagLst>
</file>

<file path=ppt/tags/tag320.xml><?xml version="1.0" encoding="utf-8"?>
<p:tagLst xmlns:p="http://schemas.openxmlformats.org/presentationml/2006/main">
  <p:tag name="AS_UNIQUEID" val="208"/>
</p:tagLst>
</file>

<file path=ppt/tags/tag321.xml><?xml version="1.0" encoding="utf-8"?>
<p:tagLst xmlns:p="http://schemas.openxmlformats.org/presentationml/2006/main">
  <p:tag name="AS_UNIQUEID" val="193"/>
</p:tagLst>
</file>

<file path=ppt/tags/tag322.xml><?xml version="1.0" encoding="utf-8"?>
<p:tagLst xmlns:p="http://schemas.openxmlformats.org/presentationml/2006/main">
  <p:tag name="AS_UNIQUEID" val="194"/>
</p:tagLst>
</file>

<file path=ppt/tags/tag323.xml><?xml version="1.0" encoding="utf-8"?>
<p:tagLst xmlns:p="http://schemas.openxmlformats.org/presentationml/2006/main">
  <p:tag name="AS_UNIQUEID" val="195"/>
</p:tagLst>
</file>

<file path=ppt/tags/tag324.xml><?xml version="1.0" encoding="utf-8"?>
<p:tagLst xmlns:p="http://schemas.openxmlformats.org/presentationml/2006/main">
  <p:tag name="AS_UNIQUEID" val="196"/>
</p:tagLst>
</file>

<file path=ppt/tags/tag325.xml><?xml version="1.0" encoding="utf-8"?>
<p:tagLst xmlns:p="http://schemas.openxmlformats.org/presentationml/2006/main">
  <p:tag name="AS_UNIQUEID" val="197"/>
</p:tagLst>
</file>

<file path=ppt/tags/tag326.xml><?xml version="1.0" encoding="utf-8"?>
<p:tagLst xmlns:p="http://schemas.openxmlformats.org/presentationml/2006/main">
  <p:tag name="AS_UNIQUEID" val="198"/>
</p:tagLst>
</file>

<file path=ppt/tags/tag327.xml><?xml version="1.0" encoding="utf-8"?>
<p:tagLst xmlns:p="http://schemas.openxmlformats.org/presentationml/2006/main">
  <p:tag name="AS_UNIQUEID" val="199"/>
</p:tagLst>
</file>

<file path=ppt/tags/tag328.xml><?xml version="1.0" encoding="utf-8"?>
<p:tagLst xmlns:p="http://schemas.openxmlformats.org/presentationml/2006/main">
  <p:tag name="AS_UNIQUEID" val="200"/>
</p:tagLst>
</file>

<file path=ppt/tags/tag329.xml><?xml version="1.0" encoding="utf-8"?>
<p:tagLst xmlns:p="http://schemas.openxmlformats.org/presentationml/2006/main">
  <p:tag name="AS_UNIQUEID" val="201"/>
</p:tagLst>
</file>

<file path=ppt/tags/tag330.xml><?xml version="1.0" encoding="utf-8"?>
<p:tagLst xmlns:p="http://schemas.openxmlformats.org/presentationml/2006/main">
  <p:tag name="AS_UNIQUEID" val="209"/>
</p:tagLst>
</file>

<file path=ppt/tags/tag331.xml><?xml version="1.0" encoding="utf-8"?>
<p:tagLst xmlns:p="http://schemas.openxmlformats.org/presentationml/2006/main">
  <p:tag name="AS_UNIQUEID" val="171"/>
</p:tagLst>
</file>

<file path=ppt/tags/tag332.xml><?xml version="1.0" encoding="utf-8"?>
<p:tagLst xmlns:p="http://schemas.openxmlformats.org/presentationml/2006/main">
  <p:tag name="AS_UNIQUEID" val="172"/>
</p:tagLst>
</file>

<file path=ppt/tags/tag333.xml><?xml version="1.0" encoding="utf-8"?>
<p:tagLst xmlns:p="http://schemas.openxmlformats.org/presentationml/2006/main">
  <p:tag name="AS_UNIQUEID" val="173"/>
</p:tagLst>
</file>

<file path=ppt/tags/tag334.xml><?xml version="1.0" encoding="utf-8"?>
<p:tagLst xmlns:p="http://schemas.openxmlformats.org/presentationml/2006/main">
  <p:tag name="AS_UNIQUEID" val="174"/>
</p:tagLst>
</file>

<file path=ppt/tags/tag335.xml><?xml version="1.0" encoding="utf-8"?>
<p:tagLst xmlns:p="http://schemas.openxmlformats.org/presentationml/2006/main">
  <p:tag name="AS_UNIQUEID" val="175"/>
</p:tagLst>
</file>

<file path=ppt/tags/tag336.xml><?xml version="1.0" encoding="utf-8"?>
<p:tagLst xmlns:p="http://schemas.openxmlformats.org/presentationml/2006/main">
  <p:tag name="AS_UNIQUEID" val="176"/>
</p:tagLst>
</file>

<file path=ppt/tags/tag337.xml><?xml version="1.0" encoding="utf-8"?>
<p:tagLst xmlns:p="http://schemas.openxmlformats.org/presentationml/2006/main">
  <p:tag name="AS_UNIQUEID" val="177"/>
</p:tagLst>
</file>

<file path=ppt/tags/tag338.xml><?xml version="1.0" encoding="utf-8"?>
<p:tagLst xmlns:p="http://schemas.openxmlformats.org/presentationml/2006/main">
  <p:tag name="AS_UNIQUEID" val="178"/>
</p:tagLst>
</file>

<file path=ppt/tags/tag339.xml><?xml version="1.0" encoding="utf-8"?>
<p:tagLst xmlns:p="http://schemas.openxmlformats.org/presentationml/2006/main">
  <p:tag name="AS_UNIQUEID" val="179"/>
</p:tagLst>
</file>

<file path=ppt/tags/tag340.xml><?xml version="1.0" encoding="utf-8"?>
<p:tagLst xmlns:p="http://schemas.openxmlformats.org/presentationml/2006/main">
  <p:tag name="AS_UNIQUEID" val="180"/>
</p:tagLst>
</file>

<file path=ppt/tags/tag341.xml><?xml version="1.0" encoding="utf-8"?>
<p:tagLst xmlns:p="http://schemas.openxmlformats.org/presentationml/2006/main">
  <p:tag name="AS_UNIQUEID" val="181"/>
</p:tagLst>
</file>

<file path=ppt/tags/tag342.xml><?xml version="1.0" encoding="utf-8"?>
<p:tagLst xmlns:p="http://schemas.openxmlformats.org/presentationml/2006/main">
  <p:tag name="AS_UNIQUEID" val="210"/>
</p:tagLst>
</file>

<file path=ppt/tags/tag343.xml><?xml version="1.0" encoding="utf-8"?>
<p:tagLst xmlns:p="http://schemas.openxmlformats.org/presentationml/2006/main">
  <p:tag name="AS_UNIQUEID" val="182"/>
</p:tagLst>
</file>

<file path=ppt/tags/tag344.xml><?xml version="1.0" encoding="utf-8"?>
<p:tagLst xmlns:p="http://schemas.openxmlformats.org/presentationml/2006/main">
  <p:tag name="AS_UNIQUEID" val="183"/>
</p:tagLst>
</file>

<file path=ppt/tags/tag345.xml><?xml version="1.0" encoding="utf-8"?>
<p:tagLst xmlns:p="http://schemas.openxmlformats.org/presentationml/2006/main">
  <p:tag name="AS_UNIQUEID" val="184"/>
</p:tagLst>
</file>

<file path=ppt/tags/tag346.xml><?xml version="1.0" encoding="utf-8"?>
<p:tagLst xmlns:p="http://schemas.openxmlformats.org/presentationml/2006/main">
  <p:tag name="AS_UNIQUEID" val="185"/>
</p:tagLst>
</file>

<file path=ppt/tags/tag347.xml><?xml version="1.0" encoding="utf-8"?>
<p:tagLst xmlns:p="http://schemas.openxmlformats.org/presentationml/2006/main">
  <p:tag name="AS_UNIQUEID" val="186"/>
</p:tagLst>
</file>

<file path=ppt/tags/tag348.xml><?xml version="1.0" encoding="utf-8"?>
<p:tagLst xmlns:p="http://schemas.openxmlformats.org/presentationml/2006/main">
  <p:tag name="AS_UNIQUEID" val="187"/>
</p:tagLst>
</file>

<file path=ppt/tags/tag349.xml><?xml version="1.0" encoding="utf-8"?>
<p:tagLst xmlns:p="http://schemas.openxmlformats.org/presentationml/2006/main">
  <p:tag name="AS_UNIQUEID" val="188"/>
</p:tagLst>
</file>

<file path=ppt/tags/tag350.xml><?xml version="1.0" encoding="utf-8"?>
<p:tagLst xmlns:p="http://schemas.openxmlformats.org/presentationml/2006/main">
  <p:tag name="AS_UNIQUEID" val="189"/>
</p:tagLst>
</file>

<file path=ppt/tags/tag351.xml><?xml version="1.0" encoding="utf-8"?>
<p:tagLst xmlns:p="http://schemas.openxmlformats.org/presentationml/2006/main">
  <p:tag name="AS_UNIQUEID" val="190"/>
</p:tagLst>
</file>

<file path=ppt/tags/tag352.xml><?xml version="1.0" encoding="utf-8"?>
<p:tagLst xmlns:p="http://schemas.openxmlformats.org/presentationml/2006/main">
  <p:tag name="AS_UNIQUEID" val="191"/>
</p:tagLst>
</file>

<file path=ppt/tags/tag353.xml><?xml version="1.0" encoding="utf-8"?>
<p:tagLst xmlns:p="http://schemas.openxmlformats.org/presentationml/2006/main">
  <p:tag name="AS_UNIQUEID" val="192"/>
</p:tagLst>
</file>

<file path=ppt/tags/tag354.xml><?xml version="1.0" encoding="utf-8"?>
<p:tagLst xmlns:p="http://schemas.openxmlformats.org/presentationml/2006/main">
  <p:tag name="AS_UNIQUEID" val="211"/>
</p:tagLst>
</file>

<file path=ppt/tags/tag355.xml><?xml version="1.0" encoding="utf-8"?>
<p:tagLst xmlns:p="http://schemas.openxmlformats.org/presentationml/2006/main">
  <p:tag name="AS_UNIQUEID" val="202"/>
</p:tagLst>
</file>

<file path=ppt/tags/tag356.xml><?xml version="1.0" encoding="utf-8"?>
<p:tagLst xmlns:p="http://schemas.openxmlformats.org/presentationml/2006/main">
  <p:tag name="AS_UNIQUEID" val="203"/>
</p:tagLst>
</file>

<file path=ppt/tags/tag357.xml><?xml version="1.0" encoding="utf-8"?>
<p:tagLst xmlns:p="http://schemas.openxmlformats.org/presentationml/2006/main">
  <p:tag name="AS_UNIQUEID" val="204"/>
</p:tagLst>
</file>

<file path=ppt/tags/tag358.xml><?xml version="1.0" encoding="utf-8"?>
<p:tagLst xmlns:p="http://schemas.openxmlformats.org/presentationml/2006/main">
  <p:tag name="AS_UNIQUEID" val="205"/>
</p:tagLst>
</file>

<file path=ppt/tags/tag359.xml><?xml version="1.0" encoding="utf-8"?>
<p:tagLst xmlns:p="http://schemas.openxmlformats.org/presentationml/2006/main">
  <p:tag name="AS_UNIQUEID" val="206"/>
</p:tagLst>
</file>

<file path=ppt/tags/tag360.xml><?xml version="1.0" encoding="utf-8"?>
<p:tagLst xmlns:p="http://schemas.openxmlformats.org/presentationml/2006/main">
  <p:tag name="AS_UNIQUEID" val="207"/>
</p:tagLst>
</file>

<file path=ppt/tags/tag361.xml><?xml version="1.0" encoding="utf-8"?>
<p:tagLst xmlns:p="http://schemas.openxmlformats.org/presentationml/2006/main">
  <p:tag name="AS_UNIQUEID" val="170"/>
</p:tagLst>
</file>

<file path=ppt/tags/tag362.xml><?xml version="1.0" encoding="utf-8"?>
<p:tagLst xmlns:p="http://schemas.openxmlformats.org/presentationml/2006/main">
  <p:tag name="AS_UNIQUEID" val="1291"/>
</p:tagLst>
</file>

<file path=ppt/tags/tag363.xml><?xml version="1.0" encoding="utf-8"?>
<p:tagLst xmlns:p="http://schemas.openxmlformats.org/presentationml/2006/main">
  <p:tag name="AS_UNIQUEID" val="1292"/>
</p:tagLst>
</file>

<file path=ppt/tags/tag364.xml><?xml version="1.0" encoding="utf-8"?>
<p:tagLst xmlns:p="http://schemas.openxmlformats.org/presentationml/2006/main">
  <p:tag name="AS_UNIQUEID" val="1293"/>
</p:tagLst>
</file>

<file path=ppt/tags/tag365.xml><?xml version="1.0" encoding="utf-8"?>
<p:tagLst xmlns:p="http://schemas.openxmlformats.org/presentationml/2006/main">
  <p:tag name="AS_UNIQUEID" val="212"/>
</p:tagLst>
</file>

<file path=ppt/tags/tag366.xml><?xml version="1.0" encoding="utf-8"?>
<p:tagLst xmlns:p="http://schemas.openxmlformats.org/presentationml/2006/main">
  <p:tag name="AS_UNIQUEID" val="213"/>
</p:tagLst>
</file>

<file path=ppt/tags/tag367.xml><?xml version="1.0" encoding="utf-8"?>
<p:tagLst xmlns:p="http://schemas.openxmlformats.org/presentationml/2006/main">
  <p:tag name="AS_UNIQUEID" val="214"/>
</p:tagLst>
</file>

<file path=ppt/tags/tag368.xml><?xml version="1.0" encoding="utf-8"?>
<p:tagLst xmlns:p="http://schemas.openxmlformats.org/presentationml/2006/main">
  <p:tag name="AS_UNIQUEID" val="264"/>
</p:tagLst>
</file>

<file path=ppt/tags/tag369.xml><?xml version="1.0" encoding="utf-8"?>
<p:tagLst xmlns:p="http://schemas.openxmlformats.org/presentationml/2006/main">
  <p:tag name="AS_UNIQUEID" val="258"/>
</p:tagLst>
</file>

<file path=ppt/tags/tag370.xml><?xml version="1.0" encoding="utf-8"?>
<p:tagLst xmlns:p="http://schemas.openxmlformats.org/presentationml/2006/main">
  <p:tag name="AS_UNIQUEID" val="259"/>
</p:tagLst>
</file>

<file path=ppt/tags/tag371.xml><?xml version="1.0" encoding="utf-8"?>
<p:tagLst xmlns:p="http://schemas.openxmlformats.org/presentationml/2006/main">
  <p:tag name="AS_UNIQUEID" val="260"/>
</p:tagLst>
</file>

<file path=ppt/tags/tag372.xml><?xml version="1.0" encoding="utf-8"?>
<p:tagLst xmlns:p="http://schemas.openxmlformats.org/presentationml/2006/main">
  <p:tag name="AS_UNIQUEID" val="261"/>
</p:tagLst>
</file>

<file path=ppt/tags/tag373.xml><?xml version="1.0" encoding="utf-8"?>
<p:tagLst xmlns:p="http://schemas.openxmlformats.org/presentationml/2006/main">
  <p:tag name="AS_UNIQUEID" val="262"/>
</p:tagLst>
</file>

<file path=ppt/tags/tag374.xml><?xml version="1.0" encoding="utf-8"?>
<p:tagLst xmlns:p="http://schemas.openxmlformats.org/presentationml/2006/main">
  <p:tag name="AS_UNIQUEID" val="263"/>
</p:tagLst>
</file>

<file path=ppt/tags/tag375.xml><?xml version="1.0" encoding="utf-8"?>
<p:tagLst xmlns:p="http://schemas.openxmlformats.org/presentationml/2006/main">
  <p:tag name="AS_UNIQUEID" val="265"/>
</p:tagLst>
</file>

<file path=ppt/tags/tag376.xml><?xml version="1.0" encoding="utf-8"?>
<p:tagLst xmlns:p="http://schemas.openxmlformats.org/presentationml/2006/main">
  <p:tag name="AS_UNIQUEID" val="246"/>
</p:tagLst>
</file>

<file path=ppt/tags/tag377.xml><?xml version="1.0" encoding="utf-8"?>
<p:tagLst xmlns:p="http://schemas.openxmlformats.org/presentationml/2006/main">
  <p:tag name="AS_UNIQUEID" val="247"/>
</p:tagLst>
</file>

<file path=ppt/tags/tag378.xml><?xml version="1.0" encoding="utf-8"?>
<p:tagLst xmlns:p="http://schemas.openxmlformats.org/presentationml/2006/main">
  <p:tag name="AS_UNIQUEID" val="248"/>
</p:tagLst>
</file>

<file path=ppt/tags/tag379.xml><?xml version="1.0" encoding="utf-8"?>
<p:tagLst xmlns:p="http://schemas.openxmlformats.org/presentationml/2006/main">
  <p:tag name="AS_UNIQUEID" val="249"/>
</p:tagLst>
</file>

<file path=ppt/tags/tag380.xml><?xml version="1.0" encoding="utf-8"?>
<p:tagLst xmlns:p="http://schemas.openxmlformats.org/presentationml/2006/main">
  <p:tag name="AS_UNIQUEID" val="250"/>
</p:tagLst>
</file>

<file path=ppt/tags/tag381.xml><?xml version="1.0" encoding="utf-8"?>
<p:tagLst xmlns:p="http://schemas.openxmlformats.org/presentationml/2006/main">
  <p:tag name="AS_UNIQUEID" val="251"/>
</p:tagLst>
</file>

<file path=ppt/tags/tag382.xml><?xml version="1.0" encoding="utf-8"?>
<p:tagLst xmlns:p="http://schemas.openxmlformats.org/presentationml/2006/main">
  <p:tag name="AS_UNIQUEID" val="266"/>
</p:tagLst>
</file>

<file path=ppt/tags/tag383.xml><?xml version="1.0" encoding="utf-8"?>
<p:tagLst xmlns:p="http://schemas.openxmlformats.org/presentationml/2006/main">
  <p:tag name="AS_UNIQUEID" val="252"/>
</p:tagLst>
</file>

<file path=ppt/tags/tag384.xml><?xml version="1.0" encoding="utf-8"?>
<p:tagLst xmlns:p="http://schemas.openxmlformats.org/presentationml/2006/main">
  <p:tag name="AS_UNIQUEID" val="253"/>
</p:tagLst>
</file>

<file path=ppt/tags/tag385.xml><?xml version="1.0" encoding="utf-8"?>
<p:tagLst xmlns:p="http://schemas.openxmlformats.org/presentationml/2006/main">
  <p:tag name="AS_UNIQUEID" val="254"/>
</p:tagLst>
</file>

<file path=ppt/tags/tag386.xml><?xml version="1.0" encoding="utf-8"?>
<p:tagLst xmlns:p="http://schemas.openxmlformats.org/presentationml/2006/main">
  <p:tag name="AS_UNIQUEID" val="255"/>
</p:tagLst>
</file>

<file path=ppt/tags/tag387.xml><?xml version="1.0" encoding="utf-8"?>
<p:tagLst xmlns:p="http://schemas.openxmlformats.org/presentationml/2006/main">
  <p:tag name="AS_UNIQUEID" val="256"/>
</p:tagLst>
</file>

<file path=ppt/tags/tag388.xml><?xml version="1.0" encoding="utf-8"?>
<p:tagLst xmlns:p="http://schemas.openxmlformats.org/presentationml/2006/main">
  <p:tag name="AS_UNIQUEID" val="257"/>
</p:tagLst>
</file>

<file path=ppt/tags/tag389.xml><?xml version="1.0" encoding="utf-8"?>
<p:tagLst xmlns:p="http://schemas.openxmlformats.org/presentationml/2006/main">
  <p:tag name="AS_UNIQUEID" val="267"/>
</p:tagLst>
</file>

<file path=ppt/tags/tag390.xml><?xml version="1.0" encoding="utf-8"?>
<p:tagLst xmlns:p="http://schemas.openxmlformats.org/presentationml/2006/main">
  <p:tag name="AS_UNIQUEID" val="240"/>
</p:tagLst>
</file>

<file path=ppt/tags/tag391.xml><?xml version="1.0" encoding="utf-8"?>
<p:tagLst xmlns:p="http://schemas.openxmlformats.org/presentationml/2006/main">
  <p:tag name="AS_UNIQUEID" val="241"/>
</p:tagLst>
</file>

<file path=ppt/tags/tag392.xml><?xml version="1.0" encoding="utf-8"?>
<p:tagLst xmlns:p="http://schemas.openxmlformats.org/presentationml/2006/main">
  <p:tag name="AS_UNIQUEID" val="242"/>
</p:tagLst>
</file>

<file path=ppt/tags/tag393.xml><?xml version="1.0" encoding="utf-8"?>
<p:tagLst xmlns:p="http://schemas.openxmlformats.org/presentationml/2006/main">
  <p:tag name="AS_UNIQUEID" val="243"/>
</p:tagLst>
</file>

<file path=ppt/tags/tag394.xml><?xml version="1.0" encoding="utf-8"?>
<p:tagLst xmlns:p="http://schemas.openxmlformats.org/presentationml/2006/main">
  <p:tag name="AS_UNIQUEID" val="244"/>
</p:tagLst>
</file>

<file path=ppt/tags/tag395.xml><?xml version="1.0" encoding="utf-8"?>
<p:tagLst xmlns:p="http://schemas.openxmlformats.org/presentationml/2006/main">
  <p:tag name="AS_UNIQUEID" val="245"/>
</p:tagLst>
</file>

<file path=ppt/tags/tag396.xml><?xml version="1.0" encoding="utf-8"?>
<p:tagLst xmlns:p="http://schemas.openxmlformats.org/presentationml/2006/main">
  <p:tag name="AS_UNIQUEID" val="239"/>
</p:tagLst>
</file>

<file path=ppt/tags/tag397.xml><?xml version="1.0" encoding="utf-8"?>
<p:tagLst xmlns:p="http://schemas.openxmlformats.org/presentationml/2006/main">
  <p:tag name="AS_UNIQUEID" val="1296"/>
</p:tagLst>
</file>

<file path=ppt/tags/tag398.xml><?xml version="1.0" encoding="utf-8"?>
<p:tagLst xmlns:p="http://schemas.openxmlformats.org/presentationml/2006/main">
  <p:tag name="AS_UNIQUEID" val="1297"/>
</p:tagLst>
</file>

<file path=ppt/tags/tag399.xml><?xml version="1.0" encoding="utf-8"?>
<p:tagLst xmlns:p="http://schemas.openxmlformats.org/presentationml/2006/main">
  <p:tag name="AS_UNIQUEID" val="1298"/>
</p:tagLst>
</file>

<file path=ppt/tags/tag400.xml><?xml version="1.0" encoding="utf-8"?>
<p:tagLst xmlns:p="http://schemas.openxmlformats.org/presentationml/2006/main">
  <p:tag name="AS_UNIQUEID" val="268"/>
</p:tagLst>
</file>

<file path=ppt/tags/tag401.xml><?xml version="1.0" encoding="utf-8"?>
<p:tagLst xmlns:p="http://schemas.openxmlformats.org/presentationml/2006/main">
  <p:tag name="AS_UNIQUEID" val="269"/>
</p:tagLst>
</file>

<file path=ppt/tags/tag402.xml><?xml version="1.0" encoding="utf-8"?>
<p:tagLst xmlns:p="http://schemas.openxmlformats.org/presentationml/2006/main">
  <p:tag name="AS_UNIQUEID" val="270"/>
</p:tagLst>
</file>

<file path=ppt/tags/tag403.xml><?xml version="1.0" encoding="utf-8"?>
<p:tagLst xmlns:p="http://schemas.openxmlformats.org/presentationml/2006/main">
  <p:tag name="AS_UNIQUEID" val="332"/>
</p:tagLst>
</file>

<file path=ppt/tags/tag404.xml><?xml version="1.0" encoding="utf-8"?>
<p:tagLst xmlns:p="http://schemas.openxmlformats.org/presentationml/2006/main">
  <p:tag name="AS_UNIQUEID" val="325"/>
</p:tagLst>
</file>

<file path=ppt/tags/tag405.xml><?xml version="1.0" encoding="utf-8"?>
<p:tagLst xmlns:p="http://schemas.openxmlformats.org/presentationml/2006/main">
  <p:tag name="AS_UNIQUEID" val="326"/>
</p:tagLst>
</file>

<file path=ppt/tags/tag406.xml><?xml version="1.0" encoding="utf-8"?>
<p:tagLst xmlns:p="http://schemas.openxmlformats.org/presentationml/2006/main">
  <p:tag name="AS_UNIQUEID" val="327"/>
</p:tagLst>
</file>

<file path=ppt/tags/tag407.xml><?xml version="1.0" encoding="utf-8"?>
<p:tagLst xmlns:p="http://schemas.openxmlformats.org/presentationml/2006/main">
  <p:tag name="AS_UNIQUEID" val="328"/>
</p:tagLst>
</file>

<file path=ppt/tags/tag408.xml><?xml version="1.0" encoding="utf-8"?>
<p:tagLst xmlns:p="http://schemas.openxmlformats.org/presentationml/2006/main">
  <p:tag name="AS_UNIQUEID" val="329"/>
</p:tagLst>
</file>

<file path=ppt/tags/tag409.xml><?xml version="1.0" encoding="utf-8"?>
<p:tagLst xmlns:p="http://schemas.openxmlformats.org/presentationml/2006/main">
  <p:tag name="AS_UNIQUEID" val="330"/>
</p:tagLst>
</file>

<file path=ppt/tags/tag410.xml><?xml version="1.0" encoding="utf-8"?>
<p:tagLst xmlns:p="http://schemas.openxmlformats.org/presentationml/2006/main">
  <p:tag name="AS_UNIQUEID" val="331"/>
</p:tagLst>
</file>

<file path=ppt/tags/tag411.xml><?xml version="1.0" encoding="utf-8"?>
<p:tagLst xmlns:p="http://schemas.openxmlformats.org/presentationml/2006/main">
  <p:tag name="AS_UNIQUEID" val="333"/>
</p:tagLst>
</file>

<file path=ppt/tags/tag412.xml><?xml version="1.0" encoding="utf-8"?>
<p:tagLst xmlns:p="http://schemas.openxmlformats.org/presentationml/2006/main">
  <p:tag name="AS_UNIQUEID" val="318"/>
</p:tagLst>
</file>

<file path=ppt/tags/tag413.xml><?xml version="1.0" encoding="utf-8"?>
<p:tagLst xmlns:p="http://schemas.openxmlformats.org/presentationml/2006/main">
  <p:tag name="AS_UNIQUEID" val="319"/>
</p:tagLst>
</file>

<file path=ppt/tags/tag414.xml><?xml version="1.0" encoding="utf-8"?>
<p:tagLst xmlns:p="http://schemas.openxmlformats.org/presentationml/2006/main">
  <p:tag name="AS_UNIQUEID" val="320"/>
</p:tagLst>
</file>

<file path=ppt/tags/tag415.xml><?xml version="1.0" encoding="utf-8"?>
<p:tagLst xmlns:p="http://schemas.openxmlformats.org/presentationml/2006/main">
  <p:tag name="AS_UNIQUEID" val="321"/>
</p:tagLst>
</file>

<file path=ppt/tags/tag416.xml><?xml version="1.0" encoding="utf-8"?>
<p:tagLst xmlns:p="http://schemas.openxmlformats.org/presentationml/2006/main">
  <p:tag name="AS_UNIQUEID" val="322"/>
</p:tagLst>
</file>

<file path=ppt/tags/tag417.xml><?xml version="1.0" encoding="utf-8"?>
<p:tagLst xmlns:p="http://schemas.openxmlformats.org/presentationml/2006/main">
  <p:tag name="AS_UNIQUEID" val="323"/>
</p:tagLst>
</file>

<file path=ppt/tags/tag418.xml><?xml version="1.0" encoding="utf-8"?>
<p:tagLst xmlns:p="http://schemas.openxmlformats.org/presentationml/2006/main">
  <p:tag name="AS_UNIQUEID" val="324"/>
</p:tagLst>
</file>

<file path=ppt/tags/tag419.xml><?xml version="1.0" encoding="utf-8"?>
<p:tagLst xmlns:p="http://schemas.openxmlformats.org/presentationml/2006/main">
  <p:tag name="AS_UNIQUEID" val="334"/>
</p:tagLst>
</file>

<file path=ppt/tags/tag420.xml><?xml version="1.0" encoding="utf-8"?>
<p:tagLst xmlns:p="http://schemas.openxmlformats.org/presentationml/2006/main">
  <p:tag name="AS_UNIQUEID" val="302"/>
</p:tagLst>
</file>

<file path=ppt/tags/tag421.xml><?xml version="1.0" encoding="utf-8"?>
<p:tagLst xmlns:p="http://schemas.openxmlformats.org/presentationml/2006/main">
  <p:tag name="AS_UNIQUEID" val="303"/>
</p:tagLst>
</file>

<file path=ppt/tags/tag422.xml><?xml version="1.0" encoding="utf-8"?>
<p:tagLst xmlns:p="http://schemas.openxmlformats.org/presentationml/2006/main">
  <p:tag name="AS_UNIQUEID" val="304"/>
</p:tagLst>
</file>

<file path=ppt/tags/tag423.xml><?xml version="1.0" encoding="utf-8"?>
<p:tagLst xmlns:p="http://schemas.openxmlformats.org/presentationml/2006/main">
  <p:tag name="AS_UNIQUEID" val="305"/>
</p:tagLst>
</file>

<file path=ppt/tags/tag424.xml><?xml version="1.0" encoding="utf-8"?>
<p:tagLst xmlns:p="http://schemas.openxmlformats.org/presentationml/2006/main">
  <p:tag name="AS_UNIQUEID" val="306"/>
</p:tagLst>
</file>

<file path=ppt/tags/tag425.xml><?xml version="1.0" encoding="utf-8"?>
<p:tagLst xmlns:p="http://schemas.openxmlformats.org/presentationml/2006/main">
  <p:tag name="AS_UNIQUEID" val="307"/>
</p:tagLst>
</file>

<file path=ppt/tags/tag426.xml><?xml version="1.0" encoding="utf-8"?>
<p:tagLst xmlns:p="http://schemas.openxmlformats.org/presentationml/2006/main">
  <p:tag name="AS_UNIQUEID" val="308"/>
</p:tagLst>
</file>

<file path=ppt/tags/tag427.xml><?xml version="1.0" encoding="utf-8"?>
<p:tagLst xmlns:p="http://schemas.openxmlformats.org/presentationml/2006/main">
  <p:tag name="AS_UNIQUEID" val="335"/>
  <p:tag name="KSO_WM_DIAGRAM_VIRTUALLY_FRAME" val="{&quot;height&quot;:158.4,&quot;left&quot;:650.4,&quot;top&quot;:285.6,&quot;width&quot;:262.8}"/>
</p:tagLst>
</file>

<file path=ppt/tags/tag428.xml><?xml version="1.0" encoding="utf-8"?>
<p:tagLst xmlns:p="http://schemas.openxmlformats.org/presentationml/2006/main">
  <p:tag name="AS_UNIQUEID" val="309"/>
</p:tagLst>
</file>

<file path=ppt/tags/tag429.xml><?xml version="1.0" encoding="utf-8"?>
<p:tagLst xmlns:p="http://schemas.openxmlformats.org/presentationml/2006/main">
  <p:tag name="AS_UNIQUEID" val="310"/>
</p:tagLst>
</file>

<file path=ppt/tags/tag430.xml><?xml version="1.0" encoding="utf-8"?>
<p:tagLst xmlns:p="http://schemas.openxmlformats.org/presentationml/2006/main">
  <p:tag name="AS_UNIQUEID" val="311"/>
</p:tagLst>
</file>

<file path=ppt/tags/tag431.xml><?xml version="1.0" encoding="utf-8"?>
<p:tagLst xmlns:p="http://schemas.openxmlformats.org/presentationml/2006/main">
  <p:tag name="AS_UNIQUEID" val="312"/>
  <p:tag name="KSO_WM_DIAGRAM_VIRTUALLY_FRAME" val="{&quot;height&quot;:158.4,&quot;left&quot;:650.4,&quot;top&quot;:285.6,&quot;width&quot;:262.8}"/>
</p:tagLst>
</file>

<file path=ppt/tags/tag432.xml><?xml version="1.0" encoding="utf-8"?>
<p:tagLst xmlns:p="http://schemas.openxmlformats.org/presentationml/2006/main">
  <p:tag name="AS_UNIQUEID" val="313"/>
  <p:tag name="KSO_WM_DIAGRAM_VIRTUALLY_FRAME" val="{&quot;height&quot;:158.4,&quot;left&quot;:650.4,&quot;top&quot;:285.6,&quot;width&quot;:262.8}"/>
</p:tagLst>
</file>

<file path=ppt/tags/tag433.xml><?xml version="1.0" encoding="utf-8"?>
<p:tagLst xmlns:p="http://schemas.openxmlformats.org/presentationml/2006/main">
  <p:tag name="AS_UNIQUEID" val="314"/>
  <p:tag name="KSO_WM_DIAGRAM_VIRTUALLY_FRAME" val="{&quot;height&quot;:158.4,&quot;left&quot;:650.4,&quot;top&quot;:285.6,&quot;width&quot;:262.8}"/>
</p:tagLst>
</file>

<file path=ppt/tags/tag434.xml><?xml version="1.0" encoding="utf-8"?>
<p:tagLst xmlns:p="http://schemas.openxmlformats.org/presentationml/2006/main">
  <p:tag name="AS_UNIQUEID" val="315"/>
  <p:tag name="KSO_WM_DIAGRAM_VIRTUALLY_FRAME" val="{&quot;height&quot;:158.4,&quot;left&quot;:650.4,&quot;top&quot;:285.6,&quot;width&quot;:262.8}"/>
</p:tagLst>
</file>

<file path=ppt/tags/tag435.xml><?xml version="1.0" encoding="utf-8"?>
<p:tagLst xmlns:p="http://schemas.openxmlformats.org/presentationml/2006/main">
  <p:tag name="AS_UNIQUEID" val="336"/>
</p:tagLst>
</file>

<file path=ppt/tags/tag436.xml><?xml version="1.0" encoding="utf-8"?>
<p:tagLst xmlns:p="http://schemas.openxmlformats.org/presentationml/2006/main">
  <p:tag name="AS_UNIQUEID" val="316"/>
</p:tagLst>
</file>

<file path=ppt/tags/tag437.xml><?xml version="1.0" encoding="utf-8"?>
<p:tagLst xmlns:p="http://schemas.openxmlformats.org/presentationml/2006/main">
  <p:tag name="AS_UNIQUEID" val="317"/>
</p:tagLst>
</file>

<file path=ppt/tags/tag438.xml><?xml version="1.0" encoding="utf-8"?>
<p:tagLst xmlns:p="http://schemas.openxmlformats.org/presentationml/2006/main">
  <p:tag name="AS_UNIQUEID" val="301"/>
</p:tagLst>
</file>

<file path=ppt/tags/tag439.xml><?xml version="1.0" encoding="utf-8"?>
<p:tagLst xmlns:p="http://schemas.openxmlformats.org/presentationml/2006/main">
  <p:tag name="AS_UNIQUEID" val="1301"/>
</p:tagLst>
</file>

<file path=ppt/tags/tag440.xml><?xml version="1.0" encoding="utf-8"?>
<p:tagLst xmlns:p="http://schemas.openxmlformats.org/presentationml/2006/main">
  <p:tag name="AS_UNIQUEID" val="1302"/>
</p:tagLst>
</file>

<file path=ppt/tags/tag441.xml><?xml version="1.0" encoding="utf-8"?>
<p:tagLst xmlns:p="http://schemas.openxmlformats.org/presentationml/2006/main">
  <p:tag name="AS_UNIQUEID" val="1303"/>
</p:tagLst>
</file>

<file path=ppt/tags/tag442.xml><?xml version="1.0" encoding="utf-8"?>
<p:tagLst xmlns:p="http://schemas.openxmlformats.org/presentationml/2006/main">
  <p:tag name="AS_UNIQUEID" val="337"/>
</p:tagLst>
</file>

<file path=ppt/tags/tag443.xml><?xml version="1.0" encoding="utf-8"?>
<p:tagLst xmlns:p="http://schemas.openxmlformats.org/presentationml/2006/main">
  <p:tag name="AS_UNIQUEID" val="338"/>
</p:tagLst>
</file>

<file path=ppt/tags/tag444.xml><?xml version="1.0" encoding="utf-8"?>
<p:tagLst xmlns:p="http://schemas.openxmlformats.org/presentationml/2006/main">
  <p:tag name="AS_UNIQUEID" val="339"/>
</p:tagLst>
</file>

<file path=ppt/tags/tag445.xml><?xml version="1.0" encoding="utf-8"?>
<p:tagLst xmlns:p="http://schemas.openxmlformats.org/presentationml/2006/main">
  <p:tag name="AS_UNIQUEID" val="340"/>
</p:tagLst>
</file>

<file path=ppt/tags/tag446.xml><?xml version="1.0" encoding="utf-8"?>
<p:tagLst xmlns:p="http://schemas.openxmlformats.org/presentationml/2006/main">
  <p:tag name="AS_UNIQUEID" val="372"/>
</p:tagLst>
</file>

<file path=ppt/tags/tag447.xml><?xml version="1.0" encoding="utf-8"?>
<p:tagLst xmlns:p="http://schemas.openxmlformats.org/presentationml/2006/main">
  <p:tag name="AS_UNIQUEID" val="366"/>
</p:tagLst>
</file>

<file path=ppt/tags/tag448.xml><?xml version="1.0" encoding="utf-8"?>
<p:tagLst xmlns:p="http://schemas.openxmlformats.org/presentationml/2006/main">
  <p:tag name="AS_UNIQUEID" val="367"/>
</p:tagLst>
</file>

<file path=ppt/tags/tag449.xml><?xml version="1.0" encoding="utf-8"?>
<p:tagLst xmlns:p="http://schemas.openxmlformats.org/presentationml/2006/main">
  <p:tag name="AS_UNIQUEID" val="368"/>
</p:tagLst>
</file>

<file path=ppt/tags/tag450.xml><?xml version="1.0" encoding="utf-8"?>
<p:tagLst xmlns:p="http://schemas.openxmlformats.org/presentationml/2006/main">
  <p:tag name="AS_UNIQUEID" val="373"/>
</p:tagLst>
</file>

<file path=ppt/tags/tag451.xml><?xml version="1.0" encoding="utf-8"?>
<p:tagLst xmlns:p="http://schemas.openxmlformats.org/presentationml/2006/main">
  <p:tag name="AS_UNIQUEID" val="369"/>
</p:tagLst>
</file>

<file path=ppt/tags/tag452.xml><?xml version="1.0" encoding="utf-8"?>
<p:tagLst xmlns:p="http://schemas.openxmlformats.org/presentationml/2006/main">
  <p:tag name="AS_UNIQUEID" val="370"/>
</p:tagLst>
</file>

<file path=ppt/tags/tag453.xml><?xml version="1.0" encoding="utf-8"?>
<p:tagLst xmlns:p="http://schemas.openxmlformats.org/presentationml/2006/main">
  <p:tag name="AS_UNIQUEID" val="371"/>
</p:tagLst>
</file>

<file path=ppt/tags/tag454.xml><?xml version="1.0" encoding="utf-8"?>
<p:tagLst xmlns:p="http://schemas.openxmlformats.org/presentationml/2006/main">
  <p:tag name="AS_UNIQUEID" val="374"/>
</p:tagLst>
</file>

<file path=ppt/tags/tag455.xml><?xml version="1.0" encoding="utf-8"?>
<p:tagLst xmlns:p="http://schemas.openxmlformats.org/presentationml/2006/main">
  <p:tag name="AS_UNIQUEID" val="358"/>
</p:tagLst>
</file>

<file path=ppt/tags/tag456.xml><?xml version="1.0" encoding="utf-8"?>
<p:tagLst xmlns:p="http://schemas.openxmlformats.org/presentationml/2006/main">
  <p:tag name="AS_UNIQUEID" val="359"/>
</p:tagLst>
</file>

<file path=ppt/tags/tag457.xml><?xml version="1.0" encoding="utf-8"?>
<p:tagLst xmlns:p="http://schemas.openxmlformats.org/presentationml/2006/main">
  <p:tag name="AS_UNIQUEID" val="360"/>
</p:tagLst>
</file>

<file path=ppt/tags/tag458.xml><?xml version="1.0" encoding="utf-8"?>
<p:tagLst xmlns:p="http://schemas.openxmlformats.org/presentationml/2006/main">
  <p:tag name="AS_UNIQUEID" val="375"/>
</p:tagLst>
</file>

<file path=ppt/tags/tag459.xml><?xml version="1.0" encoding="utf-8"?>
<p:tagLst xmlns:p="http://schemas.openxmlformats.org/presentationml/2006/main">
  <p:tag name="AS_UNIQUEID" val="361"/>
</p:tagLst>
</file>

<file path=ppt/tags/tag460.xml><?xml version="1.0" encoding="utf-8"?>
<p:tagLst xmlns:p="http://schemas.openxmlformats.org/presentationml/2006/main">
  <p:tag name="AS_UNIQUEID" val="362"/>
</p:tagLst>
</file>

<file path=ppt/tags/tag461.xml><?xml version="1.0" encoding="utf-8"?>
<p:tagLst xmlns:p="http://schemas.openxmlformats.org/presentationml/2006/main">
  <p:tag name="AS_UNIQUEID" val="363"/>
</p:tagLst>
</file>

<file path=ppt/tags/tag462.xml><?xml version="1.0" encoding="utf-8"?>
<p:tagLst xmlns:p="http://schemas.openxmlformats.org/presentationml/2006/main">
  <p:tag name="AS_UNIQUEID" val="364"/>
</p:tagLst>
</file>

<file path=ppt/tags/tag463.xml><?xml version="1.0" encoding="utf-8"?>
<p:tagLst xmlns:p="http://schemas.openxmlformats.org/presentationml/2006/main">
  <p:tag name="AS_UNIQUEID" val="365"/>
</p:tagLst>
</file>

<file path=ppt/tags/tag464.xml><?xml version="1.0" encoding="utf-8"?>
<p:tagLst xmlns:p="http://schemas.openxmlformats.org/presentationml/2006/main">
  <p:tag name="AS_UNIQUEID" val="355"/>
</p:tagLst>
</file>

<file path=ppt/tags/tag465.xml><?xml version="1.0" encoding="utf-8"?>
<p:tagLst xmlns:p="http://schemas.openxmlformats.org/presentationml/2006/main">
  <p:tag name="AS_UNIQUEID" val="356"/>
</p:tagLst>
</file>

<file path=ppt/tags/tag466.xml><?xml version="1.0" encoding="utf-8"?>
<p:tagLst xmlns:p="http://schemas.openxmlformats.org/presentationml/2006/main">
  <p:tag name="AS_UNIQUEID" val="357"/>
</p:tagLst>
</file>

<file path=ppt/tags/tag467.xml><?xml version="1.0" encoding="utf-8"?>
<p:tagLst xmlns:p="http://schemas.openxmlformats.org/presentationml/2006/main">
  <p:tag name="AS_UNIQUEID" val="1306"/>
</p:tagLst>
</file>

<file path=ppt/tags/tag468.xml><?xml version="1.0" encoding="utf-8"?>
<p:tagLst xmlns:p="http://schemas.openxmlformats.org/presentationml/2006/main">
  <p:tag name="AS_UNIQUEID" val="1307"/>
</p:tagLst>
</file>

<file path=ppt/tags/tag469.xml><?xml version="1.0" encoding="utf-8"?>
<p:tagLst xmlns:p="http://schemas.openxmlformats.org/presentationml/2006/main">
  <p:tag name="AS_UNIQUEID" val="1308"/>
</p:tagLst>
</file>

<file path=ppt/tags/tag470.xml><?xml version="1.0" encoding="utf-8"?>
<p:tagLst xmlns:p="http://schemas.openxmlformats.org/presentationml/2006/main">
  <p:tag name="AS_UNIQUEID" val="376"/>
</p:tagLst>
</file>

<file path=ppt/tags/tag471.xml><?xml version="1.0" encoding="utf-8"?>
<p:tagLst xmlns:p="http://schemas.openxmlformats.org/presentationml/2006/main">
  <p:tag name="AS_UNIQUEID" val="377"/>
</p:tagLst>
</file>

<file path=ppt/tags/tag472.xml><?xml version="1.0" encoding="utf-8"?>
<p:tagLst xmlns:p="http://schemas.openxmlformats.org/presentationml/2006/main">
  <p:tag name="AS_UNIQUEID" val="378"/>
</p:tagLst>
</file>

<file path=ppt/tags/tag473.xml><?xml version="1.0" encoding="utf-8"?>
<p:tagLst xmlns:p="http://schemas.openxmlformats.org/presentationml/2006/main">
  <p:tag name="AS_UNIQUEID" val="412"/>
</p:tagLst>
</file>

<file path=ppt/tags/tag474.xml><?xml version="1.0" encoding="utf-8"?>
<p:tagLst xmlns:p="http://schemas.openxmlformats.org/presentationml/2006/main">
  <p:tag name="AS_UNIQUEID" val="404"/>
</p:tagLst>
</file>

<file path=ppt/tags/tag475.xml><?xml version="1.0" encoding="utf-8"?>
<p:tagLst xmlns:p="http://schemas.openxmlformats.org/presentationml/2006/main">
  <p:tag name="AS_UNIQUEID" val="405"/>
</p:tagLst>
</file>

<file path=ppt/tags/tag476.xml><?xml version="1.0" encoding="utf-8"?>
<p:tagLst xmlns:p="http://schemas.openxmlformats.org/presentationml/2006/main">
  <p:tag name="AS_UNIQUEID" val="406"/>
</p:tagLst>
</file>

<file path=ppt/tags/tag477.xml><?xml version="1.0" encoding="utf-8"?>
<p:tagLst xmlns:p="http://schemas.openxmlformats.org/presentationml/2006/main">
  <p:tag name="AS_UNIQUEID" val="407"/>
</p:tagLst>
</file>

<file path=ppt/tags/tag478.xml><?xml version="1.0" encoding="utf-8"?>
<p:tagLst xmlns:p="http://schemas.openxmlformats.org/presentationml/2006/main">
  <p:tag name="AS_UNIQUEID" val="413"/>
</p:tagLst>
</file>

<file path=ppt/tags/tag479.xml><?xml version="1.0" encoding="utf-8"?>
<p:tagLst xmlns:p="http://schemas.openxmlformats.org/presentationml/2006/main">
  <p:tag name="AS_UNIQUEID" val="408"/>
</p:tagLst>
</file>

<file path=ppt/tags/tag480.xml><?xml version="1.0" encoding="utf-8"?>
<p:tagLst xmlns:p="http://schemas.openxmlformats.org/presentationml/2006/main">
  <p:tag name="AS_UNIQUEID" val="409"/>
</p:tagLst>
</file>

<file path=ppt/tags/tag481.xml><?xml version="1.0" encoding="utf-8"?>
<p:tagLst xmlns:p="http://schemas.openxmlformats.org/presentationml/2006/main">
  <p:tag name="AS_UNIQUEID" val="410"/>
</p:tagLst>
</file>

<file path=ppt/tags/tag482.xml><?xml version="1.0" encoding="utf-8"?>
<p:tagLst xmlns:p="http://schemas.openxmlformats.org/presentationml/2006/main">
  <p:tag name="AS_UNIQUEID" val="411"/>
</p:tagLst>
</file>

<file path=ppt/tags/tag483.xml><?xml version="1.0" encoding="utf-8"?>
<p:tagLst xmlns:p="http://schemas.openxmlformats.org/presentationml/2006/main">
  <p:tag name="AS_UNIQUEID" val="414"/>
</p:tagLst>
</file>

<file path=ppt/tags/tag484.xml><?xml version="1.0" encoding="utf-8"?>
<p:tagLst xmlns:p="http://schemas.openxmlformats.org/presentationml/2006/main">
  <p:tag name="AS_UNIQUEID" val="396"/>
</p:tagLst>
</file>

<file path=ppt/tags/tag485.xml><?xml version="1.0" encoding="utf-8"?>
<p:tagLst xmlns:p="http://schemas.openxmlformats.org/presentationml/2006/main">
  <p:tag name="AS_UNIQUEID" val="397"/>
</p:tagLst>
</file>

<file path=ppt/tags/tag486.xml><?xml version="1.0" encoding="utf-8"?>
<p:tagLst xmlns:p="http://schemas.openxmlformats.org/presentationml/2006/main">
  <p:tag name="AS_UNIQUEID" val="398"/>
</p:tagLst>
</file>

<file path=ppt/tags/tag487.xml><?xml version="1.0" encoding="utf-8"?>
<p:tagLst xmlns:p="http://schemas.openxmlformats.org/presentationml/2006/main">
  <p:tag name="AS_UNIQUEID" val="415"/>
</p:tagLst>
</file>

<file path=ppt/tags/tag488.xml><?xml version="1.0" encoding="utf-8"?>
<p:tagLst xmlns:p="http://schemas.openxmlformats.org/presentationml/2006/main">
  <p:tag name="AS_UNIQUEID" val="399"/>
</p:tagLst>
</file>

<file path=ppt/tags/tag489.xml><?xml version="1.0" encoding="utf-8"?>
<p:tagLst xmlns:p="http://schemas.openxmlformats.org/presentationml/2006/main">
  <p:tag name="AS_UNIQUEID" val="400"/>
</p:tagLst>
</file>

<file path=ppt/tags/tag490.xml><?xml version="1.0" encoding="utf-8"?>
<p:tagLst xmlns:p="http://schemas.openxmlformats.org/presentationml/2006/main">
  <p:tag name="AS_UNIQUEID" val="401"/>
</p:tagLst>
</file>

<file path=ppt/tags/tag491.xml><?xml version="1.0" encoding="utf-8"?>
<p:tagLst xmlns:p="http://schemas.openxmlformats.org/presentationml/2006/main">
  <p:tag name="AS_UNIQUEID" val="416"/>
</p:tagLst>
</file>

<file path=ppt/tags/tag492.xml><?xml version="1.0" encoding="utf-8"?>
<p:tagLst xmlns:p="http://schemas.openxmlformats.org/presentationml/2006/main">
  <p:tag name="AS_UNIQUEID" val="402"/>
</p:tagLst>
</file>

<file path=ppt/tags/tag493.xml><?xml version="1.0" encoding="utf-8"?>
<p:tagLst xmlns:p="http://schemas.openxmlformats.org/presentationml/2006/main">
  <p:tag name="AS_UNIQUEID" val="403"/>
</p:tagLst>
</file>

<file path=ppt/tags/tag494.xml><?xml version="1.0" encoding="utf-8"?>
<p:tagLst xmlns:p="http://schemas.openxmlformats.org/presentationml/2006/main">
  <p:tag name="AS_UNIQUEID" val="395"/>
</p:tagLst>
</file>

<file path=ppt/tags/tag495.xml><?xml version="1.0" encoding="utf-8"?>
<p:tagLst xmlns:p="http://schemas.openxmlformats.org/presentationml/2006/main">
  <p:tag name="AS_UNIQUEID" val="1311"/>
</p:tagLst>
</file>

<file path=ppt/tags/tag496.xml><?xml version="1.0" encoding="utf-8"?>
<p:tagLst xmlns:p="http://schemas.openxmlformats.org/presentationml/2006/main">
  <p:tag name="AS_UNIQUEID" val="1312"/>
</p:tagLst>
</file>

<file path=ppt/tags/tag497.xml><?xml version="1.0" encoding="utf-8"?>
<p:tagLst xmlns:p="http://schemas.openxmlformats.org/presentationml/2006/main">
  <p:tag name="AS_UNIQUEID" val="1313"/>
</p:tagLst>
</file>

<file path=ppt/tags/tag498.xml><?xml version="1.0" encoding="utf-8"?>
<p:tagLst xmlns:p="http://schemas.openxmlformats.org/presentationml/2006/main">
  <p:tag name="AS_UNIQUEID" val="417"/>
</p:tagLst>
</file>

<file path=ppt/tags/tag499.xml><?xml version="1.0" encoding="utf-8"?>
<p:tagLst xmlns:p="http://schemas.openxmlformats.org/presentationml/2006/main">
  <p:tag name="AS_UNIQUEID" val="418"/>
</p:tagLst>
</file>

<file path=ppt/tags/tag500.xml><?xml version="1.0" encoding="utf-8"?>
<p:tagLst xmlns:p="http://schemas.openxmlformats.org/presentationml/2006/main">
  <p:tag name="AS_UNIQUEID" val="419"/>
</p:tagLst>
</file>

<file path=ppt/tags/tag501.xml><?xml version="1.0" encoding="utf-8"?>
<p:tagLst xmlns:p="http://schemas.openxmlformats.org/presentationml/2006/main">
  <p:tag name="AS_UNIQUEID" val="424"/>
</p:tagLst>
</file>

<file path=ppt/tags/tag502.xml><?xml version="1.0" encoding="utf-8"?>
<p:tagLst xmlns:p="http://schemas.openxmlformats.org/presentationml/2006/main">
  <p:tag name="AS_UNIQUEID" val="423"/>
</p:tagLst>
</file>

<file path=ppt/tags/tag503.xml><?xml version="1.0" encoding="utf-8"?>
<p:tagLst xmlns:p="http://schemas.openxmlformats.org/presentationml/2006/main">
  <p:tag name="AS_UNIQUEID" val="421"/>
</p:tagLst>
</file>

<file path=ppt/tags/tag504.xml><?xml version="1.0" encoding="utf-8"?>
<p:tagLst xmlns:p="http://schemas.openxmlformats.org/presentationml/2006/main">
  <p:tag name="AS_UNIQUEID" val="422"/>
</p:tagLst>
</file>

<file path=ppt/tags/tag505.xml><?xml version="1.0" encoding="utf-8"?>
<p:tagLst xmlns:p="http://schemas.openxmlformats.org/presentationml/2006/main">
  <p:tag name="AS_UNIQUEID" val="1316"/>
</p:tagLst>
</file>

<file path=ppt/tags/tag506.xml><?xml version="1.0" encoding="utf-8"?>
<p:tagLst xmlns:p="http://schemas.openxmlformats.org/presentationml/2006/main">
  <p:tag name="AS_UNIQUEID" val="1317"/>
</p:tagLst>
</file>

<file path=ppt/tags/tag507.xml><?xml version="1.0" encoding="utf-8"?>
<p:tagLst xmlns:p="http://schemas.openxmlformats.org/presentationml/2006/main">
  <p:tag name="AS_UNIQUEID" val="1318"/>
</p:tagLst>
</file>

<file path=ppt/tags/tag508.xml><?xml version="1.0" encoding="utf-8"?>
<p:tagLst xmlns:p="http://schemas.openxmlformats.org/presentationml/2006/main">
  <p:tag name="AS_UNIQUEID" val="425"/>
</p:tagLst>
</file>

<file path=ppt/tags/tag509.xml><?xml version="1.0" encoding="utf-8"?>
<p:tagLst xmlns:p="http://schemas.openxmlformats.org/presentationml/2006/main">
  <p:tag name="AS_UNIQUEID" val="426"/>
</p:tagLst>
</file>

<file path=ppt/tags/tag510.xml><?xml version="1.0" encoding="utf-8"?>
<p:tagLst xmlns:p="http://schemas.openxmlformats.org/presentationml/2006/main">
  <p:tag name="AS_UNIQUEID" val="427"/>
</p:tagLst>
</file>

<file path=ppt/tags/tag511.xml><?xml version="1.0" encoding="utf-8"?>
<p:tagLst xmlns:p="http://schemas.openxmlformats.org/presentationml/2006/main">
  <p:tag name="AS_UNIQUEID" val="463"/>
</p:tagLst>
</file>

<file path=ppt/tags/tag512.xml><?xml version="1.0" encoding="utf-8"?>
<p:tagLst xmlns:p="http://schemas.openxmlformats.org/presentationml/2006/main">
  <p:tag name="AS_UNIQUEID" val="456"/>
</p:tagLst>
</file>

<file path=ppt/tags/tag513.xml><?xml version="1.0" encoding="utf-8"?>
<p:tagLst xmlns:p="http://schemas.openxmlformats.org/presentationml/2006/main">
  <p:tag name="AS_UNIQUEID" val="457"/>
</p:tagLst>
</file>

<file path=ppt/tags/tag514.xml><?xml version="1.0" encoding="utf-8"?>
<p:tagLst xmlns:p="http://schemas.openxmlformats.org/presentationml/2006/main">
  <p:tag name="AS_UNIQUEID" val="458"/>
</p:tagLst>
</file>

<file path=ppt/tags/tag515.xml><?xml version="1.0" encoding="utf-8"?>
<p:tagLst xmlns:p="http://schemas.openxmlformats.org/presentationml/2006/main">
  <p:tag name="AS_UNIQUEID" val="459"/>
</p:tagLst>
</file>

<file path=ppt/tags/tag516.xml><?xml version="1.0" encoding="utf-8"?>
<p:tagLst xmlns:p="http://schemas.openxmlformats.org/presentationml/2006/main">
  <p:tag name="AS_UNIQUEID" val="460"/>
</p:tagLst>
</file>

<file path=ppt/tags/tag517.xml><?xml version="1.0" encoding="utf-8"?>
<p:tagLst xmlns:p="http://schemas.openxmlformats.org/presentationml/2006/main">
  <p:tag name="AS_UNIQUEID" val="461"/>
</p:tagLst>
</file>

<file path=ppt/tags/tag518.xml><?xml version="1.0" encoding="utf-8"?>
<p:tagLst xmlns:p="http://schemas.openxmlformats.org/presentationml/2006/main">
  <p:tag name="AS_UNIQUEID" val="462"/>
</p:tagLst>
</file>

<file path=ppt/tags/tag519.xml><?xml version="1.0" encoding="utf-8"?>
<p:tagLst xmlns:p="http://schemas.openxmlformats.org/presentationml/2006/main">
  <p:tag name="AS_UNIQUEID" val="464"/>
</p:tagLst>
</file>

<file path=ppt/tags/tag520.xml><?xml version="1.0" encoding="utf-8"?>
<p:tagLst xmlns:p="http://schemas.openxmlformats.org/presentationml/2006/main">
  <p:tag name="AS_UNIQUEID" val="446"/>
</p:tagLst>
</file>

<file path=ppt/tags/tag521.xml><?xml version="1.0" encoding="utf-8"?>
<p:tagLst xmlns:p="http://schemas.openxmlformats.org/presentationml/2006/main">
  <p:tag name="AS_UNIQUEID" val="447"/>
</p:tagLst>
</file>

<file path=ppt/tags/tag522.xml><?xml version="1.0" encoding="utf-8"?>
<p:tagLst xmlns:p="http://schemas.openxmlformats.org/presentationml/2006/main">
  <p:tag name="AS_UNIQUEID" val="448"/>
</p:tagLst>
</file>

<file path=ppt/tags/tag523.xml><?xml version="1.0" encoding="utf-8"?>
<p:tagLst xmlns:p="http://schemas.openxmlformats.org/presentationml/2006/main">
  <p:tag name="AS_UNIQUEID" val="449"/>
</p:tagLst>
</file>

<file path=ppt/tags/tag524.xml><?xml version="1.0" encoding="utf-8"?>
<p:tagLst xmlns:p="http://schemas.openxmlformats.org/presentationml/2006/main">
  <p:tag name="AS_UNIQUEID" val="465"/>
</p:tagLst>
</file>

<file path=ppt/tags/tag525.xml><?xml version="1.0" encoding="utf-8"?>
<p:tagLst xmlns:p="http://schemas.openxmlformats.org/presentationml/2006/main">
  <p:tag name="AS_UNIQUEID" val="450"/>
</p:tagLst>
</file>

<file path=ppt/tags/tag526.xml><?xml version="1.0" encoding="utf-8"?>
<p:tagLst xmlns:p="http://schemas.openxmlformats.org/presentationml/2006/main">
  <p:tag name="AS_UNIQUEID" val="451"/>
</p:tagLst>
</file>

<file path=ppt/tags/tag527.xml><?xml version="1.0" encoding="utf-8"?>
<p:tagLst xmlns:p="http://schemas.openxmlformats.org/presentationml/2006/main">
  <p:tag name="AS_UNIQUEID" val="452"/>
</p:tagLst>
</file>

<file path=ppt/tags/tag528.xml><?xml version="1.0" encoding="utf-8"?>
<p:tagLst xmlns:p="http://schemas.openxmlformats.org/presentationml/2006/main">
  <p:tag name="AS_UNIQUEID" val="453"/>
</p:tagLst>
</file>

<file path=ppt/tags/tag529.xml><?xml version="1.0" encoding="utf-8"?>
<p:tagLst xmlns:p="http://schemas.openxmlformats.org/presentationml/2006/main">
  <p:tag name="AS_UNIQUEID" val="454"/>
</p:tagLst>
</file>

<file path=ppt/tags/tag530.xml><?xml version="1.0" encoding="utf-8"?>
<p:tagLst xmlns:p="http://schemas.openxmlformats.org/presentationml/2006/main">
  <p:tag name="AS_UNIQUEID" val="455"/>
</p:tagLst>
</file>

<file path=ppt/tags/tag531.xml><?xml version="1.0" encoding="utf-8"?>
<p:tagLst xmlns:p="http://schemas.openxmlformats.org/presentationml/2006/main">
  <p:tag name="AS_UNIQUEID" val="445"/>
</p:tagLst>
</file>

<file path=ppt/tags/tag532.xml><?xml version="1.0" encoding="utf-8"?>
<p:tagLst xmlns:p="http://schemas.openxmlformats.org/presentationml/2006/main">
  <p:tag name="AS_UNIQUEID" val="1321"/>
</p:tagLst>
</file>

<file path=ppt/tags/tag533.xml><?xml version="1.0" encoding="utf-8"?>
<p:tagLst xmlns:p="http://schemas.openxmlformats.org/presentationml/2006/main">
  <p:tag name="AS_UNIQUEID" val="1322"/>
</p:tagLst>
</file>

<file path=ppt/tags/tag534.xml><?xml version="1.0" encoding="utf-8"?>
<p:tagLst xmlns:p="http://schemas.openxmlformats.org/presentationml/2006/main">
  <p:tag name="AS_UNIQUEID" val="1323"/>
</p:tagLst>
</file>

<file path=ppt/tags/tag535.xml><?xml version="1.0" encoding="utf-8"?>
<p:tagLst xmlns:p="http://schemas.openxmlformats.org/presentationml/2006/main">
  <p:tag name="AS_UNIQUEID" val="466"/>
</p:tagLst>
</file>

<file path=ppt/tags/tag536.xml><?xml version="1.0" encoding="utf-8"?>
<p:tagLst xmlns:p="http://schemas.openxmlformats.org/presentationml/2006/main">
  <p:tag name="AS_UNIQUEID" val="467"/>
</p:tagLst>
</file>

<file path=ppt/tags/tag537.xml><?xml version="1.0" encoding="utf-8"?>
<p:tagLst xmlns:p="http://schemas.openxmlformats.org/presentationml/2006/main">
  <p:tag name="AS_UNIQUEID" val="468"/>
</p:tagLst>
</file>

<file path=ppt/tags/tag538.xml><?xml version="1.0" encoding="utf-8"?>
<p:tagLst xmlns:p="http://schemas.openxmlformats.org/presentationml/2006/main">
  <p:tag name="AS_UNIQUEID" val="532"/>
</p:tagLst>
</file>

<file path=ppt/tags/tag539.xml><?xml version="1.0" encoding="utf-8"?>
<p:tagLst xmlns:p="http://schemas.openxmlformats.org/presentationml/2006/main">
  <p:tag name="AS_UNIQUEID" val="526"/>
</p:tagLst>
</file>

<file path=ppt/tags/tag540.xml><?xml version="1.0" encoding="utf-8"?>
<p:tagLst xmlns:p="http://schemas.openxmlformats.org/presentationml/2006/main">
  <p:tag name="AS_UNIQUEID" val="527"/>
</p:tagLst>
</file>

<file path=ppt/tags/tag541.xml><?xml version="1.0" encoding="utf-8"?>
<p:tagLst xmlns:p="http://schemas.openxmlformats.org/presentationml/2006/main">
  <p:tag name="AS_UNIQUEID" val="528"/>
</p:tagLst>
</file>

<file path=ppt/tags/tag542.xml><?xml version="1.0" encoding="utf-8"?>
<p:tagLst xmlns:p="http://schemas.openxmlformats.org/presentationml/2006/main">
  <p:tag name="AS_UNIQUEID" val="529"/>
</p:tagLst>
</file>

<file path=ppt/tags/tag543.xml><?xml version="1.0" encoding="utf-8"?>
<p:tagLst xmlns:p="http://schemas.openxmlformats.org/presentationml/2006/main">
  <p:tag name="AS_UNIQUEID" val="530"/>
</p:tagLst>
</file>

<file path=ppt/tags/tag544.xml><?xml version="1.0" encoding="utf-8"?>
<p:tagLst xmlns:p="http://schemas.openxmlformats.org/presentationml/2006/main">
  <p:tag name="AS_UNIQUEID" val="531"/>
</p:tagLst>
</file>

<file path=ppt/tags/tag545.xml><?xml version="1.0" encoding="utf-8"?>
<p:tagLst xmlns:p="http://schemas.openxmlformats.org/presentationml/2006/main">
  <p:tag name="AS_UNIQUEID" val="533"/>
</p:tagLst>
</file>

<file path=ppt/tags/tag546.xml><?xml version="1.0" encoding="utf-8"?>
<p:tagLst xmlns:p="http://schemas.openxmlformats.org/presentationml/2006/main">
  <p:tag name="AS_UNIQUEID" val="516"/>
</p:tagLst>
</file>

<file path=ppt/tags/tag547.xml><?xml version="1.0" encoding="utf-8"?>
<p:tagLst xmlns:p="http://schemas.openxmlformats.org/presentationml/2006/main">
  <p:tag name="AS_UNIQUEID" val="517"/>
</p:tagLst>
</file>

<file path=ppt/tags/tag548.xml><?xml version="1.0" encoding="utf-8"?>
<p:tagLst xmlns:p="http://schemas.openxmlformats.org/presentationml/2006/main">
  <p:tag name="AS_UNIQUEID" val="518"/>
</p:tagLst>
</file>

<file path=ppt/tags/tag549.xml><?xml version="1.0" encoding="utf-8"?>
<p:tagLst xmlns:p="http://schemas.openxmlformats.org/presentationml/2006/main">
  <p:tag name="AS_UNIQUEID" val="519"/>
</p:tagLst>
</file>

<file path=ppt/tags/tag550.xml><?xml version="1.0" encoding="utf-8"?>
<p:tagLst xmlns:p="http://schemas.openxmlformats.org/presentationml/2006/main">
  <p:tag name="AS_UNIQUEID" val="520"/>
</p:tagLst>
</file>

<file path=ppt/tags/tag551.xml><?xml version="1.0" encoding="utf-8"?>
<p:tagLst xmlns:p="http://schemas.openxmlformats.org/presentationml/2006/main">
  <p:tag name="AS_UNIQUEID" val="534"/>
</p:tagLst>
</file>

<file path=ppt/tags/tag552.xml><?xml version="1.0" encoding="utf-8"?>
<p:tagLst xmlns:p="http://schemas.openxmlformats.org/presentationml/2006/main">
  <p:tag name="AS_UNIQUEID" val="521"/>
</p:tagLst>
</file>

<file path=ppt/tags/tag553.xml><?xml version="1.0" encoding="utf-8"?>
<p:tagLst xmlns:p="http://schemas.openxmlformats.org/presentationml/2006/main">
  <p:tag name="AS_UNIQUEID" val="522"/>
</p:tagLst>
</file>

<file path=ppt/tags/tag554.xml><?xml version="1.0" encoding="utf-8"?>
<p:tagLst xmlns:p="http://schemas.openxmlformats.org/presentationml/2006/main">
  <p:tag name="AS_UNIQUEID" val="523"/>
</p:tagLst>
</file>

<file path=ppt/tags/tag555.xml><?xml version="1.0" encoding="utf-8"?>
<p:tagLst xmlns:p="http://schemas.openxmlformats.org/presentationml/2006/main">
  <p:tag name="AS_UNIQUEID" val="524"/>
</p:tagLst>
</file>

<file path=ppt/tags/tag556.xml><?xml version="1.0" encoding="utf-8"?>
<p:tagLst xmlns:p="http://schemas.openxmlformats.org/presentationml/2006/main">
  <p:tag name="AS_UNIQUEID" val="525"/>
</p:tagLst>
</file>

<file path=ppt/tags/tag557.xml><?xml version="1.0" encoding="utf-8"?>
<p:tagLst xmlns:p="http://schemas.openxmlformats.org/presentationml/2006/main">
  <p:tag name="AS_UNIQUEID" val="535"/>
</p:tagLst>
</file>

<file path=ppt/tags/tag558.xml><?xml version="1.0" encoding="utf-8"?>
<p:tagLst xmlns:p="http://schemas.openxmlformats.org/presentationml/2006/main">
  <p:tag name="AS_UNIQUEID" val="501"/>
</p:tagLst>
</file>

<file path=ppt/tags/tag559.xml><?xml version="1.0" encoding="utf-8"?>
<p:tagLst xmlns:p="http://schemas.openxmlformats.org/presentationml/2006/main">
  <p:tag name="AS_UNIQUEID" val="502"/>
</p:tagLst>
</file>

<file path=ppt/tags/tag560.xml><?xml version="1.0" encoding="utf-8"?>
<p:tagLst xmlns:p="http://schemas.openxmlformats.org/presentationml/2006/main">
  <p:tag name="AS_UNIQUEID" val="503"/>
</p:tagLst>
</file>

<file path=ppt/tags/tag561.xml><?xml version="1.0" encoding="utf-8"?>
<p:tagLst xmlns:p="http://schemas.openxmlformats.org/presentationml/2006/main">
  <p:tag name="AS_UNIQUEID" val="504"/>
</p:tagLst>
</file>

<file path=ppt/tags/tag562.xml><?xml version="1.0" encoding="utf-8"?>
<p:tagLst xmlns:p="http://schemas.openxmlformats.org/presentationml/2006/main">
  <p:tag name="AS_UNIQUEID" val="505"/>
</p:tagLst>
</file>

<file path=ppt/tags/tag563.xml><?xml version="1.0" encoding="utf-8"?>
<p:tagLst xmlns:p="http://schemas.openxmlformats.org/presentationml/2006/main">
  <p:tag name="AS_UNIQUEID" val="536"/>
</p:tagLst>
</file>

<file path=ppt/tags/tag564.xml><?xml version="1.0" encoding="utf-8"?>
<p:tagLst xmlns:p="http://schemas.openxmlformats.org/presentationml/2006/main">
  <p:tag name="AS_UNIQUEID" val="506"/>
</p:tagLst>
</file>

<file path=ppt/tags/tag565.xml><?xml version="1.0" encoding="utf-8"?>
<p:tagLst xmlns:p="http://schemas.openxmlformats.org/presentationml/2006/main">
  <p:tag name="AS_UNIQUEID" val="507"/>
</p:tagLst>
</file>

<file path=ppt/tags/tag566.xml><?xml version="1.0" encoding="utf-8"?>
<p:tagLst xmlns:p="http://schemas.openxmlformats.org/presentationml/2006/main">
  <p:tag name="AS_UNIQUEID" val="508"/>
</p:tagLst>
</file>

<file path=ppt/tags/tag567.xml><?xml version="1.0" encoding="utf-8"?>
<p:tagLst xmlns:p="http://schemas.openxmlformats.org/presentationml/2006/main">
  <p:tag name="AS_UNIQUEID" val="509"/>
</p:tagLst>
</file>

<file path=ppt/tags/tag568.xml><?xml version="1.0" encoding="utf-8"?>
<p:tagLst xmlns:p="http://schemas.openxmlformats.org/presentationml/2006/main">
  <p:tag name="AS_UNIQUEID" val="510"/>
</p:tagLst>
</file>

<file path=ppt/tags/tag569.xml><?xml version="1.0" encoding="utf-8"?>
<p:tagLst xmlns:p="http://schemas.openxmlformats.org/presentationml/2006/main">
  <p:tag name="AS_UNIQUEID" val="537"/>
</p:tagLst>
</file>

<file path=ppt/tags/tag570.xml><?xml version="1.0" encoding="utf-8"?>
<p:tagLst xmlns:p="http://schemas.openxmlformats.org/presentationml/2006/main">
  <p:tag name="AS_UNIQUEID" val="511"/>
</p:tagLst>
</file>

<file path=ppt/tags/tag571.xml><?xml version="1.0" encoding="utf-8"?>
<p:tagLst xmlns:p="http://schemas.openxmlformats.org/presentationml/2006/main">
  <p:tag name="AS_UNIQUEID" val="512"/>
</p:tagLst>
</file>

<file path=ppt/tags/tag572.xml><?xml version="1.0" encoding="utf-8"?>
<p:tagLst xmlns:p="http://schemas.openxmlformats.org/presentationml/2006/main">
  <p:tag name="AS_UNIQUEID" val="513"/>
</p:tagLst>
</file>

<file path=ppt/tags/tag573.xml><?xml version="1.0" encoding="utf-8"?>
<p:tagLst xmlns:p="http://schemas.openxmlformats.org/presentationml/2006/main">
  <p:tag name="AS_UNIQUEID" val="514"/>
</p:tagLst>
</file>

<file path=ppt/tags/tag574.xml><?xml version="1.0" encoding="utf-8"?>
<p:tagLst xmlns:p="http://schemas.openxmlformats.org/presentationml/2006/main">
  <p:tag name="AS_UNIQUEID" val="515"/>
</p:tagLst>
</file>

<file path=ppt/tags/tag575.xml><?xml version="1.0" encoding="utf-8"?>
<p:tagLst xmlns:p="http://schemas.openxmlformats.org/presentationml/2006/main">
  <p:tag name="AS_UNIQUEID" val="500"/>
</p:tagLst>
</file>

<file path=ppt/tags/tag576.xml><?xml version="1.0" encoding="utf-8"?>
<p:tagLst xmlns:p="http://schemas.openxmlformats.org/presentationml/2006/main">
  <p:tag name="AS_UNIQUEID" val="1326"/>
</p:tagLst>
</file>

<file path=ppt/tags/tag577.xml><?xml version="1.0" encoding="utf-8"?>
<p:tagLst xmlns:p="http://schemas.openxmlformats.org/presentationml/2006/main">
  <p:tag name="AS_UNIQUEID" val="1327"/>
</p:tagLst>
</file>

<file path=ppt/tags/tag578.xml><?xml version="1.0" encoding="utf-8"?>
<p:tagLst xmlns:p="http://schemas.openxmlformats.org/presentationml/2006/main">
  <p:tag name="AS_UNIQUEID" val="1328"/>
</p:tagLst>
</file>

<file path=ppt/tags/tag579.xml><?xml version="1.0" encoding="utf-8"?>
<p:tagLst xmlns:p="http://schemas.openxmlformats.org/presentationml/2006/main">
  <p:tag name="AS_UNIQUEID" val="538"/>
</p:tagLst>
</file>

<file path=ppt/tags/tag580.xml><?xml version="1.0" encoding="utf-8"?>
<p:tagLst xmlns:p="http://schemas.openxmlformats.org/presentationml/2006/main">
  <p:tag name="AS_UNIQUEID" val="539"/>
</p:tagLst>
</file>

<file path=ppt/tags/tag581.xml><?xml version="1.0" encoding="utf-8"?>
<p:tagLst xmlns:p="http://schemas.openxmlformats.org/presentationml/2006/main">
  <p:tag name="AS_UNIQUEID" val="540"/>
</p:tagLst>
</file>

<file path=ppt/tags/tag582.xml><?xml version="1.0" encoding="utf-8"?>
<p:tagLst xmlns:p="http://schemas.openxmlformats.org/presentationml/2006/main">
  <p:tag name="AS_UNIQUEID" val="541"/>
</p:tagLst>
</file>

<file path=ppt/tags/tag583.xml><?xml version="1.0" encoding="utf-8"?>
<p:tagLst xmlns:p="http://schemas.openxmlformats.org/presentationml/2006/main">
  <p:tag name="AS_UNIQUEID" val="599"/>
</p:tagLst>
</file>

<file path=ppt/tags/tag584.xml><?xml version="1.0" encoding="utf-8"?>
<p:tagLst xmlns:p="http://schemas.openxmlformats.org/presentationml/2006/main">
  <p:tag name="AS_UNIQUEID" val="585"/>
</p:tagLst>
</file>

<file path=ppt/tags/tag585.xml><?xml version="1.0" encoding="utf-8"?>
<p:tagLst xmlns:p="http://schemas.openxmlformats.org/presentationml/2006/main">
  <p:tag name="AS_UNIQUEID" val="586"/>
</p:tagLst>
</file>

<file path=ppt/tags/tag586.xml><?xml version="1.0" encoding="utf-8"?>
<p:tagLst xmlns:p="http://schemas.openxmlformats.org/presentationml/2006/main">
  <p:tag name="AS_UNIQUEID" val="587"/>
</p:tagLst>
</file>

<file path=ppt/tags/tag587.xml><?xml version="1.0" encoding="utf-8"?>
<p:tagLst xmlns:p="http://schemas.openxmlformats.org/presentationml/2006/main">
  <p:tag name="AS_UNIQUEID" val="588"/>
</p:tagLst>
</file>

<file path=ppt/tags/tag588.xml><?xml version="1.0" encoding="utf-8"?>
<p:tagLst xmlns:p="http://schemas.openxmlformats.org/presentationml/2006/main">
  <p:tag name="AS_UNIQUEID" val="589"/>
</p:tagLst>
</file>

<file path=ppt/tags/tag589.xml><?xml version="1.0" encoding="utf-8"?>
<p:tagLst xmlns:p="http://schemas.openxmlformats.org/presentationml/2006/main">
  <p:tag name="AS_UNIQUEID" val="590"/>
</p:tagLst>
</file>

<file path=ppt/tags/tag590.xml><?xml version="1.0" encoding="utf-8"?>
<p:tagLst xmlns:p="http://schemas.openxmlformats.org/presentationml/2006/main">
  <p:tag name="AS_UNIQUEID" val="591"/>
</p:tagLst>
</file>

<file path=ppt/tags/tag591.xml><?xml version="1.0" encoding="utf-8"?>
<p:tagLst xmlns:p="http://schemas.openxmlformats.org/presentationml/2006/main">
  <p:tag name="AS_UNIQUEID" val="592"/>
</p:tagLst>
</file>

<file path=ppt/tags/tag592.xml><?xml version="1.0" encoding="utf-8"?>
<p:tagLst xmlns:p="http://schemas.openxmlformats.org/presentationml/2006/main">
  <p:tag name="AS_UNIQUEID" val="593"/>
</p:tagLst>
</file>

<file path=ppt/tags/tag593.xml><?xml version="1.0" encoding="utf-8"?>
<p:tagLst xmlns:p="http://schemas.openxmlformats.org/presentationml/2006/main">
  <p:tag name="AS_UNIQUEID" val="594"/>
</p:tagLst>
</file>

<file path=ppt/tags/tag594.xml><?xml version="1.0" encoding="utf-8"?>
<p:tagLst xmlns:p="http://schemas.openxmlformats.org/presentationml/2006/main">
  <p:tag name="AS_UNIQUEID" val="595"/>
</p:tagLst>
</file>

<file path=ppt/tags/tag595.xml><?xml version="1.0" encoding="utf-8"?>
<p:tagLst xmlns:p="http://schemas.openxmlformats.org/presentationml/2006/main">
  <p:tag name="AS_UNIQUEID" val="596"/>
</p:tagLst>
</file>

<file path=ppt/tags/tag596.xml><?xml version="1.0" encoding="utf-8"?>
<p:tagLst xmlns:p="http://schemas.openxmlformats.org/presentationml/2006/main">
  <p:tag name="AS_UNIQUEID" val="597"/>
</p:tagLst>
</file>

<file path=ppt/tags/tag597.xml><?xml version="1.0" encoding="utf-8"?>
<p:tagLst xmlns:p="http://schemas.openxmlformats.org/presentationml/2006/main">
  <p:tag name="AS_UNIQUEID" val="598"/>
</p:tagLst>
</file>

<file path=ppt/tags/tag598.xml><?xml version="1.0" encoding="utf-8"?>
<p:tagLst xmlns:p="http://schemas.openxmlformats.org/presentationml/2006/main">
  <p:tag name="AS_UNIQUEID" val="600"/>
</p:tagLst>
</file>

<file path=ppt/tags/tag599.xml><?xml version="1.0" encoding="utf-8"?>
<p:tagLst xmlns:p="http://schemas.openxmlformats.org/presentationml/2006/main">
  <p:tag name="AS_UNIQUEID" val="571"/>
</p:tagLst>
</file>

<file path=ppt/tags/tag600.xml><?xml version="1.0" encoding="utf-8"?>
<p:tagLst xmlns:p="http://schemas.openxmlformats.org/presentationml/2006/main">
  <p:tag name="AS_UNIQUEID" val="572"/>
</p:tagLst>
</file>

<file path=ppt/tags/tag601.xml><?xml version="1.0" encoding="utf-8"?>
<p:tagLst xmlns:p="http://schemas.openxmlformats.org/presentationml/2006/main">
  <p:tag name="AS_UNIQUEID" val="573"/>
</p:tagLst>
</file>

<file path=ppt/tags/tag602.xml><?xml version="1.0" encoding="utf-8"?>
<p:tagLst xmlns:p="http://schemas.openxmlformats.org/presentationml/2006/main">
  <p:tag name="AS_UNIQUEID" val="574"/>
</p:tagLst>
</file>

<file path=ppt/tags/tag603.xml><?xml version="1.0" encoding="utf-8"?>
<p:tagLst xmlns:p="http://schemas.openxmlformats.org/presentationml/2006/main">
  <p:tag name="AS_UNIQUEID" val="575"/>
</p:tagLst>
</file>

<file path=ppt/tags/tag604.xml><?xml version="1.0" encoding="utf-8"?>
<p:tagLst xmlns:p="http://schemas.openxmlformats.org/presentationml/2006/main">
  <p:tag name="AS_UNIQUEID" val="576"/>
</p:tagLst>
</file>

<file path=ppt/tags/tag605.xml><?xml version="1.0" encoding="utf-8"?>
<p:tagLst xmlns:p="http://schemas.openxmlformats.org/presentationml/2006/main">
  <p:tag name="AS_UNIQUEID" val="577"/>
</p:tagLst>
</file>

<file path=ppt/tags/tag606.xml><?xml version="1.0" encoding="utf-8"?>
<p:tagLst xmlns:p="http://schemas.openxmlformats.org/presentationml/2006/main">
  <p:tag name="AS_UNIQUEID" val="578"/>
</p:tagLst>
</file>

<file path=ppt/tags/tag607.xml><?xml version="1.0" encoding="utf-8"?>
<p:tagLst xmlns:p="http://schemas.openxmlformats.org/presentationml/2006/main">
  <p:tag name="AS_UNIQUEID" val="579"/>
</p:tagLst>
</file>

<file path=ppt/tags/tag608.xml><?xml version="1.0" encoding="utf-8"?>
<p:tagLst xmlns:p="http://schemas.openxmlformats.org/presentationml/2006/main">
  <p:tag name="AS_UNIQUEID" val="580"/>
</p:tagLst>
</file>

<file path=ppt/tags/tag609.xml><?xml version="1.0" encoding="utf-8"?>
<p:tagLst xmlns:p="http://schemas.openxmlformats.org/presentationml/2006/main">
  <p:tag name="AS_UNIQUEID" val="581"/>
</p:tagLst>
</file>

<file path=ppt/tags/tag610.xml><?xml version="1.0" encoding="utf-8"?>
<p:tagLst xmlns:p="http://schemas.openxmlformats.org/presentationml/2006/main">
  <p:tag name="AS_UNIQUEID" val="582"/>
</p:tagLst>
</file>

<file path=ppt/tags/tag611.xml><?xml version="1.0" encoding="utf-8"?>
<p:tagLst xmlns:p="http://schemas.openxmlformats.org/presentationml/2006/main">
  <p:tag name="AS_UNIQUEID" val="583"/>
</p:tagLst>
</file>

<file path=ppt/tags/tag612.xml><?xml version="1.0" encoding="utf-8"?>
<p:tagLst xmlns:p="http://schemas.openxmlformats.org/presentationml/2006/main">
  <p:tag name="AS_UNIQUEID" val="584"/>
</p:tagLst>
</file>

<file path=ppt/tags/tag613.xml><?xml version="1.0" encoding="utf-8"?>
<p:tagLst xmlns:p="http://schemas.openxmlformats.org/presentationml/2006/main">
  <p:tag name="AS_UNIQUEID" val="570"/>
</p:tagLst>
</file>

<file path=ppt/tags/tag614.xml><?xml version="1.0" encoding="utf-8"?>
<p:tagLst xmlns:p="http://schemas.openxmlformats.org/presentationml/2006/main">
  <p:tag name="AS_UNIQUEID" val="1331"/>
</p:tagLst>
</file>

<file path=ppt/tags/tag615.xml><?xml version="1.0" encoding="utf-8"?>
<p:tagLst xmlns:p="http://schemas.openxmlformats.org/presentationml/2006/main">
  <p:tag name="AS_UNIQUEID" val="1332"/>
</p:tagLst>
</file>

<file path=ppt/tags/tag616.xml><?xml version="1.0" encoding="utf-8"?>
<p:tagLst xmlns:p="http://schemas.openxmlformats.org/presentationml/2006/main">
  <p:tag name="AS_UNIQUEID" val="1333"/>
</p:tagLst>
</file>

<file path=ppt/tags/tag617.xml><?xml version="1.0" encoding="utf-8"?>
<p:tagLst xmlns:p="http://schemas.openxmlformats.org/presentationml/2006/main">
  <p:tag name="AS_UNIQUEID" val="601"/>
</p:tagLst>
</file>

<file path=ppt/tags/tag618.xml><?xml version="1.0" encoding="utf-8"?>
<p:tagLst xmlns:p="http://schemas.openxmlformats.org/presentationml/2006/main">
  <p:tag name="AS_UNIQUEID" val="602"/>
</p:tagLst>
</file>

<file path=ppt/tags/tag619.xml><?xml version="1.0" encoding="utf-8"?>
<p:tagLst xmlns:p="http://schemas.openxmlformats.org/presentationml/2006/main">
  <p:tag name="AS_UNIQUEID" val="603"/>
</p:tagLst>
</file>

<file path=ppt/tags/tag620.xml><?xml version="1.0" encoding="utf-8"?>
<p:tagLst xmlns:p="http://schemas.openxmlformats.org/presentationml/2006/main">
  <p:tag name="AS_UNIQUEID" val="667"/>
</p:tagLst>
</file>

<file path=ppt/tags/tag621.xml><?xml version="1.0" encoding="utf-8"?>
<p:tagLst xmlns:p="http://schemas.openxmlformats.org/presentationml/2006/main">
  <p:tag name="AS_UNIQUEID" val="665"/>
</p:tagLst>
</file>

<file path=ppt/tags/tag622.xml><?xml version="1.0" encoding="utf-8"?>
<p:tagLst xmlns:p="http://schemas.openxmlformats.org/presentationml/2006/main">
  <p:tag name="AS_UNIQUEID" val="666"/>
</p:tagLst>
</file>

<file path=ppt/tags/tag623.xml><?xml version="1.0" encoding="utf-8"?>
<p:tagLst xmlns:p="http://schemas.openxmlformats.org/presentationml/2006/main">
  <p:tag name="AS_UNIQUEID" val="668"/>
</p:tagLst>
</file>

<file path=ppt/tags/tag624.xml><?xml version="1.0" encoding="utf-8"?>
<p:tagLst xmlns:p="http://schemas.openxmlformats.org/presentationml/2006/main">
  <p:tag name="AS_UNIQUEID" val="636"/>
</p:tagLst>
</file>

<file path=ppt/tags/tag625.xml><?xml version="1.0" encoding="utf-8"?>
<p:tagLst xmlns:p="http://schemas.openxmlformats.org/presentationml/2006/main">
  <p:tag name="AS_UNIQUEID" val="637"/>
</p:tagLst>
</file>

<file path=ppt/tags/tag626.xml><?xml version="1.0" encoding="utf-8"?>
<p:tagLst xmlns:p="http://schemas.openxmlformats.org/presentationml/2006/main">
  <p:tag name="AS_UNIQUEID" val="638"/>
</p:tagLst>
</file>

<file path=ppt/tags/tag627.xml><?xml version="1.0" encoding="utf-8"?>
<p:tagLst xmlns:p="http://schemas.openxmlformats.org/presentationml/2006/main">
  <p:tag name="AS_UNIQUEID" val="639"/>
</p:tagLst>
</file>

<file path=ppt/tags/tag628.xml><?xml version="1.0" encoding="utf-8"?>
<p:tagLst xmlns:p="http://schemas.openxmlformats.org/presentationml/2006/main">
  <p:tag name="AS_UNIQUEID" val="640"/>
</p:tagLst>
</file>

<file path=ppt/tags/tag629.xml><?xml version="1.0" encoding="utf-8"?>
<p:tagLst xmlns:p="http://schemas.openxmlformats.org/presentationml/2006/main">
  <p:tag name="AS_UNIQUEID" val="641"/>
</p:tagLst>
</file>

<file path=ppt/tags/tag630.xml><?xml version="1.0" encoding="utf-8"?>
<p:tagLst xmlns:p="http://schemas.openxmlformats.org/presentationml/2006/main">
  <p:tag name="AS_UNIQUEID" val="642"/>
</p:tagLst>
</file>

<file path=ppt/tags/tag631.xml><?xml version="1.0" encoding="utf-8"?>
<p:tagLst xmlns:p="http://schemas.openxmlformats.org/presentationml/2006/main">
  <p:tag name="AS_UNIQUEID" val="643"/>
</p:tagLst>
</file>

<file path=ppt/tags/tag632.xml><?xml version="1.0" encoding="utf-8"?>
<p:tagLst xmlns:p="http://schemas.openxmlformats.org/presentationml/2006/main">
  <p:tag name="AS_UNIQUEID" val="644"/>
</p:tagLst>
</file>

<file path=ppt/tags/tag633.xml><?xml version="1.0" encoding="utf-8"?>
<p:tagLst xmlns:p="http://schemas.openxmlformats.org/presentationml/2006/main">
  <p:tag name="AS_UNIQUEID" val="645"/>
</p:tagLst>
</file>

<file path=ppt/tags/tag634.xml><?xml version="1.0" encoding="utf-8"?>
<p:tagLst xmlns:p="http://schemas.openxmlformats.org/presentationml/2006/main">
  <p:tag name="AS_UNIQUEID" val="646"/>
</p:tagLst>
</file>

<file path=ppt/tags/tag635.xml><?xml version="1.0" encoding="utf-8"?>
<p:tagLst xmlns:p="http://schemas.openxmlformats.org/presentationml/2006/main">
  <p:tag name="AS_UNIQUEID" val="647"/>
</p:tagLst>
</file>

<file path=ppt/tags/tag636.xml><?xml version="1.0" encoding="utf-8"?>
<p:tagLst xmlns:p="http://schemas.openxmlformats.org/presentationml/2006/main">
  <p:tag name="AS_UNIQUEID" val="648"/>
</p:tagLst>
</file>

<file path=ppt/tags/tag637.xml><?xml version="1.0" encoding="utf-8"?>
<p:tagLst xmlns:p="http://schemas.openxmlformats.org/presentationml/2006/main">
  <p:tag name="AS_UNIQUEID" val="649"/>
</p:tagLst>
</file>

<file path=ppt/tags/tag638.xml><?xml version="1.0" encoding="utf-8"?>
<p:tagLst xmlns:p="http://schemas.openxmlformats.org/presentationml/2006/main">
  <p:tag name="AS_UNIQUEID" val="650"/>
</p:tagLst>
</file>

<file path=ppt/tags/tag639.xml><?xml version="1.0" encoding="utf-8"?>
<p:tagLst xmlns:p="http://schemas.openxmlformats.org/presentationml/2006/main">
  <p:tag name="AS_UNIQUEID" val="651"/>
</p:tagLst>
</file>

<file path=ppt/tags/tag640.xml><?xml version="1.0" encoding="utf-8"?>
<p:tagLst xmlns:p="http://schemas.openxmlformats.org/presentationml/2006/main">
  <p:tag name="AS_UNIQUEID" val="652"/>
</p:tagLst>
</file>

<file path=ppt/tags/tag641.xml><?xml version="1.0" encoding="utf-8"?>
<p:tagLst xmlns:p="http://schemas.openxmlformats.org/presentationml/2006/main">
  <p:tag name="AS_UNIQUEID" val="653"/>
</p:tagLst>
</file>

<file path=ppt/tags/tag642.xml><?xml version="1.0" encoding="utf-8"?>
<p:tagLst xmlns:p="http://schemas.openxmlformats.org/presentationml/2006/main">
  <p:tag name="AS_UNIQUEID" val="654"/>
</p:tagLst>
</file>

<file path=ppt/tags/tag643.xml><?xml version="1.0" encoding="utf-8"?>
<p:tagLst xmlns:p="http://schemas.openxmlformats.org/presentationml/2006/main">
  <p:tag name="AS_UNIQUEID" val="655"/>
</p:tagLst>
</file>

<file path=ppt/tags/tag644.xml><?xml version="1.0" encoding="utf-8"?>
<p:tagLst xmlns:p="http://schemas.openxmlformats.org/presentationml/2006/main">
  <p:tag name="AS_UNIQUEID" val="656"/>
</p:tagLst>
</file>

<file path=ppt/tags/tag645.xml><?xml version="1.0" encoding="utf-8"?>
<p:tagLst xmlns:p="http://schemas.openxmlformats.org/presentationml/2006/main">
  <p:tag name="AS_UNIQUEID" val="669"/>
</p:tagLst>
</file>

<file path=ppt/tags/tag646.xml><?xml version="1.0" encoding="utf-8"?>
<p:tagLst xmlns:p="http://schemas.openxmlformats.org/presentationml/2006/main">
  <p:tag name="AS_UNIQUEID" val="657"/>
</p:tagLst>
</file>

<file path=ppt/tags/tag647.xml><?xml version="1.0" encoding="utf-8"?>
<p:tagLst xmlns:p="http://schemas.openxmlformats.org/presentationml/2006/main">
  <p:tag name="AS_UNIQUEID" val="658"/>
</p:tagLst>
</file>

<file path=ppt/tags/tag648.xml><?xml version="1.0" encoding="utf-8"?>
<p:tagLst xmlns:p="http://schemas.openxmlformats.org/presentationml/2006/main">
  <p:tag name="AS_UNIQUEID" val="670"/>
</p:tagLst>
</file>

<file path=ppt/tags/tag649.xml><?xml version="1.0" encoding="utf-8"?>
<p:tagLst xmlns:p="http://schemas.openxmlformats.org/presentationml/2006/main">
  <p:tag name="AS_UNIQUEID" val="659"/>
</p:tagLst>
</file>

<file path=ppt/tags/tag650.xml><?xml version="1.0" encoding="utf-8"?>
<p:tagLst xmlns:p="http://schemas.openxmlformats.org/presentationml/2006/main">
  <p:tag name="AS_UNIQUEID" val="660"/>
</p:tagLst>
</file>

<file path=ppt/tags/tag651.xml><?xml version="1.0" encoding="utf-8"?>
<p:tagLst xmlns:p="http://schemas.openxmlformats.org/presentationml/2006/main">
  <p:tag name="AS_UNIQUEID" val="661"/>
</p:tagLst>
</file>

<file path=ppt/tags/tag652.xml><?xml version="1.0" encoding="utf-8"?>
<p:tagLst xmlns:p="http://schemas.openxmlformats.org/presentationml/2006/main">
  <p:tag name="AS_UNIQUEID" val="662"/>
</p:tagLst>
</file>

<file path=ppt/tags/tag653.xml><?xml version="1.0" encoding="utf-8"?>
<p:tagLst xmlns:p="http://schemas.openxmlformats.org/presentationml/2006/main">
  <p:tag name="AS_UNIQUEID" val="663"/>
</p:tagLst>
</file>

<file path=ppt/tags/tag654.xml><?xml version="1.0" encoding="utf-8"?>
<p:tagLst xmlns:p="http://schemas.openxmlformats.org/presentationml/2006/main">
  <p:tag name="AS_UNIQUEID" val="664"/>
</p:tagLst>
</file>

<file path=ppt/tags/tag655.xml><?xml version="1.0" encoding="utf-8"?>
<p:tagLst xmlns:p="http://schemas.openxmlformats.org/presentationml/2006/main">
  <p:tag name="AS_UNIQUEID" val="635"/>
</p:tagLst>
</file>

<file path=ppt/tags/tag656.xml><?xml version="1.0" encoding="utf-8"?>
<p:tagLst xmlns:p="http://schemas.openxmlformats.org/presentationml/2006/main">
  <p:tag name="AS_UNIQUEID" val="1336"/>
</p:tagLst>
</file>

<file path=ppt/tags/tag657.xml><?xml version="1.0" encoding="utf-8"?>
<p:tagLst xmlns:p="http://schemas.openxmlformats.org/presentationml/2006/main">
  <p:tag name="AS_UNIQUEID" val="1337"/>
</p:tagLst>
</file>

<file path=ppt/tags/tag658.xml><?xml version="1.0" encoding="utf-8"?>
<p:tagLst xmlns:p="http://schemas.openxmlformats.org/presentationml/2006/main">
  <p:tag name="AS_UNIQUEID" val="1338"/>
</p:tagLst>
</file>

<file path=ppt/tags/tag659.xml><?xml version="1.0" encoding="utf-8"?>
<p:tagLst xmlns:p="http://schemas.openxmlformats.org/presentationml/2006/main">
  <p:tag name="AS_UNIQUEID" val="1159"/>
</p:tagLst>
</file>

<file path=ppt/tags/tag660.xml><?xml version="1.0" encoding="utf-8"?>
<p:tagLst xmlns:p="http://schemas.openxmlformats.org/presentationml/2006/main">
  <p:tag name="AS_UNIQUEID" val="1160"/>
</p:tagLst>
</file>

<file path=ppt/tags/tag661.xml><?xml version="1.0" encoding="utf-8"?>
<p:tagLst xmlns:p="http://schemas.openxmlformats.org/presentationml/2006/main">
  <p:tag name="AS_UNIQUEID" val="1161"/>
</p:tagLst>
</file>

<file path=ppt/tags/tag662.xml><?xml version="1.0" encoding="utf-8"?>
<p:tagLst xmlns:p="http://schemas.openxmlformats.org/presentationml/2006/main">
  <p:tag name="AS_UNIQUEID" val="1195"/>
</p:tagLst>
</file>

<file path=ppt/tags/tag663.xml><?xml version="1.0" encoding="utf-8"?>
<p:tagLst xmlns:p="http://schemas.openxmlformats.org/presentationml/2006/main">
  <p:tag name="AS_UNIQUEID" val="1193"/>
</p:tagLst>
</file>

<file path=ppt/tags/tag664.xml><?xml version="1.0" encoding="utf-8"?>
<p:tagLst xmlns:p="http://schemas.openxmlformats.org/presentationml/2006/main">
  <p:tag name="AS_UNIQUEID" val="1194"/>
</p:tagLst>
</file>

<file path=ppt/tags/tag665.xml><?xml version="1.0" encoding="utf-8"?>
<p:tagLst xmlns:p="http://schemas.openxmlformats.org/presentationml/2006/main">
  <p:tag name="AS_UNIQUEID" val="1196"/>
  <p:tag name="KSO_WM_DIAGRAM_VIRTUALLY_FRAME" val="{&quot;height&quot;:336,&quot;left&quot;:356.4,&quot;top&quot;:108,&quot;width&quot;:556.8}"/>
</p:tagLst>
</file>

<file path=ppt/tags/tag666.xml><?xml version="1.0" encoding="utf-8"?>
<p:tagLst xmlns:p="http://schemas.openxmlformats.org/presentationml/2006/main">
  <p:tag name="AS_UNIQUEID" val="1179"/>
</p:tagLst>
</file>

<file path=ppt/tags/tag667.xml><?xml version="1.0" encoding="utf-8"?>
<p:tagLst xmlns:p="http://schemas.openxmlformats.org/presentationml/2006/main">
  <p:tag name="AS_UNIQUEID" val="1180"/>
</p:tagLst>
</file>

<file path=ppt/tags/tag668.xml><?xml version="1.0" encoding="utf-8"?>
<p:tagLst xmlns:p="http://schemas.openxmlformats.org/presentationml/2006/main">
  <p:tag name="AS_UNIQUEID" val="1181"/>
  <p:tag name="KSO_WM_DIAGRAM_VIRTUALLY_FRAME" val="{&quot;height&quot;:336,&quot;left&quot;:356.4,&quot;top&quot;:108,&quot;width&quot;:556.8}"/>
</p:tagLst>
</file>

<file path=ppt/tags/tag669.xml><?xml version="1.0" encoding="utf-8"?>
<p:tagLst xmlns:p="http://schemas.openxmlformats.org/presentationml/2006/main">
  <p:tag name="AS_UNIQUEID" val="1182"/>
  <p:tag name="KSO_WM_DIAGRAM_VIRTUALLY_FRAME" val="{&quot;height&quot;:336,&quot;left&quot;:356.4,&quot;top&quot;:108,&quot;width&quot;:556.8}"/>
</p:tagLst>
</file>

<file path=ppt/tags/tag670.xml><?xml version="1.0" encoding="utf-8"?>
<p:tagLst xmlns:p="http://schemas.openxmlformats.org/presentationml/2006/main">
  <p:tag name="AS_UNIQUEID" val="1183"/>
  <p:tag name="KSO_WM_DIAGRAM_VIRTUALLY_FRAME" val="{&quot;height&quot;:336,&quot;left&quot;:356.4,&quot;top&quot;:108,&quot;width&quot;:556.8}"/>
</p:tagLst>
</file>

<file path=ppt/tags/tag671.xml><?xml version="1.0" encoding="utf-8"?>
<p:tagLst xmlns:p="http://schemas.openxmlformats.org/presentationml/2006/main">
  <p:tag name="AS_UNIQUEID" val="1184"/>
  <p:tag name="KSO_WM_DIAGRAM_VIRTUALLY_FRAME" val="{&quot;height&quot;:336,&quot;left&quot;:356.4,&quot;top&quot;:108,&quot;width&quot;:556.8}"/>
</p:tagLst>
</file>

<file path=ppt/tags/tag672.xml><?xml version="1.0" encoding="utf-8"?>
<p:tagLst xmlns:p="http://schemas.openxmlformats.org/presentationml/2006/main">
  <p:tag name="AS_UNIQUEID" val="1185"/>
  <p:tag name="KSO_WM_DIAGRAM_VIRTUALLY_FRAME" val="{&quot;height&quot;:336,&quot;left&quot;:356.4,&quot;top&quot;:108,&quot;width&quot;:556.8}"/>
</p:tagLst>
</file>

<file path=ppt/tags/tag673.xml><?xml version="1.0" encoding="utf-8"?>
<p:tagLst xmlns:p="http://schemas.openxmlformats.org/presentationml/2006/main">
  <p:tag name="AS_UNIQUEID" val="1186"/>
  <p:tag name="KSO_WM_DIAGRAM_VIRTUALLY_FRAME" val="{&quot;height&quot;:336,&quot;left&quot;:356.4,&quot;top&quot;:108,&quot;width&quot;:556.8}"/>
</p:tagLst>
</file>

<file path=ppt/tags/tag674.xml><?xml version="1.0" encoding="utf-8"?>
<p:tagLst xmlns:p="http://schemas.openxmlformats.org/presentationml/2006/main">
  <p:tag name="AS_UNIQUEID" val="1187"/>
  <p:tag name="KSO_WM_DIAGRAM_VIRTUALLY_FRAME" val="{&quot;height&quot;:336,&quot;left&quot;:356.4,&quot;top&quot;:108,&quot;width&quot;:556.8}"/>
</p:tagLst>
</file>

<file path=ppt/tags/tag675.xml><?xml version="1.0" encoding="utf-8"?>
<p:tagLst xmlns:p="http://schemas.openxmlformats.org/presentationml/2006/main">
  <p:tag name="AS_UNIQUEID" val="1188"/>
  <p:tag name="KSO_WM_DIAGRAM_VIRTUALLY_FRAME" val="{&quot;height&quot;:336,&quot;left&quot;:356.4,&quot;top&quot;:108,&quot;width&quot;:556.8}"/>
</p:tagLst>
</file>

<file path=ppt/tags/tag676.xml><?xml version="1.0" encoding="utf-8"?>
<p:tagLst xmlns:p="http://schemas.openxmlformats.org/presentationml/2006/main">
  <p:tag name="AS_UNIQUEID" val="1189"/>
  <p:tag name="KSO_WM_DIAGRAM_VIRTUALLY_FRAME" val="{&quot;height&quot;:336,&quot;left&quot;:356.4,&quot;top&quot;:108,&quot;width&quot;:556.8}"/>
</p:tagLst>
</file>

<file path=ppt/tags/tag677.xml><?xml version="1.0" encoding="utf-8"?>
<p:tagLst xmlns:p="http://schemas.openxmlformats.org/presentationml/2006/main">
  <p:tag name="AS_UNIQUEID" val="1190"/>
  <p:tag name="KSO_WM_DIAGRAM_VIRTUALLY_FRAME" val="{&quot;height&quot;:336,&quot;left&quot;:356.4,&quot;top&quot;:108,&quot;width&quot;:556.8}"/>
</p:tagLst>
</file>

<file path=ppt/tags/tag678.xml><?xml version="1.0" encoding="utf-8"?>
<p:tagLst xmlns:p="http://schemas.openxmlformats.org/presentationml/2006/main">
  <p:tag name="AS_UNIQUEID" val="1191"/>
  <p:tag name="KSO_WM_DIAGRAM_VIRTUALLY_FRAME" val="{&quot;height&quot;:336,&quot;left&quot;:356.4,&quot;top&quot;:108,&quot;width&quot;:556.8}"/>
</p:tagLst>
</file>

<file path=ppt/tags/tag679.xml><?xml version="1.0" encoding="utf-8"?>
<p:tagLst xmlns:p="http://schemas.openxmlformats.org/presentationml/2006/main">
  <p:tag name="AS_UNIQUEID" val="1192"/>
  <p:tag name="KSO_WM_DIAGRAM_VIRTUALLY_FRAME" val="{&quot;height&quot;:336,&quot;left&quot;:356.4,&quot;top&quot;:108,&quot;width&quot;:556.8}"/>
</p:tagLst>
</file>

<file path=ppt/tags/tag680.xml><?xml version="1.0" encoding="utf-8"?>
<p:tagLst xmlns:p="http://schemas.openxmlformats.org/presentationml/2006/main">
  <p:tag name="AS_UNIQUEID" val="1178"/>
</p:tagLst>
</file>

<file path=ppt/tags/tag681.xml><?xml version="1.0" encoding="utf-8"?>
<p:tagLst xmlns:p="http://schemas.openxmlformats.org/presentationml/2006/main">
  <p:tag name="AS_UNIQUEID" val="1341"/>
</p:tagLst>
</file>

<file path=ppt/tags/tag682.xml><?xml version="1.0" encoding="utf-8"?>
<p:tagLst xmlns:p="http://schemas.openxmlformats.org/presentationml/2006/main">
  <p:tag name="AS_UNIQUEID" val="1342"/>
</p:tagLst>
</file>

<file path=ppt/tags/tag683.xml><?xml version="1.0" encoding="utf-8"?>
<p:tagLst xmlns:p="http://schemas.openxmlformats.org/presentationml/2006/main">
  <p:tag name="AS_UNIQUEID" val="1343"/>
</p:tagLst>
</file>

<file path=ppt/tags/tag684.xml><?xml version="1.0" encoding="utf-8"?>
<p:tagLst xmlns:p="http://schemas.openxmlformats.org/presentationml/2006/main">
  <p:tag name="AS_UNIQUEID" val="1197"/>
</p:tagLst>
</file>

<file path=ppt/tags/tag685.xml><?xml version="1.0" encoding="utf-8"?>
<p:tagLst xmlns:p="http://schemas.openxmlformats.org/presentationml/2006/main">
  <p:tag name="AS_UNIQUEID" val="1198"/>
</p:tagLst>
</file>

<file path=ppt/tags/tag686.xml><?xml version="1.0" encoding="utf-8"?>
<p:tagLst xmlns:p="http://schemas.openxmlformats.org/presentationml/2006/main">
  <p:tag name="AS_UNIQUEID" val="1199"/>
</p:tagLst>
</file>

<file path=ppt/tags/tag687.xml><?xml version="1.0" encoding="utf-8"?>
<p:tagLst xmlns:p="http://schemas.openxmlformats.org/presentationml/2006/main">
  <p:tag name="AS_UNIQUEID" val="1229"/>
</p:tagLst>
</file>

<file path=ppt/tags/tag688.xml><?xml version="1.0" encoding="utf-8"?>
<p:tagLst xmlns:p="http://schemas.openxmlformats.org/presentationml/2006/main">
  <p:tag name="AS_UNIQUEID" val="1222"/>
</p:tagLst>
</file>

<file path=ppt/tags/tag689.xml><?xml version="1.0" encoding="utf-8"?>
<p:tagLst xmlns:p="http://schemas.openxmlformats.org/presentationml/2006/main">
  <p:tag name="AS_UNIQUEID" val="1223"/>
</p:tagLst>
</file>

<file path=ppt/tags/tag690.xml><?xml version="1.0" encoding="utf-8"?>
<p:tagLst xmlns:p="http://schemas.openxmlformats.org/presentationml/2006/main">
  <p:tag name="AS_UNIQUEID" val="1224"/>
</p:tagLst>
</file>

<file path=ppt/tags/tag691.xml><?xml version="1.0" encoding="utf-8"?>
<p:tagLst xmlns:p="http://schemas.openxmlformats.org/presentationml/2006/main">
  <p:tag name="AS_UNIQUEID" val="1225"/>
</p:tagLst>
</file>

<file path=ppt/tags/tag692.xml><?xml version="1.0" encoding="utf-8"?>
<p:tagLst xmlns:p="http://schemas.openxmlformats.org/presentationml/2006/main">
  <p:tag name="AS_UNIQUEID" val="1226"/>
</p:tagLst>
</file>

<file path=ppt/tags/tag693.xml><?xml version="1.0" encoding="utf-8"?>
<p:tagLst xmlns:p="http://schemas.openxmlformats.org/presentationml/2006/main">
  <p:tag name="AS_UNIQUEID" val="1227"/>
</p:tagLst>
</file>

<file path=ppt/tags/tag694.xml><?xml version="1.0" encoding="utf-8"?>
<p:tagLst xmlns:p="http://schemas.openxmlformats.org/presentationml/2006/main">
  <p:tag name="AS_UNIQUEID" val="1228"/>
</p:tagLst>
</file>

<file path=ppt/tags/tag695.xml><?xml version="1.0" encoding="utf-8"?>
<p:tagLst xmlns:p="http://schemas.openxmlformats.org/presentationml/2006/main">
  <p:tag name="AS_UNIQUEID" val="1230"/>
</p:tagLst>
</file>

<file path=ppt/tags/tag696.xml><?xml version="1.0" encoding="utf-8"?>
<p:tagLst xmlns:p="http://schemas.openxmlformats.org/presentationml/2006/main">
  <p:tag name="AS_UNIQUEID" val="1215"/>
</p:tagLst>
</file>

<file path=ppt/tags/tag697.xml><?xml version="1.0" encoding="utf-8"?>
<p:tagLst xmlns:p="http://schemas.openxmlformats.org/presentationml/2006/main">
  <p:tag name="AS_UNIQUEID" val="1216"/>
</p:tagLst>
</file>

<file path=ppt/tags/tag698.xml><?xml version="1.0" encoding="utf-8"?>
<p:tagLst xmlns:p="http://schemas.openxmlformats.org/presentationml/2006/main">
  <p:tag name="AS_UNIQUEID" val="1217"/>
</p:tagLst>
</file>

<file path=ppt/tags/tag699.xml><?xml version="1.0" encoding="utf-8"?>
<p:tagLst xmlns:p="http://schemas.openxmlformats.org/presentationml/2006/main">
  <p:tag name="AS_UNIQUEID" val="1218"/>
</p:tagLst>
</file>

<file path=ppt/tags/tag700.xml><?xml version="1.0" encoding="utf-8"?>
<p:tagLst xmlns:p="http://schemas.openxmlformats.org/presentationml/2006/main">
  <p:tag name="AS_UNIQUEID" val="1219"/>
</p:tagLst>
</file>

<file path=ppt/tags/tag701.xml><?xml version="1.0" encoding="utf-8"?>
<p:tagLst xmlns:p="http://schemas.openxmlformats.org/presentationml/2006/main">
  <p:tag name="AS_UNIQUEID" val="1220"/>
</p:tagLst>
</file>

<file path=ppt/tags/tag702.xml><?xml version="1.0" encoding="utf-8"?>
<p:tagLst xmlns:p="http://schemas.openxmlformats.org/presentationml/2006/main">
  <p:tag name="AS_UNIQUEID" val="1221"/>
</p:tagLst>
</file>

<file path=ppt/tags/tag703.xml><?xml version="1.0" encoding="utf-8"?>
<p:tagLst xmlns:p="http://schemas.openxmlformats.org/presentationml/2006/main">
  <p:tag name="AS_UNIQUEID" val="1214"/>
</p:tagLst>
</file>

<file path=ppt/tags/tag704.xml><?xml version="1.0" encoding="utf-8"?>
<p:tagLst xmlns:p="http://schemas.openxmlformats.org/presentationml/2006/main">
  <p:tag name="AS_UNIQUEID" val="1346"/>
</p:tagLst>
</file>

<file path=ppt/tags/tag705.xml><?xml version="1.0" encoding="utf-8"?>
<p:tagLst xmlns:p="http://schemas.openxmlformats.org/presentationml/2006/main">
  <p:tag name="AS_UNIQUEID" val="1347"/>
</p:tagLst>
</file>

<file path=ppt/tags/tag706.xml><?xml version="1.0" encoding="utf-8"?>
<p:tagLst xmlns:p="http://schemas.openxmlformats.org/presentationml/2006/main">
  <p:tag name="AS_UNIQUEID" val="1348"/>
</p:tagLst>
</file>

<file path=ppt/tags/tag707.xml><?xml version="1.0" encoding="utf-8"?>
<p:tagLst xmlns:p="http://schemas.openxmlformats.org/presentationml/2006/main">
  <p:tag name="AS_UNIQUEID" val="0"/>
</p:tagLst>
</file>

<file path=ppt/tags/tag708.xml><?xml version="1.0" encoding="utf-8"?>
<p:tagLst xmlns:p="http://schemas.openxmlformats.org/presentationml/2006/main">
  <p:tag name="AS_UNIQUEID" val="1"/>
</p:tagLst>
</file>

<file path=ppt/tags/tag709.xml><?xml version="1.0" encoding="utf-8"?>
<p:tagLst xmlns:p="http://schemas.openxmlformats.org/presentationml/2006/main">
  <p:tag name="AS_UNIQUEID" val="2"/>
</p:tagLst>
</file>

<file path=ppt/tags/tag710.xml><?xml version="1.0" encoding="utf-8"?>
<p:tagLst xmlns:p="http://schemas.openxmlformats.org/presentationml/2006/main">
  <p:tag name="AS_UNIQUEID" val="50"/>
</p:tagLst>
</file>

<file path=ppt/tags/tag711.xml><?xml version="1.0" encoding="utf-8"?>
<p:tagLst xmlns:p="http://schemas.openxmlformats.org/presentationml/2006/main">
  <p:tag name="AS_UNIQUEID" val="43"/>
</p:tagLst>
</file>

<file path=ppt/tags/tag712.xml><?xml version="1.0" encoding="utf-8"?>
<p:tagLst xmlns:p="http://schemas.openxmlformats.org/presentationml/2006/main">
  <p:tag name="AS_UNIQUEID" val="51"/>
</p:tagLst>
</file>

<file path=ppt/tags/tag713.xml><?xml version="1.0" encoding="utf-8"?>
<p:tagLst xmlns:p="http://schemas.openxmlformats.org/presentationml/2006/main">
  <p:tag name="AS_UNIQUEID" val="48"/>
</p:tagLst>
</file>

<file path=ppt/tags/tag714.xml><?xml version="1.0" encoding="utf-8"?>
<p:tagLst xmlns:p="http://schemas.openxmlformats.org/presentationml/2006/main">
  <p:tag name="AS_UNIQUEID" val="49"/>
</p:tagLst>
</file>

<file path=ppt/tags/tag715.xml><?xml version="1.0" encoding="utf-8"?>
<p:tagLst xmlns:p="http://schemas.openxmlformats.org/presentationml/2006/main">
  <p:tag name="AS_UNIQUEID" val="52"/>
</p:tagLst>
</file>

<file path=ppt/tags/tag716.xml><?xml version="1.0" encoding="utf-8"?>
<p:tagLst xmlns:p="http://schemas.openxmlformats.org/presentationml/2006/main">
  <p:tag name="AS_UNIQUEID" val="44"/>
</p:tagLst>
</file>

<file path=ppt/tags/tag717.xml><?xml version="1.0" encoding="utf-8"?>
<p:tagLst xmlns:p="http://schemas.openxmlformats.org/presentationml/2006/main">
  <p:tag name="AS_UNIQUEID" val="45"/>
</p:tagLst>
</file>

<file path=ppt/tags/tag718.xml><?xml version="1.0" encoding="utf-8"?>
<p:tagLst xmlns:p="http://schemas.openxmlformats.org/presentationml/2006/main">
  <p:tag name="AS_UNIQUEID" val="46"/>
</p:tagLst>
</file>

<file path=ppt/tags/tag719.xml><?xml version="1.0" encoding="utf-8"?>
<p:tagLst xmlns:p="http://schemas.openxmlformats.org/presentationml/2006/main">
  <p:tag name="AS_UNIQUEID" val="47"/>
</p:tagLst>
</file>

<file path=ppt/tags/tag720.xml><?xml version="1.0" encoding="utf-8"?>
<p:tagLst xmlns:p="http://schemas.openxmlformats.org/presentationml/2006/main">
  <p:tag name="AS_UNIQUEID" val="53"/>
</p:tagLst>
</file>

<file path=ppt/tags/tag721.xml><?xml version="1.0" encoding="utf-8"?>
<p:tagLst xmlns:p="http://schemas.openxmlformats.org/presentationml/2006/main">
  <p:tag name="AS_UNIQUEID" val="31"/>
</p:tagLst>
</file>

<file path=ppt/tags/tag722.xml><?xml version="1.0" encoding="utf-8"?>
<p:tagLst xmlns:p="http://schemas.openxmlformats.org/presentationml/2006/main">
  <p:tag name="AS_UNIQUEID" val="32"/>
</p:tagLst>
</file>

<file path=ppt/tags/tag723.xml><?xml version="1.0" encoding="utf-8"?>
<p:tagLst xmlns:p="http://schemas.openxmlformats.org/presentationml/2006/main">
  <p:tag name="AS_UNIQUEID" val="33"/>
</p:tagLst>
</file>

<file path=ppt/tags/tag724.xml><?xml version="1.0" encoding="utf-8"?>
<p:tagLst xmlns:p="http://schemas.openxmlformats.org/presentationml/2006/main">
  <p:tag name="AS_UNIQUEID" val="34"/>
</p:tagLst>
</file>

<file path=ppt/tags/tag725.xml><?xml version="1.0" encoding="utf-8"?>
<p:tagLst xmlns:p="http://schemas.openxmlformats.org/presentationml/2006/main">
  <p:tag name="AS_UNIQUEID" val="54"/>
</p:tagLst>
</file>

<file path=ppt/tags/tag726.xml><?xml version="1.0" encoding="utf-8"?>
<p:tagLst xmlns:p="http://schemas.openxmlformats.org/presentationml/2006/main">
  <p:tag name="AS_UNIQUEID" val="35"/>
</p:tagLst>
</file>

<file path=ppt/tags/tag727.xml><?xml version="1.0" encoding="utf-8"?>
<p:tagLst xmlns:p="http://schemas.openxmlformats.org/presentationml/2006/main">
  <p:tag name="AS_UNIQUEID" val="36"/>
</p:tagLst>
</file>

<file path=ppt/tags/tag728.xml><?xml version="1.0" encoding="utf-8"?>
<p:tagLst xmlns:p="http://schemas.openxmlformats.org/presentationml/2006/main">
  <p:tag name="AS_UNIQUEID" val="37"/>
</p:tagLst>
</file>

<file path=ppt/tags/tag729.xml><?xml version="1.0" encoding="utf-8"?>
<p:tagLst xmlns:p="http://schemas.openxmlformats.org/presentationml/2006/main">
  <p:tag name="AS_UNIQUEID" val="38"/>
</p:tagLst>
</file>

<file path=ppt/tags/tag730.xml><?xml version="1.0" encoding="utf-8"?>
<p:tagLst xmlns:p="http://schemas.openxmlformats.org/presentationml/2006/main">
  <p:tag name="AS_UNIQUEID" val="55"/>
</p:tagLst>
</file>

<file path=ppt/tags/tag731.xml><?xml version="1.0" encoding="utf-8"?>
<p:tagLst xmlns:p="http://schemas.openxmlformats.org/presentationml/2006/main">
  <p:tag name="AS_UNIQUEID" val="39"/>
</p:tagLst>
</file>

<file path=ppt/tags/tag732.xml><?xml version="1.0" encoding="utf-8"?>
<p:tagLst xmlns:p="http://schemas.openxmlformats.org/presentationml/2006/main">
  <p:tag name="AS_UNIQUEID" val="40"/>
</p:tagLst>
</file>

<file path=ppt/tags/tag733.xml><?xml version="1.0" encoding="utf-8"?>
<p:tagLst xmlns:p="http://schemas.openxmlformats.org/presentationml/2006/main">
  <p:tag name="AS_UNIQUEID" val="41"/>
</p:tagLst>
</file>

<file path=ppt/tags/tag734.xml><?xml version="1.0" encoding="utf-8"?>
<p:tagLst xmlns:p="http://schemas.openxmlformats.org/presentationml/2006/main">
  <p:tag name="AS_UNIQUEID" val="42"/>
</p:tagLst>
</file>

<file path=ppt/tags/tag735.xml><?xml version="1.0" encoding="utf-8"?>
<p:tagLst xmlns:p="http://schemas.openxmlformats.org/presentationml/2006/main">
  <p:tag name="AS_UNIQUEID" val="56"/>
</p:tagLst>
</file>

<file path=ppt/tags/tag736.xml><?xml version="1.0" encoding="utf-8"?>
<p:tagLst xmlns:p="http://schemas.openxmlformats.org/presentationml/2006/main">
  <p:tag name="AS_UNIQUEID" val="27"/>
</p:tagLst>
</file>

<file path=ppt/tags/tag737.xml><?xml version="1.0" encoding="utf-8"?>
<p:tagLst xmlns:p="http://schemas.openxmlformats.org/presentationml/2006/main">
  <p:tag name="AS_UNIQUEID" val="28"/>
</p:tagLst>
</file>

<file path=ppt/tags/tag738.xml><?xml version="1.0" encoding="utf-8"?>
<p:tagLst xmlns:p="http://schemas.openxmlformats.org/presentationml/2006/main">
  <p:tag name="AS_UNIQUEID" val="29"/>
</p:tagLst>
</file>

<file path=ppt/tags/tag739.xml><?xml version="1.0" encoding="utf-8"?>
<p:tagLst xmlns:p="http://schemas.openxmlformats.org/presentationml/2006/main">
  <p:tag name="AS_UNIQUEID" val="30"/>
</p:tagLst>
</file>

<file path=ppt/tags/tag740.xml><?xml version="1.0" encoding="utf-8"?>
<p:tagLst xmlns:p="http://schemas.openxmlformats.org/presentationml/2006/main">
  <p:tag name="AS_UNIQUEID" val="26"/>
</p:tagLst>
</file>

<file path=ppt/tags/tag741.xml><?xml version="1.0" encoding="utf-8"?>
<p:tagLst xmlns:p="http://schemas.openxmlformats.org/presentationml/2006/main">
  <p:tag name="AS_UNIQUEID" val="1351"/>
</p:tagLst>
</file>

<file path=ppt/tags/tag742.xml><?xml version="1.0" encoding="utf-8"?>
<p:tagLst xmlns:p="http://schemas.openxmlformats.org/presentationml/2006/main">
  <p:tag name="AS_UNIQUEID" val="1352"/>
</p:tagLst>
</file>

<file path=ppt/tags/tag743.xml><?xml version="1.0" encoding="utf-8"?>
<p:tagLst xmlns:p="http://schemas.openxmlformats.org/presentationml/2006/main">
  <p:tag name="AS_UNIQUEID" val="1353"/>
</p:tagLst>
</file>

<file path=ppt/tags/tag744.xml><?xml version="1.0" encoding="utf-8"?>
<p:tagLst xmlns:p="http://schemas.openxmlformats.org/presentationml/2006/main">
  <p:tag name="AS_UNIQUEID" val="57"/>
</p:tagLst>
</file>

<file path=ppt/tags/tag745.xml><?xml version="1.0" encoding="utf-8"?>
<p:tagLst xmlns:p="http://schemas.openxmlformats.org/presentationml/2006/main">
  <p:tag name="AS_UNIQUEID" val="58"/>
</p:tagLst>
</file>

<file path=ppt/tags/tag746.xml><?xml version="1.0" encoding="utf-8"?>
<p:tagLst xmlns:p="http://schemas.openxmlformats.org/presentationml/2006/main">
  <p:tag name="AS_UNIQUEID" val="59"/>
</p:tagLst>
</file>

<file path=ppt/tags/tag747.xml><?xml version="1.0" encoding="utf-8"?>
<p:tagLst xmlns:p="http://schemas.openxmlformats.org/presentationml/2006/main">
  <p:tag name="AS_UNIQUEID" val="85"/>
  <p:tag name="KSO_WM_DIAGRAM_VIRTUALLY_FRAME" val="{&quot;height&quot;:302.4,&quot;left&quot;:48,&quot;top&quot;:124.8,&quot;width&quot;:864}"/>
</p:tagLst>
</file>

<file path=ppt/tags/tag748.xml><?xml version="1.0" encoding="utf-8"?>
<p:tagLst xmlns:p="http://schemas.openxmlformats.org/presentationml/2006/main">
  <p:tag name="AS_UNIQUEID" val="77"/>
  <p:tag name="KSO_WM_DIAGRAM_VIRTUALLY_FRAME" val="{&quot;height&quot;:302.4,&quot;left&quot;:48,&quot;top&quot;:124.8,&quot;width&quot;:864}"/>
</p:tagLst>
</file>

<file path=ppt/tags/tag749.xml><?xml version="1.0" encoding="utf-8"?>
<p:tagLst xmlns:p="http://schemas.openxmlformats.org/presentationml/2006/main">
  <p:tag name="AS_UNIQUEID" val="78"/>
  <p:tag name="KSO_WM_DIAGRAM_VIRTUALLY_FRAME" val="{&quot;height&quot;:302.4,&quot;left&quot;:48,&quot;top&quot;:124.8,&quot;width&quot;:864}"/>
</p:tagLst>
</file>

<file path=ppt/tags/tag750.xml><?xml version="1.0" encoding="utf-8"?>
<p:tagLst xmlns:p="http://schemas.openxmlformats.org/presentationml/2006/main">
  <p:tag name="AS_UNIQUEID" val="79"/>
  <p:tag name="KSO_WM_DIAGRAM_VIRTUALLY_FRAME" val="{&quot;height&quot;:302.4,&quot;left&quot;:48,&quot;top&quot;:124.8,&quot;width&quot;:864}"/>
</p:tagLst>
</file>

<file path=ppt/tags/tag751.xml><?xml version="1.0" encoding="utf-8"?>
<p:tagLst xmlns:p="http://schemas.openxmlformats.org/presentationml/2006/main">
  <p:tag name="AS_UNIQUEID" val="80"/>
  <p:tag name="KSO_WM_DIAGRAM_VIRTUALLY_FRAME" val="{&quot;height&quot;:302.4,&quot;left&quot;:48,&quot;top&quot;:124.8,&quot;width&quot;:864}"/>
</p:tagLst>
</file>

<file path=ppt/tags/tag752.xml><?xml version="1.0" encoding="utf-8"?>
<p:tagLst xmlns:p="http://schemas.openxmlformats.org/presentationml/2006/main">
  <p:tag name="AS_UNIQUEID" val="86"/>
  <p:tag name="KSO_WM_DIAGRAM_VIRTUALLY_FRAME" val="{&quot;height&quot;:302.4,&quot;left&quot;:48,&quot;top&quot;:124.8,&quot;width&quot;:864}"/>
</p:tagLst>
</file>

<file path=ppt/tags/tag753.xml><?xml version="1.0" encoding="utf-8"?>
<p:tagLst xmlns:p="http://schemas.openxmlformats.org/presentationml/2006/main">
  <p:tag name="AS_UNIQUEID" val="81"/>
  <p:tag name="KSO_WM_DIAGRAM_VIRTUALLY_FRAME" val="{&quot;height&quot;:302.4,&quot;left&quot;:48,&quot;top&quot;:124.8,&quot;width&quot;:864}"/>
</p:tagLst>
</file>

<file path=ppt/tags/tag754.xml><?xml version="1.0" encoding="utf-8"?>
<p:tagLst xmlns:p="http://schemas.openxmlformats.org/presentationml/2006/main">
  <p:tag name="AS_UNIQUEID" val="82"/>
  <p:tag name="KSO_WM_DIAGRAM_VIRTUALLY_FRAME" val="{&quot;height&quot;:302.4,&quot;left&quot;:48,&quot;top&quot;:124.8,&quot;width&quot;:864}"/>
</p:tagLst>
</file>

<file path=ppt/tags/tag755.xml><?xml version="1.0" encoding="utf-8"?>
<p:tagLst xmlns:p="http://schemas.openxmlformats.org/presentationml/2006/main">
  <p:tag name="AS_UNIQUEID" val="83"/>
  <p:tag name="KSO_WM_DIAGRAM_VIRTUALLY_FRAME" val="{&quot;height&quot;:302.4,&quot;left&quot;:48,&quot;top&quot;:124.8,&quot;width&quot;:864}"/>
</p:tagLst>
</file>

<file path=ppt/tags/tag756.xml><?xml version="1.0" encoding="utf-8"?>
<p:tagLst xmlns:p="http://schemas.openxmlformats.org/presentationml/2006/main">
  <p:tag name="AS_UNIQUEID" val="84"/>
  <p:tag name="KSO_WM_DIAGRAM_VIRTUALLY_FRAME" val="{&quot;height&quot;:302.4,&quot;left&quot;:48,&quot;top&quot;:124.8,&quot;width&quot;:864}"/>
</p:tagLst>
</file>

<file path=ppt/tags/tag757.xml><?xml version="1.0" encoding="utf-8"?>
<p:tagLst xmlns:p="http://schemas.openxmlformats.org/presentationml/2006/main">
  <p:tag name="AS_UNIQUEID" val="87"/>
  <p:tag name="KSO_WM_DIAGRAM_VIRTUALLY_FRAME" val="{&quot;height&quot;:302.4,&quot;left&quot;:48,&quot;top&quot;:124.8,&quot;width&quot;:864}"/>
</p:tagLst>
</file>

<file path=ppt/tags/tag758.xml><?xml version="1.0" encoding="utf-8"?>
<p:tagLst xmlns:p="http://schemas.openxmlformats.org/presentationml/2006/main">
  <p:tag name="AS_UNIQUEID" val="73"/>
  <p:tag name="KSO_WM_DIAGRAM_VIRTUALLY_FRAME" val="{&quot;height&quot;:302.4,&quot;left&quot;:48,&quot;top&quot;:124.8,&quot;width&quot;:864}"/>
</p:tagLst>
</file>

<file path=ppt/tags/tag759.xml><?xml version="1.0" encoding="utf-8"?>
<p:tagLst xmlns:p="http://schemas.openxmlformats.org/presentationml/2006/main">
  <p:tag name="AS_UNIQUEID" val="74"/>
  <p:tag name="KSO_WM_DIAGRAM_VIRTUALLY_FRAME" val="{&quot;height&quot;:302.4,&quot;left&quot;:48,&quot;top&quot;:124.8,&quot;width&quot;:864}"/>
</p:tagLst>
</file>

<file path=ppt/tags/tag760.xml><?xml version="1.0" encoding="utf-8"?>
<p:tagLst xmlns:p="http://schemas.openxmlformats.org/presentationml/2006/main">
  <p:tag name="AS_UNIQUEID" val="75"/>
  <p:tag name="KSO_WM_DIAGRAM_VIRTUALLY_FRAME" val="{&quot;height&quot;:302.4,&quot;left&quot;:48,&quot;top&quot;:124.8,&quot;width&quot;:864}"/>
</p:tagLst>
</file>

<file path=ppt/tags/tag761.xml><?xml version="1.0" encoding="utf-8"?>
<p:tagLst xmlns:p="http://schemas.openxmlformats.org/presentationml/2006/main">
  <p:tag name="AS_UNIQUEID" val="76"/>
  <p:tag name="KSO_WM_DIAGRAM_VIRTUALLY_FRAME" val="{&quot;height&quot;:302.4,&quot;left&quot;:48,&quot;top&quot;:124.8,&quot;width&quot;:864}"/>
</p:tagLst>
</file>

<file path=ppt/tags/tag762.xml><?xml version="1.0" encoding="utf-8"?>
<p:tagLst xmlns:p="http://schemas.openxmlformats.org/presentationml/2006/main">
  <p:tag name="AS_UNIQUEID" val="72"/>
</p:tagLst>
</file>

<file path=ppt/tags/tag763.xml><?xml version="1.0" encoding="utf-8"?>
<p:tagLst xmlns:p="http://schemas.openxmlformats.org/presentationml/2006/main">
  <p:tag name="AS_UNIQUEID" val="1356"/>
</p:tagLst>
</file>

<file path=ppt/tags/tag764.xml><?xml version="1.0" encoding="utf-8"?>
<p:tagLst xmlns:p="http://schemas.openxmlformats.org/presentationml/2006/main">
  <p:tag name="AS_UNIQUEID" val="1357"/>
</p:tagLst>
</file>

<file path=ppt/tags/tag765.xml><?xml version="1.0" encoding="utf-8"?>
<p:tagLst xmlns:p="http://schemas.openxmlformats.org/presentationml/2006/main">
  <p:tag name="AS_UNIQUEID" val="1358"/>
</p:tagLst>
</file>

<file path=ppt/tags/tag766.xml><?xml version="1.0" encoding="utf-8"?>
<p:tagLst xmlns:p="http://schemas.openxmlformats.org/presentationml/2006/main">
  <p:tag name="AS_UNIQUEID" val="88"/>
</p:tagLst>
</file>

<file path=ppt/tags/tag767.xml><?xml version="1.0" encoding="utf-8"?>
<p:tagLst xmlns:p="http://schemas.openxmlformats.org/presentationml/2006/main">
  <p:tag name="AS_UNIQUEID" val="89"/>
</p:tagLst>
</file>

<file path=ppt/tags/tag768.xml><?xml version="1.0" encoding="utf-8"?>
<p:tagLst xmlns:p="http://schemas.openxmlformats.org/presentationml/2006/main">
  <p:tag name="AS_UNIQUEID" val="90"/>
</p:tagLst>
</file>

<file path=ppt/tags/tag769.xml><?xml version="1.0" encoding="utf-8"?>
<p:tagLst xmlns:p="http://schemas.openxmlformats.org/presentationml/2006/main">
  <p:tag name="AS_UNIQUEID" val="124"/>
</p:tagLst>
</file>

<file path=ppt/tags/tag770.xml><?xml version="1.0" encoding="utf-8"?>
<p:tagLst xmlns:p="http://schemas.openxmlformats.org/presentationml/2006/main">
  <p:tag name="AS_UNIQUEID" val="120"/>
</p:tagLst>
</file>

<file path=ppt/tags/tag771.xml><?xml version="1.0" encoding="utf-8"?>
<p:tagLst xmlns:p="http://schemas.openxmlformats.org/presentationml/2006/main">
  <p:tag name="AS_UNIQUEID" val="121"/>
</p:tagLst>
</file>

<file path=ppt/tags/tag772.xml><?xml version="1.0" encoding="utf-8"?>
<p:tagLst xmlns:p="http://schemas.openxmlformats.org/presentationml/2006/main">
  <p:tag name="AS_UNIQUEID" val="122"/>
</p:tagLst>
</file>

<file path=ppt/tags/tag773.xml><?xml version="1.0" encoding="utf-8"?>
<p:tagLst xmlns:p="http://schemas.openxmlformats.org/presentationml/2006/main">
  <p:tag name="AS_UNIQUEID" val="123"/>
</p:tagLst>
</file>

<file path=ppt/tags/tag774.xml><?xml version="1.0" encoding="utf-8"?>
<p:tagLst xmlns:p="http://schemas.openxmlformats.org/presentationml/2006/main">
  <p:tag name="AS_UNIQUEID" val="125"/>
</p:tagLst>
</file>

<file path=ppt/tags/tag775.xml><?xml version="1.0" encoding="utf-8"?>
<p:tagLst xmlns:p="http://schemas.openxmlformats.org/presentationml/2006/main">
  <p:tag name="AS_UNIQUEID" val="108"/>
</p:tagLst>
</file>

<file path=ppt/tags/tag776.xml><?xml version="1.0" encoding="utf-8"?>
<p:tagLst xmlns:p="http://schemas.openxmlformats.org/presentationml/2006/main">
  <p:tag name="AS_UNIQUEID" val="109"/>
</p:tagLst>
</file>

<file path=ppt/tags/tag777.xml><?xml version="1.0" encoding="utf-8"?>
<p:tagLst xmlns:p="http://schemas.openxmlformats.org/presentationml/2006/main">
  <p:tag name="AS_UNIQUEID" val="110"/>
</p:tagLst>
</file>

<file path=ppt/tags/tag778.xml><?xml version="1.0" encoding="utf-8"?>
<p:tagLst xmlns:p="http://schemas.openxmlformats.org/presentationml/2006/main">
  <p:tag name="AS_UNIQUEID" val="111"/>
</p:tagLst>
</file>

<file path=ppt/tags/tag779.xml><?xml version="1.0" encoding="utf-8"?>
<p:tagLst xmlns:p="http://schemas.openxmlformats.org/presentationml/2006/main">
  <p:tag name="AS_UNIQUEID" val="112"/>
</p:tagLst>
</file>

<file path=ppt/tags/tag780.xml><?xml version="1.0" encoding="utf-8"?>
<p:tagLst xmlns:p="http://schemas.openxmlformats.org/presentationml/2006/main">
  <p:tag name="AS_UNIQUEID" val="113"/>
</p:tagLst>
</file>

<file path=ppt/tags/tag781.xml><?xml version="1.0" encoding="utf-8"?>
<p:tagLst xmlns:p="http://schemas.openxmlformats.org/presentationml/2006/main">
  <p:tag name="AS_UNIQUEID" val="114"/>
</p:tagLst>
</file>

<file path=ppt/tags/tag782.xml><?xml version="1.0" encoding="utf-8"?>
<p:tagLst xmlns:p="http://schemas.openxmlformats.org/presentationml/2006/main">
  <p:tag name="AS_UNIQUEID" val="115"/>
</p:tagLst>
</file>

<file path=ppt/tags/tag783.xml><?xml version="1.0" encoding="utf-8"?>
<p:tagLst xmlns:p="http://schemas.openxmlformats.org/presentationml/2006/main">
  <p:tag name="AS_UNIQUEID" val="126"/>
</p:tagLst>
</file>

<file path=ppt/tags/tag784.xml><?xml version="1.0" encoding="utf-8"?>
<p:tagLst xmlns:p="http://schemas.openxmlformats.org/presentationml/2006/main">
  <p:tag name="AS_UNIQUEID" val="116"/>
</p:tagLst>
</file>

<file path=ppt/tags/tag785.xml><?xml version="1.0" encoding="utf-8"?>
<p:tagLst xmlns:p="http://schemas.openxmlformats.org/presentationml/2006/main">
  <p:tag name="AS_UNIQUEID" val="117"/>
</p:tagLst>
</file>

<file path=ppt/tags/tag786.xml><?xml version="1.0" encoding="utf-8"?>
<p:tagLst xmlns:p="http://schemas.openxmlformats.org/presentationml/2006/main">
  <p:tag name="AS_UNIQUEID" val="127"/>
</p:tagLst>
</file>

<file path=ppt/tags/tag787.xml><?xml version="1.0" encoding="utf-8"?>
<p:tagLst xmlns:p="http://schemas.openxmlformats.org/presentationml/2006/main">
  <p:tag name="AS_UNIQUEID" val="118"/>
</p:tagLst>
</file>

<file path=ppt/tags/tag788.xml><?xml version="1.0" encoding="utf-8"?>
<p:tagLst xmlns:p="http://schemas.openxmlformats.org/presentationml/2006/main">
  <p:tag name="AS_UNIQUEID" val="119"/>
</p:tagLst>
</file>

<file path=ppt/tags/tag789.xml><?xml version="1.0" encoding="utf-8"?>
<p:tagLst xmlns:p="http://schemas.openxmlformats.org/presentationml/2006/main">
  <p:tag name="AS_UNIQUEID" val="107"/>
</p:tagLst>
</file>

<file path=ppt/tags/tag790.xml><?xml version="1.0" encoding="utf-8"?>
<p:tagLst xmlns:p="http://schemas.openxmlformats.org/presentationml/2006/main">
  <p:tag name="AS_UNIQUEID" val="1361"/>
</p:tagLst>
</file>

<file path=ppt/tags/tag791.xml><?xml version="1.0" encoding="utf-8"?>
<p:tagLst xmlns:p="http://schemas.openxmlformats.org/presentationml/2006/main">
  <p:tag name="AS_UNIQUEID" val="1362"/>
</p:tagLst>
</file>

<file path=ppt/tags/tag792.xml><?xml version="1.0" encoding="utf-8"?>
<p:tagLst xmlns:p="http://schemas.openxmlformats.org/presentationml/2006/main">
  <p:tag name="AS_UNIQUEID" val="1363"/>
</p:tagLst>
</file>

<file path=ppt/tags/tag793.xml><?xml version="1.0" encoding="utf-8"?>
<p:tagLst xmlns:p="http://schemas.openxmlformats.org/presentationml/2006/main">
  <p:tag name="AS_UNIQUEID" val="128"/>
</p:tagLst>
</file>

<file path=ppt/tags/tag794.xml><?xml version="1.0" encoding="utf-8"?>
<p:tagLst xmlns:p="http://schemas.openxmlformats.org/presentationml/2006/main">
  <p:tag name="AS_UNIQUEID" val="129"/>
</p:tagLst>
</file>

<file path=ppt/tags/tag795.xml><?xml version="1.0" encoding="utf-8"?>
<p:tagLst xmlns:p="http://schemas.openxmlformats.org/presentationml/2006/main">
  <p:tag name="AS_UNIQUEID" val="1366"/>
</p:tagLst>
</file>

<file path=ppt/tags/tag796.xml><?xml version="1.0" encoding="utf-8"?>
<p:tagLst xmlns:p="http://schemas.openxmlformats.org/presentationml/2006/main">
  <p:tag name="AS_UNIQUEID" val="1367"/>
</p:tagLst>
</file>

<file path=ppt/tags/tag797.xml><?xml version="1.0" encoding="utf-8"?>
<p:tagLst xmlns:p="http://schemas.openxmlformats.org/presentationml/2006/main">
  <p:tag name="AS_UNIQUEID" val="1368"/>
</p:tagLst>
</file>

<file path=ppt/tags/tag798.xml><?xml version="1.0" encoding="utf-8"?>
<p:tagLst xmlns:p="http://schemas.openxmlformats.org/presentationml/2006/main">
  <p:tag name="AS_UNIQUEID" val="1234"/>
</p:tagLst>
</file>

<file path=ppt/tags/tag799.xml><?xml version="1.0" encoding="utf-8"?>
<p:tagLst xmlns:p="http://schemas.openxmlformats.org/presentationml/2006/main">
  <p:tag name="AS_UNIQUEID" val="1235"/>
</p:tagLst>
</file>

<file path=ppt/tags/tag800.xml><?xml version="1.0" encoding="utf-8"?>
<p:tagLst xmlns:p="http://schemas.openxmlformats.org/presentationml/2006/main">
  <p:tag name="AS_UNIQUEID" val="1236"/>
</p:tagLst>
</file>

<file path=ppt/tags/tag801.xml><?xml version="1.0" encoding="utf-8"?>
<p:tagLst xmlns:p="http://schemas.openxmlformats.org/presentationml/2006/main">
  <p:tag name="AS_UNIQUEID" val="1237"/>
</p:tagLst>
</file>

<file path=ppt/tags/tag802.xml><?xml version="1.0" encoding="utf-8"?>
<p:tagLst xmlns:p="http://schemas.openxmlformats.org/presentationml/2006/main">
  <p:tag name="AS_UNIQUEID" val="1238"/>
</p:tagLst>
</file>

<file path=ppt/tags/tag803.xml><?xml version="1.0" encoding="utf-8"?>
<p:tagLst xmlns:p="http://schemas.openxmlformats.org/presentationml/2006/main">
  <p:tag name="AS_UNIQUEID" val="1239"/>
</p:tagLst>
</file>

<file path=ppt/tags/tag804.xml><?xml version="1.0" encoding="utf-8"?>
<p:tagLst xmlns:p="http://schemas.openxmlformats.org/presentationml/2006/main">
  <p:tag name="AS_OS" val="Unix 5.10.134.13"/>
  <p:tag name="AS_RELEASE_DATE" val="2025.05.31"/>
  <p:tag name="AS_TITLE" val="Aspose.Slides for Java"/>
  <p:tag name="AS_VERSION" val="25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4417</Words>
  <Application>WPS 演示</Application>
  <PresentationFormat>On-screen Show (4:3)</PresentationFormat>
  <Paragraphs>825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Arial</vt:lpstr>
      <vt:lpstr>宋体</vt:lpstr>
      <vt:lpstr>Wingdings</vt:lpstr>
      <vt:lpstr>思源黑体 CN</vt:lpstr>
      <vt:lpstr>黑体</vt:lpstr>
      <vt:lpstr>思源黑体 CN</vt:lpstr>
      <vt:lpstr>思源黑体 CN</vt:lpstr>
      <vt:lpstr>思源黑体 CN Bold</vt:lpstr>
      <vt:lpstr>思源黑体 CN Bold</vt:lpstr>
      <vt:lpstr>思源黑体 CN Bold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202603</cp:lastModifiedBy>
  <cp:revision>8</cp:revision>
  <cp:lastPrinted>2026-08-30T09:32:00Z</cp:lastPrinted>
  <dcterms:created xsi:type="dcterms:W3CDTF">2026-08-30T01:32:00Z</dcterms:created>
  <dcterms:modified xsi:type="dcterms:W3CDTF">2026-09-11T07:45:20Z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23FFCD8C4DA84CB2859B13F0C105F6AB_12</vt:lpwstr>
  </property>
</Properties>
</file>