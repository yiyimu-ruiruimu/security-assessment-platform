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emf" ContentType="image/x-emf"/>
  <Default Extension="rels" ContentType="application/vnd.openxmlformats-package.relationships+xml"/>
  <Override PartName="/customXml/itemProps11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1"/>
  </p:handoutMasterIdLst>
  <p:sldIdLst>
    <p:sldId id="1663" r:id="rId3"/>
    <p:sldId id="1585" r:id="rId5"/>
    <p:sldId id="958" r:id="rId6"/>
    <p:sldId id="961" r:id="rId7"/>
    <p:sldId id="1221" r:id="rId8"/>
    <p:sldId id="1364" r:id="rId9"/>
    <p:sldId id="1616" r:id="rId10"/>
    <p:sldId id="1617" r:id="rId11"/>
    <p:sldId id="1619" r:id="rId12"/>
    <p:sldId id="1620" r:id="rId13"/>
    <p:sldId id="1621" r:id="rId14"/>
    <p:sldId id="1622" r:id="rId15"/>
    <p:sldId id="1623" r:id="rId16"/>
    <p:sldId id="1626" r:id="rId17"/>
    <p:sldId id="1628" r:id="rId18"/>
    <p:sldId id="1629" r:id="rId19"/>
    <p:sldId id="1630" r:id="rId20"/>
    <p:sldId id="1631" r:id="rId21"/>
    <p:sldId id="1632" r:id="rId22"/>
    <p:sldId id="1633" r:id="rId23"/>
    <p:sldId id="1634" r:id="rId24"/>
    <p:sldId id="1635" r:id="rId25"/>
    <p:sldId id="1636" r:id="rId26"/>
    <p:sldId id="1637" r:id="rId27"/>
    <p:sldId id="1638" r:id="rId28"/>
    <p:sldId id="1639" r:id="rId29"/>
    <p:sldId id="1640" r:id="rId30"/>
    <p:sldId id="1641" r:id="rId31"/>
    <p:sldId id="1642" r:id="rId32"/>
    <p:sldId id="1644" r:id="rId33"/>
    <p:sldId id="1645" r:id="rId34"/>
    <p:sldId id="1646" r:id="rId35"/>
    <p:sldId id="1647" r:id="rId36"/>
    <p:sldId id="1648" r:id="rId37"/>
    <p:sldId id="1649" r:id="rId38"/>
    <p:sldId id="1650" r:id="rId39"/>
    <p:sldId id="1651" r:id="rId40"/>
    <p:sldId id="1653" r:id="rId41"/>
    <p:sldId id="1652" r:id="rId42"/>
    <p:sldId id="1654" r:id="rId43"/>
    <p:sldId id="1656" r:id="rId44"/>
    <p:sldId id="1657" r:id="rId45"/>
    <p:sldId id="1658" r:id="rId46"/>
    <p:sldId id="1659" r:id="rId47"/>
    <p:sldId id="963" r:id="rId48"/>
    <p:sldId id="964" r:id="rId49"/>
    <p:sldId id="1664" r:id="rId50"/>
  </p:sldIdLst>
  <p:sldSz cx="12192000"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18" userDrawn="1">
          <p15:clr>
            <a:srgbClr val="A4A3A4"/>
          </p15:clr>
        </p15:guide>
        <p15:guide id="2" pos="39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 id="2" name="十一" initials="十一" lastIdx="7" clrIdx="1"/>
  <p:cmAuthor id="3" name="LukeLiu" initials="L" lastIdx="1" clrIdx="2"/>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3A9FF"/>
    <a:srgbClr val="0070C0"/>
    <a:srgbClr val="3895FC"/>
    <a:srgbClr val="1473C0"/>
    <a:srgbClr val="002A68"/>
    <a:srgbClr val="19AEEB"/>
    <a:srgbClr val="2194FF"/>
    <a:srgbClr val="58A6F6"/>
    <a:srgbClr val="014F8B"/>
    <a:srgbClr val="399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6" d="100"/>
          <a:sy n="66" d="100"/>
        </p:scale>
        <p:origin x="644" y="40"/>
      </p:cViewPr>
      <p:guideLst>
        <p:guide orient="horz" pos="2018"/>
        <p:guide pos="39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customXml" Target="../customXml/item1.xml"/><Relationship Id="rId56" Type="http://schemas.openxmlformats.org/officeDocument/2006/relationships/customXmlProps" Target="../customXml/itemProps117.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AA1581A-C4A6-41BF-BFAE-1AE0E4DCB1A8}" type="doc">
      <dgm:prSet loTypeId="urn:microsoft.com/office/officeart/2005/8/layout/radial4#1" loCatId="relationship" qsTypeId="urn:microsoft.com/office/officeart/2005/8/quickstyle/simple1#1" qsCatId="simple" csTypeId="urn:microsoft.com/office/officeart/2005/8/colors/colorful1#3" csCatId="colorful" phldr="1"/>
      <dgm:spPr/>
      <dgm:t>
        <a:bodyPr/>
        <a:lstStyle/>
        <a:p>
          <a:endParaRPr lang="zh-CN" altLang="en-US"/>
        </a:p>
      </dgm:t>
    </dgm:pt>
    <dgm:pt modelId="{B8C48D3A-3851-49E6-B776-07ABE06B14C5}">
      <dgm:prSet phldrT="[文本]" phldr="0" custT="1"/>
      <dgm:spPr/>
      <dgm:t>
        <a:bodyPr vert="horz" wrap="square"/>
        <a:lstStyle/>
        <a:p>
          <a:pPr>
            <a:lnSpc>
              <a:spcPct val="100000"/>
            </a:lnSpc>
            <a:spcBef>
              <a:spcPct val="0"/>
            </a:spcBef>
            <a:spcAft>
              <a:spcPct val="35000"/>
            </a:spcAft>
          </a:pPr>
          <a:r>
            <a:rPr lang="zh-CN" altLang="en-US" sz="1600" dirty="0" smtClean="0">
              <a:latin typeface="微软雅黑" panose="020B0503020204020204" charset="-122"/>
              <a:ea typeface="微软雅黑" panose="020B0503020204020204" charset="-122"/>
            </a:rPr>
            <a:t>天镜</a:t>
          </a:r>
        </a:p>
        <a:p>
          <a:pPr>
            <a:lnSpc>
              <a:spcPct val="100000"/>
            </a:lnSpc>
            <a:spcBef>
              <a:spcPct val="0"/>
            </a:spcBef>
            <a:spcAft>
              <a:spcPct val="35000"/>
            </a:spcAft>
          </a:pPr>
          <a:r>
            <a:rPr lang="zh-CN" altLang="en-US" sz="1600" dirty="0" smtClean="0">
              <a:latin typeface="微软雅黑" panose="020B0503020204020204" charset="-122"/>
              <a:ea typeface="微软雅黑" panose="020B0503020204020204" charset="-122"/>
            </a:rPr>
            <a:t>漏扫</a:t>
          </a:r>
          <a:endParaRPr lang="zh-CN" altLang="en-US" sz="1600" dirty="0">
            <a:latin typeface="微软雅黑" panose="020B0503020204020204" charset="-122"/>
            <a:ea typeface="微软雅黑" panose="020B0503020204020204" charset="-122"/>
          </a:endParaRPr>
        </a:p>
      </dgm:t>
    </dgm:pt>
    <dgm:pt modelId="{DC32EEF0-9FA7-469D-B2B5-DF13D9ECAA73}" cxnId="{39346BE1-D5BE-4BC7-A8D7-1A6816EADBF8}" type="parTrans">
      <dgm:prSet/>
      <dgm:spPr/>
      <dgm:t>
        <a:bodyPr/>
        <a:lstStyle/>
        <a:p>
          <a:endParaRPr lang="zh-CN" altLang="en-US">
            <a:latin typeface="微软雅黑" panose="020B0503020204020204" charset="-122"/>
            <a:ea typeface="微软雅黑" panose="020B0503020204020204" charset="-122"/>
          </a:endParaRPr>
        </a:p>
      </dgm:t>
    </dgm:pt>
    <dgm:pt modelId="{66E5C4F6-0044-446F-903F-736FFD5FF1CD}" cxnId="{39346BE1-D5BE-4BC7-A8D7-1A6816EADBF8}" type="sibTrans">
      <dgm:prSet/>
      <dgm:spPr/>
      <dgm:t>
        <a:bodyPr/>
        <a:lstStyle/>
        <a:p>
          <a:endParaRPr lang="zh-CN" altLang="en-US">
            <a:latin typeface="微软雅黑" panose="020B0503020204020204" charset="-122"/>
            <a:ea typeface="微软雅黑" panose="020B0503020204020204" charset="-122"/>
          </a:endParaRPr>
        </a:p>
      </dgm:t>
    </dgm:pt>
    <dgm:pt modelId="{1824B245-B798-4C67-88DB-6D32562A4D9A}">
      <dgm:prSet phldrT="[文本]" phldr="0" custT="1"/>
      <dgm:spPr/>
      <dgm:t>
        <a:bodyPr vert="horz" wrap="square"/>
        <a:lstStyle/>
        <a:p>
          <a:pPr algn="ct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数据库</a:t>
          </a:r>
        </a:p>
      </dgm:t>
    </dgm:pt>
    <dgm:pt modelId="{A1421359-1491-4019-8C1A-0C457573BC22}" cxnId="{E0E45BAE-A177-4354-8A2B-FA5FEE844BBA}" type="parTrans">
      <dgm:prSet/>
      <dgm:spPr/>
      <dgm:t>
        <a:bodyPr/>
        <a:lstStyle/>
        <a:p>
          <a:endParaRPr lang="zh-CN" altLang="en-US">
            <a:latin typeface="微软雅黑" panose="020B0503020204020204" charset="-122"/>
            <a:ea typeface="微软雅黑" panose="020B0503020204020204" charset="-122"/>
          </a:endParaRPr>
        </a:p>
      </dgm:t>
    </dgm:pt>
    <dgm:pt modelId="{BC0C0EE1-285B-4848-B500-FEABC9CBC21F}" cxnId="{E0E45BAE-A177-4354-8A2B-FA5FEE844BBA}" type="sibTrans">
      <dgm:prSet/>
      <dgm:spPr/>
      <dgm:t>
        <a:bodyPr/>
        <a:lstStyle/>
        <a:p>
          <a:endParaRPr lang="zh-CN" altLang="en-US">
            <a:latin typeface="微软雅黑" panose="020B0503020204020204" charset="-122"/>
            <a:ea typeface="微软雅黑" panose="020B0503020204020204" charset="-122"/>
          </a:endParaRPr>
        </a:p>
      </dgm:t>
    </dgm:pt>
    <dgm:pt modelId="{7B85872F-B32C-409C-83C2-B407784CD727}">
      <dgm:prSet phldrT="[文本]" phldr="0" custT="1"/>
      <dgm:spPr/>
      <dgm:t>
        <a:bodyPr vert="horz" wrap="square"/>
        <a:lstStyle/>
        <a:p>
          <a:pPr algn="ct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操作</a:t>
          </a:r>
        </a:p>
        <a:p>
          <a:pPr algn="ct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系统</a:t>
          </a:r>
        </a:p>
      </dgm:t>
    </dgm:pt>
    <dgm:pt modelId="{6F586A18-8D67-4C04-9F19-DE0C33B64882}" cxnId="{64A9CDF6-7E7E-4000-A331-1B86E88739DF}" type="parTrans">
      <dgm:prSet/>
      <dgm:spPr/>
      <dgm:t>
        <a:bodyPr/>
        <a:lstStyle/>
        <a:p>
          <a:endParaRPr lang="zh-CN" altLang="en-US">
            <a:latin typeface="微软雅黑" panose="020B0503020204020204" charset="-122"/>
            <a:ea typeface="微软雅黑" panose="020B0503020204020204" charset="-122"/>
          </a:endParaRPr>
        </a:p>
      </dgm:t>
    </dgm:pt>
    <dgm:pt modelId="{519410F8-D6B7-45B2-AA8D-488777D805D1}" cxnId="{64A9CDF6-7E7E-4000-A331-1B86E88739DF}" type="sibTrans">
      <dgm:prSet/>
      <dgm:spPr/>
      <dgm:t>
        <a:bodyPr/>
        <a:lstStyle/>
        <a:p>
          <a:endParaRPr lang="zh-CN" altLang="en-US">
            <a:latin typeface="微软雅黑" panose="020B0503020204020204" charset="-122"/>
            <a:ea typeface="微软雅黑" panose="020B0503020204020204" charset="-122"/>
          </a:endParaRPr>
        </a:p>
      </dgm:t>
    </dgm:pt>
    <dgm:pt modelId="{9CA20A8E-4532-4B68-B02E-5586FB61937E}">
      <dgm:prSet phldrT="[文本]" phldr="0" custT="1"/>
      <dgm:spPr/>
      <dgm:t>
        <a:bodyPr vert="horz" wrap="square"/>
        <a:lstStyle/>
        <a:p>
          <a:pP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应用</a:t>
          </a:r>
        </a:p>
        <a:p>
          <a:pP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程序</a:t>
          </a:r>
        </a:p>
      </dgm:t>
    </dgm:pt>
    <dgm:pt modelId="{155910A0-3ED9-4E66-8079-76C4C1C9A2FE}" cxnId="{29598828-C9D7-40BC-992C-235638CC56D5}" type="parTrans">
      <dgm:prSet/>
      <dgm:spPr/>
      <dgm:t>
        <a:bodyPr/>
        <a:lstStyle/>
        <a:p>
          <a:endParaRPr lang="zh-CN" altLang="en-US">
            <a:latin typeface="微软雅黑" panose="020B0503020204020204" charset="-122"/>
            <a:ea typeface="微软雅黑" panose="020B0503020204020204" charset="-122"/>
          </a:endParaRPr>
        </a:p>
      </dgm:t>
    </dgm:pt>
    <dgm:pt modelId="{64F87506-1E45-4A5D-99A6-1A55AF767C06}" cxnId="{29598828-C9D7-40BC-992C-235638CC56D5}" type="sibTrans">
      <dgm:prSet/>
      <dgm:spPr/>
      <dgm:t>
        <a:bodyPr/>
        <a:lstStyle/>
        <a:p>
          <a:endParaRPr lang="zh-CN" altLang="en-US">
            <a:latin typeface="微软雅黑" panose="020B0503020204020204" charset="-122"/>
            <a:ea typeface="微软雅黑" panose="020B0503020204020204" charset="-122"/>
          </a:endParaRPr>
        </a:p>
      </dgm:t>
    </dgm:pt>
    <dgm:pt modelId="{EF59FDD7-5B72-4841-81BD-D1BCAA1EB977}">
      <dgm:prSet phldrT="[文本]" phldr="0" custT="1"/>
      <dgm:spPr>
        <a:solidFill>
          <a:srgbClr val="BF7C3B"/>
        </a:solidFill>
      </dgm:spPr>
      <dgm:t>
        <a:bodyPr vert="horz" wrap="square"/>
        <a:lstStyle/>
        <a:p>
          <a:pP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云计算</a:t>
          </a:r>
        </a:p>
      </dgm:t>
    </dgm:pt>
    <dgm:pt modelId="{FBC5A48D-DC90-4F9F-87AA-FF0A6D8C45AC}" cxnId="{945FAAF8-E9D4-4407-AE69-33545A824FB5}" type="parTrans">
      <dgm:prSet/>
      <dgm:spPr>
        <a:solidFill>
          <a:srgbClr val="BF7C3B"/>
        </a:solidFill>
      </dgm:spPr>
      <dgm:t>
        <a:bodyPr/>
        <a:lstStyle/>
        <a:p>
          <a:endParaRPr lang="zh-CN" altLang="en-US"/>
        </a:p>
      </dgm:t>
    </dgm:pt>
    <dgm:pt modelId="{F8129C27-31BA-41A2-92E6-0FB584C6E4AC}" cxnId="{945FAAF8-E9D4-4407-AE69-33545A824FB5}" type="sibTrans">
      <dgm:prSet/>
      <dgm:spPr/>
      <dgm:t>
        <a:bodyPr/>
        <a:lstStyle/>
        <a:p>
          <a:endParaRPr lang="zh-CN" altLang="en-US"/>
        </a:p>
      </dgm:t>
    </dgm:pt>
    <dgm:pt modelId="{14ECFDCB-AE2F-4451-9E46-B1BD32FC7D15}">
      <dgm:prSet phldrT="[文本]" phldr="0" custT="1"/>
      <dgm:spPr/>
      <dgm:t>
        <a:bodyPr vert="horz" wrap="square"/>
        <a:lstStyle/>
        <a:p>
          <a:pP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视频</a:t>
          </a:r>
        </a:p>
        <a:p>
          <a:pP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监控</a:t>
          </a:r>
        </a:p>
      </dgm:t>
    </dgm:pt>
    <dgm:pt modelId="{9EC6C88D-FA7D-4105-BABA-8F82838B0FFE}" cxnId="{4A4BEF67-F5B4-4E90-85A8-1C4F7024C7C3}" type="parTrans">
      <dgm:prSet/>
      <dgm:spPr/>
      <dgm:t>
        <a:bodyPr/>
        <a:lstStyle/>
        <a:p>
          <a:endParaRPr lang="zh-CN" altLang="en-US">
            <a:latin typeface="微软雅黑" panose="020B0503020204020204" charset="-122"/>
            <a:ea typeface="微软雅黑" panose="020B0503020204020204" charset="-122"/>
          </a:endParaRPr>
        </a:p>
      </dgm:t>
    </dgm:pt>
    <dgm:pt modelId="{012F930D-15B6-4BAC-B898-1D2328749C5F}" cxnId="{4A4BEF67-F5B4-4E90-85A8-1C4F7024C7C3}" type="sibTrans">
      <dgm:prSet/>
      <dgm:spPr/>
      <dgm:t>
        <a:bodyPr/>
        <a:lstStyle/>
        <a:p>
          <a:endParaRPr lang="zh-CN" altLang="en-US">
            <a:latin typeface="微软雅黑" panose="020B0503020204020204" charset="-122"/>
            <a:ea typeface="微软雅黑" panose="020B0503020204020204" charset="-122"/>
          </a:endParaRPr>
        </a:p>
      </dgm:t>
    </dgm:pt>
    <dgm:pt modelId="{3A271825-0E30-4997-820A-AF180DEC237D}">
      <dgm:prSet phldrT="[文本]"/>
      <dgm:spPr/>
      <dgm:t>
        <a:bodyPr/>
        <a:lstStyle/>
        <a:p>
          <a:endParaRPr lang="zh-CN" altLang="en-US" dirty="0">
            <a:latin typeface="微软雅黑" panose="020B0503020204020204" charset="-122"/>
            <a:ea typeface="微软雅黑" panose="020B0503020204020204" charset="-122"/>
          </a:endParaRPr>
        </a:p>
      </dgm:t>
    </dgm:pt>
    <dgm:pt modelId="{E7ACC5BA-34DF-4239-8A3D-EE6C4CAFA157}" cxnId="{CFDB108D-96BD-4BCA-A538-DEC9F37A5E65}" type="parTrans">
      <dgm:prSet/>
      <dgm:spPr/>
      <dgm:t>
        <a:bodyPr/>
        <a:lstStyle/>
        <a:p>
          <a:endParaRPr lang="zh-CN" altLang="en-US">
            <a:latin typeface="微软雅黑" panose="020B0503020204020204" charset="-122"/>
            <a:ea typeface="微软雅黑" panose="020B0503020204020204" charset="-122"/>
          </a:endParaRPr>
        </a:p>
      </dgm:t>
    </dgm:pt>
    <dgm:pt modelId="{DE8605C2-49BD-4EC5-8821-EDE746825818}" cxnId="{CFDB108D-96BD-4BCA-A538-DEC9F37A5E65}" type="sibTrans">
      <dgm:prSet/>
      <dgm:spPr/>
      <dgm:t>
        <a:bodyPr/>
        <a:lstStyle/>
        <a:p>
          <a:endParaRPr lang="zh-CN" altLang="en-US">
            <a:latin typeface="微软雅黑" panose="020B0503020204020204" charset="-122"/>
            <a:ea typeface="微软雅黑" panose="020B0503020204020204" charset="-122"/>
          </a:endParaRPr>
        </a:p>
      </dgm:t>
    </dgm:pt>
    <dgm:pt modelId="{E0F1D553-DE56-40DA-A9B7-0C6B171821B4}" type="pres">
      <dgm:prSet presAssocID="{5AA1581A-C4A6-41BF-BFAE-1AE0E4DCB1A8}" presName="cycle" presStyleCnt="0">
        <dgm:presLayoutVars>
          <dgm:chMax val="1"/>
          <dgm:dir/>
          <dgm:animLvl val="ctr"/>
          <dgm:resizeHandles val="exact"/>
        </dgm:presLayoutVars>
      </dgm:prSet>
      <dgm:spPr/>
      <dgm:t>
        <a:bodyPr/>
        <a:lstStyle/>
        <a:p>
          <a:endParaRPr lang="zh-CN" altLang="en-US"/>
        </a:p>
      </dgm:t>
    </dgm:pt>
    <dgm:pt modelId="{9F1B2AE4-8F20-431D-9561-5C9E50FF46D7}" type="pres">
      <dgm:prSet presAssocID="{B8C48D3A-3851-49E6-B776-07ABE06B14C5}" presName="centerShape" presStyleLbl="node0" presStyleIdx="0" presStyleCnt="1"/>
      <dgm:spPr/>
      <dgm:t>
        <a:bodyPr/>
        <a:lstStyle/>
        <a:p>
          <a:endParaRPr lang="zh-CN" altLang="en-US"/>
        </a:p>
      </dgm:t>
    </dgm:pt>
    <dgm:pt modelId="{380042E5-E0C5-4497-8C77-D753E0A51B2D}" type="pres">
      <dgm:prSet presAssocID="{A1421359-1491-4019-8C1A-0C457573BC22}" presName="parTrans" presStyleLbl="bgSibTrans2D1" presStyleIdx="0" presStyleCnt="5"/>
      <dgm:spPr/>
      <dgm:t>
        <a:bodyPr/>
        <a:lstStyle/>
        <a:p>
          <a:endParaRPr lang="zh-CN" altLang="en-US"/>
        </a:p>
      </dgm:t>
    </dgm:pt>
    <dgm:pt modelId="{ECF2A9B7-F238-487F-A0AD-2C48EE5E0507}" type="pres">
      <dgm:prSet presAssocID="{1824B245-B798-4C67-88DB-6D32562A4D9A}" presName="node" presStyleLbl="node1" presStyleIdx="0" presStyleCnt="5">
        <dgm:presLayoutVars>
          <dgm:bulletEnabled val="1"/>
        </dgm:presLayoutVars>
      </dgm:prSet>
      <dgm:spPr/>
      <dgm:t>
        <a:bodyPr/>
        <a:lstStyle/>
        <a:p>
          <a:endParaRPr lang="zh-CN" altLang="en-US"/>
        </a:p>
      </dgm:t>
    </dgm:pt>
    <dgm:pt modelId="{3A732B1A-7102-4A6E-951B-BD8B1FA3381E}" type="pres">
      <dgm:prSet presAssocID="{6F586A18-8D67-4C04-9F19-DE0C33B64882}" presName="parTrans" presStyleLbl="bgSibTrans2D1" presStyleIdx="1" presStyleCnt="5"/>
      <dgm:spPr/>
      <dgm:t>
        <a:bodyPr/>
        <a:lstStyle/>
        <a:p>
          <a:endParaRPr lang="zh-CN" altLang="en-US"/>
        </a:p>
      </dgm:t>
    </dgm:pt>
    <dgm:pt modelId="{8062D8F0-5151-4FA8-B9D8-CF25C0002A24}" type="pres">
      <dgm:prSet presAssocID="{7B85872F-B32C-409C-83C2-B407784CD727}" presName="node" presStyleLbl="node1" presStyleIdx="1" presStyleCnt="5">
        <dgm:presLayoutVars>
          <dgm:bulletEnabled val="1"/>
        </dgm:presLayoutVars>
      </dgm:prSet>
      <dgm:spPr/>
      <dgm:t>
        <a:bodyPr/>
        <a:lstStyle/>
        <a:p>
          <a:endParaRPr lang="zh-CN" altLang="en-US"/>
        </a:p>
      </dgm:t>
    </dgm:pt>
    <dgm:pt modelId="{83142FEF-FD45-481E-9872-9E804B8B88A1}" type="pres">
      <dgm:prSet presAssocID="{155910A0-3ED9-4E66-8079-76C4C1C9A2FE}" presName="parTrans" presStyleLbl="bgSibTrans2D1" presStyleIdx="2" presStyleCnt="5"/>
      <dgm:spPr/>
      <dgm:t>
        <a:bodyPr/>
        <a:lstStyle/>
        <a:p>
          <a:endParaRPr lang="zh-CN" altLang="en-US"/>
        </a:p>
      </dgm:t>
    </dgm:pt>
    <dgm:pt modelId="{2B88D9A2-3626-4E9A-9F20-1C0E2B2FEDAC}" type="pres">
      <dgm:prSet presAssocID="{9CA20A8E-4532-4B68-B02E-5586FB61937E}" presName="node" presStyleLbl="node1" presStyleIdx="2" presStyleCnt="5">
        <dgm:presLayoutVars>
          <dgm:bulletEnabled val="1"/>
        </dgm:presLayoutVars>
      </dgm:prSet>
      <dgm:spPr/>
      <dgm:t>
        <a:bodyPr/>
        <a:lstStyle/>
        <a:p>
          <a:endParaRPr lang="zh-CN" altLang="en-US"/>
        </a:p>
      </dgm:t>
    </dgm:pt>
    <dgm:pt modelId="{FDE9BC9A-7E56-4CC6-934F-BD246FAFBBBA}" type="pres">
      <dgm:prSet presAssocID="{FBC5A48D-DC90-4F9F-87AA-FF0A6D8C45AC}" presName="parTrans" presStyleLbl="bgSibTrans2D1" presStyleIdx="3" presStyleCnt="5"/>
      <dgm:spPr/>
      <dgm:t>
        <a:bodyPr/>
        <a:lstStyle/>
        <a:p>
          <a:endParaRPr lang="zh-CN" altLang="en-US"/>
        </a:p>
      </dgm:t>
    </dgm:pt>
    <dgm:pt modelId="{74896D7E-9501-4D95-AE3E-B37D0CB5959D}" type="pres">
      <dgm:prSet presAssocID="{EF59FDD7-5B72-4841-81BD-D1BCAA1EB977}" presName="node" presStyleLbl="node1" presStyleIdx="3" presStyleCnt="5">
        <dgm:presLayoutVars>
          <dgm:bulletEnabled val="1"/>
        </dgm:presLayoutVars>
      </dgm:prSet>
      <dgm:spPr/>
      <dgm:t>
        <a:bodyPr/>
        <a:lstStyle/>
        <a:p>
          <a:endParaRPr lang="zh-CN" altLang="en-US"/>
        </a:p>
      </dgm:t>
    </dgm:pt>
    <dgm:pt modelId="{FDDCDF7E-00C5-490E-8B74-091A5447AFEC}" type="pres">
      <dgm:prSet presAssocID="{9EC6C88D-FA7D-4105-BABA-8F82838B0FFE}" presName="parTrans" presStyleLbl="bgSibTrans2D1" presStyleIdx="4" presStyleCnt="5"/>
      <dgm:spPr/>
      <dgm:t>
        <a:bodyPr/>
        <a:lstStyle/>
        <a:p>
          <a:endParaRPr lang="zh-CN" altLang="en-US"/>
        </a:p>
      </dgm:t>
    </dgm:pt>
    <dgm:pt modelId="{C8389692-529C-4CCB-9F37-FD1DD63C9EE6}" type="pres">
      <dgm:prSet presAssocID="{14ECFDCB-AE2F-4451-9E46-B1BD32FC7D15}" presName="node" presStyleLbl="node1" presStyleIdx="4" presStyleCnt="5">
        <dgm:presLayoutVars>
          <dgm:bulletEnabled val="1"/>
        </dgm:presLayoutVars>
      </dgm:prSet>
      <dgm:spPr/>
      <dgm:t>
        <a:bodyPr/>
        <a:lstStyle/>
        <a:p>
          <a:endParaRPr lang="zh-CN" altLang="en-US"/>
        </a:p>
      </dgm:t>
    </dgm:pt>
  </dgm:ptLst>
  <dgm:cxnLst>
    <dgm:cxn modelId="{4B50C48C-C07C-4F54-A855-6401BB0F18E4}" type="presOf" srcId="{EF59FDD7-5B72-4841-81BD-D1BCAA1EB977}" destId="{74896D7E-9501-4D95-AE3E-B37D0CB5959D}" srcOrd="0" destOrd="0" presId="urn:microsoft.com/office/officeart/2005/8/layout/radial4#1"/>
    <dgm:cxn modelId="{9186B08A-2C85-4A4C-B226-24DBE2E43052}" type="presOf" srcId="{9EC6C88D-FA7D-4105-BABA-8F82838B0FFE}" destId="{FDDCDF7E-00C5-490E-8B74-091A5447AFEC}" srcOrd="0" destOrd="0" presId="urn:microsoft.com/office/officeart/2005/8/layout/radial4#1"/>
    <dgm:cxn modelId="{4A4BEF67-F5B4-4E90-85A8-1C4F7024C7C3}" srcId="{B8C48D3A-3851-49E6-B776-07ABE06B14C5}" destId="{14ECFDCB-AE2F-4451-9E46-B1BD32FC7D15}" srcOrd="4" destOrd="0" parTransId="{9EC6C88D-FA7D-4105-BABA-8F82838B0FFE}" sibTransId="{012F930D-15B6-4BAC-B898-1D2328749C5F}"/>
    <dgm:cxn modelId="{E0E45BAE-A177-4354-8A2B-FA5FEE844BBA}" srcId="{B8C48D3A-3851-49E6-B776-07ABE06B14C5}" destId="{1824B245-B798-4C67-88DB-6D32562A4D9A}" srcOrd="0" destOrd="0" parTransId="{A1421359-1491-4019-8C1A-0C457573BC22}" sibTransId="{BC0C0EE1-285B-4848-B500-FEABC9CBC21F}"/>
    <dgm:cxn modelId="{945FAAF8-E9D4-4407-AE69-33545A824FB5}" srcId="{B8C48D3A-3851-49E6-B776-07ABE06B14C5}" destId="{EF59FDD7-5B72-4841-81BD-D1BCAA1EB977}" srcOrd="3" destOrd="0" parTransId="{FBC5A48D-DC90-4F9F-87AA-FF0A6D8C45AC}" sibTransId="{F8129C27-31BA-41A2-92E6-0FB584C6E4AC}"/>
    <dgm:cxn modelId="{75155A2A-FA68-4A01-8D49-4EC71BCD46BC}" type="presOf" srcId="{155910A0-3ED9-4E66-8079-76C4C1C9A2FE}" destId="{83142FEF-FD45-481E-9872-9E804B8B88A1}" srcOrd="0" destOrd="0" presId="urn:microsoft.com/office/officeart/2005/8/layout/radial4#1"/>
    <dgm:cxn modelId="{70FC54D2-6E8A-4F49-93A8-21EBDFE0D2B3}" type="presOf" srcId="{7B85872F-B32C-409C-83C2-B407784CD727}" destId="{8062D8F0-5151-4FA8-B9D8-CF25C0002A24}" srcOrd="0" destOrd="0" presId="urn:microsoft.com/office/officeart/2005/8/layout/radial4#1"/>
    <dgm:cxn modelId="{065CE6E7-0E09-481E-A46D-B34289E466B5}" type="presOf" srcId="{6F586A18-8D67-4C04-9F19-DE0C33B64882}" destId="{3A732B1A-7102-4A6E-951B-BD8B1FA3381E}" srcOrd="0" destOrd="0" presId="urn:microsoft.com/office/officeart/2005/8/layout/radial4#1"/>
    <dgm:cxn modelId="{CFDB108D-96BD-4BCA-A538-DEC9F37A5E65}" srcId="{5AA1581A-C4A6-41BF-BFAE-1AE0E4DCB1A8}" destId="{3A271825-0E30-4997-820A-AF180DEC237D}" srcOrd="1" destOrd="0" parTransId="{E7ACC5BA-34DF-4239-8A3D-EE6C4CAFA157}" sibTransId="{DE8605C2-49BD-4EC5-8821-EDE746825818}"/>
    <dgm:cxn modelId="{39346BE1-D5BE-4BC7-A8D7-1A6816EADBF8}" srcId="{5AA1581A-C4A6-41BF-BFAE-1AE0E4DCB1A8}" destId="{B8C48D3A-3851-49E6-B776-07ABE06B14C5}" srcOrd="0" destOrd="0" parTransId="{DC32EEF0-9FA7-469D-B2B5-DF13D9ECAA73}" sibTransId="{66E5C4F6-0044-446F-903F-736FFD5FF1CD}"/>
    <dgm:cxn modelId="{BC31D13B-11C0-459C-8994-AB0A5BAE9F7D}" type="presOf" srcId="{1824B245-B798-4C67-88DB-6D32562A4D9A}" destId="{ECF2A9B7-F238-487F-A0AD-2C48EE5E0507}" srcOrd="0" destOrd="0" presId="urn:microsoft.com/office/officeart/2005/8/layout/radial4#1"/>
    <dgm:cxn modelId="{64A9CDF6-7E7E-4000-A331-1B86E88739DF}" srcId="{B8C48D3A-3851-49E6-B776-07ABE06B14C5}" destId="{7B85872F-B32C-409C-83C2-B407784CD727}" srcOrd="1" destOrd="0" parTransId="{6F586A18-8D67-4C04-9F19-DE0C33B64882}" sibTransId="{519410F8-D6B7-45B2-AA8D-488777D805D1}"/>
    <dgm:cxn modelId="{6F6F8B4D-D729-46CF-84FE-4EA6B58CF12D}" type="presOf" srcId="{FBC5A48D-DC90-4F9F-87AA-FF0A6D8C45AC}" destId="{FDE9BC9A-7E56-4CC6-934F-BD246FAFBBBA}" srcOrd="0" destOrd="0" presId="urn:microsoft.com/office/officeart/2005/8/layout/radial4#1"/>
    <dgm:cxn modelId="{29598828-C9D7-40BC-992C-235638CC56D5}" srcId="{B8C48D3A-3851-49E6-B776-07ABE06B14C5}" destId="{9CA20A8E-4532-4B68-B02E-5586FB61937E}" srcOrd="2" destOrd="0" parTransId="{155910A0-3ED9-4E66-8079-76C4C1C9A2FE}" sibTransId="{64F87506-1E45-4A5D-99A6-1A55AF767C06}"/>
    <dgm:cxn modelId="{FB121F67-9603-4DB5-B8D9-9312CAB67D58}" type="presOf" srcId="{B8C48D3A-3851-49E6-B776-07ABE06B14C5}" destId="{9F1B2AE4-8F20-431D-9561-5C9E50FF46D7}" srcOrd="0" destOrd="0" presId="urn:microsoft.com/office/officeart/2005/8/layout/radial4#1"/>
    <dgm:cxn modelId="{4D424242-0BD1-4D29-9D34-FC535CE1DDC1}" type="presOf" srcId="{14ECFDCB-AE2F-4451-9E46-B1BD32FC7D15}" destId="{C8389692-529C-4CCB-9F37-FD1DD63C9EE6}" srcOrd="0" destOrd="0" presId="urn:microsoft.com/office/officeart/2005/8/layout/radial4#1"/>
    <dgm:cxn modelId="{BB503874-AF76-46F9-84F7-5F269AFAEBE6}" type="presOf" srcId="{5AA1581A-C4A6-41BF-BFAE-1AE0E4DCB1A8}" destId="{E0F1D553-DE56-40DA-A9B7-0C6B171821B4}" srcOrd="0" destOrd="0" presId="urn:microsoft.com/office/officeart/2005/8/layout/radial4#1"/>
    <dgm:cxn modelId="{58226BB9-D3CF-4145-800D-2BAA9D643F05}" type="presOf" srcId="{9CA20A8E-4532-4B68-B02E-5586FB61937E}" destId="{2B88D9A2-3626-4E9A-9F20-1C0E2B2FEDAC}" srcOrd="0" destOrd="0" presId="urn:microsoft.com/office/officeart/2005/8/layout/radial4#1"/>
    <dgm:cxn modelId="{1A2F8FD7-5C29-4BCC-BD73-C5B8687D4ACB}" type="presOf" srcId="{A1421359-1491-4019-8C1A-0C457573BC22}" destId="{380042E5-E0C5-4497-8C77-D753E0A51B2D}" srcOrd="0" destOrd="0" presId="urn:microsoft.com/office/officeart/2005/8/layout/radial4#1"/>
    <dgm:cxn modelId="{E521D939-B2FA-42A0-A44F-DD10E15B9210}" type="presParOf" srcId="{E0F1D553-DE56-40DA-A9B7-0C6B171821B4}" destId="{9F1B2AE4-8F20-431D-9561-5C9E50FF46D7}" srcOrd="0" destOrd="0" presId="urn:microsoft.com/office/officeart/2005/8/layout/radial4#1"/>
    <dgm:cxn modelId="{2A51BC0E-4D0B-48E9-84FD-2AA3021E4757}" type="presParOf" srcId="{E0F1D553-DE56-40DA-A9B7-0C6B171821B4}" destId="{380042E5-E0C5-4497-8C77-D753E0A51B2D}" srcOrd="1" destOrd="0" presId="urn:microsoft.com/office/officeart/2005/8/layout/radial4#1"/>
    <dgm:cxn modelId="{9B1FA4C2-8EB9-45E2-BF44-637CB4EB0A93}" type="presParOf" srcId="{E0F1D553-DE56-40DA-A9B7-0C6B171821B4}" destId="{ECF2A9B7-F238-487F-A0AD-2C48EE5E0507}" srcOrd="2" destOrd="0" presId="urn:microsoft.com/office/officeart/2005/8/layout/radial4#1"/>
    <dgm:cxn modelId="{8DA3D573-ED28-4E34-AF66-1B26A012B12A}" type="presParOf" srcId="{E0F1D553-DE56-40DA-A9B7-0C6B171821B4}" destId="{3A732B1A-7102-4A6E-951B-BD8B1FA3381E}" srcOrd="3" destOrd="0" presId="urn:microsoft.com/office/officeart/2005/8/layout/radial4#1"/>
    <dgm:cxn modelId="{D3110E11-9414-4E0D-97C6-4B680F9B81A9}" type="presParOf" srcId="{E0F1D553-DE56-40DA-A9B7-0C6B171821B4}" destId="{8062D8F0-5151-4FA8-B9D8-CF25C0002A24}" srcOrd="4" destOrd="0" presId="urn:microsoft.com/office/officeart/2005/8/layout/radial4#1"/>
    <dgm:cxn modelId="{527D429C-33CC-4C74-8B28-FE5D6970D3D9}" type="presParOf" srcId="{E0F1D553-DE56-40DA-A9B7-0C6B171821B4}" destId="{83142FEF-FD45-481E-9872-9E804B8B88A1}" srcOrd="5" destOrd="0" presId="urn:microsoft.com/office/officeart/2005/8/layout/radial4#1"/>
    <dgm:cxn modelId="{47AFDE11-E9A9-436B-864C-FECB4BD3C3A3}" type="presParOf" srcId="{E0F1D553-DE56-40DA-A9B7-0C6B171821B4}" destId="{2B88D9A2-3626-4E9A-9F20-1C0E2B2FEDAC}" srcOrd="6" destOrd="0" presId="urn:microsoft.com/office/officeart/2005/8/layout/radial4#1"/>
    <dgm:cxn modelId="{B4C1F66B-DDD7-4A03-AC8C-F59324E8C58E}" type="presParOf" srcId="{E0F1D553-DE56-40DA-A9B7-0C6B171821B4}" destId="{FDE9BC9A-7E56-4CC6-934F-BD246FAFBBBA}" srcOrd="7" destOrd="0" presId="urn:microsoft.com/office/officeart/2005/8/layout/radial4#1"/>
    <dgm:cxn modelId="{6A3B441E-1D79-47B5-BCA5-46153E1AEC4E}" type="presParOf" srcId="{E0F1D553-DE56-40DA-A9B7-0C6B171821B4}" destId="{74896D7E-9501-4D95-AE3E-B37D0CB5959D}" srcOrd="8" destOrd="0" presId="urn:microsoft.com/office/officeart/2005/8/layout/radial4#1"/>
    <dgm:cxn modelId="{15F6A204-5470-44AC-B1FB-F70E2990F4CB}" type="presParOf" srcId="{E0F1D553-DE56-40DA-A9B7-0C6B171821B4}" destId="{FDDCDF7E-00C5-490E-8B74-091A5447AFEC}" srcOrd="9" destOrd="0" presId="urn:microsoft.com/office/officeart/2005/8/layout/radial4#1"/>
    <dgm:cxn modelId="{8E33B1FB-2349-4E9D-845A-146D509D1ED1}" type="presParOf" srcId="{E0F1D553-DE56-40DA-A9B7-0C6B171821B4}" destId="{C8389692-529C-4CCB-9F37-FD1DD63C9EE6}" srcOrd="10" destOrd="0" presId="urn:microsoft.com/office/officeart/2005/8/layout/radial4#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764689" cy="2382345"/>
        <a:chOff x="0" y="0"/>
        <a:chExt cx="4764689" cy="2382345"/>
      </a:xfrm>
    </dsp:grpSpPr>
    <dsp:sp modelId="{9F1B2AE4-8F20-431D-9561-5C9E50FF46D7}">
      <dsp:nvSpPr>
        <dsp:cNvPr id="3" name="椭圆 2"/>
        <dsp:cNvSpPr/>
      </dsp:nvSpPr>
      <dsp:spPr bwMode="white">
        <a:xfrm>
          <a:off x="1874950" y="1367556"/>
          <a:ext cx="1014789" cy="1014789"/>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latin typeface="微软雅黑" panose="020B0503020204020204" charset="-122"/>
              <a:ea typeface="微软雅黑" panose="020B0503020204020204" charset="-122"/>
            </a:rPr>
            <a:t>天镜</a:t>
          </a:r>
          <a:endParaRPr lang="zh-CN" altLang="en-US" sz="1600" dirty="0" smtClean="0">
            <a:latin typeface="微软雅黑" panose="020B0503020204020204" charset="-122"/>
            <a:ea typeface="微软雅黑" panose="020B0503020204020204" charset="-122"/>
          </a:endParaRPr>
        </a:p>
        <a:p>
          <a:pPr lvl="0">
            <a:lnSpc>
              <a:spcPct val="100000"/>
            </a:lnSpc>
            <a:spcBef>
              <a:spcPct val="0"/>
            </a:spcBef>
            <a:spcAft>
              <a:spcPct val="35000"/>
            </a:spcAft>
          </a:pPr>
          <a:r>
            <a:rPr lang="zh-CN" altLang="en-US" sz="1600" dirty="0" smtClean="0">
              <a:latin typeface="微软雅黑" panose="020B0503020204020204" charset="-122"/>
              <a:ea typeface="微软雅黑" panose="020B0503020204020204" charset="-122"/>
            </a:rPr>
            <a:t>漏扫</a:t>
          </a:r>
          <a:endParaRPr lang="zh-CN" altLang="en-US" sz="1600" dirty="0">
            <a:latin typeface="微软雅黑" panose="020B0503020204020204" charset="-122"/>
            <a:ea typeface="微软雅黑" panose="020B0503020204020204" charset="-122"/>
          </a:endParaRPr>
        </a:p>
      </dsp:txBody>
      <dsp:txXfrm>
        <a:off x="1874950" y="1367556"/>
        <a:ext cx="1014789" cy="1014789"/>
      </dsp:txXfrm>
    </dsp:sp>
    <dsp:sp modelId="{380042E5-E0C5-4497-8C77-D753E0A51B2D}">
      <dsp:nvSpPr>
        <dsp:cNvPr id="4" name="左箭头 3"/>
        <dsp:cNvSpPr/>
      </dsp:nvSpPr>
      <dsp:spPr bwMode="white">
        <a:xfrm rot="10799999">
          <a:off x="920017" y="1730343"/>
          <a:ext cx="927930" cy="289215"/>
        </a:xfrm>
        <a:prstGeom prst="lef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rot="10799999">
        <a:off x="920017" y="1730343"/>
        <a:ext cx="927930" cy="289215"/>
      </dsp:txXfrm>
    </dsp:sp>
    <dsp:sp modelId="{ECF2A9B7-F238-487F-A0AD-2C48EE5E0507}">
      <dsp:nvSpPr>
        <dsp:cNvPr id="5" name="圆角矩形 4"/>
        <dsp:cNvSpPr/>
      </dsp:nvSpPr>
      <dsp:spPr bwMode="white">
        <a:xfrm>
          <a:off x="410989" y="1489331"/>
          <a:ext cx="964049" cy="771240"/>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vert="horz" wrap="square" lIns="26670" tIns="26670" rIns="26670" bIns="266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数据库</a:t>
          </a:r>
        </a:p>
      </dsp:txBody>
      <dsp:txXfrm>
        <a:off x="410989" y="1489331"/>
        <a:ext cx="964049" cy="771240"/>
      </dsp:txXfrm>
    </dsp:sp>
    <dsp:sp modelId="{3A732B1A-7102-4A6E-951B-BD8B1FA3381E}">
      <dsp:nvSpPr>
        <dsp:cNvPr id="6" name="左箭头 5"/>
        <dsp:cNvSpPr/>
      </dsp:nvSpPr>
      <dsp:spPr bwMode="white">
        <a:xfrm rot="13499999">
          <a:off x="1212431" y="1024394"/>
          <a:ext cx="927930" cy="289215"/>
        </a:xfrm>
        <a:prstGeom prst="lef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rot="13499999">
        <a:off x="1212431" y="1024394"/>
        <a:ext cx="927930" cy="289215"/>
      </dsp:txXfrm>
    </dsp:sp>
    <dsp:sp modelId="{8062D8F0-5151-4FA8-B9D8-CF25C0002A24}">
      <dsp:nvSpPr>
        <dsp:cNvPr id="7" name="圆角矩形 6"/>
        <dsp:cNvSpPr/>
      </dsp:nvSpPr>
      <dsp:spPr bwMode="white">
        <a:xfrm>
          <a:off x="847204" y="436215"/>
          <a:ext cx="964049" cy="771240"/>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vert="horz" wrap="square" lIns="26670" tIns="26670" rIns="26670" bIns="266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操作</a:t>
          </a:r>
          <a:endParaRPr lang="zh-CN" altLang="en-US" sz="1400" dirty="0" smtClean="0">
            <a:latin typeface="微软雅黑" panose="020B0503020204020204" charset="-122"/>
            <a:ea typeface="微软雅黑" panose="020B0503020204020204" charset="-122"/>
          </a:endParaRPr>
        </a:p>
        <a:p>
          <a:pPr lvl="0" algn="ctr">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系统</a:t>
          </a:r>
        </a:p>
      </dsp:txBody>
      <dsp:txXfrm>
        <a:off x="847204" y="436215"/>
        <a:ext cx="964049" cy="771240"/>
      </dsp:txXfrm>
    </dsp:sp>
    <dsp:sp modelId="{83142FEF-FD45-481E-9872-9E804B8B88A1}">
      <dsp:nvSpPr>
        <dsp:cNvPr id="8" name="左箭头 7"/>
        <dsp:cNvSpPr/>
      </dsp:nvSpPr>
      <dsp:spPr bwMode="white">
        <a:xfrm rot="16199999">
          <a:off x="1918380" y="731981"/>
          <a:ext cx="927930" cy="289215"/>
        </a:xfrm>
        <a:prstGeom prst="lef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Xfrm rot="16199999">
        <a:off x="1918380" y="731981"/>
        <a:ext cx="927930" cy="289215"/>
      </dsp:txXfrm>
    </dsp:sp>
    <dsp:sp modelId="{2B88D9A2-3626-4E9A-9F20-1C0E2B2FEDAC}">
      <dsp:nvSpPr>
        <dsp:cNvPr id="9" name="圆角矩形 8"/>
        <dsp:cNvSpPr/>
      </dsp:nvSpPr>
      <dsp:spPr bwMode="white">
        <a:xfrm>
          <a:off x="1900320" y="0"/>
          <a:ext cx="964049" cy="771240"/>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vert="horz" wrap="square" lIns="26670" tIns="26670" rIns="26670" bIns="266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应用</a:t>
          </a:r>
          <a:endParaRPr lang="zh-CN" altLang="en-US" sz="1400" dirty="0" smtClean="0">
            <a:latin typeface="微软雅黑" panose="020B0503020204020204" charset="-122"/>
            <a:ea typeface="微软雅黑" panose="020B0503020204020204" charset="-122"/>
          </a:endParaRPr>
        </a:p>
        <a:p>
          <a:pPr lvl="0">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程序</a:t>
          </a:r>
        </a:p>
      </dsp:txBody>
      <dsp:txXfrm>
        <a:off x="1900320" y="0"/>
        <a:ext cx="964049" cy="771240"/>
      </dsp:txXfrm>
    </dsp:sp>
    <dsp:sp modelId="{FDE9BC9A-7E56-4CC6-934F-BD246FAFBBBA}">
      <dsp:nvSpPr>
        <dsp:cNvPr id="10" name="左箭头 9"/>
        <dsp:cNvSpPr/>
      </dsp:nvSpPr>
      <dsp:spPr bwMode="white">
        <a:xfrm rot="-2700000">
          <a:off x="2624329" y="1024394"/>
          <a:ext cx="927930" cy="289215"/>
        </a:xfrm>
        <a:prstGeom prst="leftArrow">
          <a:avLst>
            <a:gd name="adj1" fmla="val 60000"/>
            <a:gd name="adj2" fmla="val 50000"/>
          </a:avLst>
        </a:prstGeom>
        <a:solidFill>
          <a:srgbClr val="BF7C3B"/>
        </a:solidFill>
      </dsp:spPr>
      <dsp:style>
        <a:lnRef idx="0">
          <a:schemeClr val="lt1">
            <a:hueOff val="0"/>
            <a:satOff val="0"/>
            <a:lumOff val="0"/>
            <a:alpha val="100000"/>
          </a:schemeClr>
        </a:lnRef>
        <a:fillRef idx="1">
          <a:schemeClr val="accent5"/>
        </a:fillRef>
        <a:effectRef idx="0">
          <a:scrgbClr r="0" g="0" b="0"/>
        </a:effectRef>
        <a:fontRef idx="minor">
          <a:schemeClr val="lt1"/>
        </a:fontRef>
      </dsp:style>
      <dsp:txXfrm rot="-2700000">
        <a:off x="2624329" y="1024394"/>
        <a:ext cx="927930" cy="289215"/>
      </dsp:txXfrm>
    </dsp:sp>
    <dsp:sp modelId="{74896D7E-9501-4D95-AE3E-B37D0CB5959D}">
      <dsp:nvSpPr>
        <dsp:cNvPr id="11" name="圆角矩形 10"/>
        <dsp:cNvSpPr/>
      </dsp:nvSpPr>
      <dsp:spPr bwMode="white">
        <a:xfrm>
          <a:off x="2953436" y="436215"/>
          <a:ext cx="964049" cy="771240"/>
        </a:xfrm>
        <a:prstGeom prst="roundRect">
          <a:avLst>
            <a:gd name="adj" fmla="val 10000"/>
          </a:avLst>
        </a:prstGeom>
        <a:solidFill>
          <a:srgbClr val="BF7C3B"/>
        </a:solidFill>
      </dsp:spPr>
      <dsp:style>
        <a:lnRef idx="2">
          <a:schemeClr val="lt1"/>
        </a:lnRef>
        <a:fillRef idx="1">
          <a:schemeClr val="accent5"/>
        </a:fillRef>
        <a:effectRef idx="0">
          <a:scrgbClr r="0" g="0" b="0"/>
        </a:effectRef>
        <a:fontRef idx="minor">
          <a:schemeClr val="lt1"/>
        </a:fontRef>
      </dsp:style>
      <dsp:txBody>
        <a:bodyPr vert="horz" wrap="square" lIns="26670" tIns="26670" rIns="26670" bIns="266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云计算</a:t>
          </a:r>
        </a:p>
      </dsp:txBody>
      <dsp:txXfrm>
        <a:off x="2953436" y="436215"/>
        <a:ext cx="964049" cy="771240"/>
      </dsp:txXfrm>
    </dsp:sp>
    <dsp:sp modelId="{FDDCDF7E-00C5-490E-8B74-091A5447AFEC}">
      <dsp:nvSpPr>
        <dsp:cNvPr id="12" name="左箭头 11"/>
        <dsp:cNvSpPr/>
      </dsp:nvSpPr>
      <dsp:spPr bwMode="white">
        <a:xfrm>
          <a:off x="2916742" y="1730343"/>
          <a:ext cx="927930" cy="289215"/>
        </a:xfrm>
        <a:prstGeom prst="leftArrow">
          <a:avLst>
            <a:gd name="adj1" fmla="val 60000"/>
            <a:gd name="adj2" fmla="val 50000"/>
          </a:avLst>
        </a:prstGeom>
      </dsp:spPr>
      <dsp:style>
        <a:lnRef idx="0">
          <a:schemeClr val="lt1">
            <a:hueOff val="0"/>
            <a:satOff val="0"/>
            <a:lumOff val="0"/>
            <a:alpha val="100000"/>
          </a:schemeClr>
        </a:lnRef>
        <a:fillRef idx="1">
          <a:schemeClr val="accent6"/>
        </a:fillRef>
        <a:effectRef idx="0">
          <a:scrgbClr r="0" g="0" b="0"/>
        </a:effectRef>
        <a:fontRef idx="minor">
          <a:schemeClr val="lt1"/>
        </a:fontRef>
      </dsp:style>
      <dsp:txXfrm>
        <a:off x="2916742" y="1730343"/>
        <a:ext cx="927930" cy="289215"/>
      </dsp:txXfrm>
    </dsp:sp>
    <dsp:sp modelId="{C8389692-529C-4CCB-9F37-FD1DD63C9EE6}">
      <dsp:nvSpPr>
        <dsp:cNvPr id="13" name="圆角矩形 12"/>
        <dsp:cNvSpPr/>
      </dsp:nvSpPr>
      <dsp:spPr bwMode="white">
        <a:xfrm>
          <a:off x="3389651" y="1489331"/>
          <a:ext cx="964049" cy="771240"/>
        </a:xfrm>
        <a:prstGeom prst="roundRect">
          <a:avLst>
            <a:gd name="adj" fmla="val 10000"/>
          </a:avLst>
        </a:prstGeom>
      </dsp:spPr>
      <dsp:style>
        <a:lnRef idx="2">
          <a:schemeClr val="lt1"/>
        </a:lnRef>
        <a:fillRef idx="1">
          <a:schemeClr val="accent6"/>
        </a:fillRef>
        <a:effectRef idx="0">
          <a:scrgbClr r="0" g="0" b="0"/>
        </a:effectRef>
        <a:fontRef idx="minor">
          <a:schemeClr val="lt1"/>
        </a:fontRef>
      </dsp:style>
      <dsp:txBody>
        <a:bodyPr vert="horz" wrap="square" lIns="26670" tIns="26670" rIns="26670" bIns="266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视频</a:t>
          </a:r>
          <a:endParaRPr lang="zh-CN" altLang="en-US" sz="1400" dirty="0" smtClean="0">
            <a:latin typeface="微软雅黑" panose="020B0503020204020204" charset="-122"/>
            <a:ea typeface="微软雅黑" panose="020B0503020204020204" charset="-122"/>
          </a:endParaRPr>
        </a:p>
        <a:p>
          <a:pPr lvl="0">
            <a:lnSpc>
              <a:spcPct val="100000"/>
            </a:lnSpc>
            <a:spcBef>
              <a:spcPct val="0"/>
            </a:spcBef>
            <a:spcAft>
              <a:spcPct val="35000"/>
            </a:spcAft>
          </a:pPr>
          <a:r>
            <a:rPr lang="zh-CN" altLang="en-US" sz="1400" dirty="0" smtClean="0">
              <a:latin typeface="微软雅黑" panose="020B0503020204020204" charset="-122"/>
              <a:ea typeface="微软雅黑" panose="020B0503020204020204" charset="-122"/>
            </a:rPr>
            <a:t>监控</a:t>
          </a:r>
        </a:p>
      </dsp:txBody>
      <dsp:txXfrm>
        <a:off x="3389651" y="1489331"/>
        <a:ext cx="964049" cy="771240"/>
      </dsp:txXfrm>
    </dsp:sp>
  </dsp:spTree>
</dsp:drawing>
</file>

<file path=ppt/diagrams/layout1.xml><?xml version="1.0" encoding="utf-8"?>
<dgm:layoutDef xmlns:dgm="http://schemas.openxmlformats.org/drawingml/2006/diagram" xmlns:a="http://schemas.openxmlformats.org/drawingml/2006/main" uniqueId="urn:microsoft.com/office/officeart/2005/8/layout/radial4#1">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spd="slow"/>
  <p:timing>
    <p:tnLst>
      <p:par>
        <p:cTn id="1" dur="indefinite" restart="never" nodeType="tmRoot"/>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5" name="Title 1"/>
          <p:cNvSpPr txBox="1"/>
          <p:nvPr/>
        </p:nvSpPr>
        <p:spPr>
          <a:xfrm>
            <a:off x="1143840" y="545071"/>
            <a:ext cx="4536440" cy="3797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eaLnBrk="0" hangingPunct="0"/>
            <a:endParaRPr lang="en-GB" altLang="zh-CN" sz="2400" b="1"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p:transition spd="slow"/>
  <p:timing>
    <p:tnLst>
      <p:par>
        <p:cTn id="1" dur="indefinite" restart="never" nodeType="tmRoot"/>
      </p:par>
    </p:tn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图片 2" descr="666"/>
          <p:cNvPicPr>
            <a:picLocks noChangeAspect="1"/>
          </p:cNvPicPr>
          <p:nvPr/>
        </p:nvPicPr>
        <p:blipFill>
          <a:blip r:embed="rId3"/>
          <a:stretch>
            <a:fillRect/>
          </a:stretch>
        </p:blipFill>
        <p:spPr>
          <a:xfrm>
            <a:off x="4669367" y="1209887"/>
            <a:ext cx="1823720" cy="1398693"/>
          </a:xfrm>
          <a:prstGeom prst="rect">
            <a:avLst/>
          </a:prstGeom>
        </p:spPr>
      </p:pic>
    </p:spTree>
  </p:cSld>
  <p:clrMapOvr>
    <a:masterClrMapping/>
  </p:clrMapOvr>
  <p:transition spd="slow"/>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标题和内容">
    <p:bg>
      <p:bgPr>
        <a:solidFill>
          <a:schemeClr val="bg1"/>
        </a:solidFill>
        <a:effectLst/>
      </p:bgPr>
    </p:bg>
    <p:spTree>
      <p:nvGrpSpPr>
        <p:cNvPr id="1" name=""/>
        <p:cNvGrpSpPr/>
        <p:nvPr/>
      </p:nvGrpSpPr>
      <p:grpSpPr>
        <a:xfrm>
          <a:off x="0" y="0"/>
          <a:ext cx="0" cy="0"/>
          <a:chOff x="0" y="0"/>
          <a:chExt cx="0" cy="0"/>
        </a:xfrm>
      </p:grpSpPr>
      <p:sp>
        <p:nvSpPr>
          <p:cNvPr id="7" name="TextBox 15"/>
          <p:cNvSpPr txBox="1"/>
          <p:nvPr/>
        </p:nvSpPr>
        <p:spPr>
          <a:xfrm>
            <a:off x="10754803" y="6454620"/>
            <a:ext cx="895129" cy="368300"/>
          </a:xfrm>
          <a:prstGeom prst="rect">
            <a:avLst/>
          </a:prstGeom>
          <a:noFill/>
        </p:spPr>
        <p:txBody>
          <a:bodyPr wrap="square" rtlCol="0">
            <a:spAutoFit/>
          </a:bodyPr>
          <a:lstStyle/>
          <a:p>
            <a:pPr algn="ctr"/>
            <a:fld id="{2EEF1883-7A0E-4F66-9932-E581691AD397}" type="slidenum">
              <a:rPr lang="zh-CN" altLang="en-US" sz="1800" b="1" smtClean="0">
                <a:solidFill>
                  <a:schemeClr val="bg1"/>
                </a:solidFill>
                <a:effectLst/>
                <a:latin typeface="微软雅黑 Light" panose="020B0502040204020203" pitchFamily="34" charset="-122"/>
                <a:ea typeface="微软雅黑 Light" panose="020B0502040204020203" pitchFamily="34" charset="-122"/>
              </a:rPr>
            </a:fld>
            <a:r>
              <a:rPr lang="zh-CN" altLang="en-US" sz="1800" b="0" dirty="0" smtClean="0">
                <a:solidFill>
                  <a:schemeClr val="bg1"/>
                </a:solidFill>
                <a:latin typeface="微软雅黑 Light" panose="020B0502040204020203" pitchFamily="34" charset="-122"/>
                <a:ea typeface="微软雅黑 Light" panose="020B0502040204020203" pitchFamily="34" charset="-122"/>
              </a:rPr>
              <a:t> </a:t>
            </a:r>
            <a:endParaRPr lang="zh-CN" altLang="en-US" sz="1800" b="0" dirty="0" smtClean="0">
              <a:solidFill>
                <a:schemeClr val="bg1"/>
              </a:solidFill>
              <a:latin typeface="微软雅黑 Light" panose="020B0502040204020203" pitchFamily="34" charset="-122"/>
              <a:ea typeface="微软雅黑 Light" panose="020B0502040204020203" pitchFamily="34" charset="-122"/>
            </a:endParaRPr>
          </a:p>
        </p:txBody>
      </p:sp>
    </p:spTree>
  </p:cSld>
  <p:clrMapOvr>
    <a:masterClrMapping/>
  </p:clrMapOvr>
  <p:transition spd="slow"/>
  <p:timing>
    <p:tnLst>
      <p:par>
        <p:cTn id="1" dur="indefinite" restart="never" nodeType="tmRoot"/>
      </p:par>
    </p:tn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图片 2" descr="C:\Users\Administrator\Desktop\logo 2021-3-17\知白讲堂\png 知白\800x800-知白讲堂.png800x800-知白讲堂"/>
          <p:cNvPicPr>
            <a:picLocks noChangeAspect="1"/>
          </p:cNvPicPr>
          <p:nvPr/>
        </p:nvPicPr>
        <p:blipFill>
          <a:blip r:embed="rId2"/>
          <a:srcRect/>
          <a:stretch>
            <a:fillRect/>
          </a:stretch>
        </p:blipFill>
        <p:spPr>
          <a:xfrm>
            <a:off x="60113" y="72813"/>
            <a:ext cx="793327" cy="794173"/>
          </a:xfrm>
          <a:prstGeom prst="rect">
            <a:avLst/>
          </a:prstGeom>
        </p:spPr>
      </p:pic>
    </p:spTree>
  </p:cSld>
  <p:clrMapOvr>
    <a:masterClrMapping/>
  </p:clrMapOvr>
  <p:transition spd="slow"/>
  <p:timing>
    <p:tnLst>
      <p:par>
        <p:cTn id="1" dur="indefinite" restart="never" nodeType="tmRoot"/>
      </p:par>
    </p:tn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8"/>
          <a:stretch>
            <a:fillRect/>
          </a:stretch>
        </a:blipFill>
        <a:effectLst/>
      </p:bgPr>
    </p:bg>
    <p:spTree>
      <p:nvGrpSpPr>
        <p:cNvPr id="1" name=""/>
        <p:cNvGrpSpPr/>
        <p:nvPr/>
      </p:nvGrpSpPr>
      <p:grpSpPr>
        <a:xfrm>
          <a:off x="0" y="0"/>
          <a:ext cx="0" cy="0"/>
          <a:chOff x="0" y="0"/>
          <a:chExt cx="0" cy="0"/>
        </a:xfrm>
      </p:grpSpPr>
      <p:sp>
        <p:nvSpPr>
          <p:cNvPr id="4" name="TextBox 15"/>
          <p:cNvSpPr txBox="1"/>
          <p:nvPr/>
        </p:nvSpPr>
        <p:spPr>
          <a:xfrm>
            <a:off x="11004569" y="6112899"/>
            <a:ext cx="895129" cy="368300"/>
          </a:xfrm>
          <a:prstGeom prst="rect">
            <a:avLst/>
          </a:prstGeom>
          <a:noFill/>
        </p:spPr>
        <p:txBody>
          <a:bodyPr wrap="square" rtlCol="0">
            <a:spAutoFit/>
          </a:bodyPr>
          <a:lstStyle/>
          <a:p>
            <a:pPr algn="ctr"/>
            <a:fld id="{2EEF1883-7A0E-4F66-9932-E581691AD397}" type="slidenum">
              <a:rPr lang="zh-CN" altLang="en-US" sz="1800" b="1" smtClean="0">
                <a:solidFill>
                  <a:schemeClr val="tx1"/>
                </a:solidFill>
                <a:effectLst/>
                <a:latin typeface="幼圆" panose="02010509060101010101" charset="-122"/>
                <a:ea typeface="幼圆" panose="02010509060101010101" charset="-122"/>
              </a:rPr>
            </a:fld>
            <a:r>
              <a:rPr lang="zh-CN" altLang="en-US" sz="1800" b="0" dirty="0" smtClean="0">
                <a:solidFill>
                  <a:schemeClr val="bg1"/>
                </a:solidFill>
                <a:latin typeface="幼圆" panose="02010509060101010101" charset="-122"/>
                <a:ea typeface="幼圆" panose="02010509060101010101" charset="-122"/>
              </a:rPr>
              <a:t> </a:t>
            </a:r>
            <a:endParaRPr lang="zh-CN" altLang="en-US" sz="1800" b="0" dirty="0" smtClean="0">
              <a:solidFill>
                <a:schemeClr val="bg1"/>
              </a:solidFill>
              <a:latin typeface="幼圆" panose="02010509060101010101" charset="-122"/>
              <a:ea typeface="幼圆" panose="0201050906010101010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slow"/>
  <p:hf sldNum="0" hdr="0" ftr="0" dt="0"/>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ctr" defTabSz="1219200" rtl="0" eaLnBrk="1" latinLnBrk="0" hangingPunct="1">
        <a:spcBef>
          <a:spcPts val="130"/>
        </a:spcBef>
        <a:buFont typeface="Arial" panose="020B0604020202020204" pitchFamily="34" charset="0"/>
        <a:buChar char="•"/>
        <a:defRPr sz="4265" kern="1200">
          <a:solidFill>
            <a:schemeClr val="tx1"/>
          </a:solidFill>
          <a:latin typeface="+mn-lt"/>
          <a:ea typeface="+mn-ea"/>
          <a:cs typeface="+mn-cs"/>
        </a:defRPr>
      </a:lvl1pPr>
      <a:lvl2pPr marL="990600" indent="-381000" algn="ctr" defTabSz="1219200" rtl="0" eaLnBrk="1" latinLnBrk="0" hangingPunct="1">
        <a:spcBef>
          <a:spcPts val="130"/>
        </a:spcBef>
        <a:buFont typeface="Arial" panose="020B0604020202020204" pitchFamily="34" charset="0"/>
        <a:buChar char="–"/>
        <a:defRPr sz="3735" kern="1200">
          <a:solidFill>
            <a:schemeClr val="tx1"/>
          </a:solidFill>
          <a:latin typeface="+mn-lt"/>
          <a:ea typeface="+mn-ea"/>
          <a:cs typeface="+mn-cs"/>
        </a:defRPr>
      </a:lvl2pPr>
      <a:lvl3pPr marL="1524000" indent="-304800" algn="ctr" defTabSz="1219200" rtl="0" eaLnBrk="1" latinLnBrk="0" hangingPunct="1">
        <a:spcBef>
          <a:spcPts val="130"/>
        </a:spcBef>
        <a:buFont typeface="Arial" panose="020B0604020202020204" pitchFamily="34" charset="0"/>
        <a:buChar char="•"/>
        <a:defRPr sz="3200" kern="1200">
          <a:solidFill>
            <a:schemeClr val="tx1"/>
          </a:solidFill>
          <a:latin typeface="+mn-lt"/>
          <a:ea typeface="+mn-ea"/>
          <a:cs typeface="+mn-cs"/>
        </a:defRPr>
      </a:lvl3pPr>
      <a:lvl4pPr marL="2133600" indent="-304800" algn="ctr"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4pPr>
      <a:lvl5pPr marL="2743835" indent="-304800" algn="ctr"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5pPr>
      <a:lvl6pPr marL="33534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6pPr>
      <a:lvl7pPr marL="39630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7pPr>
      <a:lvl8pPr marL="45726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8pPr>
      <a:lvl9pPr marL="51822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7435"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7" Type="http://schemas.openxmlformats.org/officeDocument/2006/relationships/slideLayout" Target="../slideLayouts/slideLayout7.xml"/><Relationship Id="rId36" Type="http://schemas.openxmlformats.org/officeDocument/2006/relationships/tags" Target="../tags/tag45.xml"/><Relationship Id="rId35" Type="http://schemas.openxmlformats.org/officeDocument/2006/relationships/tags" Target="../tags/tag44.xml"/><Relationship Id="rId34" Type="http://schemas.openxmlformats.org/officeDocument/2006/relationships/tags" Target="../tags/tag43.xml"/><Relationship Id="rId33" Type="http://schemas.openxmlformats.org/officeDocument/2006/relationships/tags" Target="../tags/tag42.xml"/><Relationship Id="rId32" Type="http://schemas.openxmlformats.org/officeDocument/2006/relationships/tags" Target="../tags/tag41.xml"/><Relationship Id="rId31" Type="http://schemas.openxmlformats.org/officeDocument/2006/relationships/tags" Target="../tags/tag40.xml"/><Relationship Id="rId30" Type="http://schemas.openxmlformats.org/officeDocument/2006/relationships/tags" Target="../tags/tag39.xml"/><Relationship Id="rId3" Type="http://schemas.openxmlformats.org/officeDocument/2006/relationships/tags" Target="../tags/tag12.xml"/><Relationship Id="rId29" Type="http://schemas.openxmlformats.org/officeDocument/2006/relationships/tags" Target="../tags/tag38.xml"/><Relationship Id="rId28" Type="http://schemas.openxmlformats.org/officeDocument/2006/relationships/tags" Target="../tags/tag37.xml"/><Relationship Id="rId27" Type="http://schemas.openxmlformats.org/officeDocument/2006/relationships/tags" Target="../tags/tag36.xml"/><Relationship Id="rId26" Type="http://schemas.openxmlformats.org/officeDocument/2006/relationships/tags" Target="../tags/tag35.xml"/><Relationship Id="rId25" Type="http://schemas.openxmlformats.org/officeDocument/2006/relationships/tags" Target="../tags/tag34.xml"/><Relationship Id="rId24" Type="http://schemas.openxmlformats.org/officeDocument/2006/relationships/tags" Target="../tags/tag33.xml"/><Relationship Id="rId23" Type="http://schemas.openxmlformats.org/officeDocument/2006/relationships/tags" Target="../tags/tag32.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tags" Target="../tags/tag29.xml"/><Relationship Id="rId2" Type="http://schemas.openxmlformats.org/officeDocument/2006/relationships/tags" Target="../tags/tag11.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6" Type="http://schemas.openxmlformats.org/officeDocument/2006/relationships/slideLayout" Target="../slideLayouts/slideLayout7.xml"/><Relationship Id="rId45" Type="http://schemas.openxmlformats.org/officeDocument/2006/relationships/tags" Target="../tags/tag90.xml"/><Relationship Id="rId44" Type="http://schemas.openxmlformats.org/officeDocument/2006/relationships/tags" Target="../tags/tag89.xml"/><Relationship Id="rId43" Type="http://schemas.openxmlformats.org/officeDocument/2006/relationships/tags" Target="../tags/tag88.xml"/><Relationship Id="rId42" Type="http://schemas.openxmlformats.org/officeDocument/2006/relationships/tags" Target="../tags/tag87.xml"/><Relationship Id="rId41" Type="http://schemas.openxmlformats.org/officeDocument/2006/relationships/tags" Target="../tags/tag86.xml"/><Relationship Id="rId40" Type="http://schemas.openxmlformats.org/officeDocument/2006/relationships/tags" Target="../tags/tag85.xml"/><Relationship Id="rId4" Type="http://schemas.openxmlformats.org/officeDocument/2006/relationships/tags" Target="../tags/tag49.xml"/><Relationship Id="rId39" Type="http://schemas.openxmlformats.org/officeDocument/2006/relationships/tags" Target="../tags/tag84.xml"/><Relationship Id="rId38" Type="http://schemas.openxmlformats.org/officeDocument/2006/relationships/tags" Target="../tags/tag83.xml"/><Relationship Id="rId37" Type="http://schemas.openxmlformats.org/officeDocument/2006/relationships/tags" Target="../tags/tag82.xml"/><Relationship Id="rId36" Type="http://schemas.openxmlformats.org/officeDocument/2006/relationships/tags" Target="../tags/tag81.xml"/><Relationship Id="rId35" Type="http://schemas.openxmlformats.org/officeDocument/2006/relationships/tags" Target="../tags/tag80.xml"/><Relationship Id="rId34" Type="http://schemas.openxmlformats.org/officeDocument/2006/relationships/tags" Target="../tags/tag79.xml"/><Relationship Id="rId33" Type="http://schemas.openxmlformats.org/officeDocument/2006/relationships/tags" Target="../tags/tag78.xml"/><Relationship Id="rId32" Type="http://schemas.openxmlformats.org/officeDocument/2006/relationships/tags" Target="../tags/tag77.xml"/><Relationship Id="rId31" Type="http://schemas.openxmlformats.org/officeDocument/2006/relationships/tags" Target="../tags/tag76.xml"/><Relationship Id="rId30" Type="http://schemas.openxmlformats.org/officeDocument/2006/relationships/tags" Target="../tags/tag75.xml"/><Relationship Id="rId3" Type="http://schemas.openxmlformats.org/officeDocument/2006/relationships/tags" Target="../tags/tag48.xml"/><Relationship Id="rId29" Type="http://schemas.openxmlformats.org/officeDocument/2006/relationships/tags" Target="../tags/tag74.xml"/><Relationship Id="rId28" Type="http://schemas.openxmlformats.org/officeDocument/2006/relationships/tags" Target="../tags/tag73.xml"/><Relationship Id="rId27" Type="http://schemas.openxmlformats.org/officeDocument/2006/relationships/tags" Target="../tags/tag72.xml"/><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tags" Target="../tags/tag69.xml"/><Relationship Id="rId23" Type="http://schemas.openxmlformats.org/officeDocument/2006/relationships/tags" Target="../tags/tag68.xml"/><Relationship Id="rId22" Type="http://schemas.openxmlformats.org/officeDocument/2006/relationships/tags" Target="../tags/tag67.xml"/><Relationship Id="rId21" Type="http://schemas.openxmlformats.org/officeDocument/2006/relationships/tags" Target="../tags/tag66.xml"/><Relationship Id="rId20" Type="http://schemas.openxmlformats.org/officeDocument/2006/relationships/tags" Target="../tags/tag65.xml"/><Relationship Id="rId2" Type="http://schemas.openxmlformats.org/officeDocument/2006/relationships/tags" Target="../tags/tag47.xml"/><Relationship Id="rId19" Type="http://schemas.openxmlformats.org/officeDocument/2006/relationships/tags" Target="../tags/tag64.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tags" Target="../tags/tag4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file:///C:\Users\86176\AppData\Local\Temp\wps\INetCache\64036343979d994db23f599b53926d9c" TargetMode="External"/><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9" Type="http://schemas.microsoft.com/office/2007/relationships/diagramDrawing" Target="../diagrams/drawing1.xml"/><Relationship Id="rId8" Type="http://schemas.openxmlformats.org/officeDocument/2006/relationships/diagramColors" Target="../diagrams/colors1.xml"/><Relationship Id="rId7" Type="http://schemas.openxmlformats.org/officeDocument/2006/relationships/diagramQuickStyle" Target="../diagrams/quickStyle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1" Type="http://schemas.openxmlformats.org/officeDocument/2006/relationships/slideLayout" Target="../slideLayouts/slideLayout7.xml"/><Relationship Id="rId10" Type="http://schemas.openxmlformats.org/officeDocument/2006/relationships/tags" Target="../tags/tag95.xml"/><Relationship Id="rId1" Type="http://schemas.openxmlformats.org/officeDocument/2006/relationships/tags" Target="../tags/tag9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0.xml"/><Relationship Id="rId1" Type="http://schemas.openxmlformats.org/officeDocument/2006/relationships/tags" Target="../tags/tag9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8.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emf"/><Relationship Id="rId1" Type="http://schemas.openxmlformats.org/officeDocument/2006/relationships/tags" Target="../tags/tag11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7.emf"/><Relationship Id="rId1" Type="http://schemas.openxmlformats.org/officeDocument/2006/relationships/image" Target="../media/image16.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emf"/><Relationship Id="rId1" Type="http://schemas.openxmlformats.org/officeDocument/2006/relationships/tags" Target="../tags/tag11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5.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3"/>
          <p:cNvSpPr txBox="1">
            <a:spLocks noChangeArrowheads="1"/>
          </p:cNvSpPr>
          <p:nvPr/>
        </p:nvSpPr>
        <p:spPr>
          <a:xfrm>
            <a:off x="855980" y="3178175"/>
            <a:ext cx="6627495" cy="502285"/>
          </a:xfrm>
          <a:prstGeom prst="rect">
            <a:avLst/>
          </a:prstGeom>
        </p:spPr>
        <p:txBody>
          <a:bodyPr vert="horz" lIns="91454" tIns="45726" rIns="91454" bIns="45726"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735" b="1" dirty="0" smtClean="0">
                <a:solidFill>
                  <a:schemeClr val="accent1"/>
                </a:solidFill>
                <a:latin typeface="幼圆" panose="02010509060101010101" charset="-122"/>
                <a:ea typeface="幼圆" panose="02010509060101010101" charset="-122"/>
                <a:cs typeface="幼圆" panose="02010509060101010101" charset="-122"/>
              </a:rPr>
              <a:t>网络安全等级保护设计与实践</a:t>
            </a:r>
            <a:endParaRPr lang="zh-CN" altLang="en-US" sz="3735" b="1" dirty="0" smtClean="0">
              <a:solidFill>
                <a:schemeClr val="accent1"/>
              </a:solidFill>
              <a:latin typeface="幼圆" panose="02010509060101010101" charset="-122"/>
              <a:ea typeface="幼圆" panose="02010509060101010101" charset="-122"/>
              <a:cs typeface="幼圆" panose="02010509060101010101" charset="-122"/>
            </a:endParaRPr>
          </a:p>
        </p:txBody>
      </p:sp>
      <p:sp>
        <p:nvSpPr>
          <p:cNvPr id="5" name="页脚占位符 8"/>
          <p:cNvSpPr>
            <a:spLocks noGrp="1"/>
          </p:cNvSpPr>
          <p:nvPr/>
        </p:nvSpPr>
        <p:spPr>
          <a:xfrm>
            <a:off x="1260687" y="5986780"/>
            <a:ext cx="2799927" cy="342900"/>
          </a:xfrm>
        </p:spPr>
        <p:txBody>
          <a:bodyPr/>
          <a:lstStyle>
            <a:lvl1pPr algn="ctr">
              <a:defRPr sz="1400"/>
            </a:lvl1pPr>
          </a:lstStyle>
          <a:p>
            <a:pPr algn="dist"/>
            <a:r>
              <a:rPr lang="zh-CN" altLang="en-US" sz="1200" b="1">
                <a:solidFill>
                  <a:schemeClr val="tx1"/>
                </a:solidFill>
                <a:effectLst>
                  <a:outerShdw blurRad="38100" dist="25400" dir="5400000" algn="ctr" rotWithShape="0">
                    <a:srgbClr val="6E747A">
                      <a:alpha val="43000"/>
                    </a:srgbClr>
                  </a:outerShdw>
                </a:effectLst>
                <a:latin typeface="幼圆" panose="02010509060101010101" charset="-122"/>
                <a:ea typeface="幼圆" panose="02010509060101010101" charset="-122"/>
                <a:sym typeface="+mn-ea"/>
              </a:rPr>
              <a:t>启明星辰网络空间安全学院</a:t>
            </a:r>
            <a:endParaRPr lang="zh-CN" altLang="en-US" sz="1200" b="1">
              <a:solidFill>
                <a:schemeClr val="tx1"/>
              </a:solidFill>
              <a:effectLst>
                <a:outerShdw blurRad="38100" dist="25400" dir="5400000" algn="ctr" rotWithShape="0">
                  <a:srgbClr val="6E747A">
                    <a:alpha val="43000"/>
                  </a:srgbClr>
                </a:outerShdw>
              </a:effectLst>
              <a:latin typeface="幼圆" panose="02010509060101010101" charset="-122"/>
              <a:ea typeface="幼圆" panose="02010509060101010101" charset="-122"/>
              <a:sym typeface="+mn-ea"/>
            </a:endParaRPr>
          </a:p>
        </p:txBody>
      </p:sp>
      <p:pic>
        <p:nvPicPr>
          <p:cNvPr id="11" name="图片 10" descr="学院logo"/>
          <p:cNvPicPr>
            <a:picLocks noChangeAspect="1"/>
          </p:cNvPicPr>
          <p:nvPr userDrawn="1"/>
        </p:nvPicPr>
        <p:blipFill>
          <a:blip r:embed="rId1"/>
          <a:stretch>
            <a:fillRect/>
          </a:stretch>
        </p:blipFill>
        <p:spPr>
          <a:xfrm>
            <a:off x="540173" y="377613"/>
            <a:ext cx="2782147" cy="927947"/>
          </a:xfrm>
          <a:prstGeom prst="rect">
            <a:avLst/>
          </a:prstGeom>
        </p:spPr>
      </p:pic>
      <p:pic>
        <p:nvPicPr>
          <p:cNvPr id="17" name="图片 16" descr="C:\Users\Administrator\Desktop\logo 2021-3-17\知白讲堂\png 知白\1000x1000-知白讲堂.png1000x1000-知白讲堂"/>
          <p:cNvPicPr>
            <a:picLocks noChangeAspect="1"/>
          </p:cNvPicPr>
          <p:nvPr/>
        </p:nvPicPr>
        <p:blipFill>
          <a:blip r:embed="rId2"/>
          <a:srcRect/>
          <a:stretch>
            <a:fillRect/>
          </a:stretch>
        </p:blipFill>
        <p:spPr>
          <a:xfrm>
            <a:off x="7207673" y="1216660"/>
            <a:ext cx="4253653" cy="42536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51180" y="692785"/>
            <a:ext cx="9159271" cy="923330"/>
          </a:xfrm>
          <a:prstGeom prst="rect">
            <a:avLst/>
          </a:prstGeom>
          <a:noFill/>
        </p:spPr>
        <p:txBody>
          <a:bodyPr wrap="square" rtlCol="0">
            <a:spAutoFit/>
          </a:bodyPr>
          <a:lstStyle/>
          <a:p>
            <a:pPr algn="l"/>
            <a:r>
              <a:rPr lang="zh-CN" altLang="en-US" sz="5400" b="1" dirty="0" smtClean="0">
                <a:solidFill>
                  <a:srgbClr val="BF2021"/>
                </a:solidFill>
                <a:latin typeface="微软雅黑" panose="020B0503020204020204" charset="-122"/>
                <a:ea typeface="微软雅黑" panose="020B0503020204020204" charset="-122"/>
                <a:cs typeface="微软雅黑" panose="020B0503020204020204" charset="-122"/>
              </a:rPr>
              <a:t>任务分解</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pic>
        <p:nvPicPr>
          <p:cNvPr id="2" name="ECB019B1-382A-4266-B25C-5B523AA43C14-1" descr="C:\Users\admin\Desktop\网络安全等级保护设计与实践-思维导图\教材-4，5，6，7，8，9章.JPG教材-4，5，6，7，8，9章"/>
          <p:cNvPicPr>
            <a:picLocks noChangeAspect="1"/>
          </p:cNvPicPr>
          <p:nvPr/>
        </p:nvPicPr>
        <p:blipFill>
          <a:blip r:embed="rId1"/>
          <a:srcRect/>
          <a:stretch>
            <a:fillRect/>
          </a:stretch>
        </p:blipFill>
        <p:spPr>
          <a:xfrm>
            <a:off x="3830003" y="332740"/>
            <a:ext cx="6861810" cy="6417310"/>
          </a:xfrm>
          <a:prstGeom prst="rect">
            <a:avLst/>
          </a:prstGeom>
        </p:spPr>
      </p:pic>
      <p:sp>
        <p:nvSpPr>
          <p:cNvPr id="3" name="圆角矩形 2"/>
          <p:cNvSpPr/>
          <p:nvPr/>
        </p:nvSpPr>
        <p:spPr>
          <a:xfrm>
            <a:off x="6096000" y="3500755"/>
            <a:ext cx="4620260" cy="1587500"/>
          </a:xfrm>
          <a:prstGeom prst="roundRect">
            <a:avLst/>
          </a:prstGeom>
          <a:noFill/>
          <a:ln>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8040370" y="4223385"/>
            <a:ext cx="2261235" cy="248285"/>
          </a:xfrm>
          <a:prstGeom prst="roundRect">
            <a:avLst/>
          </a:prstGeom>
          <a:noFill/>
          <a:ln>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p:cNvSpPr/>
          <p:nvPr/>
        </p:nvSpPr>
        <p:spPr>
          <a:xfrm>
            <a:off x="1833245" y="2277110"/>
            <a:ext cx="8860155" cy="2176780"/>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5" name="圆角矩形 17"/>
          <p:cNvSpPr/>
          <p:nvPr/>
        </p:nvSpPr>
        <p:spPr>
          <a:xfrm>
            <a:off x="3410072" y="2026113"/>
            <a:ext cx="5219376" cy="513864"/>
          </a:xfrm>
          <a:prstGeom prst="roundRect">
            <a:avLst/>
          </a:prstGeom>
          <a:solidFill>
            <a:srgbClr val="C91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6" name="文本框 5"/>
          <p:cNvSpPr txBox="1"/>
          <p:nvPr/>
        </p:nvSpPr>
        <p:spPr>
          <a:xfrm>
            <a:off x="3588150" y="2082706"/>
            <a:ext cx="4652692" cy="347345"/>
          </a:xfrm>
          <a:prstGeom prst="rect">
            <a:avLst/>
          </a:prstGeom>
          <a:noFill/>
        </p:spPr>
        <p:txBody>
          <a:bodyPr wrap="square" rtlCol="0">
            <a:spAutoFit/>
          </a:bodyPr>
          <a:lstStyle/>
          <a:p>
            <a:pPr algn="dist"/>
            <a:r>
              <a:rPr kumimoji="1" lang="zh-CN" sz="1665" dirty="0">
                <a:solidFill>
                  <a:schemeClr val="bg1"/>
                </a:solidFill>
                <a:latin typeface="微软雅黑" panose="020B0503020204020204" charset="-122"/>
                <a:ea typeface="微软雅黑" panose="020B0503020204020204" charset="-122"/>
                <a:cs typeface="微软雅黑" panose="020B0503020204020204" charset="-122"/>
              </a:rPr>
              <a:t>网络安全等级保护设计与实践</a:t>
            </a:r>
            <a:endParaRPr kumimoji="1" lang="zh-CN" sz="166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847850" y="2996565"/>
            <a:ext cx="8874760" cy="607695"/>
          </a:xfrm>
          <a:prstGeom prst="rect">
            <a:avLst/>
          </a:prstGeom>
          <a:noFill/>
        </p:spPr>
        <p:txBody>
          <a:bodyPr wrap="square" rtlCol="0">
            <a:spAutoFit/>
          </a:bodyPr>
          <a:lstStyle/>
          <a:p>
            <a:pPr algn="ctr">
              <a:lnSpc>
                <a:spcPct val="120000"/>
              </a:lnSpc>
              <a:buClrTx/>
              <a:buSzTx/>
              <a:buFontTx/>
            </a:pPr>
            <a:r>
              <a:rPr kumimoji="1" lang="zh-CN" altLang="en-US" sz="2800" b="1" dirty="0" smtClean="0">
                <a:latin typeface="微软雅黑" panose="020B0503020204020204" charset="-122"/>
                <a:ea typeface="微软雅黑" panose="020B0503020204020204" charset="-122"/>
                <a:cs typeface="微软雅黑" panose="020B0503020204020204" charset="-122"/>
              </a:rPr>
              <a:t>第</a:t>
            </a:r>
            <a:r>
              <a:rPr kumimoji="1" lang="en-US" altLang="zh-CN" sz="2800" b="1" dirty="0">
                <a:latin typeface="微软雅黑" panose="020B0503020204020204" charset="-122"/>
                <a:ea typeface="微软雅黑" panose="020B0503020204020204" charset="-122"/>
                <a:cs typeface="微软雅黑" panose="020B0503020204020204" charset="-122"/>
              </a:rPr>
              <a:t>7</a:t>
            </a:r>
            <a:r>
              <a:rPr kumimoji="1" lang="zh-CN" altLang="en-US" sz="2800" b="1" dirty="0" smtClean="0">
                <a:latin typeface="微软雅黑" panose="020B0503020204020204" charset="-122"/>
                <a:ea typeface="微软雅黑" panose="020B0503020204020204" charset="-122"/>
                <a:cs typeface="微软雅黑" panose="020B0503020204020204" charset="-122"/>
              </a:rPr>
              <a:t>章  </a:t>
            </a:r>
            <a:r>
              <a:rPr kumimoji="1" lang="zh-CN" altLang="en-US" sz="2800" b="1" dirty="0">
                <a:latin typeface="微软雅黑" panose="020B0503020204020204" charset="-122"/>
                <a:ea typeface="微软雅黑" panose="020B0503020204020204" charset="-122"/>
                <a:cs typeface="微软雅黑" panose="020B0503020204020204" charset="-122"/>
              </a:rPr>
              <a:t>安全计算环境02</a:t>
            </a:r>
            <a:endParaRPr kumimoji="1" lang="zh-CN" altLang="en-US" sz="2800" b="1" dirty="0">
              <a:latin typeface="微软雅黑" panose="020B0503020204020204" charset="-122"/>
              <a:ea typeface="微软雅黑" panose="020B0503020204020204" charset="-122"/>
              <a:cs typeface="微软雅黑" panose="020B0503020204020204" charset="-122"/>
            </a:endParaRPr>
          </a:p>
        </p:txBody>
      </p:sp>
      <p:sp>
        <p:nvSpPr>
          <p:cNvPr id="8" name="椭圆 7"/>
          <p:cNvSpPr/>
          <p:nvPr/>
        </p:nvSpPr>
        <p:spPr>
          <a:xfrm>
            <a:off x="7477216" y="4411026"/>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9" name="椭圆 8"/>
          <p:cNvSpPr/>
          <p:nvPr/>
        </p:nvSpPr>
        <p:spPr>
          <a:xfrm>
            <a:off x="4626442" y="4404989"/>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10" name="文本框 9"/>
          <p:cNvSpPr txBox="1"/>
          <p:nvPr/>
        </p:nvSpPr>
        <p:spPr>
          <a:xfrm>
            <a:off x="4728150" y="4211606"/>
            <a:ext cx="2735324" cy="384849"/>
          </a:xfrm>
          <a:prstGeom prst="rect">
            <a:avLst/>
          </a:prstGeom>
          <a:solidFill>
            <a:schemeClr val="bg1"/>
          </a:solidFill>
        </p:spPr>
        <p:txBody>
          <a:bodyPr wrap="square" rtlCol="0" anchor="t">
            <a:spAutoFit/>
          </a:bodyPr>
          <a:lstStyle/>
          <a:p>
            <a:pPr algn="ctr">
              <a:lnSpc>
                <a:spcPct val="100000"/>
              </a:lnSpc>
            </a:pPr>
            <a:r>
              <a:rPr kumimoji="1" lang="zh-CN" altLang="en-US" sz="1900" b="1" dirty="0">
                <a:latin typeface="微软雅黑" panose="020B0503020204020204" charset="-122"/>
                <a:ea typeface="微软雅黑" panose="020B0503020204020204" charset="-122"/>
                <a:cs typeface="微软雅黑" panose="020B0503020204020204" charset="-122"/>
                <a:sym typeface="+mn-ea"/>
              </a:rPr>
              <a:t>讲师  </a:t>
            </a:r>
            <a:r>
              <a:rPr kumimoji="1" lang="en-US" altLang="zh-CN" sz="1900" b="1" dirty="0">
                <a:latin typeface="微软雅黑" panose="020B0503020204020204" charset="-122"/>
                <a:ea typeface="微软雅黑" panose="020B0503020204020204" charset="-122"/>
                <a:cs typeface="微软雅黑" panose="020B0503020204020204" charset="-122"/>
                <a:sym typeface="+mn-ea"/>
              </a:rPr>
              <a:t>XXX</a:t>
            </a:r>
            <a:r>
              <a:rPr kumimoji="1" lang="zh-CN" altLang="en-US" sz="1900" b="1" dirty="0">
                <a:latin typeface="微软雅黑" panose="020B0503020204020204" charset="-122"/>
                <a:ea typeface="微软雅黑" panose="020B0503020204020204" charset="-122"/>
                <a:cs typeface="微软雅黑" panose="020B0503020204020204" charset="-122"/>
                <a:sym typeface="+mn-ea"/>
              </a:rPr>
              <a:t>、</a:t>
            </a:r>
            <a:r>
              <a:rPr kumimoji="1" lang="en-US" altLang="zh-CN" sz="1900" b="1" dirty="0">
                <a:latin typeface="微软雅黑" panose="020B0503020204020204" charset="-122"/>
                <a:ea typeface="微软雅黑" panose="020B0503020204020204" charset="-122"/>
                <a:cs typeface="微软雅黑" panose="020B0503020204020204" charset="-122"/>
                <a:sym typeface="+mn-ea"/>
              </a:rPr>
              <a:t>XXX</a:t>
            </a:r>
            <a:endParaRPr lang="zh-CN" altLang="en-US" sz="1900" dirty="0"/>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635"/>
            <a:ext cx="10515600" cy="769620"/>
          </a:xfrm>
        </p:spPr>
        <p:txBody>
          <a:bodyPr/>
          <a:lstStyle/>
          <a:p>
            <a:pPr algn="l"/>
            <a:r>
              <a:rPr lang="zh-CN" sz="3600" b="1" smtClean="0">
                <a:latin typeface="微软雅黑" panose="020B0503020204020204" charset="-122"/>
                <a:ea typeface="微软雅黑" panose="020B0503020204020204" charset="-122"/>
                <a:sym typeface="+mn-ea"/>
              </a:rPr>
              <a:t>小节概要</a:t>
            </a:r>
            <a:endParaRPr lang="zh-CN" sz="3600" b="1" smtClean="0">
              <a:latin typeface="微软雅黑" panose="020B0503020204020204" charset="-122"/>
              <a:ea typeface="微软雅黑" panose="020B0503020204020204" charset="-122"/>
              <a:sym typeface="+mn-ea"/>
            </a:endParaRPr>
          </a:p>
        </p:txBody>
      </p:sp>
      <p:grpSp>
        <p:nvGrpSpPr>
          <p:cNvPr id="4" name="组合 3"/>
          <p:cNvGrpSpPr/>
          <p:nvPr>
            <p:custDataLst>
              <p:tags r:id="rId1"/>
            </p:custDataLst>
          </p:nvPr>
        </p:nvGrpSpPr>
        <p:grpSpPr>
          <a:xfrm>
            <a:off x="1104900" y="1781810"/>
            <a:ext cx="10433686" cy="1971041"/>
            <a:chOff x="1689815" y="2366768"/>
            <a:chExt cx="7952135" cy="1316995"/>
          </a:xfrm>
        </p:grpSpPr>
        <p:sp>
          <p:nvSpPr>
            <p:cNvPr id="5" name="矩形 4"/>
            <p:cNvSpPr/>
            <p:nvPr>
              <p:custDataLst>
                <p:tags r:id="rId2"/>
              </p:custDataLst>
            </p:nvPr>
          </p:nvSpPr>
          <p:spPr>
            <a:xfrm>
              <a:off x="1794590" y="2662236"/>
              <a:ext cx="547687" cy="5667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01</a:t>
              </a:r>
              <a:endParaRPr lang="zh-CN" altLang="en-US" sz="1800" b="1" dirty="0">
                <a:solidFill>
                  <a:schemeClr val="bg1"/>
                </a:solidFill>
                <a:latin typeface="+mj-lt"/>
                <a:cs typeface="+mj-lt"/>
                <a:sym typeface="Arial" panose="020B0604020202020204" pitchFamily="34" charset="0"/>
              </a:endParaRPr>
            </a:p>
          </p:txBody>
        </p:sp>
        <p:sp>
          <p:nvSpPr>
            <p:cNvPr id="6" name="任意多边形 5"/>
            <p:cNvSpPr/>
            <p:nvPr>
              <p:custDataLst>
                <p:tags r:id="rId3"/>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800">
                <a:sym typeface="Arial" panose="020B0604020202020204" pitchFamily="34" charset="0"/>
              </a:endParaRPr>
            </a:p>
          </p:txBody>
        </p:sp>
        <p:sp>
          <p:nvSpPr>
            <p:cNvPr id="7" name="文本框 6"/>
            <p:cNvSpPr txBox="1"/>
            <p:nvPr>
              <p:custDataLst>
                <p:tags r:id="rId4"/>
              </p:custDataLst>
            </p:nvPr>
          </p:nvSpPr>
          <p:spPr>
            <a:xfrm>
              <a:off x="2590002" y="2366768"/>
              <a:ext cx="7051948" cy="1316995"/>
            </a:xfrm>
            <a:prstGeom prst="rect">
              <a:avLst/>
            </a:prstGeom>
            <a:noFill/>
          </p:spPr>
          <p:txBody>
            <a:bodyPr wrap="square" lIns="0" tIns="0" rIns="0" bIns="0" rtlCol="0" anchor="ctr" anchorCtr="0">
              <a:normAutofit fontScale="90000" lnSpcReduction="20000"/>
            </a:bodyPr>
            <a:lstStyle/>
            <a:p>
              <a:pPr>
                <a:lnSpc>
                  <a:spcPts val="2800"/>
                </a:lnSpc>
              </a:pPr>
              <a:r>
                <a:rPr lang="zh-CN" altLang="en-US" sz="2000" b="1" dirty="0">
                  <a:latin typeface="微软雅黑" panose="020B0503020204020204" charset="-122"/>
                  <a:ea typeface="微软雅黑" panose="020B0503020204020204" charset="-122"/>
                </a:rPr>
                <a:t>内容</a:t>
              </a:r>
              <a:r>
                <a:rPr lang="zh-CN" altLang="en-US" sz="2000" b="1" dirty="0" smtClean="0">
                  <a:latin typeface="微软雅黑" panose="020B0503020204020204" charset="-122"/>
                  <a:ea typeface="微软雅黑" panose="020B0503020204020204" charset="-122"/>
                </a:rPr>
                <a:t>描述</a:t>
              </a:r>
              <a:r>
                <a:rPr lang="en-US" altLang="zh-CN" sz="2000" b="1" dirty="0" smtClean="0">
                  <a:latin typeface="微软雅黑" panose="020B0503020204020204" charset="-122"/>
                  <a:ea typeface="微软雅黑" panose="020B0503020204020204" charset="-122"/>
                </a:rPr>
                <a:t>:</a:t>
              </a:r>
              <a:endParaRPr lang="en-US" altLang="zh-CN" sz="2000" b="1" dirty="0" smtClean="0">
                <a:latin typeface="微软雅黑" panose="020B0503020204020204" charset="-122"/>
                <a:ea typeface="微软雅黑" panose="020B0503020204020204" charset="-122"/>
              </a:endParaRPr>
            </a:p>
            <a:p>
              <a:pPr lvl="0" indent="457200" algn="just">
                <a:lnSpc>
                  <a:spcPct val="150000"/>
                </a:lnSpc>
              </a:pPr>
              <a:r>
                <a:rPr lang="zh-CN" altLang="zh-CN" sz="1800" dirty="0" smtClean="0">
                  <a:latin typeface="微软雅黑" panose="020B0503020204020204" charset="-122"/>
                  <a:ea typeface="微软雅黑" panose="020B0503020204020204" charset="-122"/>
                </a:rPr>
                <a:t>计算环境安全是整个等级保护对象安全的基础，包括网络设备、安全设备、服务器（操作系统、数据库）、业务应用软件、系统管理软件、数据和终端的安全，是保障企事业单位业务系统稳定持续运行的前提。本任务介绍了网络安全等级保护安全计算环境要求条款，对操作系统、数据库、业务应用系统和数据的基础安全知识进行介绍，</a:t>
              </a:r>
              <a:r>
                <a:rPr lang="zh-CN" altLang="zh-CN" sz="1800" b="1" dirty="0" smtClean="0">
                  <a:latin typeface="微软雅黑" panose="020B0503020204020204" charset="-122"/>
                  <a:ea typeface="微软雅黑" panose="020B0503020204020204" charset="-122"/>
                </a:rPr>
                <a:t>并具体讲解如何</a:t>
              </a:r>
              <a:r>
                <a:rPr lang="zh-CN" altLang="zh-CN" sz="1800" b="1" dirty="0" smtClean="0">
                  <a:solidFill>
                    <a:srgbClr val="FF0000"/>
                  </a:solidFill>
                  <a:latin typeface="微软雅黑" panose="020B0503020204020204" charset="-122"/>
                  <a:ea typeface="微软雅黑" panose="020B0503020204020204" charset="-122"/>
                </a:rPr>
                <a:t>对操作系统、数据库</a:t>
              </a:r>
              <a:r>
                <a:rPr lang="zh-CN" altLang="zh-CN" sz="1800" b="1" dirty="0" smtClean="0">
                  <a:latin typeface="微软雅黑" panose="020B0503020204020204" charset="-122"/>
                  <a:ea typeface="微软雅黑" panose="020B0503020204020204" charset="-122"/>
                </a:rPr>
                <a:t>、业务应用系统和数据基于网络安全等级保护要求进行安全实践</a:t>
              </a:r>
              <a:r>
                <a:rPr lang="zh-CN" altLang="zh-CN" sz="1800" dirty="0" smtClean="0">
                  <a:latin typeface="微软雅黑" panose="020B0503020204020204" charset="-122"/>
                  <a:ea typeface="微软雅黑" panose="020B0503020204020204" charset="-122"/>
                </a:rPr>
                <a:t>。</a:t>
              </a:r>
              <a:endParaRPr lang="zh-CN" altLang="en-US" sz="2000" dirty="0" smtClean="0">
                <a:solidFill>
                  <a:schemeClr val="tx1"/>
                </a:solidFill>
                <a:latin typeface="微软雅黑" panose="020B0503020204020204" charset="-122"/>
                <a:ea typeface="微软雅黑" panose="020B0503020204020204" charset="-122"/>
                <a:cs typeface="+mj-cs"/>
                <a:sym typeface="+mn-ea"/>
              </a:endParaRPr>
            </a:p>
          </p:txBody>
        </p:sp>
      </p:grpSp>
      <p:grpSp>
        <p:nvGrpSpPr>
          <p:cNvPr id="12" name="组合 11"/>
          <p:cNvGrpSpPr/>
          <p:nvPr>
            <p:custDataLst>
              <p:tags r:id="rId5"/>
            </p:custDataLst>
          </p:nvPr>
        </p:nvGrpSpPr>
        <p:grpSpPr>
          <a:xfrm>
            <a:off x="1105085" y="4088696"/>
            <a:ext cx="10671105" cy="2270766"/>
            <a:chOff x="1689815" y="3696817"/>
            <a:chExt cx="8133087" cy="1730687"/>
          </a:xfrm>
        </p:grpSpPr>
        <p:sp>
          <p:nvSpPr>
            <p:cNvPr id="13" name="矩形 12"/>
            <p:cNvSpPr/>
            <p:nvPr>
              <p:custDataLst>
                <p:tags r:id="rId6"/>
              </p:custDataLst>
            </p:nvPr>
          </p:nvSpPr>
          <p:spPr>
            <a:xfrm>
              <a:off x="1794590" y="3805236"/>
              <a:ext cx="547687" cy="566738"/>
            </a:xfrm>
            <a:prstGeom prst="rec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02</a:t>
              </a:r>
              <a:endParaRPr lang="zh-CN" altLang="en-US" sz="1800" dirty="0">
                <a:solidFill>
                  <a:schemeClr val="bg1"/>
                </a:solidFill>
                <a:sym typeface="Arial" panose="020B0604020202020204" pitchFamily="34" charset="0"/>
              </a:endParaRPr>
            </a:p>
          </p:txBody>
        </p:sp>
        <p:sp>
          <p:nvSpPr>
            <p:cNvPr id="14" name="任意多边形 13"/>
            <p:cNvSpPr/>
            <p:nvPr>
              <p:custDataLst>
                <p:tags r:id="rId7"/>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800">
                <a:sym typeface="Arial" panose="020B0604020202020204" pitchFamily="34" charset="0"/>
              </a:endParaRPr>
            </a:p>
          </p:txBody>
        </p:sp>
        <p:sp>
          <p:nvSpPr>
            <p:cNvPr id="15" name="文本框 14"/>
            <p:cNvSpPr txBox="1"/>
            <p:nvPr>
              <p:custDataLst>
                <p:tags r:id="rId8"/>
              </p:custDataLst>
            </p:nvPr>
          </p:nvSpPr>
          <p:spPr>
            <a:xfrm>
              <a:off x="2590022" y="3746250"/>
              <a:ext cx="7232880" cy="1681254"/>
            </a:xfrm>
            <a:prstGeom prst="rect">
              <a:avLst/>
            </a:prstGeom>
            <a:noFill/>
          </p:spPr>
          <p:txBody>
            <a:bodyPr wrap="square" lIns="0" tIns="0" rIns="0" bIns="0" rtlCol="0" anchor="ctr" anchorCtr="0">
              <a:normAutofit/>
            </a:bodyPr>
            <a:lstStyle/>
            <a:p>
              <a:pPr>
                <a:lnSpc>
                  <a:spcPts val="2800"/>
                </a:lnSpc>
              </a:pPr>
              <a:r>
                <a:rPr lang="zh-CN" altLang="en-US" sz="2000" b="1" dirty="0" smtClean="0">
                  <a:latin typeface="微软雅黑" panose="020B0503020204020204" charset="-122"/>
                  <a:ea typeface="微软雅黑" panose="020B0503020204020204" charset="-122"/>
                </a:rPr>
                <a:t>学习目标：</a:t>
              </a:r>
              <a:endParaRPr lang="en-US" altLang="zh-CN" sz="2000" b="1" dirty="0" smtClean="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掌握安全计算环境建设要点和要求。</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掌握操作系统安全防护方法。</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了解安全配置基线。</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了解web的应用系统安全防护方法。</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err="1" smtClean="0">
                  <a:solidFill>
                    <a:schemeClr val="tx1">
                      <a:lumMod val="95000"/>
                      <a:lumOff val="5000"/>
                    </a:schemeClr>
                  </a:solidFill>
                  <a:latin typeface="微软雅黑" panose="020B0503020204020204" charset="-122"/>
                  <a:ea typeface="微软雅黑" panose="020B0503020204020204" charset="-122"/>
                  <a:cs typeface="+mj-cs"/>
                  <a:sym typeface="+mn-ea"/>
                </a:rPr>
                <a:t>了解数据安全防护方法</a:t>
              </a: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p:txBody>
        </p:sp>
      </p:gr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p:cNvSpPr>
            <a:spLocks noGrp="1"/>
          </p:cNvSpPr>
          <p:nvPr>
            <p:ph type="title"/>
          </p:nvPr>
        </p:nvSpPr>
        <p:spPr>
          <a:xfrm>
            <a:off x="838200" y="548640"/>
            <a:ext cx="10515600" cy="883285"/>
          </a:xfrm>
        </p:spPr>
        <p:txBody>
          <a:bodyPr/>
          <a:lstStyle/>
          <a:p>
            <a:pPr algn="l"/>
            <a:r>
              <a:rPr lang="en-US" sz="3600" b="1" smtClean="0">
                <a:latin typeface="微软雅黑" panose="020B0503020204020204" charset="-122"/>
                <a:ea typeface="微软雅黑" panose="020B0503020204020204" charset="-122"/>
                <a:sym typeface="+mn-ea"/>
              </a:rPr>
              <a:t>7.2</a:t>
            </a:r>
            <a:r>
              <a:rPr sz="3600" b="1" smtClean="0">
                <a:latin typeface="微软雅黑" panose="020B0503020204020204" charset="-122"/>
                <a:ea typeface="微软雅黑" panose="020B0503020204020204" charset="-122"/>
                <a:sym typeface="+mn-ea"/>
              </a:rPr>
              <a:t>、安全计算环境实践</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3" name="文本框 2"/>
          <p:cNvSpPr txBox="1"/>
          <p:nvPr/>
        </p:nvSpPr>
        <p:spPr>
          <a:xfrm>
            <a:off x="1271905" y="1772285"/>
            <a:ext cx="10156825" cy="414020"/>
          </a:xfrm>
          <a:prstGeom prst="rect">
            <a:avLst/>
          </a:prstGeom>
          <a:noFill/>
        </p:spPr>
        <p:txBody>
          <a:bodyPr wrap="square" rtlCol="0" anchor="t">
            <a:spAutoFit/>
          </a:bodyPr>
          <a:lstStyle/>
          <a:p>
            <a:pPr marL="0" lvl="1" indent="406400" algn="l">
              <a:lnSpc>
                <a:spcPct val="150000"/>
              </a:lnSpc>
              <a:buClrTx/>
              <a:buSzTx/>
              <a:buNone/>
            </a:pPr>
            <a:r>
              <a:rPr lang="zh-CN" altLang="zh-CN" sz="1400" b="1" dirty="0">
                <a:latin typeface="微软雅黑" panose="020B0503020204020204" charset="-122"/>
                <a:ea typeface="微软雅黑" panose="020B0503020204020204" charset="-122"/>
                <a:cs typeface="微软雅黑" panose="020B0503020204020204" charset="-122"/>
                <a:sym typeface="+mn-ea"/>
              </a:rPr>
              <a:t>本节主要针对适用于设备类、业务系统（或系统管理软件）的要求条款进行安全实践</a:t>
            </a:r>
            <a:r>
              <a:rPr lang="zh-CN" altLang="zh-CN" sz="1400" dirty="0">
                <a:latin typeface="微软雅黑" panose="020B0503020204020204" charset="-122"/>
                <a:ea typeface="微软雅黑" panose="020B0503020204020204" charset="-122"/>
                <a:cs typeface="微软雅黑" panose="020B0503020204020204" charset="-122"/>
                <a:sym typeface="+mn-ea"/>
              </a:rPr>
              <a:t>。</a:t>
            </a:r>
            <a:endParaRPr lang="zh-CN" altLang="zh-CN" sz="1400" dirty="0">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a:graphicFrameLocks noGrp="1"/>
          </p:cNvGraphicFramePr>
          <p:nvPr>
            <p:custDataLst>
              <p:tags r:id="rId1"/>
            </p:custDataLst>
          </p:nvPr>
        </p:nvGraphicFramePr>
        <p:xfrm>
          <a:off x="1775143" y="2492913"/>
          <a:ext cx="8395335" cy="3621278"/>
        </p:xfrm>
        <a:graphic>
          <a:graphicData uri="http://schemas.openxmlformats.org/drawingml/2006/table">
            <a:tbl>
              <a:tblPr/>
              <a:tblGrid>
                <a:gridCol w="2536825"/>
                <a:gridCol w="1661160"/>
                <a:gridCol w="2536190"/>
                <a:gridCol w="1661160"/>
              </a:tblGrid>
              <a:tr h="570230">
                <a:tc>
                  <a:txBody>
                    <a:bodyPr/>
                    <a:lstStyle/>
                    <a:p>
                      <a:pPr indent="0" algn="ctr" fontAlgn="ctr">
                        <a:lnSpc>
                          <a:spcPct val="120000"/>
                        </a:lnSpc>
                        <a:spcBef>
                          <a:spcPts val="0"/>
                        </a:spcBef>
                        <a:spcAft>
                          <a:spcPts val="0"/>
                        </a:spcAft>
                        <a:buClrTx/>
                        <a:buSzTx/>
                        <a:buFontTx/>
                        <a:buNone/>
                      </a:pPr>
                      <a:r>
                        <a:rPr lang="zh-CN" altLang="en-US" sz="1800" b="1" spc="130">
                          <a:solidFill>
                            <a:srgbClr val="FFFFFF"/>
                          </a:solidFill>
                          <a:latin typeface="微软雅黑" panose="020B0503020204020204" charset="-122"/>
                          <a:ea typeface="微软雅黑" panose="020B0503020204020204" charset="-122"/>
                        </a:rPr>
                        <a:t>控制点</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fontAlgn="ctr">
                        <a:lnSpc>
                          <a:spcPct val="120000"/>
                        </a:lnSpc>
                        <a:spcBef>
                          <a:spcPts val="0"/>
                        </a:spcBef>
                        <a:spcAft>
                          <a:spcPts val="0"/>
                        </a:spcAft>
                        <a:buClrTx/>
                        <a:buSzTx/>
                        <a:buFontTx/>
                        <a:buNone/>
                      </a:pPr>
                      <a:r>
                        <a:rPr lang="zh-CN" altLang="en-US" sz="1800" b="1" spc="130">
                          <a:solidFill>
                            <a:srgbClr val="FFFFFF"/>
                          </a:solidFill>
                          <a:latin typeface="微软雅黑" panose="020B0503020204020204" charset="-122"/>
                          <a:ea typeface="微软雅黑" panose="020B0503020204020204" charset="-122"/>
                        </a:rPr>
                        <a:t>条款数</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fontAlgn="ctr">
                        <a:lnSpc>
                          <a:spcPct val="120000"/>
                        </a:lnSpc>
                        <a:spcBef>
                          <a:spcPts val="0"/>
                        </a:spcBef>
                        <a:spcAft>
                          <a:spcPts val="0"/>
                        </a:spcAft>
                        <a:buNone/>
                      </a:pPr>
                      <a:r>
                        <a:rPr lang="zh-CN" altLang="en-US" sz="1800" b="1" spc="130">
                          <a:solidFill>
                            <a:srgbClr val="FFFFFF"/>
                          </a:solidFill>
                          <a:latin typeface="微软雅黑" panose="020B0503020204020204" charset="-122"/>
                          <a:ea typeface="微软雅黑" panose="020B0503020204020204" charset="-122"/>
                        </a:rPr>
                        <a:t>控制点</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fontAlgn="ctr">
                        <a:lnSpc>
                          <a:spcPct val="120000"/>
                        </a:lnSpc>
                        <a:spcBef>
                          <a:spcPts val="0"/>
                        </a:spcBef>
                        <a:spcAft>
                          <a:spcPts val="0"/>
                        </a:spcAft>
                        <a:buNone/>
                      </a:pPr>
                      <a:r>
                        <a:rPr lang="zh-CN" altLang="en-US" sz="1800" b="1" spc="130">
                          <a:solidFill>
                            <a:srgbClr val="FFFFFF"/>
                          </a:solidFill>
                          <a:latin typeface="微软雅黑" panose="020B0503020204020204" charset="-122"/>
                          <a:ea typeface="微软雅黑" panose="020B0503020204020204" charset="-122"/>
                        </a:rPr>
                        <a:t>条款数</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19050" cap="rnd">
                      <a:solidFill>
                        <a:srgbClr val="848587"/>
                      </a:solidFill>
                      <a:prstDash val="solid"/>
                    </a:lnR>
                    <a:lnT w="19050" cap="rnd">
                      <a:solidFill>
                        <a:srgbClr val="848587"/>
                      </a:solidFill>
                      <a:prstDash val="solid"/>
                    </a:lnT>
                    <a:lnB w="19050">
                      <a:solidFill>
                        <a:srgbClr val="848587"/>
                      </a:solidFill>
                      <a:prstDash val="solid"/>
                    </a:lnB>
                    <a:solidFill>
                      <a:srgbClr val="848587"/>
                    </a:solidFill>
                  </a:tcPr>
                </a:tc>
              </a:tr>
              <a:tr h="322580">
                <a:tc>
                  <a:txBody>
                    <a:bodyPr/>
                    <a:lstStyle/>
                    <a:p>
                      <a:pPr indent="0" algn="ctr" fontAlgn="ctr">
                        <a:lnSpc>
                          <a:spcPct val="120000"/>
                        </a:lnSpc>
                        <a:spcBef>
                          <a:spcPts val="0"/>
                        </a:spcBef>
                        <a:spcAft>
                          <a:spcPts val="0"/>
                        </a:spcAft>
                        <a:buClrTx/>
                        <a:buSzTx/>
                        <a:buFontTx/>
                        <a:buNone/>
                      </a:pPr>
                      <a:r>
                        <a:rPr lang="zh-CN" altLang="en-US" sz="1600" b="1" spc="120">
                          <a:solidFill>
                            <a:srgbClr val="FF0000"/>
                          </a:solidFill>
                          <a:latin typeface="微软雅黑" panose="020B0503020204020204" charset="-122"/>
                          <a:ea typeface="微软雅黑" panose="020B0503020204020204" charset="-122"/>
                        </a:rPr>
                        <a:t>身份鉴别</a:t>
                      </a:r>
                      <a:endParaRPr lang="zh-CN" altLang="en-US" sz="1600" b="1" spc="120">
                        <a:solidFill>
                          <a:srgbClr val="FF000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19050">
                      <a:solidFill>
                        <a:srgbClr val="848587"/>
                      </a:solidFill>
                      <a:prstDash val="solid"/>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4</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19050">
                      <a:solidFill>
                        <a:srgbClr val="848587"/>
                      </a:solidFill>
                      <a:prstDash val="solid"/>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数据完整性</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19050">
                      <a:solidFill>
                        <a:srgbClr val="848587"/>
                      </a:solidFill>
                      <a:prstDash val="solid"/>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19050">
                      <a:solidFill>
                        <a:srgbClr val="848587"/>
                      </a:solidFill>
                      <a:prstDash val="solid"/>
                    </a:lnT>
                    <a:lnB w="3175">
                      <a:solidFill>
                        <a:srgbClr val="848587"/>
                      </a:solidFill>
                      <a:prstDash val="dot"/>
                    </a:lnB>
                    <a:solidFill>
                      <a:srgbClr val="F2F2F2"/>
                    </a:solidFill>
                  </a:tcPr>
                </a:tc>
              </a:tr>
              <a:tr h="306705">
                <a:tc>
                  <a:txBody>
                    <a:bodyPr/>
                    <a:lstStyle/>
                    <a:p>
                      <a:pPr indent="0" algn="ctr" fontAlgn="ctr">
                        <a:lnSpc>
                          <a:spcPct val="120000"/>
                        </a:lnSpc>
                        <a:spcBef>
                          <a:spcPts val="0"/>
                        </a:spcBef>
                        <a:spcAft>
                          <a:spcPts val="0"/>
                        </a:spcAft>
                        <a:buClrTx/>
                        <a:buSzTx/>
                        <a:buFontTx/>
                        <a:buNone/>
                      </a:pPr>
                      <a:r>
                        <a:rPr lang="zh-CN" altLang="en-US" sz="1600" b="1" spc="120">
                          <a:solidFill>
                            <a:srgbClr val="FF0000"/>
                          </a:solidFill>
                          <a:latin typeface="微软雅黑" panose="020B0503020204020204" charset="-122"/>
                          <a:ea typeface="微软雅黑" panose="020B0503020204020204" charset="-122"/>
                        </a:rPr>
                        <a:t>访问控制</a:t>
                      </a:r>
                      <a:endParaRPr lang="zh-CN" altLang="en-US" sz="1600" b="1" spc="120">
                        <a:solidFill>
                          <a:srgbClr val="FF000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7</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数据保密性</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3175">
                      <a:solidFill>
                        <a:srgbClr val="848587"/>
                      </a:solidFill>
                      <a:prstDash val="dot"/>
                    </a:lnB>
                    <a:solidFill>
                      <a:srgbClr val="FFFFFF"/>
                    </a:solidFill>
                  </a:tcPr>
                </a:tc>
              </a:tr>
              <a:tr h="274320">
                <a:tc>
                  <a:txBody>
                    <a:bodyPr/>
                    <a:lstStyle/>
                    <a:p>
                      <a:pPr indent="0" algn="ctr" fontAlgn="ctr">
                        <a:lnSpc>
                          <a:spcPct val="120000"/>
                        </a:lnSpc>
                        <a:spcBef>
                          <a:spcPts val="0"/>
                        </a:spcBef>
                        <a:spcAft>
                          <a:spcPts val="0"/>
                        </a:spcAft>
                        <a:buClrTx/>
                        <a:buSzTx/>
                        <a:buFontTx/>
                        <a:buNone/>
                      </a:pPr>
                      <a:r>
                        <a:rPr lang="zh-CN" altLang="en-US" sz="1600" b="1" spc="120">
                          <a:solidFill>
                            <a:srgbClr val="FF0000"/>
                          </a:solidFill>
                          <a:latin typeface="微软雅黑" panose="020B0503020204020204" charset="-122"/>
                          <a:ea typeface="微软雅黑" panose="020B0503020204020204" charset="-122"/>
                        </a:rPr>
                        <a:t>安全审计</a:t>
                      </a:r>
                      <a:endParaRPr lang="zh-CN" altLang="en-US" sz="1600" b="1" spc="120">
                        <a:solidFill>
                          <a:srgbClr val="FF000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4</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数据备份恢复</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3</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3175">
                      <a:solidFill>
                        <a:srgbClr val="848587"/>
                      </a:solidFill>
                      <a:prstDash val="dot"/>
                    </a:lnB>
                    <a:solidFill>
                      <a:srgbClr val="F2F2F2"/>
                    </a:solidFill>
                  </a:tcPr>
                </a:tc>
              </a:tr>
              <a:tr h="338455">
                <a:tc>
                  <a:txBody>
                    <a:bodyPr/>
                    <a:lstStyle/>
                    <a:p>
                      <a:pPr indent="0" algn="ctr" fontAlgn="ctr">
                        <a:lnSpc>
                          <a:spcPct val="120000"/>
                        </a:lnSpc>
                        <a:spcBef>
                          <a:spcPts val="0"/>
                        </a:spcBef>
                        <a:spcAft>
                          <a:spcPts val="0"/>
                        </a:spcAft>
                        <a:buClrTx/>
                        <a:buSzTx/>
                        <a:buFontTx/>
                        <a:buNone/>
                      </a:pPr>
                      <a:r>
                        <a:rPr lang="zh-CN" altLang="en-US" sz="1600" b="1" spc="120">
                          <a:solidFill>
                            <a:srgbClr val="FF0000"/>
                          </a:solidFill>
                          <a:latin typeface="微软雅黑" panose="020B0503020204020204" charset="-122"/>
                          <a:ea typeface="微软雅黑" panose="020B0503020204020204" charset="-122"/>
                        </a:rPr>
                        <a:t>入侵防范</a:t>
                      </a:r>
                      <a:endParaRPr lang="zh-CN" altLang="en-US" sz="1600" b="1" spc="120">
                        <a:solidFill>
                          <a:srgbClr val="FF000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5</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剩余信息保护</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3175">
                      <a:solidFill>
                        <a:srgbClr val="848587"/>
                      </a:solidFill>
                      <a:prstDash val="dot"/>
                    </a:lnB>
                    <a:solidFill>
                      <a:srgbClr val="FFFFFF"/>
                    </a:solidFill>
                  </a:tcPr>
                </a:tc>
              </a:tr>
              <a:tr h="0">
                <a:tc>
                  <a:txBody>
                    <a:bodyPr/>
                    <a:lstStyle/>
                    <a:p>
                      <a:pPr indent="0" algn="ctr" fontAlgn="ctr">
                        <a:lnSpc>
                          <a:spcPct val="120000"/>
                        </a:lnSpc>
                        <a:spcBef>
                          <a:spcPts val="0"/>
                        </a:spcBef>
                        <a:spcAft>
                          <a:spcPts val="0"/>
                        </a:spcAft>
                        <a:buClrTx/>
                        <a:buSzTx/>
                        <a:buFontTx/>
                        <a:buNone/>
                      </a:pPr>
                      <a:r>
                        <a:rPr lang="zh-CN" altLang="en-US" sz="1600" b="1" spc="120">
                          <a:solidFill>
                            <a:srgbClr val="FF0000"/>
                          </a:solidFill>
                          <a:latin typeface="微软雅黑" panose="020B0503020204020204" charset="-122"/>
                          <a:ea typeface="微软雅黑" panose="020B0503020204020204" charset="-122"/>
                        </a:rPr>
                        <a:t>恶意代码防范</a:t>
                      </a:r>
                      <a:endParaRPr lang="zh-CN" altLang="en-US" sz="1600" b="1" spc="120">
                        <a:solidFill>
                          <a:srgbClr val="FF000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1</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rowSpan="2">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个人信息保护</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19050" cap="rnd">
                      <a:solidFill>
                        <a:srgbClr val="848587"/>
                      </a:solidFill>
                      <a:prstDash val="solid"/>
                    </a:lnB>
                    <a:solidFill>
                      <a:srgbClr val="F2F2F2"/>
                    </a:solidFill>
                  </a:tcPr>
                </a:tc>
                <a:tc rowSpan="2">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19050" cap="rnd">
                      <a:solidFill>
                        <a:srgbClr val="848587"/>
                      </a:solidFill>
                      <a:prstDash val="solid"/>
                    </a:lnB>
                    <a:solidFill>
                      <a:srgbClr val="F2F2F2"/>
                    </a:solidFill>
                  </a:tcPr>
                </a:tc>
              </a:tr>
              <a:tr h="257810">
                <a:tc>
                  <a:txBody>
                    <a:bodyPr/>
                    <a:lstStyle/>
                    <a:p>
                      <a:pPr indent="0" algn="ctr" fontAlgn="ctr">
                        <a:lnSpc>
                          <a:spcPct val="120000"/>
                        </a:lnSpc>
                        <a:spcBef>
                          <a:spcPts val="0"/>
                        </a:spcBef>
                        <a:spcAft>
                          <a:spcPts val="0"/>
                        </a:spcAft>
                        <a:buClrTx/>
                        <a:buSzTx/>
                        <a:buFontTx/>
                        <a:buNone/>
                      </a:pPr>
                      <a:r>
                        <a:rPr lang="zh-CN" altLang="en-US" sz="1600" b="1" spc="120">
                          <a:solidFill>
                            <a:schemeClr val="tx1"/>
                          </a:solidFill>
                          <a:latin typeface="微软雅黑" panose="020B0503020204020204" charset="-122"/>
                          <a:ea typeface="微软雅黑" panose="020B0503020204020204" charset="-122"/>
                        </a:rPr>
                        <a:t>可信验证</a:t>
                      </a:r>
                      <a:endParaRPr lang="zh-CN" altLang="en-US" sz="1600" b="1" spc="120">
                        <a:solidFill>
                          <a:schemeClr val="tx1"/>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19050" cap="rnd">
                      <a:solidFill>
                        <a:srgbClr val="848587"/>
                      </a:solidFill>
                      <a:prstDash val="solid"/>
                    </a:lnB>
                    <a:solidFill>
                      <a:srgbClr val="FFFFFF"/>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1</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19050" cap="rnd">
                      <a:solidFill>
                        <a:srgbClr val="848587"/>
                      </a:solidFill>
                      <a:prstDash val="solid"/>
                    </a:lnB>
                    <a:solidFill>
                      <a:srgbClr val="FFFFFF"/>
                    </a:solidFill>
                  </a:tcPr>
                </a:tc>
                <a:tc vMerge="1">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19050" cap="rnd">
                      <a:solidFill>
                        <a:srgbClr val="848587"/>
                      </a:solidFill>
                      <a:prstDash val="solid"/>
                    </a:lnB>
                    <a:solidFill>
                      <a:srgbClr val="FFFFFF"/>
                    </a:solidFill>
                  </a:tcPr>
                </a:tc>
                <a:tc vMerge="1">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19050" cap="rnd">
                      <a:solidFill>
                        <a:srgbClr val="848587"/>
                      </a:solidFill>
                      <a:prstDash val="solid"/>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508635"/>
            <a:ext cx="10515600" cy="831850"/>
          </a:xfrm>
        </p:spPr>
        <p:txBody>
          <a:bodyPr/>
          <a:lstStyle/>
          <a:p>
            <a:pPr algn="l"/>
            <a:r>
              <a:rPr sz="3600" b="1"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身份鉴别</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1.</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3" name="Rectangle 4"/>
          <p:cNvSpPr>
            <a:spLocks noChangeArrowheads="1"/>
          </p:cNvSpPr>
          <p:nvPr/>
        </p:nvSpPr>
        <p:spPr bwMode="auto">
          <a:xfrm>
            <a:off x="1588135" y="2171700"/>
            <a:ext cx="9072880" cy="627380"/>
          </a:xfrm>
          <a:prstGeom prst="rect">
            <a:avLst/>
          </a:prstGeom>
          <a:noFill/>
          <a:ln>
            <a:noFill/>
          </a:ln>
        </p:spPr>
        <p:txBody>
          <a:bodyPr lIns="147577" tIns="73794" rIns="147577" bIns="73794"/>
          <a:lstStyle/>
          <a:p>
            <a:pPr eaLnBrk="1" hangingPunct="1">
              <a:lnSpc>
                <a:spcPct val="150000"/>
              </a:lnSpc>
              <a:spcBef>
                <a:spcPct val="10000"/>
              </a:spcBef>
              <a:spcAft>
                <a:spcPct val="10000"/>
              </a:spcAft>
              <a:buSzPct val="80000"/>
              <a:buFont typeface="Arial" panose="020B0604020202020204" pitchFamily="34" charset="0"/>
            </a:pPr>
            <a:r>
              <a:rPr lang="zh-CN" altLang="en-US" sz="16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身份鉴别的类型有下列三种。</a:t>
            </a:r>
            <a:endParaRPr lang="zh-CN" altLang="en-US" sz="16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Rectangle 78"/>
          <p:cNvSpPr>
            <a:spLocks noChangeArrowheads="1"/>
          </p:cNvSpPr>
          <p:nvPr/>
        </p:nvSpPr>
        <p:spPr bwMode="auto">
          <a:xfrm>
            <a:off x="4755515" y="3404870"/>
            <a:ext cx="2446020" cy="2426970"/>
          </a:xfrm>
          <a:prstGeom prst="rect">
            <a:avLst/>
          </a:prstGeom>
          <a:solidFill>
            <a:srgbClr val="D4E2EC"/>
          </a:solidFill>
          <a:ln>
            <a:noFill/>
          </a:ln>
        </p:spPr>
        <p:txBody>
          <a:bodyPr lIns="121879" tIns="60939" rIns="121879" bIns="60939" anchor="ctr"/>
          <a:lstStyle/>
          <a:p>
            <a:pPr algn="ctr" eaLnBrk="1" hangingPunct="1">
              <a:buFont typeface="Arial" panose="020B0604020202020204" pitchFamily="34" charset="0"/>
              <a:buNone/>
            </a:pPr>
            <a:endParaRPr lang="zh-CN" sz="2400">
              <a:solidFill>
                <a:srgbClr val="000000"/>
              </a:solidFill>
              <a:latin typeface="Corbel" panose="020B0503020204020204" charset="0"/>
              <a:sym typeface="Corbel" panose="020B0503020204020204" charset="0"/>
            </a:endParaRPr>
          </a:p>
        </p:txBody>
      </p:sp>
      <p:sp>
        <p:nvSpPr>
          <p:cNvPr id="8" name="Rectangle 90"/>
          <p:cNvSpPr>
            <a:spLocks noChangeArrowheads="1"/>
          </p:cNvSpPr>
          <p:nvPr/>
        </p:nvSpPr>
        <p:spPr bwMode="auto">
          <a:xfrm>
            <a:off x="4755515" y="2781300"/>
            <a:ext cx="2446020" cy="636905"/>
          </a:xfrm>
          <a:prstGeom prst="rect">
            <a:avLst/>
          </a:prstGeom>
          <a:solidFill>
            <a:srgbClr val="0070C0"/>
          </a:solidFill>
          <a:ln>
            <a:noFill/>
          </a:ln>
        </p:spPr>
        <p:txBody>
          <a:bodyPr lIns="216597" tIns="0" rIns="216597" bIns="0" anchor="ctr"/>
          <a:lstStyle/>
          <a:p>
            <a:pPr algn="ctr" eaLnBrk="1" hangingPunct="1">
              <a:buFont typeface="Arial" panose="020B0604020202020204" pitchFamily="34" charset="0"/>
              <a:buNone/>
            </a:pPr>
            <a:r>
              <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双向鉴别</a:t>
            </a:r>
            <a:endPar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Rectangle 49"/>
          <p:cNvSpPr>
            <a:spLocks noChangeArrowheads="1"/>
          </p:cNvSpPr>
          <p:nvPr/>
        </p:nvSpPr>
        <p:spPr bwMode="auto">
          <a:xfrm>
            <a:off x="1588135" y="3404870"/>
            <a:ext cx="2446655" cy="2419350"/>
          </a:xfrm>
          <a:prstGeom prst="rect">
            <a:avLst/>
          </a:prstGeom>
          <a:solidFill>
            <a:srgbClr val="D4E2EC"/>
          </a:solidFill>
          <a:ln>
            <a:noFill/>
          </a:ln>
        </p:spPr>
        <p:txBody>
          <a:bodyPr lIns="121879" tIns="60939" rIns="121879" bIns="60939" anchor="ctr"/>
          <a:lstStyle/>
          <a:p>
            <a:pPr algn="ctr" eaLnBrk="1" hangingPunct="1">
              <a:buFont typeface="Arial" panose="020B0604020202020204" pitchFamily="34" charset="0"/>
              <a:buNone/>
            </a:pPr>
            <a:endParaRPr lang="zh-CN" sz="2400">
              <a:solidFill>
                <a:srgbClr val="000000"/>
              </a:solidFill>
              <a:latin typeface="Corbel" panose="020B0503020204020204" charset="0"/>
              <a:sym typeface="Corbel" panose="020B0503020204020204" charset="0"/>
            </a:endParaRPr>
          </a:p>
        </p:txBody>
      </p:sp>
      <p:sp>
        <p:nvSpPr>
          <p:cNvPr id="16" name="Rectangle 92"/>
          <p:cNvSpPr>
            <a:spLocks noChangeArrowheads="1"/>
          </p:cNvSpPr>
          <p:nvPr/>
        </p:nvSpPr>
        <p:spPr bwMode="auto">
          <a:xfrm>
            <a:off x="1588135" y="2781300"/>
            <a:ext cx="2446655" cy="636905"/>
          </a:xfrm>
          <a:prstGeom prst="rect">
            <a:avLst/>
          </a:prstGeom>
          <a:solidFill>
            <a:srgbClr val="0070C0"/>
          </a:solidFill>
          <a:ln>
            <a:noFill/>
          </a:ln>
        </p:spPr>
        <p:txBody>
          <a:bodyPr lIns="216597" tIns="0" rIns="216597" bIns="0" anchor="ctr"/>
          <a:lstStyle/>
          <a:p>
            <a:pPr algn="ctr" eaLnBrk="1" hangingPunct="1">
              <a:buFont typeface="Arial" panose="020B0604020202020204" pitchFamily="34" charset="0"/>
              <a:buNone/>
            </a:pPr>
            <a:r>
              <a:rPr lang="en-US" altLang="zh-CN" sz="2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单</a:t>
            </a:r>
            <a:r>
              <a:rPr lang="zh-CN" altLang="en-US" sz="2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向</a:t>
            </a:r>
            <a:r>
              <a:rPr lang="en-US" altLang="zh-CN" sz="2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鉴别</a:t>
            </a:r>
            <a:endParaRPr lang="en-US" altLang="zh-CN" sz="2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Rectangle 64"/>
          <p:cNvSpPr>
            <a:spLocks noChangeArrowheads="1"/>
          </p:cNvSpPr>
          <p:nvPr/>
        </p:nvSpPr>
        <p:spPr bwMode="auto">
          <a:xfrm>
            <a:off x="7950835" y="3404870"/>
            <a:ext cx="2444750" cy="2416810"/>
          </a:xfrm>
          <a:prstGeom prst="rect">
            <a:avLst/>
          </a:prstGeom>
          <a:solidFill>
            <a:srgbClr val="D4E2EC"/>
          </a:solidFill>
          <a:ln>
            <a:noFill/>
          </a:ln>
        </p:spPr>
        <p:txBody>
          <a:bodyPr lIns="121879" tIns="60939" rIns="121879" bIns="60939" anchor="ctr"/>
          <a:lstStyle/>
          <a:p>
            <a:pPr algn="ctr" eaLnBrk="1" hangingPunct="1">
              <a:buFont typeface="Arial" panose="020B0604020202020204" pitchFamily="34" charset="0"/>
              <a:buNone/>
            </a:pPr>
            <a:endParaRPr lang="zh-CN" sz="2400">
              <a:solidFill>
                <a:srgbClr val="000000"/>
              </a:solidFill>
              <a:latin typeface="Corbel" panose="020B0503020204020204" charset="0"/>
              <a:sym typeface="Corbel" panose="020B0503020204020204" charset="0"/>
            </a:endParaRPr>
          </a:p>
        </p:txBody>
      </p:sp>
      <p:sp>
        <p:nvSpPr>
          <p:cNvPr id="18" name="Rectangle 91"/>
          <p:cNvSpPr>
            <a:spLocks noChangeArrowheads="1"/>
          </p:cNvSpPr>
          <p:nvPr/>
        </p:nvSpPr>
        <p:spPr bwMode="auto">
          <a:xfrm>
            <a:off x="7950835" y="2781300"/>
            <a:ext cx="2444750" cy="636905"/>
          </a:xfrm>
          <a:prstGeom prst="rect">
            <a:avLst/>
          </a:prstGeom>
          <a:solidFill>
            <a:srgbClr val="0070C0"/>
          </a:solidFill>
          <a:ln>
            <a:noFill/>
          </a:ln>
        </p:spPr>
        <p:txBody>
          <a:bodyPr lIns="121884" tIns="0" rIns="121884" bIns="0" anchor="ctr"/>
          <a:lstStyle/>
          <a:p>
            <a:pPr algn="ctr" eaLnBrk="1" hangingPunct="1">
              <a:buFont typeface="Arial" panose="020B0604020202020204" pitchFamily="34" charset="0"/>
              <a:buNone/>
            </a:pPr>
            <a:r>
              <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第三方鉴别</a:t>
            </a:r>
            <a:endPar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矩形 57"/>
          <p:cNvSpPr>
            <a:spLocks noChangeArrowheads="1"/>
          </p:cNvSpPr>
          <p:nvPr/>
        </p:nvSpPr>
        <p:spPr bwMode="auto">
          <a:xfrm>
            <a:off x="1711325" y="3413125"/>
            <a:ext cx="2199640" cy="2352040"/>
          </a:xfrm>
          <a:prstGeom prst="rect">
            <a:avLst/>
          </a:prstGeom>
          <a:noFill/>
          <a:ln>
            <a:noFill/>
          </a:ln>
        </p:spPr>
        <p:txBody>
          <a:bodyPr wrap="square" lIns="91412" tIns="45706" rIns="91412" bIns="45706">
            <a:spAutoFit/>
          </a:bodyPr>
          <a:lstStyle/>
          <a:p>
            <a:pPr algn="just" eaLnBrk="1" hangingPunct="1">
              <a:lnSpc>
                <a:spcPct val="150000"/>
              </a:lnSpc>
              <a:buFont typeface="Arial" panose="020B0604020202020204" pitchFamily="34" charset="0"/>
              <a:buNone/>
            </a:pPr>
            <a:r>
              <a:rPr lang="zh-CN" altLang="en-US"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当用户希望在实体上登录时，用户仅须被实体鉴别，通常是用户发送用户名和口令给实体，实体对收到的用户名和口令进行验证，确认用户名和口令由合法用户发出；</a:t>
            </a:r>
            <a:endParaRPr lang="zh-CN" altLang="en-US"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 name="矩形 58"/>
          <p:cNvSpPr>
            <a:spLocks noChangeArrowheads="1"/>
          </p:cNvSpPr>
          <p:nvPr/>
        </p:nvSpPr>
        <p:spPr bwMode="auto">
          <a:xfrm>
            <a:off x="4872990" y="3413125"/>
            <a:ext cx="2211070" cy="2028825"/>
          </a:xfrm>
          <a:prstGeom prst="rect">
            <a:avLst/>
          </a:prstGeom>
          <a:noFill/>
          <a:ln>
            <a:noFill/>
          </a:ln>
        </p:spPr>
        <p:txBody>
          <a:bodyPr wrap="square" lIns="91412" tIns="45706" rIns="91412" bIns="45706">
            <a:spAutoFit/>
          </a:bodyPr>
          <a:lstStyle/>
          <a:p>
            <a:pPr eaLnBrk="1" hangingPunct="1">
              <a:lnSpc>
                <a:spcPct val="150000"/>
              </a:lnSpc>
              <a:buFont typeface="Arial" panose="020B0604020202020204" pitchFamily="34" charset="0"/>
              <a:buNone/>
            </a:pPr>
            <a:r>
              <a:rPr lang="zh-CN" altLang="en-US" sz="14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双向鉴别是一种相互鉴别，其过程在单向鉴别的基础上还要增加两个步骤，如服务器向客户发送服务器名和口令，客户确认服务器身份的合法性；</a:t>
            </a:r>
            <a:endParaRPr lang="zh-CN" altLang="en-US" sz="14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矩形 59"/>
          <p:cNvSpPr>
            <a:spLocks noChangeArrowheads="1"/>
          </p:cNvSpPr>
          <p:nvPr/>
        </p:nvSpPr>
        <p:spPr bwMode="auto">
          <a:xfrm>
            <a:off x="8030845" y="3413125"/>
            <a:ext cx="2284095" cy="1382395"/>
          </a:xfrm>
          <a:prstGeom prst="rect">
            <a:avLst/>
          </a:prstGeom>
          <a:noFill/>
          <a:ln>
            <a:noFill/>
          </a:ln>
        </p:spPr>
        <p:txBody>
          <a:bodyPr wrap="square" lIns="91412" tIns="45706" rIns="91412" bIns="45706">
            <a:spAutoFit/>
          </a:bodyPr>
          <a:lstStyle/>
          <a:p>
            <a:pPr algn="just" eaLnBrk="1" hangingPunct="1">
              <a:lnSpc>
                <a:spcPct val="150000"/>
              </a:lnSpc>
              <a:buFont typeface="Arial" panose="020B0604020202020204" pitchFamily="34" charset="0"/>
              <a:buNone/>
            </a:pPr>
            <a:r>
              <a:rPr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每个用户或实体向可信第三方发送身份标识和口令，第三方用于存储、验证标识和鉴别信息。</a:t>
            </a:r>
            <a:endParaRPr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0" name="右箭头 60"/>
          <p:cNvSpPr>
            <a:spLocks noChangeArrowheads="1"/>
          </p:cNvSpPr>
          <p:nvPr/>
        </p:nvSpPr>
        <p:spPr bwMode="auto">
          <a:xfrm>
            <a:off x="4321810" y="2997811"/>
            <a:ext cx="215900" cy="252412"/>
          </a:xfrm>
          <a:prstGeom prst="rightArrow">
            <a:avLst>
              <a:gd name="adj1" fmla="val 50000"/>
              <a:gd name="adj2" fmla="val 50000"/>
            </a:avLst>
          </a:prstGeom>
          <a:solidFill>
            <a:srgbClr val="0070C0"/>
          </a:solidFill>
          <a:ln>
            <a:noFill/>
          </a:ln>
        </p:spPr>
        <p:txBody>
          <a:bodyPr lIns="91412" tIns="45706" rIns="91412" bIns="45706" anchor="ctr"/>
          <a:lstStyle/>
          <a:p>
            <a:pPr algn="ctr" eaLnBrk="1" hangingPunct="1">
              <a:buFont typeface="Arial" panose="020B0604020202020204" pitchFamily="34" charset="0"/>
              <a:buNone/>
            </a:pPr>
            <a:endParaRPr lang="zh-CN"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1" name="右箭头 61"/>
          <p:cNvSpPr>
            <a:spLocks noChangeArrowheads="1"/>
          </p:cNvSpPr>
          <p:nvPr/>
        </p:nvSpPr>
        <p:spPr bwMode="auto">
          <a:xfrm>
            <a:off x="7490460" y="2997811"/>
            <a:ext cx="215900" cy="252412"/>
          </a:xfrm>
          <a:prstGeom prst="rightArrow">
            <a:avLst>
              <a:gd name="adj1" fmla="val 50000"/>
              <a:gd name="adj2" fmla="val 50000"/>
            </a:avLst>
          </a:prstGeom>
          <a:solidFill>
            <a:srgbClr val="0070C0"/>
          </a:solidFill>
          <a:ln>
            <a:noFill/>
          </a:ln>
        </p:spPr>
        <p:txBody>
          <a:bodyPr lIns="91412" tIns="45706" rIns="91412" bIns="45706" anchor="ctr"/>
          <a:lstStyle/>
          <a:p>
            <a:pPr algn="ctr" eaLnBrk="1" hangingPunct="1">
              <a:buFont typeface="Arial" panose="020B0604020202020204" pitchFamily="34" charset="0"/>
              <a:buNone/>
            </a:pPr>
            <a:endParaRPr lang="zh-CN"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矩形 62"/>
          <p:cNvSpPr>
            <a:spLocks noChangeArrowheads="1"/>
          </p:cNvSpPr>
          <p:nvPr/>
        </p:nvSpPr>
        <p:spPr bwMode="auto">
          <a:xfrm>
            <a:off x="4990148" y="2954948"/>
            <a:ext cx="308610" cy="335915"/>
          </a:xfrm>
          <a:prstGeom prst="rect">
            <a:avLst/>
          </a:prstGeom>
          <a:noFill/>
          <a:ln>
            <a:noFill/>
          </a:ln>
        </p:spPr>
        <p:txBody>
          <a:bodyPr wrap="none" lIns="91412" tIns="45706" rIns="91412" bIns="45706">
            <a:spAutoFit/>
          </a:bodyPr>
          <a:lstStyle/>
          <a:p>
            <a:pPr eaLnBrk="1" hangingPunct="1">
              <a:buFont typeface="Arial" panose="020B0604020202020204" pitchFamily="34" charset="0"/>
              <a:buNone/>
            </a:pPr>
            <a:endParaRPr lang="zh-CN" sz="1600">
              <a:solidFill>
                <a:srgbClr val="000000"/>
              </a:solidFill>
              <a:ea typeface="黑体" panose="02010609060101010101" charset="-122"/>
              <a:cs typeface="黑体" panose="02010609060101010101" charset="-122"/>
              <a:sym typeface="Corbel" panose="020B05030202040202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436880"/>
            <a:ext cx="10515600" cy="871855"/>
          </a:xfrm>
        </p:spPr>
        <p:txBody>
          <a:bodyPr/>
          <a:lstStyle/>
          <a:p>
            <a:pPr algn="l"/>
            <a:r>
              <a:rPr sz="3600" b="1"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3576320" y="605155"/>
            <a:ext cx="4867275" cy="525780"/>
          </a:xfrm>
          <a:prstGeom prst="rect">
            <a:avLst/>
          </a:prstGeom>
          <a:noFill/>
          <a:ln>
            <a:noFill/>
          </a:ln>
        </p:spPr>
        <p:txBody>
          <a:bodyPr lIns="156179" tIns="78095" rIns="156179" bIns="78095" anchor="ctr"/>
          <a:lstStyle/>
          <a:p>
            <a:pPr algn="l">
              <a:buClrTx/>
              <a:buSzTx/>
              <a:buFont typeface="Arial" panose="020B0604020202020204" pitchFamily="34" charset="0"/>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身份鉴别</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1.</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3" name="Rectangle 4"/>
          <p:cNvSpPr>
            <a:spLocks noChangeArrowheads="1"/>
          </p:cNvSpPr>
          <p:nvPr/>
        </p:nvSpPr>
        <p:spPr bwMode="auto">
          <a:xfrm>
            <a:off x="1588135" y="2171700"/>
            <a:ext cx="9072880" cy="627380"/>
          </a:xfrm>
          <a:prstGeom prst="rect">
            <a:avLst/>
          </a:prstGeom>
          <a:noFill/>
          <a:ln>
            <a:noFill/>
          </a:ln>
        </p:spPr>
        <p:txBody>
          <a:bodyPr lIns="147577" tIns="73794" rIns="147577" bIns="73794"/>
          <a:lstStyle/>
          <a:p>
            <a:pPr eaLnBrk="1" hangingPunct="1">
              <a:lnSpc>
                <a:spcPct val="150000"/>
              </a:lnSpc>
              <a:spcBef>
                <a:spcPct val="10000"/>
              </a:spcBef>
              <a:spcAft>
                <a:spcPct val="10000"/>
              </a:spcAft>
              <a:buSzPct val="80000"/>
              <a:buFont typeface="Arial" panose="020B0604020202020204" pitchFamily="34" charset="0"/>
            </a:pPr>
            <a:r>
              <a:rPr lang="zh-CN" altLang="en-US" sz="16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身份鉴别方式实体所知、实体所有和实体特征三种。</a:t>
            </a:r>
            <a:endParaRPr lang="zh-CN" altLang="en-US" sz="16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Rectangle 78"/>
          <p:cNvSpPr>
            <a:spLocks noChangeArrowheads="1"/>
          </p:cNvSpPr>
          <p:nvPr/>
        </p:nvSpPr>
        <p:spPr bwMode="auto">
          <a:xfrm>
            <a:off x="4755515" y="3404870"/>
            <a:ext cx="2446020" cy="1649095"/>
          </a:xfrm>
          <a:prstGeom prst="rect">
            <a:avLst/>
          </a:prstGeom>
          <a:solidFill>
            <a:srgbClr val="D4E2EC"/>
          </a:solidFill>
          <a:ln>
            <a:noFill/>
          </a:ln>
        </p:spPr>
        <p:txBody>
          <a:bodyPr lIns="121879" tIns="60939" rIns="121879" bIns="60939" anchor="ctr"/>
          <a:lstStyle/>
          <a:p>
            <a:pPr algn="ctr" eaLnBrk="1" hangingPunct="1">
              <a:buFont typeface="Arial" panose="020B0604020202020204" pitchFamily="34" charset="0"/>
              <a:buNone/>
            </a:pPr>
            <a:endParaRPr lang="zh-CN" sz="2400">
              <a:solidFill>
                <a:srgbClr val="000000"/>
              </a:solidFill>
              <a:latin typeface="Corbel" panose="020B0503020204020204" charset="0"/>
              <a:sym typeface="Corbel" panose="020B0503020204020204" charset="0"/>
            </a:endParaRPr>
          </a:p>
        </p:txBody>
      </p:sp>
      <p:sp>
        <p:nvSpPr>
          <p:cNvPr id="8" name="Rectangle 90"/>
          <p:cNvSpPr>
            <a:spLocks noChangeArrowheads="1"/>
          </p:cNvSpPr>
          <p:nvPr/>
        </p:nvSpPr>
        <p:spPr bwMode="auto">
          <a:xfrm>
            <a:off x="4755515" y="2781300"/>
            <a:ext cx="2446020" cy="636905"/>
          </a:xfrm>
          <a:prstGeom prst="rect">
            <a:avLst/>
          </a:prstGeom>
          <a:solidFill>
            <a:srgbClr val="0070C0"/>
          </a:solidFill>
          <a:ln>
            <a:noFill/>
          </a:ln>
        </p:spPr>
        <p:txBody>
          <a:bodyPr lIns="216597" tIns="0" rIns="216597" bIns="0" anchor="ctr"/>
          <a:lstStyle/>
          <a:p>
            <a:pPr algn="ctr" eaLnBrk="1" hangingPunct="1">
              <a:buFont typeface="Arial" panose="020B0604020202020204" pitchFamily="34" charset="0"/>
              <a:buNone/>
            </a:pPr>
            <a:r>
              <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实体所有</a:t>
            </a:r>
            <a:endPar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Rectangle 49"/>
          <p:cNvSpPr>
            <a:spLocks noChangeArrowheads="1"/>
          </p:cNvSpPr>
          <p:nvPr/>
        </p:nvSpPr>
        <p:spPr bwMode="auto">
          <a:xfrm>
            <a:off x="1588135" y="3404870"/>
            <a:ext cx="2446655" cy="1644650"/>
          </a:xfrm>
          <a:prstGeom prst="rect">
            <a:avLst/>
          </a:prstGeom>
          <a:solidFill>
            <a:srgbClr val="D4E2EC"/>
          </a:solidFill>
          <a:ln>
            <a:noFill/>
          </a:ln>
        </p:spPr>
        <p:txBody>
          <a:bodyPr lIns="121879" tIns="60939" rIns="121879" bIns="60939" anchor="ctr"/>
          <a:lstStyle/>
          <a:p>
            <a:pPr algn="ctr" eaLnBrk="1" hangingPunct="1">
              <a:buFont typeface="Arial" panose="020B0604020202020204" pitchFamily="34" charset="0"/>
              <a:buNone/>
            </a:pPr>
            <a:endParaRPr lang="zh-CN" sz="2400">
              <a:solidFill>
                <a:srgbClr val="000000"/>
              </a:solidFill>
              <a:latin typeface="Corbel" panose="020B0503020204020204" charset="0"/>
              <a:sym typeface="Corbel" panose="020B0503020204020204" charset="0"/>
            </a:endParaRPr>
          </a:p>
        </p:txBody>
      </p:sp>
      <p:sp>
        <p:nvSpPr>
          <p:cNvPr id="16" name="Rectangle 92"/>
          <p:cNvSpPr>
            <a:spLocks noChangeArrowheads="1"/>
          </p:cNvSpPr>
          <p:nvPr/>
        </p:nvSpPr>
        <p:spPr bwMode="auto">
          <a:xfrm>
            <a:off x="1588135" y="2781300"/>
            <a:ext cx="2446655" cy="636905"/>
          </a:xfrm>
          <a:prstGeom prst="rect">
            <a:avLst/>
          </a:prstGeom>
          <a:solidFill>
            <a:srgbClr val="0070C0"/>
          </a:solidFill>
          <a:ln>
            <a:noFill/>
          </a:ln>
        </p:spPr>
        <p:txBody>
          <a:bodyPr lIns="216597" tIns="0" rIns="216597" bIns="0" anchor="ctr"/>
          <a:lstStyle/>
          <a:p>
            <a:pPr algn="ctr" eaLnBrk="1" hangingPunct="1">
              <a:buFont typeface="Arial" panose="020B0604020202020204" pitchFamily="34" charset="0"/>
              <a:buNone/>
            </a:pPr>
            <a:r>
              <a:rPr sz="2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实体所知</a:t>
            </a:r>
            <a:endParaRPr sz="2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Rectangle 64"/>
          <p:cNvSpPr>
            <a:spLocks noChangeArrowheads="1"/>
          </p:cNvSpPr>
          <p:nvPr/>
        </p:nvSpPr>
        <p:spPr bwMode="auto">
          <a:xfrm>
            <a:off x="7950835" y="3404870"/>
            <a:ext cx="2444750" cy="1636395"/>
          </a:xfrm>
          <a:prstGeom prst="rect">
            <a:avLst/>
          </a:prstGeom>
          <a:solidFill>
            <a:srgbClr val="D4E2EC"/>
          </a:solidFill>
          <a:ln>
            <a:noFill/>
          </a:ln>
        </p:spPr>
        <p:txBody>
          <a:bodyPr lIns="121879" tIns="60939" rIns="121879" bIns="60939" anchor="ctr"/>
          <a:lstStyle/>
          <a:p>
            <a:pPr algn="ctr" eaLnBrk="1" hangingPunct="1">
              <a:buFont typeface="Arial" panose="020B0604020202020204" pitchFamily="34" charset="0"/>
              <a:buNone/>
            </a:pPr>
            <a:endParaRPr lang="zh-CN" sz="2400">
              <a:solidFill>
                <a:srgbClr val="000000"/>
              </a:solidFill>
              <a:latin typeface="Corbel" panose="020B0503020204020204" charset="0"/>
              <a:sym typeface="Corbel" panose="020B0503020204020204" charset="0"/>
            </a:endParaRPr>
          </a:p>
        </p:txBody>
      </p:sp>
      <p:sp>
        <p:nvSpPr>
          <p:cNvPr id="18" name="Rectangle 91"/>
          <p:cNvSpPr>
            <a:spLocks noChangeArrowheads="1"/>
          </p:cNvSpPr>
          <p:nvPr/>
        </p:nvSpPr>
        <p:spPr bwMode="auto">
          <a:xfrm>
            <a:off x="7950835" y="2781300"/>
            <a:ext cx="2444750" cy="636905"/>
          </a:xfrm>
          <a:prstGeom prst="rect">
            <a:avLst/>
          </a:prstGeom>
          <a:solidFill>
            <a:srgbClr val="0070C0"/>
          </a:solidFill>
          <a:ln>
            <a:noFill/>
          </a:ln>
        </p:spPr>
        <p:txBody>
          <a:bodyPr lIns="121884" tIns="0" rIns="121884" bIns="0" anchor="ctr"/>
          <a:lstStyle/>
          <a:p>
            <a:pPr algn="ctr" eaLnBrk="1" hangingPunct="1">
              <a:buFont typeface="Arial" panose="020B0604020202020204" pitchFamily="34" charset="0"/>
              <a:buNone/>
            </a:pPr>
            <a:r>
              <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实体特征</a:t>
            </a:r>
            <a:endParaRPr lang="en-US" altLang="zh-CN"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矩形 57"/>
          <p:cNvSpPr>
            <a:spLocks noChangeArrowheads="1"/>
          </p:cNvSpPr>
          <p:nvPr/>
        </p:nvSpPr>
        <p:spPr bwMode="auto">
          <a:xfrm>
            <a:off x="1711325" y="3413125"/>
            <a:ext cx="2199640" cy="1382395"/>
          </a:xfrm>
          <a:prstGeom prst="rect">
            <a:avLst/>
          </a:prstGeom>
          <a:noFill/>
          <a:ln>
            <a:noFill/>
          </a:ln>
        </p:spPr>
        <p:txBody>
          <a:bodyPr wrap="square" lIns="91412" tIns="45706" rIns="91412" bIns="45706">
            <a:spAutoFit/>
          </a:bodyPr>
          <a:lstStyle/>
          <a:p>
            <a:pPr algn="just" eaLnBrk="1" hangingPunct="1">
              <a:lnSpc>
                <a:spcPct val="150000"/>
              </a:lnSpc>
              <a:buFont typeface="Arial" panose="020B0604020202020204" pitchFamily="34" charset="0"/>
              <a:buNone/>
            </a:pPr>
            <a:r>
              <a:rPr lang="zh-CN" altLang="en-US"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实体所知，即实体所知道的（密码信息），如目前广泛采用的使用用户名和口令进行登录验证；</a:t>
            </a:r>
            <a:endParaRPr lang="zh-CN" altLang="en-US"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 name="矩形 58"/>
          <p:cNvSpPr>
            <a:spLocks noChangeArrowheads="1"/>
          </p:cNvSpPr>
          <p:nvPr/>
        </p:nvSpPr>
        <p:spPr bwMode="auto">
          <a:xfrm>
            <a:off x="4872990" y="3413125"/>
            <a:ext cx="2211070" cy="1059180"/>
          </a:xfrm>
          <a:prstGeom prst="rect">
            <a:avLst/>
          </a:prstGeom>
          <a:noFill/>
          <a:ln>
            <a:noFill/>
          </a:ln>
        </p:spPr>
        <p:txBody>
          <a:bodyPr wrap="square" lIns="91412" tIns="45706" rIns="91412" bIns="45706">
            <a:spAutoFit/>
          </a:bodyPr>
          <a:lstStyle/>
          <a:p>
            <a:pPr eaLnBrk="1" hangingPunct="1">
              <a:lnSpc>
                <a:spcPct val="150000"/>
              </a:lnSpc>
              <a:buFont typeface="Arial" panose="020B0604020202020204" pitchFamily="34" charset="0"/>
              <a:buNone/>
            </a:pPr>
            <a:r>
              <a:rPr lang="zh-CN" altLang="en-US" sz="14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实体所有，即实体所拥有的物品（个人物品），如钥匙、IC卡等；</a:t>
            </a:r>
            <a:endParaRPr lang="zh-CN" altLang="en-US" sz="14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矩形 59"/>
          <p:cNvSpPr>
            <a:spLocks noChangeArrowheads="1"/>
          </p:cNvSpPr>
          <p:nvPr/>
        </p:nvSpPr>
        <p:spPr bwMode="auto">
          <a:xfrm>
            <a:off x="8030845" y="3413125"/>
            <a:ext cx="2284095" cy="1059180"/>
          </a:xfrm>
          <a:prstGeom prst="rect">
            <a:avLst/>
          </a:prstGeom>
          <a:noFill/>
          <a:ln>
            <a:noFill/>
          </a:ln>
        </p:spPr>
        <p:txBody>
          <a:bodyPr wrap="square" lIns="91412" tIns="45706" rIns="91412" bIns="45706">
            <a:spAutoFit/>
          </a:bodyPr>
          <a:lstStyle/>
          <a:p>
            <a:pPr algn="just" eaLnBrk="1" hangingPunct="1">
              <a:lnSpc>
                <a:spcPct val="150000"/>
              </a:lnSpc>
              <a:buFont typeface="Arial" panose="020B0604020202020204" pitchFamily="34" charset="0"/>
              <a:buNone/>
            </a:pPr>
            <a:r>
              <a:rPr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实体特征，即利用实体特征鉴别系统完成对实体的认证。</a:t>
            </a:r>
            <a:endParaRPr sz="14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0" name="右箭头 60"/>
          <p:cNvSpPr>
            <a:spLocks noChangeArrowheads="1"/>
          </p:cNvSpPr>
          <p:nvPr/>
        </p:nvSpPr>
        <p:spPr bwMode="auto">
          <a:xfrm>
            <a:off x="4321810" y="2997811"/>
            <a:ext cx="215900" cy="252412"/>
          </a:xfrm>
          <a:prstGeom prst="rightArrow">
            <a:avLst>
              <a:gd name="adj1" fmla="val 50000"/>
              <a:gd name="adj2" fmla="val 50000"/>
            </a:avLst>
          </a:prstGeom>
          <a:solidFill>
            <a:srgbClr val="0070C0"/>
          </a:solidFill>
          <a:ln>
            <a:noFill/>
          </a:ln>
        </p:spPr>
        <p:txBody>
          <a:bodyPr lIns="91412" tIns="45706" rIns="91412" bIns="45706" anchor="ctr"/>
          <a:lstStyle/>
          <a:p>
            <a:pPr algn="ctr" eaLnBrk="1" hangingPunct="1">
              <a:buFont typeface="Arial" panose="020B0604020202020204" pitchFamily="34" charset="0"/>
              <a:buNone/>
            </a:pPr>
            <a:endParaRPr lang="zh-CN"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1" name="右箭头 61"/>
          <p:cNvSpPr>
            <a:spLocks noChangeArrowheads="1"/>
          </p:cNvSpPr>
          <p:nvPr/>
        </p:nvSpPr>
        <p:spPr bwMode="auto">
          <a:xfrm>
            <a:off x="7490460" y="2997811"/>
            <a:ext cx="215900" cy="252412"/>
          </a:xfrm>
          <a:prstGeom prst="rightArrow">
            <a:avLst>
              <a:gd name="adj1" fmla="val 50000"/>
              <a:gd name="adj2" fmla="val 50000"/>
            </a:avLst>
          </a:prstGeom>
          <a:solidFill>
            <a:srgbClr val="0070C0"/>
          </a:solidFill>
          <a:ln>
            <a:noFill/>
          </a:ln>
        </p:spPr>
        <p:txBody>
          <a:bodyPr lIns="91412" tIns="45706" rIns="91412" bIns="45706" anchor="ctr"/>
          <a:lstStyle/>
          <a:p>
            <a:pPr algn="ctr" eaLnBrk="1" hangingPunct="1">
              <a:buFont typeface="Arial" panose="020B0604020202020204" pitchFamily="34" charset="0"/>
              <a:buNone/>
            </a:pPr>
            <a:endParaRPr lang="zh-CN"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矩形 62"/>
          <p:cNvSpPr>
            <a:spLocks noChangeArrowheads="1"/>
          </p:cNvSpPr>
          <p:nvPr/>
        </p:nvSpPr>
        <p:spPr bwMode="auto">
          <a:xfrm>
            <a:off x="4990148" y="2954948"/>
            <a:ext cx="308610" cy="335915"/>
          </a:xfrm>
          <a:prstGeom prst="rect">
            <a:avLst/>
          </a:prstGeom>
          <a:noFill/>
          <a:ln>
            <a:noFill/>
          </a:ln>
        </p:spPr>
        <p:txBody>
          <a:bodyPr wrap="none" lIns="91412" tIns="45706" rIns="91412" bIns="45706">
            <a:spAutoFit/>
          </a:bodyPr>
          <a:lstStyle/>
          <a:p>
            <a:pPr eaLnBrk="1" hangingPunct="1">
              <a:buFont typeface="Arial" panose="020B0604020202020204" pitchFamily="34" charset="0"/>
              <a:buNone/>
            </a:pPr>
            <a:endParaRPr lang="zh-CN" sz="1600">
              <a:solidFill>
                <a:srgbClr val="000000"/>
              </a:solidFill>
              <a:ea typeface="黑体" panose="02010609060101010101" charset="-122"/>
              <a:cs typeface="黑体" panose="02010609060101010101" charset="-122"/>
              <a:sym typeface="Corbel" panose="020B0503020204020204" charset="0"/>
            </a:endParaRPr>
          </a:p>
        </p:txBody>
      </p:sp>
      <p:sp>
        <p:nvSpPr>
          <p:cNvPr id="100" name="文本框 99"/>
          <p:cNvSpPr txBox="1"/>
          <p:nvPr/>
        </p:nvSpPr>
        <p:spPr>
          <a:xfrm>
            <a:off x="1044575" y="5165725"/>
            <a:ext cx="10102215" cy="1060450"/>
          </a:xfrm>
          <a:prstGeom prst="rect">
            <a:avLst/>
          </a:prstGeom>
          <a:noFill/>
          <a:ln w="9525">
            <a:noFill/>
          </a:ln>
        </p:spPr>
        <p:txBody>
          <a:bodyPr wrap="square">
            <a:spAutoFit/>
          </a:bodyPr>
          <a:lstStyle/>
          <a:p>
            <a:pPr indent="266700">
              <a:lnSpc>
                <a:spcPct val="150000"/>
              </a:lnSpc>
            </a:pPr>
            <a:r>
              <a:rPr lang="zh-CN" sz="1400" b="1">
                <a:latin typeface="微软雅黑" panose="020B0503020204020204" charset="-122"/>
                <a:ea typeface="微软雅黑" panose="020B0503020204020204" charset="-122"/>
                <a:cs typeface="微软雅黑" panose="020B0503020204020204" charset="-122"/>
              </a:rPr>
              <a:t>实体特征鉴别系统</a:t>
            </a:r>
            <a:r>
              <a:rPr lang="zh-CN" sz="1400">
                <a:latin typeface="微软雅黑" panose="020B0503020204020204" charset="-122"/>
                <a:ea typeface="微软雅黑" panose="020B0503020204020204" charset="-122"/>
                <a:cs typeface="微软雅黑" panose="020B0503020204020204" charset="-122"/>
              </a:rPr>
              <a:t>通常由信息采集和信息识别两个部分组成，信息采集通过光学、</a:t>
            </a:r>
            <a:r>
              <a:rPr lang="en-US" sz="1400">
                <a:latin typeface="微软雅黑" panose="020B0503020204020204" charset="-122"/>
                <a:ea typeface="微软雅黑" panose="020B0503020204020204" charset="-122"/>
                <a:cs typeface="微软雅黑" panose="020B0503020204020204" charset="-122"/>
              </a:rPr>
              <a:t> </a:t>
            </a:r>
            <a:r>
              <a:rPr lang="zh-CN" sz="1400">
                <a:latin typeface="微软雅黑" panose="020B0503020204020204" charset="-122"/>
                <a:ea typeface="微软雅黑" panose="020B0503020204020204" charset="-122"/>
                <a:cs typeface="微软雅黑" panose="020B0503020204020204" charset="-122"/>
              </a:rPr>
              <a:t>声学、红外等传感器作为采集设施，采集待鉴别的用户的生物特征（如指纹、虹膜等）和行为特征（声音、笔迹、步态等），然后交给信息识别部分与预先采集并存储在数据库中的用户生物特征进行比对，根据比对的结果验证是否通过验证。</a:t>
            </a:r>
            <a:endParaRPr lang="zh-CN" altLang="en-US"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911225" y="1484630"/>
            <a:ext cx="10515600" cy="1325563"/>
          </a:xfrm>
        </p:spPr>
        <p:txBody>
          <a:bodyPr/>
          <a:lstStyle/>
          <a:p>
            <a:pPr algn="l">
              <a:lnSpc>
                <a:spcPct val="150000"/>
              </a:lnSpc>
            </a:pPr>
            <a: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t>网络安全建设时，</a:t>
            </a:r>
            <a:b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br>
            <a: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t>针对设备类的身份鉴别如何进行实践？</a:t>
            </a:r>
            <a:endParaRPr lang="zh-CN" altLang="en-US" sz="2000" b="1" dirty="0">
              <a:solidFill>
                <a:srgbClr val="0084D8"/>
              </a:solidFill>
              <a:latin typeface="微软雅黑" panose="020B0503020204020204" charset="-122"/>
              <a:ea typeface="微软雅黑" panose="020B0503020204020204" charset="-122"/>
              <a:cs typeface="微软雅黑" panose="020B0503020204020204" charset="-122"/>
            </a:endParaRPr>
          </a:p>
        </p:txBody>
      </p:sp>
      <p:pic>
        <p:nvPicPr>
          <p:cNvPr id="53" name="图片 18" descr="1596348461210040.png"/>
          <p:cNvPicPr>
            <a:picLocks noChangeAspect="1"/>
          </p:cNvPicPr>
          <p:nvPr/>
        </p:nvPicPr>
        <p:blipFill>
          <a:blip r:embed="rId1"/>
          <a:stretch>
            <a:fillRect/>
          </a:stretch>
        </p:blipFill>
        <p:spPr>
          <a:xfrm>
            <a:off x="1991360" y="3645535"/>
            <a:ext cx="8058150" cy="2649220"/>
          </a:xfrm>
          <a:prstGeom prst="rect">
            <a:avLst/>
          </a:prstGeom>
          <a:noFill/>
          <a:ln w="9525">
            <a:noFill/>
          </a:ln>
        </p:spPr>
      </p:pic>
      <p:sp>
        <p:nvSpPr>
          <p:cNvPr id="100" name="文本框 99"/>
          <p:cNvSpPr txBox="1"/>
          <p:nvPr/>
        </p:nvSpPr>
        <p:spPr>
          <a:xfrm>
            <a:off x="1513840" y="2708910"/>
            <a:ext cx="9187180" cy="1060450"/>
          </a:xfrm>
          <a:prstGeom prst="rect">
            <a:avLst/>
          </a:prstGeom>
          <a:noFill/>
          <a:ln w="9525">
            <a:noFill/>
          </a:ln>
        </p:spPr>
        <p:txBody>
          <a:bodyPr wrap="square">
            <a:spAutoFit/>
          </a:bodyPr>
          <a:lstStyle/>
          <a:p>
            <a:pPr indent="355600" algn="just">
              <a:lnSpc>
                <a:spcPct val="150000"/>
              </a:lnSpc>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针对管理用户访问的身份鉴别主要通过堡垒机（安全运维网关）实现，将各类设备、应用系统的管理接口，通过强制策略路由的方式，转发至堡垒主机，从而完成反向代理的部署模式，实现对管理用户的身份鉴别。常见的访问路径如图所示。</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0" name="Rectangle 3"/>
          <p:cNvSpPr>
            <a:spLocks noChangeArrowheads="1"/>
          </p:cNvSpPr>
          <p:nvPr/>
        </p:nvSpPr>
        <p:spPr bwMode="auto">
          <a:xfrm>
            <a:off x="839470" y="764540"/>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身份鉴别实践</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a:xfrm>
            <a:off x="767715" y="692785"/>
            <a:ext cx="10515600" cy="727710"/>
          </a:xfrm>
        </p:spPr>
        <p:txBody>
          <a:bodyPr/>
          <a:lstStyle/>
          <a:p>
            <a:pPr algn="l"/>
            <a:r>
              <a:rPr sz="3600" b="1" smtClean="0">
                <a:latin typeface="微软雅黑" panose="020B0503020204020204" charset="-122"/>
                <a:ea typeface="微软雅黑" panose="020B0503020204020204" charset="-122"/>
                <a:sym typeface="+mn-ea"/>
              </a:rPr>
              <a:t>身份鉴别实践</a:t>
            </a:r>
            <a:endParaRPr sz="3600" b="1" smtClean="0">
              <a:latin typeface="微软雅黑" panose="020B0503020204020204" charset="-122"/>
              <a:ea typeface="微软雅黑" panose="020B0503020204020204" charset="-122"/>
            </a:endParaRPr>
          </a:p>
        </p:txBody>
      </p:sp>
      <p:sp>
        <p:nvSpPr>
          <p:cNvPr id="12" name="文本框 11"/>
          <p:cNvSpPr txBox="1"/>
          <p:nvPr/>
        </p:nvSpPr>
        <p:spPr>
          <a:xfrm>
            <a:off x="782634" y="1557104"/>
            <a:ext cx="9881139" cy="414020"/>
          </a:xfrm>
          <a:prstGeom prst="rect">
            <a:avLst/>
          </a:prstGeom>
          <a:noFill/>
        </p:spPr>
        <p:txBody>
          <a:bodyPr wrap="square" rtlCol="0">
            <a:spAutoFit/>
          </a:bodyPr>
          <a:lstStyle/>
          <a:p>
            <a:pPr algn="l">
              <a:lnSpc>
                <a:spcPct val="150000"/>
              </a:lnSpc>
            </a:pPr>
            <a:r>
              <a:rPr lang="zh-CN" sz="1400"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身份鉴别示意图中</a:t>
            </a:r>
            <a:r>
              <a:rPr sz="1400"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实线代表的路径通常为网络安全等级保护建设时包括下列几个步骤</a:t>
            </a:r>
            <a:r>
              <a:rPr lang="zh-CN" sz="1400"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a:t>
            </a:r>
            <a:endParaRPr lang="zh-CN" sz="1400"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nvGrpSpPr>
          <p:cNvPr id="5" name="组合 4"/>
          <p:cNvGrpSpPr/>
          <p:nvPr>
            <p:custDataLst>
              <p:tags r:id="rId1"/>
            </p:custDataLst>
          </p:nvPr>
        </p:nvGrpSpPr>
        <p:grpSpPr>
          <a:xfrm>
            <a:off x="1496695" y="2412126"/>
            <a:ext cx="891516" cy="576570"/>
            <a:chOff x="3370" y="2912"/>
            <a:chExt cx="1789" cy="1157"/>
          </a:xfrm>
        </p:grpSpPr>
        <p:sp>
          <p:nvSpPr>
            <p:cNvPr id="6" name="等腰三角形 5"/>
            <p:cNvSpPr/>
            <p:nvPr>
              <p:custDataLst>
                <p:tags r:id="rId2"/>
              </p:custDataLst>
            </p:nvPr>
          </p:nvSpPr>
          <p:spPr>
            <a:xfrm>
              <a:off x="3504" y="2912"/>
              <a:ext cx="1472" cy="960"/>
            </a:xfrm>
            <a:prstGeom prst="triangle">
              <a:avLst/>
            </a:prstGeom>
            <a:solidFill>
              <a:schemeClr val="accent1"/>
            </a:solidFill>
          </p:spPr>
          <p:txBody>
            <a:bodyPr rot="0" spcFirstLastPara="0" vertOverflow="overflow" horzOverflow="overflow" vert="horz" wrap="square" lIns="90000" tIns="46800" rIns="90000" bIns="46800" numCol="1" spcCol="0" rtlCol="0" fromWordArt="0" anchor="ctr" anchorCtr="0" forceAA="0" compatLnSpc="1">
              <a:normAutofit fontScale="67500" lnSpcReduction="20000"/>
            </a:bodyPr>
            <a:lstStyle/>
            <a:p>
              <a:pPr algn="ctr"/>
              <a:r>
                <a:rPr lang="en-US" altLang="zh-CN" sz="1600" dirty="0">
                  <a:solidFill>
                    <a:schemeClr val="bg1"/>
                  </a:solidFill>
                  <a:latin typeface="Arial" panose="020B0604020202020204" pitchFamily="34" charset="0"/>
                  <a:ea typeface="微软雅黑" panose="020B0503020204020204" charset="-122"/>
                </a:rPr>
                <a:t>A</a:t>
              </a:r>
              <a:endParaRPr lang="en-US" altLang="zh-CN" sz="1600" dirty="0">
                <a:solidFill>
                  <a:schemeClr val="bg1"/>
                </a:solidFill>
                <a:latin typeface="Arial" panose="020B0604020202020204" pitchFamily="34" charset="0"/>
                <a:ea typeface="微软雅黑" panose="020B0503020204020204" charset="-122"/>
              </a:endParaRPr>
            </a:p>
          </p:txBody>
        </p:sp>
        <p:sp>
          <p:nvSpPr>
            <p:cNvPr id="7" name="等腰三角形 6"/>
            <p:cNvSpPr/>
            <p:nvPr>
              <p:custDataLst>
                <p:tags r:id="rId3"/>
              </p:custDataLst>
            </p:nvPr>
          </p:nvSpPr>
          <p:spPr>
            <a:xfrm>
              <a:off x="3620" y="2912"/>
              <a:ext cx="513" cy="381"/>
            </a:xfrm>
            <a:prstGeom prst="triangle">
              <a:avLst/>
            </a:prstGeom>
            <a:solidFill>
              <a:schemeClr val="accent1">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8" name="等腰三角形 7"/>
            <p:cNvSpPr/>
            <p:nvPr>
              <p:custDataLst>
                <p:tags r:id="rId4"/>
              </p:custDataLst>
            </p:nvPr>
          </p:nvSpPr>
          <p:spPr>
            <a:xfrm>
              <a:off x="4497" y="3681"/>
              <a:ext cx="524" cy="389"/>
            </a:xfrm>
            <a:prstGeom prst="triangle">
              <a:avLst/>
            </a:prstGeom>
            <a:solidFill>
              <a:schemeClr val="accent1">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10" name="等腰三角形 9"/>
            <p:cNvSpPr/>
            <p:nvPr>
              <p:custDataLst>
                <p:tags r:id="rId5"/>
              </p:custDataLst>
            </p:nvPr>
          </p:nvSpPr>
          <p:spPr>
            <a:xfrm>
              <a:off x="4759" y="3095"/>
              <a:ext cx="400" cy="297"/>
            </a:xfrm>
            <a:prstGeom prst="triangle">
              <a:avLst/>
            </a:prstGeom>
            <a:solidFill>
              <a:schemeClr val="accent1">
                <a:lumMod val="40000"/>
                <a:lumOff val="6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13" name="等腰三角形 12"/>
            <p:cNvSpPr/>
            <p:nvPr>
              <p:custDataLst>
                <p:tags r:id="rId6"/>
              </p:custDataLst>
            </p:nvPr>
          </p:nvSpPr>
          <p:spPr>
            <a:xfrm>
              <a:off x="3370" y="3772"/>
              <a:ext cx="267" cy="198"/>
            </a:xfrm>
            <a:prstGeom prst="triangle">
              <a:avLst/>
            </a:prstGeom>
            <a:solidFill>
              <a:schemeClr val="accent1">
                <a:lumMod val="60000"/>
                <a:lumOff val="4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grpSp>
      <p:grpSp>
        <p:nvGrpSpPr>
          <p:cNvPr id="15" name="组合 14"/>
          <p:cNvGrpSpPr/>
          <p:nvPr>
            <p:custDataLst>
              <p:tags r:id="rId7"/>
            </p:custDataLst>
          </p:nvPr>
        </p:nvGrpSpPr>
        <p:grpSpPr>
          <a:xfrm>
            <a:off x="1496695" y="3780546"/>
            <a:ext cx="891516" cy="576570"/>
            <a:chOff x="3370" y="5658"/>
            <a:chExt cx="1789" cy="1157"/>
          </a:xfrm>
        </p:grpSpPr>
        <p:sp>
          <p:nvSpPr>
            <p:cNvPr id="16" name="等腰三角形 15"/>
            <p:cNvSpPr/>
            <p:nvPr>
              <p:custDataLst>
                <p:tags r:id="rId8"/>
              </p:custDataLst>
            </p:nvPr>
          </p:nvSpPr>
          <p:spPr>
            <a:xfrm>
              <a:off x="3504" y="5658"/>
              <a:ext cx="1472" cy="960"/>
            </a:xfrm>
            <a:prstGeom prst="triangle">
              <a:avLst/>
            </a:prstGeom>
            <a:solidFill>
              <a:schemeClr val="accent3"/>
            </a:solidFill>
          </p:spPr>
          <p:txBody>
            <a:bodyPr rot="0" spcFirstLastPara="0" vertOverflow="overflow" horzOverflow="overflow" vert="horz" wrap="square" lIns="90000" tIns="46800" rIns="90000" bIns="46800" numCol="1" spcCol="0" rtlCol="0" fromWordArt="0" anchor="ctr" anchorCtr="0" forceAA="0" compatLnSpc="1">
              <a:normAutofit fontScale="67500" lnSpcReduction="20000"/>
            </a:bodyPr>
            <a:lstStyle/>
            <a:p>
              <a:pPr algn="ctr"/>
              <a:r>
                <a:rPr lang="en-US" altLang="zh-CN" sz="1600" dirty="0">
                  <a:solidFill>
                    <a:schemeClr val="bg1"/>
                  </a:solidFill>
                  <a:latin typeface="Arial" panose="020B0604020202020204" pitchFamily="34" charset="0"/>
                  <a:ea typeface="微软雅黑" panose="020B0503020204020204" charset="-122"/>
                </a:rPr>
                <a:t>C</a:t>
              </a:r>
              <a:endParaRPr lang="en-US" altLang="zh-CN" sz="1600" dirty="0">
                <a:solidFill>
                  <a:schemeClr val="bg1"/>
                </a:solidFill>
                <a:latin typeface="Arial" panose="020B0604020202020204" pitchFamily="34" charset="0"/>
                <a:ea typeface="微软雅黑" panose="020B0503020204020204" charset="-122"/>
              </a:endParaRPr>
            </a:p>
          </p:txBody>
        </p:sp>
        <p:sp>
          <p:nvSpPr>
            <p:cNvPr id="17" name="等腰三角形 16"/>
            <p:cNvSpPr/>
            <p:nvPr>
              <p:custDataLst>
                <p:tags r:id="rId9"/>
              </p:custDataLst>
            </p:nvPr>
          </p:nvSpPr>
          <p:spPr>
            <a:xfrm>
              <a:off x="3620" y="5658"/>
              <a:ext cx="513" cy="381"/>
            </a:xfrm>
            <a:prstGeom prst="triangle">
              <a:avLst/>
            </a:prstGeom>
            <a:solidFill>
              <a:schemeClr val="accent3">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18" name="等腰三角形 17"/>
            <p:cNvSpPr/>
            <p:nvPr>
              <p:custDataLst>
                <p:tags r:id="rId10"/>
              </p:custDataLst>
            </p:nvPr>
          </p:nvSpPr>
          <p:spPr>
            <a:xfrm>
              <a:off x="4497" y="6427"/>
              <a:ext cx="524" cy="389"/>
            </a:xfrm>
            <a:prstGeom prst="triangle">
              <a:avLst/>
            </a:prstGeom>
            <a:solidFill>
              <a:schemeClr val="accent3">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19" name="等腰三角形 18"/>
            <p:cNvSpPr/>
            <p:nvPr>
              <p:custDataLst>
                <p:tags r:id="rId11"/>
              </p:custDataLst>
            </p:nvPr>
          </p:nvSpPr>
          <p:spPr>
            <a:xfrm>
              <a:off x="4759" y="5841"/>
              <a:ext cx="400" cy="297"/>
            </a:xfrm>
            <a:prstGeom prst="triangle">
              <a:avLst/>
            </a:prstGeom>
            <a:solidFill>
              <a:schemeClr val="accent3">
                <a:lumMod val="40000"/>
                <a:lumOff val="6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20" name="等腰三角形 19"/>
            <p:cNvSpPr/>
            <p:nvPr>
              <p:custDataLst>
                <p:tags r:id="rId12"/>
              </p:custDataLst>
            </p:nvPr>
          </p:nvSpPr>
          <p:spPr>
            <a:xfrm>
              <a:off x="3370" y="6518"/>
              <a:ext cx="267" cy="198"/>
            </a:xfrm>
            <a:prstGeom prst="triangle">
              <a:avLst/>
            </a:prstGeom>
            <a:solidFill>
              <a:schemeClr val="accent3">
                <a:lumMod val="60000"/>
                <a:lumOff val="4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grpSp>
      <p:grpSp>
        <p:nvGrpSpPr>
          <p:cNvPr id="21" name="组合 20"/>
          <p:cNvGrpSpPr/>
          <p:nvPr>
            <p:custDataLst>
              <p:tags r:id="rId13"/>
            </p:custDataLst>
          </p:nvPr>
        </p:nvGrpSpPr>
        <p:grpSpPr>
          <a:xfrm>
            <a:off x="1496695" y="5148965"/>
            <a:ext cx="891516" cy="577068"/>
            <a:chOff x="3370" y="8404"/>
            <a:chExt cx="1789" cy="1158"/>
          </a:xfrm>
        </p:grpSpPr>
        <p:sp>
          <p:nvSpPr>
            <p:cNvPr id="23" name="等腰三角形 22"/>
            <p:cNvSpPr/>
            <p:nvPr>
              <p:custDataLst>
                <p:tags r:id="rId14"/>
              </p:custDataLst>
            </p:nvPr>
          </p:nvSpPr>
          <p:spPr>
            <a:xfrm>
              <a:off x="3504" y="8404"/>
              <a:ext cx="1472" cy="960"/>
            </a:xfrm>
            <a:prstGeom prst="triangle">
              <a:avLst/>
            </a:prstGeom>
            <a:solidFill>
              <a:schemeClr val="accent5"/>
            </a:solidFill>
          </p:spPr>
          <p:txBody>
            <a:bodyPr rot="0" spcFirstLastPara="0" vertOverflow="overflow" horzOverflow="overflow" vert="horz" wrap="square" lIns="90000" tIns="46800" rIns="90000" bIns="46800" numCol="1" spcCol="0" rtlCol="0" fromWordArt="0" anchor="ctr" anchorCtr="0" forceAA="0" compatLnSpc="1">
              <a:normAutofit fontScale="67500" lnSpcReduction="20000"/>
            </a:bodyPr>
            <a:lstStyle/>
            <a:p>
              <a:pPr algn="ctr"/>
              <a:r>
                <a:rPr lang="en-US" altLang="zh-CN" sz="1600" dirty="0">
                  <a:solidFill>
                    <a:schemeClr val="bg1"/>
                  </a:solidFill>
                  <a:latin typeface="Arial" panose="020B0604020202020204" pitchFamily="34" charset="0"/>
                  <a:ea typeface="微软雅黑" panose="020B0503020204020204" charset="-122"/>
                </a:rPr>
                <a:t>E</a:t>
              </a:r>
              <a:endParaRPr lang="en-US" altLang="zh-CN" sz="1600" dirty="0">
                <a:solidFill>
                  <a:schemeClr val="bg1"/>
                </a:solidFill>
                <a:latin typeface="Arial" panose="020B0604020202020204" pitchFamily="34" charset="0"/>
                <a:ea typeface="微软雅黑" panose="020B0503020204020204" charset="-122"/>
              </a:endParaRPr>
            </a:p>
          </p:txBody>
        </p:sp>
        <p:sp>
          <p:nvSpPr>
            <p:cNvPr id="24" name="等腰三角形 23"/>
            <p:cNvSpPr/>
            <p:nvPr>
              <p:custDataLst>
                <p:tags r:id="rId15"/>
              </p:custDataLst>
            </p:nvPr>
          </p:nvSpPr>
          <p:spPr>
            <a:xfrm>
              <a:off x="3620" y="8404"/>
              <a:ext cx="513" cy="381"/>
            </a:xfrm>
            <a:prstGeom prst="triangle">
              <a:avLst/>
            </a:prstGeom>
            <a:solidFill>
              <a:schemeClr val="accent5">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25" name="等腰三角形 24"/>
            <p:cNvSpPr/>
            <p:nvPr>
              <p:custDataLst>
                <p:tags r:id="rId16"/>
              </p:custDataLst>
            </p:nvPr>
          </p:nvSpPr>
          <p:spPr>
            <a:xfrm>
              <a:off x="4497" y="9174"/>
              <a:ext cx="524" cy="389"/>
            </a:xfrm>
            <a:prstGeom prst="triangle">
              <a:avLst/>
            </a:prstGeom>
            <a:solidFill>
              <a:schemeClr val="accent5">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26" name="等腰三角形 25"/>
            <p:cNvSpPr/>
            <p:nvPr>
              <p:custDataLst>
                <p:tags r:id="rId17"/>
              </p:custDataLst>
            </p:nvPr>
          </p:nvSpPr>
          <p:spPr>
            <a:xfrm>
              <a:off x="4759" y="8588"/>
              <a:ext cx="400" cy="297"/>
            </a:xfrm>
            <a:prstGeom prst="triangle">
              <a:avLst/>
            </a:prstGeom>
            <a:solidFill>
              <a:schemeClr val="accent5">
                <a:lumMod val="40000"/>
                <a:lumOff val="6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27" name="等腰三角形 26"/>
            <p:cNvSpPr/>
            <p:nvPr>
              <p:custDataLst>
                <p:tags r:id="rId18"/>
              </p:custDataLst>
            </p:nvPr>
          </p:nvSpPr>
          <p:spPr>
            <a:xfrm>
              <a:off x="3370" y="9265"/>
              <a:ext cx="267" cy="198"/>
            </a:xfrm>
            <a:prstGeom prst="triangle">
              <a:avLst/>
            </a:prstGeom>
            <a:solidFill>
              <a:schemeClr val="accent5">
                <a:lumMod val="40000"/>
                <a:lumOff val="6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grpSp>
      <p:grpSp>
        <p:nvGrpSpPr>
          <p:cNvPr id="22" name="组合 21"/>
          <p:cNvGrpSpPr/>
          <p:nvPr>
            <p:custDataLst>
              <p:tags r:id="rId19"/>
            </p:custDataLst>
          </p:nvPr>
        </p:nvGrpSpPr>
        <p:grpSpPr>
          <a:xfrm>
            <a:off x="5481358" y="2412126"/>
            <a:ext cx="891516" cy="576570"/>
            <a:chOff x="9988" y="2912"/>
            <a:chExt cx="1789" cy="1157"/>
          </a:xfrm>
        </p:grpSpPr>
        <p:sp>
          <p:nvSpPr>
            <p:cNvPr id="31" name="等腰三角形 30"/>
            <p:cNvSpPr/>
            <p:nvPr>
              <p:custDataLst>
                <p:tags r:id="rId20"/>
              </p:custDataLst>
            </p:nvPr>
          </p:nvSpPr>
          <p:spPr>
            <a:xfrm>
              <a:off x="10122" y="2912"/>
              <a:ext cx="1472" cy="960"/>
            </a:xfrm>
            <a:prstGeom prst="triangle">
              <a:avLst/>
            </a:prstGeom>
            <a:solidFill>
              <a:schemeClr val="accent2"/>
            </a:solidFill>
          </p:spPr>
          <p:txBody>
            <a:bodyPr rot="0" spcFirstLastPara="0" vertOverflow="overflow" horzOverflow="overflow" vert="horz" wrap="square" lIns="90000" tIns="46800" rIns="90000" bIns="46800" numCol="1" spcCol="0" rtlCol="0" fromWordArt="0" anchor="ctr" anchorCtr="0" forceAA="0" compatLnSpc="1">
              <a:normAutofit fontScale="67500" lnSpcReduction="20000"/>
            </a:bodyPr>
            <a:lstStyle/>
            <a:p>
              <a:pPr algn="ctr"/>
              <a:r>
                <a:rPr lang="en-US" altLang="zh-CN" sz="1600" dirty="0">
                  <a:solidFill>
                    <a:schemeClr val="bg1"/>
                  </a:solidFill>
                  <a:latin typeface="Arial" panose="020B0604020202020204" pitchFamily="34" charset="0"/>
                  <a:ea typeface="微软雅黑" panose="020B0503020204020204" charset="-122"/>
                </a:rPr>
                <a:t>B</a:t>
              </a:r>
              <a:endParaRPr lang="en-US" altLang="zh-CN" sz="1600" dirty="0">
                <a:solidFill>
                  <a:schemeClr val="bg1"/>
                </a:solidFill>
                <a:latin typeface="Arial" panose="020B0604020202020204" pitchFamily="34" charset="0"/>
                <a:ea typeface="微软雅黑" panose="020B0503020204020204" charset="-122"/>
              </a:endParaRPr>
            </a:p>
          </p:txBody>
        </p:sp>
        <p:sp>
          <p:nvSpPr>
            <p:cNvPr id="32" name="等腰三角形 31"/>
            <p:cNvSpPr/>
            <p:nvPr>
              <p:custDataLst>
                <p:tags r:id="rId21"/>
              </p:custDataLst>
            </p:nvPr>
          </p:nvSpPr>
          <p:spPr>
            <a:xfrm>
              <a:off x="10238" y="2912"/>
              <a:ext cx="513" cy="381"/>
            </a:xfrm>
            <a:prstGeom prst="triangle">
              <a:avLst/>
            </a:prstGeom>
            <a:solidFill>
              <a:schemeClr val="accent2">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33" name="等腰三角形 32"/>
            <p:cNvSpPr/>
            <p:nvPr>
              <p:custDataLst>
                <p:tags r:id="rId22"/>
              </p:custDataLst>
            </p:nvPr>
          </p:nvSpPr>
          <p:spPr>
            <a:xfrm>
              <a:off x="11115" y="3681"/>
              <a:ext cx="524" cy="389"/>
            </a:xfrm>
            <a:prstGeom prst="triangle">
              <a:avLst/>
            </a:prstGeom>
            <a:solidFill>
              <a:schemeClr val="accent2">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34" name="等腰三角形 33"/>
            <p:cNvSpPr/>
            <p:nvPr>
              <p:custDataLst>
                <p:tags r:id="rId23"/>
              </p:custDataLst>
            </p:nvPr>
          </p:nvSpPr>
          <p:spPr>
            <a:xfrm>
              <a:off x="11377" y="3095"/>
              <a:ext cx="400" cy="297"/>
            </a:xfrm>
            <a:prstGeom prst="triangle">
              <a:avLst/>
            </a:prstGeom>
            <a:solidFill>
              <a:schemeClr val="accent2">
                <a:lumMod val="40000"/>
                <a:lumOff val="6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35" name="等腰三角形 34"/>
            <p:cNvSpPr/>
            <p:nvPr>
              <p:custDataLst>
                <p:tags r:id="rId24"/>
              </p:custDataLst>
            </p:nvPr>
          </p:nvSpPr>
          <p:spPr>
            <a:xfrm>
              <a:off x="9988" y="3772"/>
              <a:ext cx="267" cy="198"/>
            </a:xfrm>
            <a:prstGeom prst="triangle">
              <a:avLst/>
            </a:prstGeom>
            <a:solidFill>
              <a:schemeClr val="accent2">
                <a:lumMod val="60000"/>
                <a:lumOff val="4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grpSp>
      <p:grpSp>
        <p:nvGrpSpPr>
          <p:cNvPr id="28" name="组合 27"/>
          <p:cNvGrpSpPr/>
          <p:nvPr>
            <p:custDataLst>
              <p:tags r:id="rId25"/>
            </p:custDataLst>
          </p:nvPr>
        </p:nvGrpSpPr>
        <p:grpSpPr>
          <a:xfrm>
            <a:off x="5481358" y="3780546"/>
            <a:ext cx="891516" cy="576570"/>
            <a:chOff x="9988" y="5658"/>
            <a:chExt cx="1789" cy="1157"/>
          </a:xfrm>
        </p:grpSpPr>
        <p:sp>
          <p:nvSpPr>
            <p:cNvPr id="39" name="等腰三角形 38"/>
            <p:cNvSpPr/>
            <p:nvPr>
              <p:custDataLst>
                <p:tags r:id="rId26"/>
              </p:custDataLst>
            </p:nvPr>
          </p:nvSpPr>
          <p:spPr>
            <a:xfrm>
              <a:off x="10122" y="5658"/>
              <a:ext cx="1472" cy="960"/>
            </a:xfrm>
            <a:prstGeom prst="triangle">
              <a:avLst/>
            </a:prstGeom>
            <a:solidFill>
              <a:schemeClr val="accent4"/>
            </a:solidFill>
          </p:spPr>
          <p:txBody>
            <a:bodyPr rot="0" spcFirstLastPara="0" vertOverflow="overflow" horzOverflow="overflow" vert="horz" wrap="square" lIns="90000" tIns="46800" rIns="90000" bIns="46800" numCol="1" spcCol="0" rtlCol="0" fromWordArt="0" anchor="ctr" anchorCtr="0" forceAA="0" compatLnSpc="1">
              <a:normAutofit fontScale="67500" lnSpcReduction="20000"/>
            </a:bodyPr>
            <a:lstStyle/>
            <a:p>
              <a:pPr algn="ctr"/>
              <a:r>
                <a:rPr lang="en-US" altLang="zh-CN" sz="1600" dirty="0">
                  <a:solidFill>
                    <a:srgbClr val="000000"/>
                  </a:solidFill>
                  <a:latin typeface="Arial" panose="020B0604020202020204" pitchFamily="34" charset="0"/>
                  <a:ea typeface="微软雅黑" panose="020B0503020204020204" charset="-122"/>
                </a:rPr>
                <a:t>D</a:t>
              </a:r>
              <a:endParaRPr lang="en-US" altLang="zh-CN" sz="1600" dirty="0">
                <a:solidFill>
                  <a:srgbClr val="000000"/>
                </a:solidFill>
                <a:latin typeface="Arial" panose="020B0604020202020204" pitchFamily="34" charset="0"/>
                <a:ea typeface="微软雅黑" panose="020B0503020204020204" charset="-122"/>
              </a:endParaRPr>
            </a:p>
          </p:txBody>
        </p:sp>
        <p:sp>
          <p:nvSpPr>
            <p:cNvPr id="29" name="等腰三角形 28"/>
            <p:cNvSpPr/>
            <p:nvPr>
              <p:custDataLst>
                <p:tags r:id="rId27"/>
              </p:custDataLst>
            </p:nvPr>
          </p:nvSpPr>
          <p:spPr>
            <a:xfrm>
              <a:off x="10238" y="5658"/>
              <a:ext cx="513" cy="381"/>
            </a:xfrm>
            <a:prstGeom prst="triangle">
              <a:avLst/>
            </a:prstGeom>
            <a:solidFill>
              <a:schemeClr val="accent4">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41" name="等腰三角形 40"/>
            <p:cNvSpPr/>
            <p:nvPr>
              <p:custDataLst>
                <p:tags r:id="rId28"/>
              </p:custDataLst>
            </p:nvPr>
          </p:nvSpPr>
          <p:spPr>
            <a:xfrm>
              <a:off x="11115" y="6427"/>
              <a:ext cx="524" cy="389"/>
            </a:xfrm>
            <a:prstGeom prst="triangle">
              <a:avLst/>
            </a:prstGeom>
            <a:solidFill>
              <a:schemeClr val="accent4">
                <a:lumMod val="20000"/>
                <a:lumOff val="8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42" name="等腰三角形 41"/>
            <p:cNvSpPr/>
            <p:nvPr>
              <p:custDataLst>
                <p:tags r:id="rId29"/>
              </p:custDataLst>
            </p:nvPr>
          </p:nvSpPr>
          <p:spPr>
            <a:xfrm>
              <a:off x="11377" y="5841"/>
              <a:ext cx="400" cy="297"/>
            </a:xfrm>
            <a:prstGeom prst="triangle">
              <a:avLst/>
            </a:prstGeom>
            <a:solidFill>
              <a:schemeClr val="accent4">
                <a:lumMod val="40000"/>
                <a:lumOff val="6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sp>
          <p:nvSpPr>
            <p:cNvPr id="43" name="等腰三角形 42"/>
            <p:cNvSpPr/>
            <p:nvPr>
              <p:custDataLst>
                <p:tags r:id="rId30"/>
              </p:custDataLst>
            </p:nvPr>
          </p:nvSpPr>
          <p:spPr>
            <a:xfrm>
              <a:off x="9988" y="6518"/>
              <a:ext cx="267" cy="198"/>
            </a:xfrm>
            <a:prstGeom prst="triangle">
              <a:avLst/>
            </a:prstGeom>
            <a:solidFill>
              <a:schemeClr val="accent4">
                <a:lumMod val="40000"/>
                <a:lumOff val="60000"/>
              </a:schemeClr>
            </a:solidFill>
          </p:spPr>
          <p:txBody>
            <a:bodyPr rot="0" spcFirstLastPara="0" vertOverflow="overflow" horzOverflow="overflow" vert="horz" wrap="square" lIns="90000" tIns="46800" rIns="90000" bIns="46800" numCol="1" spcCol="0" rtlCol="0" fromWordArt="0" anchor="ctr" anchorCtr="0" forceAA="0" compatLnSpc="1">
              <a:normAutofit fontScale="25000" lnSpcReduction="20000"/>
            </a:bodyPr>
            <a:lstStyle/>
            <a:p>
              <a:pPr algn="just">
                <a:lnSpc>
                  <a:spcPct val="130000"/>
                </a:lnSpc>
              </a:pPr>
              <a:endParaRPr lang="zh-CN" altLang="en-US" sz="1800" dirty="0" err="1">
                <a:solidFill>
                  <a:srgbClr val="FFFFFF"/>
                </a:solidFill>
                <a:latin typeface="Arial" panose="020B0604020202020204" pitchFamily="34" charset="0"/>
                <a:ea typeface="微软雅黑" panose="020B0503020204020204" charset="-122"/>
              </a:endParaRPr>
            </a:p>
          </p:txBody>
        </p:sp>
      </p:grpSp>
      <p:sp>
        <p:nvSpPr>
          <p:cNvPr id="30" name="矩形 29"/>
          <p:cNvSpPr/>
          <p:nvPr>
            <p:custDataLst>
              <p:tags r:id="rId31"/>
            </p:custDataLst>
          </p:nvPr>
        </p:nvSpPr>
        <p:spPr>
          <a:xfrm>
            <a:off x="2473924" y="2284553"/>
            <a:ext cx="2515580" cy="832214"/>
          </a:xfrm>
          <a:prstGeom prst="rect">
            <a:avLst/>
          </a:prstGeom>
        </p:spPr>
        <p:txBody>
          <a:bodyPr wrap="square" lIns="90000" tIns="46800" rIns="90000" bIns="46800" anchor="ctr" anchorCtr="0"/>
          <a:lstStyle/>
          <a:p>
            <a:pPr marL="0" indent="0" algn="just">
              <a:lnSpc>
                <a:spcPct val="130000"/>
              </a:lnSpc>
              <a:spcBef>
                <a:spcPts val="0"/>
              </a:spcBef>
              <a:spcAft>
                <a:spcPts val="0"/>
              </a:spcAft>
              <a:buSzPct val="100000"/>
            </a:pPr>
            <a:r>
              <a:rPr lang="zh-CN" altLang="en-US" sz="1200" kern="0" dirty="0">
                <a:solidFill>
                  <a:schemeClr val="tx1"/>
                </a:solidFill>
                <a:latin typeface="Arial" panose="020B0604020202020204" pitchFamily="34" charset="0"/>
                <a:ea typeface="微软雅黑" panose="020B0503020204020204" charset="-122"/>
              </a:rPr>
              <a:t>管理者通过VPN登录到专用运维终端（如果使用专用管理区的运维终端则无此步骤）；</a:t>
            </a:r>
            <a:endParaRPr lang="zh-CN" altLang="en-US" sz="1200" kern="0" dirty="0">
              <a:solidFill>
                <a:schemeClr val="tx1"/>
              </a:solidFill>
              <a:latin typeface="Arial" panose="020B0604020202020204" pitchFamily="34" charset="0"/>
              <a:ea typeface="微软雅黑" panose="020B0503020204020204" charset="-122"/>
            </a:endParaRPr>
          </a:p>
        </p:txBody>
      </p:sp>
      <p:sp>
        <p:nvSpPr>
          <p:cNvPr id="36" name="矩形 35"/>
          <p:cNvSpPr/>
          <p:nvPr>
            <p:custDataLst>
              <p:tags r:id="rId32"/>
            </p:custDataLst>
          </p:nvPr>
        </p:nvSpPr>
        <p:spPr>
          <a:xfrm>
            <a:off x="2473924" y="3652973"/>
            <a:ext cx="2515580" cy="832214"/>
          </a:xfrm>
          <a:prstGeom prst="rect">
            <a:avLst/>
          </a:prstGeom>
        </p:spPr>
        <p:txBody>
          <a:bodyPr wrap="square" lIns="90000" tIns="46800" rIns="90000" bIns="46800" anchor="ctr" anchorCtr="0">
            <a:normAutofit/>
          </a:bodyPr>
          <a:lstStyle/>
          <a:p>
            <a:pPr>
              <a:lnSpc>
                <a:spcPct val="130000"/>
              </a:lnSpc>
            </a:pPr>
            <a:r>
              <a:rPr lang="en-US" altLang="zh-CN" sz="1200" kern="0" dirty="0" err="1">
                <a:solidFill>
                  <a:schemeClr val="tx1"/>
                </a:solidFill>
                <a:latin typeface="Arial" panose="020B0604020202020204" pitchFamily="34" charset="0"/>
                <a:ea typeface="微软雅黑" panose="020B0503020204020204" charset="-122"/>
              </a:rPr>
              <a:t>通过权限限制的方式，授权管理员登录到服务器、网络安全设备或业务应用系统；</a:t>
            </a:r>
            <a:endParaRPr lang="en-US" altLang="zh-CN" sz="1200" kern="0" dirty="0" err="1">
              <a:solidFill>
                <a:schemeClr val="tx1"/>
              </a:solidFill>
              <a:latin typeface="Arial" panose="020B0604020202020204" pitchFamily="34" charset="0"/>
              <a:ea typeface="微软雅黑" panose="020B0503020204020204" charset="-122"/>
            </a:endParaRPr>
          </a:p>
        </p:txBody>
      </p:sp>
      <p:sp>
        <p:nvSpPr>
          <p:cNvPr id="37" name="矩形 36"/>
          <p:cNvSpPr/>
          <p:nvPr>
            <p:custDataLst>
              <p:tags r:id="rId33"/>
            </p:custDataLst>
          </p:nvPr>
        </p:nvSpPr>
        <p:spPr>
          <a:xfrm>
            <a:off x="2473961" y="5021580"/>
            <a:ext cx="2515544" cy="832485"/>
          </a:xfrm>
          <a:prstGeom prst="rect">
            <a:avLst/>
          </a:prstGeom>
        </p:spPr>
        <p:txBody>
          <a:bodyPr wrap="square" lIns="90000" tIns="46800" rIns="90000" bIns="46800" anchor="ctr" anchorCtr="0"/>
          <a:lstStyle/>
          <a:p>
            <a:pPr>
              <a:lnSpc>
                <a:spcPct val="130000"/>
              </a:lnSpc>
            </a:pPr>
            <a:r>
              <a:rPr lang="en-US" altLang="zh-CN" sz="1200" kern="0" dirty="0" err="1">
                <a:solidFill>
                  <a:schemeClr val="tx1"/>
                </a:solidFill>
                <a:latin typeface="微软雅黑" panose="020B0503020204020204" charset="-122"/>
                <a:ea typeface="微软雅黑" panose="020B0503020204020204" charset="-122"/>
              </a:rPr>
              <a:t>对于网络安全设备、操作系统、数据库和业务系统（或系统管理软件）自身而言，应在本地进行安全基线加固。</a:t>
            </a:r>
            <a:endParaRPr lang="en-US" altLang="zh-CN" sz="1200" kern="0" dirty="0" err="1">
              <a:solidFill>
                <a:schemeClr val="tx1"/>
              </a:solidFill>
              <a:latin typeface="微软雅黑" panose="020B0503020204020204" charset="-122"/>
              <a:ea typeface="微软雅黑" panose="020B0503020204020204" charset="-122"/>
            </a:endParaRPr>
          </a:p>
        </p:txBody>
      </p:sp>
      <p:sp>
        <p:nvSpPr>
          <p:cNvPr id="38" name="矩形 37"/>
          <p:cNvSpPr/>
          <p:nvPr>
            <p:custDataLst>
              <p:tags r:id="rId34"/>
            </p:custDataLst>
          </p:nvPr>
        </p:nvSpPr>
        <p:spPr>
          <a:xfrm>
            <a:off x="6482715" y="2284730"/>
            <a:ext cx="4254500" cy="1118235"/>
          </a:xfrm>
          <a:prstGeom prst="rect">
            <a:avLst/>
          </a:prstGeom>
        </p:spPr>
        <p:txBody>
          <a:bodyPr wrap="square" lIns="90000" tIns="46800" rIns="90000" bIns="46800" anchor="ctr" anchorCtr="0"/>
          <a:lstStyle/>
          <a:p>
            <a:pPr>
              <a:lnSpc>
                <a:spcPct val="130000"/>
              </a:lnSpc>
            </a:pPr>
            <a:r>
              <a:rPr lang="en-US" altLang="zh-CN" sz="1200" kern="0" dirty="0" err="1">
                <a:solidFill>
                  <a:schemeClr val="tx1"/>
                </a:solidFill>
                <a:latin typeface="+mn-ea"/>
                <a:ea typeface="+mn-ea"/>
                <a:cs typeface="+mn-ea"/>
              </a:rPr>
              <a:t>通过运维终端以双因素认证的方式登录到堡垒机（安全运维网关</a:t>
            </a:r>
            <a:r>
              <a:rPr lang="en-US" altLang="zh-CN" sz="1200" kern="0" dirty="0">
                <a:solidFill>
                  <a:schemeClr val="tx1"/>
                </a:solidFill>
                <a:latin typeface="+mn-ea"/>
                <a:ea typeface="+mn-ea"/>
                <a:cs typeface="+mn-ea"/>
              </a:rPr>
              <a:t>），常见的认证方式有静态口令</a:t>
            </a:r>
            <a:r>
              <a:rPr lang="en-US" altLang="zh-CN" sz="1200" kern="0" dirty="0" smtClean="0">
                <a:solidFill>
                  <a:schemeClr val="tx1"/>
                </a:solidFill>
                <a:latin typeface="+mn-ea"/>
                <a:ea typeface="+mn-ea"/>
                <a:cs typeface="+mn-ea"/>
              </a:rPr>
              <a:t>、一次性口令和生物特征等</a:t>
            </a:r>
            <a:r>
              <a:rPr lang="en-US" altLang="zh-CN" sz="1200" kern="0" dirty="0">
                <a:solidFill>
                  <a:schemeClr val="tx1"/>
                </a:solidFill>
                <a:latin typeface="+mn-ea"/>
                <a:ea typeface="+mn-ea"/>
                <a:cs typeface="+mn-ea"/>
              </a:rPr>
              <a:t>，实际建设中建议采用基于静态口令+数字证书（采用密码技术的动态令牌或USBKey）的双因素认证方式；</a:t>
            </a:r>
            <a:endParaRPr lang="en-US" altLang="zh-CN" sz="1200" kern="0" dirty="0">
              <a:solidFill>
                <a:schemeClr val="tx1"/>
              </a:solidFill>
              <a:latin typeface="+mn-ea"/>
              <a:ea typeface="+mn-ea"/>
              <a:cs typeface="+mn-ea"/>
            </a:endParaRPr>
          </a:p>
        </p:txBody>
      </p:sp>
      <p:sp>
        <p:nvSpPr>
          <p:cNvPr id="44" name="矩形 43"/>
          <p:cNvSpPr/>
          <p:nvPr>
            <p:custDataLst>
              <p:tags r:id="rId35"/>
            </p:custDataLst>
          </p:nvPr>
        </p:nvSpPr>
        <p:spPr>
          <a:xfrm>
            <a:off x="6482715" y="3653155"/>
            <a:ext cx="4150360" cy="832485"/>
          </a:xfrm>
          <a:prstGeom prst="rect">
            <a:avLst/>
          </a:prstGeom>
        </p:spPr>
        <p:txBody>
          <a:bodyPr wrap="square" lIns="90000" tIns="46800" rIns="90000" bIns="46800" anchor="ctr" anchorCtr="0">
            <a:normAutofit/>
          </a:bodyPr>
          <a:lstStyle/>
          <a:p>
            <a:pPr>
              <a:lnSpc>
                <a:spcPct val="130000"/>
              </a:lnSpc>
            </a:pPr>
            <a:r>
              <a:rPr lang="en-US" altLang="zh-CN" sz="1200" kern="0" dirty="0" err="1">
                <a:solidFill>
                  <a:schemeClr val="tx1"/>
                </a:solidFill>
                <a:latin typeface="+mn-ea"/>
                <a:ea typeface="+mn-ea"/>
              </a:rPr>
              <a:t>对于数据库，不建议通过远程直接连接，数据管理员通过认证登录到服务器（操作系统后），再从服务器本地对数据库进行运维管理；</a:t>
            </a:r>
            <a:endParaRPr lang="en-US" altLang="zh-CN" sz="1200" kern="0" dirty="0" err="1">
              <a:solidFill>
                <a:schemeClr val="tx1"/>
              </a:solidFill>
              <a:latin typeface="+mn-ea"/>
              <a:ea typeface="+mn-ea"/>
            </a:endParaRPr>
          </a:p>
        </p:txBody>
      </p:sp>
    </p:spTree>
    <p:custDataLst>
      <p:tags r:id="rId36"/>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635"/>
            <a:ext cx="10515600" cy="775335"/>
          </a:xfrm>
        </p:spPr>
        <p:txBody>
          <a:bodyPr/>
          <a:lstStyle/>
          <a:p>
            <a:pPr algn="l"/>
            <a:r>
              <a:rPr sz="3600" smtClean="0">
                <a:latin typeface="微软雅黑" panose="020B0503020204020204" charset="-122"/>
                <a:ea typeface="微软雅黑" panose="020B0503020204020204" charset="-122"/>
                <a:sym typeface="+mn-ea"/>
              </a:rPr>
              <a:t>堡垒机介绍</a:t>
            </a:r>
            <a:br>
              <a:rPr sz="3600" smtClean="0">
                <a:latin typeface="微软雅黑" panose="020B0503020204020204" charset="-122"/>
                <a:ea typeface="微软雅黑" panose="020B0503020204020204" charset="-122"/>
                <a:sym typeface="+mn-ea"/>
              </a:rPr>
            </a:br>
            <a:endParaRPr lang="zh-CN" altLang="en-US"/>
          </a:p>
        </p:txBody>
      </p:sp>
      <p:sp>
        <p:nvSpPr>
          <p:cNvPr id="100" name="文本框 99"/>
          <p:cNvSpPr txBox="1"/>
          <p:nvPr/>
        </p:nvSpPr>
        <p:spPr>
          <a:xfrm>
            <a:off x="1055370" y="2061210"/>
            <a:ext cx="3960510" cy="3647152"/>
          </a:xfrm>
          <a:prstGeom prst="rect">
            <a:avLst/>
          </a:prstGeom>
          <a:noFill/>
          <a:ln w="9525">
            <a:noFill/>
          </a:ln>
        </p:spPr>
        <p:txBody>
          <a:bodyPr wrap="square">
            <a:spAutoFit/>
          </a:bodyPr>
          <a:lstStyle/>
          <a:p>
            <a:pPr indent="355600" algn="just">
              <a:lnSpc>
                <a:spcPct val="150000"/>
              </a:lnSpc>
              <a:extLst>
                <a:ext uri="{35155182-B16C-46BC-9424-99874614C6A1}">
                  <wpsdc:indentchars xmlns:wpsdc="http://www.wps.cn/officeDocument/2017/drawingmlCustomData" val="200" checksum="3837665281"/>
                </a:ext>
              </a:extLst>
            </a:pPr>
            <a:r>
              <a:rPr lang="zh-CN" sz="1400" b="1" dirty="0">
                <a:latin typeface="微软雅黑" panose="020B0503020204020204" charset="-122"/>
                <a:ea typeface="微软雅黑" panose="020B0503020204020204" charset="-122"/>
                <a:cs typeface="微软雅黑" panose="020B0503020204020204" charset="-122"/>
              </a:rPr>
              <a:t>安全运维网关，通常称作</a:t>
            </a:r>
            <a:r>
              <a:rPr lang="zh-CN" sz="1400" b="1" dirty="0">
                <a:solidFill>
                  <a:srgbClr val="FF0000"/>
                </a:solidFill>
                <a:latin typeface="微软雅黑" panose="020B0503020204020204" charset="-122"/>
                <a:ea typeface="微软雅黑" panose="020B0503020204020204" charset="-122"/>
                <a:cs typeface="微软雅黑" panose="020B0503020204020204" charset="-122"/>
              </a:rPr>
              <a:t>堡垒机</a:t>
            </a:r>
            <a:r>
              <a:rPr lang="zh-CN" sz="1400" dirty="0">
                <a:latin typeface="微软雅黑" panose="020B0503020204020204" charset="-122"/>
                <a:ea typeface="微软雅黑" panose="020B0503020204020204" charset="-122"/>
                <a:cs typeface="微软雅黑" panose="020B0503020204020204" charset="-122"/>
              </a:rPr>
              <a:t>，集成了特权帐号管理、身份认证、协议代理、单点登录与会话记录等功能，可实现核心系统运维和安全审计管控；在技术层面，堡垒机切断终端计算机对网络和服务器资源的直接访问，而采用协议代理的方式，接管了终端计算机对网络和服务器的访问。</a:t>
            </a:r>
            <a:endParaRPr lang="zh-CN" sz="1400" dirty="0">
              <a:latin typeface="微软雅黑" panose="020B0503020204020204" charset="-122"/>
              <a:ea typeface="微软雅黑" panose="020B0503020204020204" charset="-122"/>
              <a:cs typeface="微软雅黑" panose="020B0503020204020204" charset="-122"/>
            </a:endParaRPr>
          </a:p>
          <a:p>
            <a:pPr indent="355600" algn="just">
              <a:lnSpc>
                <a:spcPct val="150000"/>
              </a:lnSpc>
              <a:extLst>
                <a:ext uri="{35155182-B16C-46BC-9424-99874614C6A1}">
                  <wpsdc:indentchars xmlns:wpsdc="http://www.wps.cn/officeDocument/2017/drawingmlCustomData" val="200" checksum="3837665281"/>
                </a:ext>
              </a:extLst>
            </a:pPr>
            <a:r>
              <a:rPr lang="zh-CN" sz="1400" dirty="0">
                <a:latin typeface="微软雅黑" panose="020B0503020204020204" charset="-122"/>
                <a:ea typeface="微软雅黑" panose="020B0503020204020204" charset="-122"/>
                <a:cs typeface="微软雅黑" panose="020B0503020204020204" charset="-122"/>
              </a:rPr>
              <a:t>安全运维网关能够拦截非法访问和恶意攻击，对不合法命令进行命令阻断，过滤掉所有对目标设备的非法访问行为，并对内部人员误操作和非法操作进行审计监控，以便事后责任追踪。</a:t>
            </a:r>
            <a:endParaRPr lang="zh-CN" altLang="en-US" sz="1400" dirty="0">
              <a:latin typeface="微软雅黑" panose="020B0503020204020204" charset="-122"/>
              <a:ea typeface="微软雅黑" panose="020B0503020204020204" charset="-122"/>
              <a:cs typeface="微软雅黑" panose="020B0503020204020204" charset="-122"/>
            </a:endParaRPr>
          </a:p>
        </p:txBody>
      </p:sp>
      <p:sp>
        <p:nvSpPr>
          <p:cNvPr id="40" name="Rectangle 3"/>
          <p:cNvSpPr>
            <a:spLocks noChangeArrowheads="1"/>
          </p:cNvSpPr>
          <p:nvPr/>
        </p:nvSpPr>
        <p:spPr bwMode="auto">
          <a:xfrm>
            <a:off x="2423795" y="614680"/>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
          <a:srcRect t="5856" b="41670"/>
          <a:stretch>
            <a:fillRect/>
          </a:stretch>
        </p:blipFill>
        <p:spPr>
          <a:xfrm>
            <a:off x="5375910" y="1485265"/>
            <a:ext cx="6423660" cy="4542155"/>
          </a:xfrm>
          <a:prstGeom prst="rect">
            <a:avLst/>
          </a:prstGeom>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39470" y="1484630"/>
            <a:ext cx="10515600" cy="989965"/>
          </a:xfrm>
        </p:spPr>
        <p:txBody>
          <a:bodyPr/>
          <a:lstStyle/>
          <a:p>
            <a:pPr algn="l">
              <a:lnSpc>
                <a:spcPct val="150000"/>
              </a:lnSpc>
            </a:pPr>
            <a: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t>网络安全建设时，</a:t>
            </a:r>
            <a:b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br>
            <a: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t>针对设备类的访问控制如何进行实践？</a:t>
            </a:r>
            <a:endParaRPr lang="zh-CN" altLang="en-US" sz="2000" b="1" dirty="0">
              <a:solidFill>
                <a:srgbClr val="0084D8"/>
              </a:solidFill>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1502410" y="2585720"/>
            <a:ext cx="9187180" cy="1060450"/>
          </a:xfrm>
          <a:prstGeom prst="rect">
            <a:avLst/>
          </a:prstGeom>
          <a:noFill/>
          <a:ln w="9525">
            <a:noFill/>
          </a:ln>
        </p:spPr>
        <p:txBody>
          <a:bodyPr wrap="square">
            <a:spAutoFit/>
          </a:bodyPr>
          <a:lstStyle/>
          <a:p>
            <a:pPr indent="355600" algn="just">
              <a:lnSpc>
                <a:spcPct val="150000"/>
              </a:lnSpc>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安全计算环境访问控制主要针对网络安全设备、服务器和业务应用系统用户的创建、访问控制策略的制定以及根据当前系统的访问控制策略授予用户相应的访问权。网络安全建设时，通常采用基于角色的访问控制模型，具体流程如图所示。</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0" name="Rectangle 3"/>
          <p:cNvSpPr>
            <a:spLocks noChangeArrowheads="1"/>
          </p:cNvSpPr>
          <p:nvPr/>
        </p:nvSpPr>
        <p:spPr bwMode="auto">
          <a:xfrm>
            <a:off x="623570" y="836930"/>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访问控制实践</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pic>
        <p:nvPicPr>
          <p:cNvPr id="55" name="图片 19" descr="1596350798242641.png"/>
          <p:cNvPicPr>
            <a:picLocks noChangeAspect="1"/>
          </p:cNvPicPr>
          <p:nvPr/>
        </p:nvPicPr>
        <p:blipFill>
          <a:blip r:embed="rId1"/>
          <a:stretch>
            <a:fillRect/>
          </a:stretch>
        </p:blipFill>
        <p:spPr>
          <a:xfrm>
            <a:off x="2639695" y="3573145"/>
            <a:ext cx="6867525" cy="2463800"/>
          </a:xfrm>
          <a:prstGeom prst="rect">
            <a:avLst/>
          </a:prstGeom>
          <a:noFill/>
          <a:ln w="9525">
            <a:noFill/>
          </a:ln>
        </p:spPr>
      </p:pic>
      <p:sp>
        <p:nvSpPr>
          <p:cNvPr id="3" name="文本框 2"/>
          <p:cNvSpPr txBox="1"/>
          <p:nvPr/>
        </p:nvSpPr>
        <p:spPr>
          <a:xfrm>
            <a:off x="1343660" y="6165215"/>
            <a:ext cx="9482455" cy="414020"/>
          </a:xfrm>
          <a:prstGeom prst="rect">
            <a:avLst/>
          </a:prstGeom>
          <a:noFill/>
          <a:ln w="9525">
            <a:noFill/>
          </a:ln>
        </p:spPr>
        <p:txBody>
          <a:bodyPr wrap="square">
            <a:spAutoFit/>
          </a:bodyPr>
          <a:lstStyle/>
          <a:p>
            <a:pPr indent="355600" algn="just">
              <a:lnSpc>
                <a:spcPct val="150000"/>
              </a:lnSpc>
              <a:buClrTx/>
              <a:buSzTx/>
              <a:buFontTx/>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安全计算环境访问控制实践方式包括</a:t>
            </a:r>
            <a:r>
              <a:rPr lang="zh-CN" sz="1400" b="1">
                <a:latin typeface="微软雅黑" panose="020B0503020204020204" charset="-122"/>
                <a:ea typeface="微软雅黑" panose="020B0503020204020204" charset="-122"/>
                <a:cs typeface="微软雅黑" panose="020B0503020204020204" charset="-122"/>
              </a:rPr>
              <a:t>权限管理</a:t>
            </a:r>
            <a:r>
              <a:rPr lang="zh-CN" sz="1400">
                <a:latin typeface="微软雅黑" panose="020B0503020204020204" charset="-122"/>
                <a:ea typeface="微软雅黑" panose="020B0503020204020204" charset="-122"/>
                <a:cs typeface="微软雅黑" panose="020B0503020204020204" charset="-122"/>
              </a:rPr>
              <a:t>和</a:t>
            </a:r>
            <a:r>
              <a:rPr lang="zh-CN" sz="1400" b="1">
                <a:latin typeface="微软雅黑" panose="020B0503020204020204" charset="-122"/>
                <a:ea typeface="微软雅黑" panose="020B0503020204020204" charset="-122"/>
                <a:cs typeface="微软雅黑" panose="020B0503020204020204" charset="-122"/>
              </a:rPr>
              <a:t>访问控制策略配置</a:t>
            </a:r>
            <a:r>
              <a:rPr lang="zh-CN" sz="1400">
                <a:latin typeface="微软雅黑" panose="020B0503020204020204" charset="-122"/>
                <a:ea typeface="微软雅黑" panose="020B0503020204020204" charset="-122"/>
                <a:cs typeface="微软雅黑" panose="020B0503020204020204" charset="-122"/>
              </a:rPr>
              <a:t>两部分内容。</a:t>
            </a:r>
            <a:endParaRPr lang="zh-CN"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580390"/>
            <a:ext cx="10515600" cy="799465"/>
          </a:xfrm>
        </p:spPr>
        <p:txBody>
          <a:bodyPr/>
          <a:lstStyle/>
          <a:p>
            <a:pPr algn="l"/>
            <a:r>
              <a:rPr sz="3600" b="1" smtClean="0">
                <a:latin typeface="微软雅黑" panose="020B0503020204020204" charset="-122"/>
                <a:ea typeface="微软雅黑" panose="020B0503020204020204" charset="-122"/>
                <a:sym typeface="+mn-ea"/>
              </a:rPr>
              <a:t>访问控制实践</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3863975" y="621030"/>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14" name="矩形 58"/>
          <p:cNvSpPr/>
          <p:nvPr/>
        </p:nvSpPr>
        <p:spPr>
          <a:xfrm>
            <a:off x="2412365" y="2948940"/>
            <a:ext cx="2654935" cy="929640"/>
          </a:xfrm>
          <a:prstGeom prst="rect">
            <a:avLst/>
          </a:prstGeom>
          <a:noFill/>
          <a:ln w="9525">
            <a:noFill/>
          </a:ln>
        </p:spPr>
        <p:txBody>
          <a:bodyPr wrap="square">
            <a:spAutoFit/>
          </a:bodyPr>
          <a:lstStyle>
            <a:lvl1pPr marL="228600" indent="-228600" algn="l" rtl="0" eaLnBrk="0" fontAlgn="base" hangingPunct="0">
              <a:lnSpc>
                <a:spcPct val="130000"/>
              </a:lnSpc>
              <a:spcBef>
                <a:spcPct val="0"/>
              </a:spcBef>
              <a:spcAft>
                <a:spcPts val="1000"/>
              </a:spcAft>
              <a:buFont typeface="Arial" panose="020B0604020202020204" pitchFamily="34" charset="0"/>
              <a:buChar char="•"/>
              <a:defRPr sz="1600" kern="1200" spc="150">
                <a:solidFill>
                  <a:schemeClr val="tx1"/>
                </a:solidFill>
                <a:latin typeface="+mn-lt"/>
                <a:ea typeface="+mn-ea"/>
                <a:cs typeface="+mn-cs"/>
              </a:defRPr>
            </a:lvl1pPr>
            <a:lvl2pPr marL="6858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2pPr>
            <a:lvl3pPr marL="11430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3pPr>
            <a:lvl4pPr marL="16002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4pPr>
            <a:lvl5pPr marL="20574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5pPr>
          </a:lstStyle>
          <a:p>
            <a:pPr marL="0" lvl="0" indent="0" eaLnBrk="1" hangingPunct="1">
              <a:spcAft>
                <a:spcPct val="0"/>
              </a:spcAft>
              <a:buFontTx/>
              <a:buNone/>
            </a:pPr>
            <a:r>
              <a:rPr sz="1400" dirty="0" smtClean="0">
                <a:solidFill>
                  <a:schemeClr val="tx1"/>
                </a:solidFill>
                <a:latin typeface="微软雅黑" panose="020B0503020204020204" charset="-122"/>
                <a:ea typeface="微软雅黑" panose="020B0503020204020204" charset="-122"/>
                <a:cs typeface="微软雅黑" panose="020B0503020204020204" charset="-122"/>
              </a:rPr>
              <a:t>根据管理用户的角色分配权限，</a:t>
            </a:r>
            <a:r>
              <a:rPr sz="1400" b="1" dirty="0" smtClean="0">
                <a:solidFill>
                  <a:schemeClr val="tx1"/>
                </a:solidFill>
                <a:latin typeface="微软雅黑" panose="020B0503020204020204" charset="-122"/>
                <a:ea typeface="微软雅黑" panose="020B0503020204020204" charset="-122"/>
                <a:cs typeface="微软雅黑" panose="020B0503020204020204" charset="-122"/>
              </a:rPr>
              <a:t>实现管理用户的权限分离</a:t>
            </a:r>
            <a:r>
              <a:rPr sz="1400" dirty="0" smtClean="0">
                <a:solidFill>
                  <a:schemeClr val="tx1"/>
                </a:solidFill>
                <a:latin typeface="微软雅黑" panose="020B0503020204020204" charset="-122"/>
                <a:ea typeface="微软雅黑" panose="020B0503020204020204" charset="-122"/>
                <a:cs typeface="微软雅黑" panose="020B0503020204020204" charset="-122"/>
              </a:rPr>
              <a:t>，应遵循</a:t>
            </a:r>
            <a:r>
              <a:rPr lang="zh-CN" sz="1400" dirty="0" smtClean="0">
                <a:solidFill>
                  <a:schemeClr val="tx1"/>
                </a:solidFill>
                <a:latin typeface="微软雅黑" panose="020B0503020204020204" charset="-122"/>
                <a:ea typeface="微软雅黑" panose="020B0503020204020204" charset="-122"/>
                <a:cs typeface="微软雅黑" panose="020B0503020204020204" charset="-122"/>
              </a:rPr>
              <a:t>的</a:t>
            </a:r>
            <a:r>
              <a:rPr sz="1400" dirty="0" smtClean="0">
                <a:solidFill>
                  <a:schemeClr val="tx1"/>
                </a:solidFill>
                <a:latin typeface="微软雅黑" panose="020B0503020204020204" charset="-122"/>
                <a:ea typeface="微软雅黑" panose="020B0503020204020204" charset="-122"/>
                <a:cs typeface="微软雅黑" panose="020B0503020204020204" charset="-122"/>
              </a:rPr>
              <a:t>原则：</a:t>
            </a:r>
            <a:endParaRPr sz="1400" dirty="0" smtClean="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495550" y="2277110"/>
            <a:ext cx="2560955" cy="398780"/>
          </a:xfrm>
          <a:prstGeom prst="rect">
            <a:avLst/>
          </a:prstGeom>
          <a:noFill/>
        </p:spPr>
        <p:txBody>
          <a:bodyPr wrap="square"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01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权限管理</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6" name="矩形 15"/>
          <p:cNvSpPr/>
          <p:nvPr/>
        </p:nvSpPr>
        <p:spPr>
          <a:xfrm>
            <a:off x="2322830" y="2227580"/>
            <a:ext cx="76200" cy="523875"/>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 name="直接连接符 16"/>
          <p:cNvCxnSpPr/>
          <p:nvPr/>
        </p:nvCxnSpPr>
        <p:spPr>
          <a:xfrm>
            <a:off x="2351405" y="2961005"/>
            <a:ext cx="0" cy="842645"/>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1"/>
          <a:stretch>
            <a:fillRect/>
          </a:stretch>
        </p:blipFill>
        <p:spPr>
          <a:xfrm>
            <a:off x="880745" y="2138680"/>
            <a:ext cx="1209675" cy="1325880"/>
          </a:xfrm>
          <a:prstGeom prst="rect">
            <a:avLst/>
          </a:prstGeom>
        </p:spPr>
      </p:pic>
      <p:sp>
        <p:nvSpPr>
          <p:cNvPr id="23" name="文本框 22"/>
          <p:cNvSpPr txBox="1"/>
          <p:nvPr/>
        </p:nvSpPr>
        <p:spPr>
          <a:xfrm>
            <a:off x="5400040" y="2105660"/>
            <a:ext cx="5974080" cy="414020"/>
          </a:xfrm>
          <a:prstGeom prst="rect">
            <a:avLst/>
          </a:prstGeom>
          <a:noFill/>
        </p:spPr>
        <p:txBody>
          <a:bodyPr wrap="square" rtlCol="0">
            <a:spAutoFit/>
          </a:bodyPr>
          <a:lstStyle/>
          <a:p>
            <a:pPr>
              <a:lnSpc>
                <a:spcPct val="150000"/>
              </a:lnSpc>
              <a:buClrTx/>
              <a:buSzTx/>
              <a:buFont typeface="Wingdings" panose="05000000000000000000" charset="0"/>
              <a:buChar char="u"/>
            </a:pPr>
            <a:r>
              <a:rPr lang="en-US" altLang="zh-CN"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仅授予管理用户所需的最小权限</a:t>
            </a:r>
            <a:endParaRPr lang="zh-CN" altLang="en-US"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文本框 23"/>
          <p:cNvSpPr txBox="1"/>
          <p:nvPr/>
        </p:nvSpPr>
        <p:spPr>
          <a:xfrm>
            <a:off x="5400040" y="2675890"/>
            <a:ext cx="5974080" cy="737235"/>
          </a:xfrm>
          <a:prstGeom prst="rect">
            <a:avLst/>
          </a:prstGeom>
          <a:noFill/>
        </p:spPr>
        <p:txBody>
          <a:bodyPr wrap="square" rtlCol="0">
            <a:spAutoFit/>
          </a:bodyPr>
          <a:lstStyle/>
          <a:p>
            <a:pPr>
              <a:lnSpc>
                <a:spcPct val="150000"/>
              </a:lnSpc>
              <a:buSzPct val="100000"/>
              <a:buFont typeface="Wingdings" panose="05000000000000000000" charset="0"/>
              <a:buChar char="u"/>
            </a:pPr>
            <a:r>
              <a:rPr lang="en-US" altLang="zh-CN"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设置不同的管理员对设备或系统进行管理，分为系统管理员、安全管理员、安全审计员，保证特权用户的权限分离；</a:t>
            </a:r>
            <a:endParaRPr lang="zh-CN" altLang="en-US"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文本框 24"/>
          <p:cNvSpPr txBox="1"/>
          <p:nvPr/>
        </p:nvSpPr>
        <p:spPr>
          <a:xfrm>
            <a:off x="5389245" y="3569335"/>
            <a:ext cx="5974080" cy="414020"/>
          </a:xfrm>
          <a:prstGeom prst="rect">
            <a:avLst/>
          </a:prstGeom>
          <a:noFill/>
        </p:spPr>
        <p:txBody>
          <a:bodyPr wrap="square" rtlCol="0">
            <a:spAutoFit/>
          </a:bodyPr>
          <a:lstStyle/>
          <a:p>
            <a:pPr>
              <a:lnSpc>
                <a:spcPct val="150000"/>
              </a:lnSpc>
              <a:buSzPct val="100000"/>
              <a:buFont typeface="Wingdings" panose="05000000000000000000" charset="0"/>
              <a:buChar char="u"/>
            </a:pPr>
            <a:r>
              <a:rPr lang="en-US" altLang="zh-CN" sz="1400" dirty="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dirty="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对各个账户在其工作范围内设置最小权限。</a:t>
            </a:r>
            <a:endParaRPr lang="zh-CN" altLang="en-US" sz="1400" dirty="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0" name="文本框 99"/>
          <p:cNvSpPr txBox="1"/>
          <p:nvPr/>
        </p:nvSpPr>
        <p:spPr>
          <a:xfrm>
            <a:off x="1271270" y="4581525"/>
            <a:ext cx="9846310" cy="1050925"/>
          </a:xfrm>
          <a:prstGeom prst="rect">
            <a:avLst/>
          </a:prstGeom>
          <a:noFill/>
          <a:ln w="9525">
            <a:noFill/>
          </a:ln>
        </p:spPr>
        <p:txBody>
          <a:bodyPr wrap="square">
            <a:spAutoFit/>
          </a:bodyPr>
          <a:lstStyle/>
          <a:p>
            <a:pPr algn="l">
              <a:lnSpc>
                <a:spcPct val="130000"/>
              </a:lnSpc>
              <a:buClrTx/>
              <a:buSzTx/>
              <a:buFontTx/>
            </a:pPr>
            <a:r>
              <a:rPr sz="1600" spc="150" dirty="0" smtClean="0">
                <a:latin typeface="微软雅黑" panose="020B0503020204020204" charset="-122"/>
                <a:ea typeface="微软雅黑" panose="020B0503020204020204" charset="-122"/>
                <a:cs typeface="微软雅黑" panose="020B0503020204020204" charset="-122"/>
              </a:rPr>
              <a:t>在网络安全建设时，</a:t>
            </a:r>
            <a:r>
              <a:rPr sz="1600" b="1" spc="150" dirty="0" smtClean="0">
                <a:latin typeface="微软雅黑" panose="020B0503020204020204" charset="-122"/>
                <a:ea typeface="微软雅黑" panose="020B0503020204020204" charset="-122"/>
                <a:cs typeface="微软雅黑" panose="020B0503020204020204" charset="-122"/>
              </a:rPr>
              <a:t>可利用堡垒机（安全运维网关）的授权管理功能</a:t>
            </a:r>
            <a:r>
              <a:rPr lang="zh-CN" sz="1600" b="1" spc="150" dirty="0" smtClean="0">
                <a:latin typeface="微软雅黑" panose="020B0503020204020204" charset="-122"/>
                <a:ea typeface="微软雅黑" panose="020B0503020204020204" charset="-122"/>
                <a:cs typeface="微软雅黑" panose="020B0503020204020204" charset="-122"/>
              </a:rPr>
              <a:t>：</a:t>
            </a:r>
            <a:endParaRPr sz="1600" spc="150" dirty="0" smtClean="0">
              <a:latin typeface="微软雅黑" panose="020B0503020204020204" charset="-122"/>
              <a:ea typeface="微软雅黑" panose="020B0503020204020204" charset="-122"/>
              <a:cs typeface="微软雅黑" panose="020B0503020204020204" charset="-122"/>
            </a:endParaRPr>
          </a:p>
          <a:p>
            <a:pPr algn="l">
              <a:lnSpc>
                <a:spcPct val="130000"/>
              </a:lnSpc>
              <a:buClrTx/>
              <a:buSzTx/>
              <a:buFontTx/>
            </a:pPr>
            <a:r>
              <a:rPr sz="1600" spc="150" dirty="0" smtClean="0">
                <a:latin typeface="微软雅黑" panose="020B0503020204020204" charset="-122"/>
                <a:ea typeface="微软雅黑" panose="020B0503020204020204" charset="-122"/>
                <a:cs typeface="微软雅黑" panose="020B0503020204020204" charset="-122"/>
              </a:rPr>
              <a:t>对用户、角色及行为和资源进行授权，以达到对权限的细粒度控制，最大限度保护用户资源的安全。授权的对象包括用户、角色、资源（控制对象）和用户行为。</a:t>
            </a:r>
            <a:endParaRPr sz="1600" spc="150" dirty="0" smtClean="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580390"/>
            <a:ext cx="10515600" cy="746125"/>
          </a:xfrm>
        </p:spPr>
        <p:txBody>
          <a:bodyPr/>
          <a:lstStyle/>
          <a:p>
            <a:pPr algn="l"/>
            <a:r>
              <a:rPr sz="3600" b="1" smtClean="0">
                <a:latin typeface="微软雅黑" panose="020B0503020204020204" charset="-122"/>
                <a:ea typeface="微软雅黑" panose="020B0503020204020204" charset="-122"/>
                <a:sym typeface="+mn-ea"/>
              </a:rPr>
              <a:t>访问控制实践</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4" name="矩形 58"/>
          <p:cNvSpPr/>
          <p:nvPr/>
        </p:nvSpPr>
        <p:spPr>
          <a:xfrm>
            <a:off x="2412365" y="2948940"/>
            <a:ext cx="5695315" cy="370840"/>
          </a:xfrm>
          <a:prstGeom prst="rect">
            <a:avLst/>
          </a:prstGeom>
          <a:noFill/>
          <a:ln w="9525">
            <a:noFill/>
          </a:ln>
        </p:spPr>
        <p:txBody>
          <a:bodyPr wrap="square">
            <a:spAutoFit/>
          </a:bodyPr>
          <a:lstStyle>
            <a:lvl1pPr marL="228600" indent="-228600" algn="l" rtl="0" eaLnBrk="0" fontAlgn="base" hangingPunct="0">
              <a:lnSpc>
                <a:spcPct val="130000"/>
              </a:lnSpc>
              <a:spcBef>
                <a:spcPct val="0"/>
              </a:spcBef>
              <a:spcAft>
                <a:spcPts val="1000"/>
              </a:spcAft>
              <a:buFont typeface="Arial" panose="020B0604020202020204" pitchFamily="34" charset="0"/>
              <a:buChar char="•"/>
              <a:defRPr sz="1600" kern="1200" spc="150">
                <a:solidFill>
                  <a:schemeClr val="tx1"/>
                </a:solidFill>
                <a:latin typeface="+mn-lt"/>
                <a:ea typeface="+mn-ea"/>
                <a:cs typeface="+mn-cs"/>
              </a:defRPr>
            </a:lvl1pPr>
            <a:lvl2pPr marL="6858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2pPr>
            <a:lvl3pPr marL="11430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3pPr>
            <a:lvl4pPr marL="16002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4pPr>
            <a:lvl5pPr marL="2057400" indent="-228600" algn="l" rtl="0" eaLnBrk="0" fontAlgn="base" hangingPunct="0">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mn-lt"/>
                <a:ea typeface="+mn-ea"/>
                <a:cs typeface="+mn-cs"/>
              </a:defRPr>
            </a:lvl5pPr>
          </a:lstStyle>
          <a:p>
            <a:pPr marL="0" lvl="0" indent="0" eaLnBrk="1" hangingPunct="1">
              <a:spcAft>
                <a:spcPct val="0"/>
              </a:spcAft>
              <a:buFontTx/>
              <a:buNone/>
            </a:pPr>
            <a:r>
              <a:rPr sz="1400" b="1" dirty="0" smtClean="0">
                <a:solidFill>
                  <a:schemeClr val="tx1"/>
                </a:solidFill>
                <a:latin typeface="微软雅黑" panose="020B0503020204020204" charset="-122"/>
                <a:ea typeface="微软雅黑" panose="020B0503020204020204" charset="-122"/>
                <a:cs typeface="微软雅黑" panose="020B0503020204020204" charset="-122"/>
              </a:rPr>
              <a:t>安全计算环境访问控制的方式通常有两种方式：</a:t>
            </a:r>
            <a:endParaRPr sz="1400" b="1" dirty="0" smtClean="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495550" y="2277110"/>
            <a:ext cx="2560955" cy="398780"/>
          </a:xfrm>
          <a:prstGeom prst="rect">
            <a:avLst/>
          </a:prstGeom>
          <a:noFill/>
        </p:spPr>
        <p:txBody>
          <a:bodyPr wrap="square"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0</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2</a:t>
            </a:r>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访问控制</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6" name="矩形 15"/>
          <p:cNvSpPr/>
          <p:nvPr/>
        </p:nvSpPr>
        <p:spPr>
          <a:xfrm>
            <a:off x="2322830" y="2227580"/>
            <a:ext cx="76200" cy="523875"/>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 name="直接连接符 16"/>
          <p:cNvCxnSpPr/>
          <p:nvPr/>
        </p:nvCxnSpPr>
        <p:spPr>
          <a:xfrm>
            <a:off x="2351405" y="2961005"/>
            <a:ext cx="0" cy="842645"/>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1"/>
          <a:stretch>
            <a:fillRect/>
          </a:stretch>
        </p:blipFill>
        <p:spPr>
          <a:xfrm>
            <a:off x="880745" y="2138680"/>
            <a:ext cx="1209675" cy="1325880"/>
          </a:xfrm>
          <a:prstGeom prst="rect">
            <a:avLst/>
          </a:prstGeom>
        </p:spPr>
      </p:pic>
      <p:sp>
        <p:nvSpPr>
          <p:cNvPr id="23" name="文本框 22"/>
          <p:cNvSpPr txBox="1"/>
          <p:nvPr/>
        </p:nvSpPr>
        <p:spPr>
          <a:xfrm>
            <a:off x="1070610" y="3780790"/>
            <a:ext cx="10050780" cy="1060450"/>
          </a:xfrm>
          <a:prstGeom prst="rect">
            <a:avLst/>
          </a:prstGeom>
          <a:noFill/>
        </p:spPr>
        <p:txBody>
          <a:bodyPr wrap="square" rtlCol="0">
            <a:spAutoFit/>
          </a:bodyPr>
          <a:lstStyle/>
          <a:p>
            <a:pPr algn="just">
              <a:lnSpc>
                <a:spcPct val="150000"/>
              </a:lnSpc>
              <a:buClrTx/>
              <a:buSzTx/>
              <a:buFont typeface="Wingdings" panose="05000000000000000000" charset="0"/>
              <a:buChar char="u"/>
            </a:pPr>
            <a:r>
              <a:rPr lang="en-US" altLang="zh-CN"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在</a:t>
            </a:r>
            <a:r>
              <a:rPr lang="zh-CN" altLang="en-US" sz="1400" b="1">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交换机和防火墙上设置不同网段、不同用户对服务器的访问控制权限</a:t>
            </a:r>
            <a:r>
              <a:rPr lang="zh-CN" altLang="en-US"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授权服务器、业务系统主体配置访问控制策略，并依据访问控制策略限定主体对客体的访问控制规则，在制定的访问控制策略中，针对服务器访问控制粒度主体为用户级或进程级，客体为文件级或数据库表级；针对业务应用系统，访问控制粒度主体为用户级，客体为文件级或功能模块级。</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文本框 23"/>
          <p:cNvSpPr txBox="1"/>
          <p:nvPr/>
        </p:nvSpPr>
        <p:spPr>
          <a:xfrm>
            <a:off x="1127125" y="5157470"/>
            <a:ext cx="10347325" cy="1060450"/>
          </a:xfrm>
          <a:prstGeom prst="rect">
            <a:avLst/>
          </a:prstGeom>
          <a:noFill/>
        </p:spPr>
        <p:txBody>
          <a:bodyPr wrap="square" rtlCol="0">
            <a:spAutoFit/>
          </a:bodyPr>
          <a:lstStyle/>
          <a:p>
            <a:pPr>
              <a:lnSpc>
                <a:spcPct val="150000"/>
              </a:lnSpc>
              <a:buSzPct val="100000"/>
              <a:buFont typeface="Wingdings" panose="05000000000000000000" charset="0"/>
              <a:buChar char="u"/>
            </a:pPr>
            <a:r>
              <a:rPr lang="en-US" altLang="zh-CN"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1400" b="1">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b="1">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利用堡垒机提供细粒度的访问控制，最大限度保护用户资源的安全</a:t>
            </a:r>
            <a:r>
              <a:rPr lang="zh-CN" altLang="en-US" sz="1400">
                <a:solidFill>
                  <a:srgbClr val="0085D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细粒度的命令策略是命令的集合，可以是一组可执行命令，也可以是一组非可执行的命令，该命令集合用来分配给具体的用户，来限制其系统行为，管理员会根据其自身的角色为其指定相应的控制策略来限定用户。</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911225" y="1600835"/>
            <a:ext cx="10515600" cy="1325563"/>
          </a:xfrm>
        </p:spPr>
        <p:txBody>
          <a:bodyPr/>
          <a:lstStyle/>
          <a:p>
            <a:pPr indent="457200" algn="l">
              <a:lnSpc>
                <a:spcPct val="150000"/>
              </a:lnSpc>
              <a:buClrTx/>
              <a:buSzTx/>
            </a:pPr>
            <a:r>
              <a:rPr lang="zh-CN" altLang="en-US" sz="1600" b="0" dirty="0">
                <a:solidFill>
                  <a:srgbClr val="000000"/>
                </a:solidFill>
                <a:latin typeface="微软雅黑" panose="020B0503020204020204" charset="-122"/>
                <a:ea typeface="微软雅黑" panose="020B0503020204020204" charset="-122"/>
                <a:cs typeface="微软雅黑" panose="020B0503020204020204" charset="-122"/>
              </a:rPr>
              <a:t>安全计算环境的安全审计主要针对服务器操作系统、数据库和应用组件、安全设备、交换机等设备自身操作日志。</a:t>
            </a:r>
            <a:br>
              <a:rPr lang="zh-CN" altLang="en-US" sz="1600" b="0" dirty="0">
                <a:solidFill>
                  <a:srgbClr val="000000"/>
                </a:solidFill>
                <a:latin typeface="微软雅黑" panose="020B0503020204020204" charset="-122"/>
                <a:ea typeface="微软雅黑" panose="020B0503020204020204" charset="-122"/>
                <a:cs typeface="微软雅黑" panose="020B0503020204020204" charset="-122"/>
              </a:rPr>
            </a:br>
            <a:r>
              <a:rPr lang="zh-CN" altLang="en-US" sz="1600" b="1" dirty="0">
                <a:solidFill>
                  <a:srgbClr val="000000"/>
                </a:solidFill>
                <a:latin typeface="微软雅黑" panose="020B0503020204020204" charset="-122"/>
                <a:ea typeface="微软雅黑" panose="020B0503020204020204" charset="-122"/>
                <a:cs typeface="微软雅黑" panose="020B0503020204020204" charset="-122"/>
              </a:rPr>
              <a:t>网络安全建设时应关注下列两部分内容：</a:t>
            </a:r>
            <a:endParaRPr lang="zh-CN" altLang="en-US" sz="16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0" name="Rectangle 3"/>
          <p:cNvSpPr>
            <a:spLocks noChangeArrowheads="1"/>
          </p:cNvSpPr>
          <p:nvPr/>
        </p:nvSpPr>
        <p:spPr bwMode="auto">
          <a:xfrm>
            <a:off x="983615" y="62039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安全审计实践</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4" name="文本框 3"/>
          <p:cNvSpPr txBox="1"/>
          <p:nvPr/>
        </p:nvSpPr>
        <p:spPr>
          <a:xfrm>
            <a:off x="5303520" y="548640"/>
            <a:ext cx="468630" cy="737235"/>
          </a:xfrm>
          <a:prstGeom prst="rect">
            <a:avLst/>
          </a:prstGeom>
          <a:noFill/>
        </p:spPr>
        <p:txBody>
          <a:bodyPr wrap="none" rtlCol="0" anchor="t">
            <a:spAutoFit/>
          </a:bodyPr>
          <a:lstStyle/>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p:txBody>
      </p:sp>
      <p:sp>
        <p:nvSpPr>
          <p:cNvPr id="3" name="任意多边形 2"/>
          <p:cNvSpPr/>
          <p:nvPr>
            <p:custDataLst>
              <p:tags r:id="rId1"/>
            </p:custDataLst>
          </p:nvPr>
        </p:nvSpPr>
        <p:spPr>
          <a:xfrm>
            <a:off x="5247668" y="5419928"/>
            <a:ext cx="1057634" cy="866397"/>
          </a:xfrm>
          <a:custGeom>
            <a:avLst/>
            <a:gdLst>
              <a:gd name="connsiteX0" fmla="*/ 179831 w 627851"/>
              <a:gd name="connsiteY0" fmla="*/ 229046 h 514326"/>
              <a:gd name="connsiteX1" fmla="*/ 179831 w 627851"/>
              <a:gd name="connsiteY1" fmla="*/ 273421 h 514326"/>
              <a:gd name="connsiteX2" fmla="*/ 448022 w 627851"/>
              <a:gd name="connsiteY2" fmla="*/ 273421 h 514326"/>
              <a:gd name="connsiteX3" fmla="*/ 448022 w 627851"/>
              <a:gd name="connsiteY3" fmla="*/ 229046 h 514326"/>
              <a:gd name="connsiteX4" fmla="*/ 179831 w 627851"/>
              <a:gd name="connsiteY4" fmla="*/ 110815 h 514326"/>
              <a:gd name="connsiteX5" fmla="*/ 179831 w 627851"/>
              <a:gd name="connsiteY5" fmla="*/ 155190 h 514326"/>
              <a:gd name="connsiteX6" fmla="*/ 448022 w 627851"/>
              <a:gd name="connsiteY6" fmla="*/ 155190 h 514326"/>
              <a:gd name="connsiteX7" fmla="*/ 448022 w 627851"/>
              <a:gd name="connsiteY7" fmla="*/ 110815 h 514326"/>
              <a:gd name="connsiteX8" fmla="*/ 68763 w 627851"/>
              <a:gd name="connsiteY8" fmla="*/ 0 h 514326"/>
              <a:gd name="connsiteX9" fmla="*/ 559089 w 627851"/>
              <a:gd name="connsiteY9" fmla="*/ 0 h 514326"/>
              <a:gd name="connsiteX10" fmla="*/ 627851 w 627851"/>
              <a:gd name="connsiteY10" fmla="*/ 65275 h 514326"/>
              <a:gd name="connsiteX11" fmla="*/ 559089 w 627851"/>
              <a:gd name="connsiteY11" fmla="*/ 130551 h 514326"/>
              <a:gd name="connsiteX12" fmla="*/ 627851 w 627851"/>
              <a:gd name="connsiteY12" fmla="*/ 195826 h 514326"/>
              <a:gd name="connsiteX13" fmla="*/ 559089 w 627851"/>
              <a:gd name="connsiteY13" fmla="*/ 261101 h 514326"/>
              <a:gd name="connsiteX14" fmla="*/ 627851 w 627851"/>
              <a:gd name="connsiteY14" fmla="*/ 326377 h 514326"/>
              <a:gd name="connsiteX15" fmla="*/ 559089 w 627851"/>
              <a:gd name="connsiteY15" fmla="*/ 391652 h 514326"/>
              <a:gd name="connsiteX16" fmla="*/ 447974 w 627851"/>
              <a:gd name="connsiteY16" fmla="*/ 391652 h 514326"/>
              <a:gd name="connsiteX17" fmla="*/ 439938 w 627851"/>
              <a:gd name="connsiteY17" fmla="*/ 431243 h 514326"/>
              <a:gd name="connsiteX18" fmla="*/ 313926 w 627851"/>
              <a:gd name="connsiteY18" fmla="*/ 514326 h 514326"/>
              <a:gd name="connsiteX19" fmla="*/ 187914 w 627851"/>
              <a:gd name="connsiteY19" fmla="*/ 431243 h 514326"/>
              <a:gd name="connsiteX20" fmla="*/ 179878 w 627851"/>
              <a:gd name="connsiteY20" fmla="*/ 391652 h 514326"/>
              <a:gd name="connsiteX21" fmla="*/ 68763 w 627851"/>
              <a:gd name="connsiteY21" fmla="*/ 391652 h 514326"/>
              <a:gd name="connsiteX22" fmla="*/ 0 w 627851"/>
              <a:gd name="connsiteY22" fmla="*/ 326377 h 514326"/>
              <a:gd name="connsiteX23" fmla="*/ 68763 w 627851"/>
              <a:gd name="connsiteY23" fmla="*/ 261101 h 514326"/>
              <a:gd name="connsiteX24" fmla="*/ 0 w 627851"/>
              <a:gd name="connsiteY24" fmla="*/ 195826 h 514326"/>
              <a:gd name="connsiteX25" fmla="*/ 68763 w 627851"/>
              <a:gd name="connsiteY25" fmla="*/ 130551 h 514326"/>
              <a:gd name="connsiteX26" fmla="*/ 0 w 627851"/>
              <a:gd name="connsiteY26" fmla="*/ 65275 h 514326"/>
              <a:gd name="connsiteX27" fmla="*/ 68763 w 627851"/>
              <a:gd name="connsiteY27" fmla="*/ 0 h 51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7851" h="514326">
                <a:moveTo>
                  <a:pt x="179831" y="229046"/>
                </a:moveTo>
                <a:lnTo>
                  <a:pt x="179831" y="273421"/>
                </a:lnTo>
                <a:lnTo>
                  <a:pt x="448022" y="273421"/>
                </a:lnTo>
                <a:lnTo>
                  <a:pt x="448022" y="229046"/>
                </a:lnTo>
                <a:close/>
                <a:moveTo>
                  <a:pt x="179831" y="110815"/>
                </a:moveTo>
                <a:lnTo>
                  <a:pt x="179831" y="155190"/>
                </a:lnTo>
                <a:lnTo>
                  <a:pt x="448022" y="155190"/>
                </a:lnTo>
                <a:lnTo>
                  <a:pt x="448022" y="110815"/>
                </a:lnTo>
                <a:close/>
                <a:moveTo>
                  <a:pt x="68763" y="0"/>
                </a:moveTo>
                <a:lnTo>
                  <a:pt x="559089" y="0"/>
                </a:lnTo>
                <a:cubicBezTo>
                  <a:pt x="597065" y="0"/>
                  <a:pt x="627851" y="29224"/>
                  <a:pt x="627851" y="65275"/>
                </a:cubicBezTo>
                <a:cubicBezTo>
                  <a:pt x="627851" y="101326"/>
                  <a:pt x="597065" y="130551"/>
                  <a:pt x="559089" y="130551"/>
                </a:cubicBezTo>
                <a:cubicBezTo>
                  <a:pt x="597065" y="130551"/>
                  <a:pt x="627851" y="159775"/>
                  <a:pt x="627851" y="195826"/>
                </a:cubicBezTo>
                <a:cubicBezTo>
                  <a:pt x="627851" y="231877"/>
                  <a:pt x="597065" y="261101"/>
                  <a:pt x="559089" y="261101"/>
                </a:cubicBezTo>
                <a:cubicBezTo>
                  <a:pt x="597065" y="261101"/>
                  <a:pt x="627851" y="290326"/>
                  <a:pt x="627851" y="326377"/>
                </a:cubicBezTo>
                <a:cubicBezTo>
                  <a:pt x="627851" y="362428"/>
                  <a:pt x="597065" y="391652"/>
                  <a:pt x="559089" y="391652"/>
                </a:cubicBezTo>
                <a:lnTo>
                  <a:pt x="447974" y="391652"/>
                </a:lnTo>
                <a:lnTo>
                  <a:pt x="439938" y="431243"/>
                </a:lnTo>
                <a:cubicBezTo>
                  <a:pt x="419177" y="480068"/>
                  <a:pt x="370574" y="514326"/>
                  <a:pt x="313926" y="514326"/>
                </a:cubicBezTo>
                <a:cubicBezTo>
                  <a:pt x="257279" y="514326"/>
                  <a:pt x="208675" y="480068"/>
                  <a:pt x="187914" y="431243"/>
                </a:cubicBezTo>
                <a:lnTo>
                  <a:pt x="179878" y="391652"/>
                </a:lnTo>
                <a:lnTo>
                  <a:pt x="68763" y="391652"/>
                </a:lnTo>
                <a:cubicBezTo>
                  <a:pt x="30786" y="391652"/>
                  <a:pt x="0" y="362428"/>
                  <a:pt x="0" y="326377"/>
                </a:cubicBezTo>
                <a:cubicBezTo>
                  <a:pt x="0" y="290326"/>
                  <a:pt x="30786" y="261101"/>
                  <a:pt x="68763" y="261101"/>
                </a:cubicBezTo>
                <a:cubicBezTo>
                  <a:pt x="30786" y="261101"/>
                  <a:pt x="0" y="231877"/>
                  <a:pt x="0" y="195826"/>
                </a:cubicBezTo>
                <a:cubicBezTo>
                  <a:pt x="0" y="159775"/>
                  <a:pt x="30786" y="130551"/>
                  <a:pt x="68763" y="130551"/>
                </a:cubicBezTo>
                <a:cubicBezTo>
                  <a:pt x="30786" y="130551"/>
                  <a:pt x="0" y="101326"/>
                  <a:pt x="0" y="65275"/>
                </a:cubicBezTo>
                <a:cubicBezTo>
                  <a:pt x="0" y="29224"/>
                  <a:pt x="30786" y="0"/>
                  <a:pt x="68763"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bIns="792000" anchor="ctr">
            <a:normAutofit fontScale="25000" lnSpcReduction="20000"/>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spcBef>
                <a:spcPts val="0"/>
              </a:spcBef>
              <a:spcAft>
                <a:spcPts val="0"/>
              </a:spcAft>
            </a:pPr>
            <a:endParaRPr lang="zh-CN" altLang="en-US" dirty="0">
              <a:solidFill>
                <a:srgbClr val="FFFFFF"/>
              </a:solidFill>
            </a:endParaRPr>
          </a:p>
        </p:txBody>
      </p:sp>
      <p:sp>
        <p:nvSpPr>
          <p:cNvPr id="6" name="KSO_Shape"/>
          <p:cNvSpPr/>
          <p:nvPr>
            <p:custDataLst>
              <p:tags r:id="rId2"/>
            </p:custDataLst>
          </p:nvPr>
        </p:nvSpPr>
        <p:spPr bwMode="auto">
          <a:xfrm>
            <a:off x="4988038" y="3233537"/>
            <a:ext cx="669873" cy="659825"/>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accent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7" name="KSO_Shape"/>
          <p:cNvSpPr/>
          <p:nvPr>
            <p:custDataLst>
              <p:tags r:id="rId3"/>
            </p:custDataLst>
          </p:nvPr>
        </p:nvSpPr>
        <p:spPr bwMode="auto">
          <a:xfrm>
            <a:off x="5468619" y="3041994"/>
            <a:ext cx="307866" cy="303250"/>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9" name="KSO_Shape"/>
          <p:cNvSpPr/>
          <p:nvPr>
            <p:custDataLst>
              <p:tags r:id="rId4"/>
            </p:custDataLst>
          </p:nvPr>
        </p:nvSpPr>
        <p:spPr bwMode="auto">
          <a:xfrm>
            <a:off x="5776485" y="3081912"/>
            <a:ext cx="362007" cy="35657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13" name="KSO_Shape"/>
          <p:cNvSpPr/>
          <p:nvPr>
            <p:custDataLst>
              <p:tags r:id="rId5"/>
            </p:custDataLst>
          </p:nvPr>
        </p:nvSpPr>
        <p:spPr bwMode="auto">
          <a:xfrm>
            <a:off x="5894742" y="3444716"/>
            <a:ext cx="528706" cy="52077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accent3"/>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14" name="KSO_Shape"/>
          <p:cNvSpPr/>
          <p:nvPr>
            <p:custDataLst>
              <p:tags r:id="rId6"/>
            </p:custDataLst>
          </p:nvPr>
        </p:nvSpPr>
        <p:spPr bwMode="auto">
          <a:xfrm>
            <a:off x="6138492" y="3212820"/>
            <a:ext cx="191897" cy="189019"/>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15" name="KSO_Shape"/>
          <p:cNvSpPr/>
          <p:nvPr>
            <p:custDataLst>
              <p:tags r:id="rId7"/>
            </p:custDataLst>
          </p:nvPr>
        </p:nvSpPr>
        <p:spPr bwMode="auto">
          <a:xfrm>
            <a:off x="5466014" y="3760939"/>
            <a:ext cx="191897" cy="189019"/>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16" name="KSO_Shape"/>
          <p:cNvSpPr/>
          <p:nvPr>
            <p:custDataLst>
              <p:tags r:id="rId8"/>
            </p:custDataLst>
          </p:nvPr>
        </p:nvSpPr>
        <p:spPr bwMode="auto">
          <a:xfrm>
            <a:off x="5657912" y="3407450"/>
            <a:ext cx="299577" cy="295085"/>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17" name="KSO_Shape"/>
          <p:cNvSpPr/>
          <p:nvPr>
            <p:custDataLst>
              <p:tags r:id="rId9"/>
            </p:custDataLst>
          </p:nvPr>
        </p:nvSpPr>
        <p:spPr bwMode="auto">
          <a:xfrm>
            <a:off x="5619445" y="3696669"/>
            <a:ext cx="374757" cy="36913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18" name="KSO_Shape"/>
          <p:cNvSpPr/>
          <p:nvPr>
            <p:custDataLst>
              <p:tags r:id="rId10"/>
            </p:custDataLst>
          </p:nvPr>
        </p:nvSpPr>
        <p:spPr bwMode="auto">
          <a:xfrm>
            <a:off x="5230922" y="4871358"/>
            <a:ext cx="470184" cy="463132"/>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19" name="KSO_Shape"/>
          <p:cNvSpPr/>
          <p:nvPr>
            <p:custDataLst>
              <p:tags r:id="rId11"/>
            </p:custDataLst>
          </p:nvPr>
        </p:nvSpPr>
        <p:spPr bwMode="auto">
          <a:xfrm>
            <a:off x="5679144" y="5070286"/>
            <a:ext cx="278346" cy="274171"/>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0" name="KSO_Shape"/>
          <p:cNvSpPr/>
          <p:nvPr>
            <p:custDataLst>
              <p:tags r:id="rId12"/>
            </p:custDataLst>
          </p:nvPr>
        </p:nvSpPr>
        <p:spPr bwMode="auto">
          <a:xfrm>
            <a:off x="5943350" y="4981080"/>
            <a:ext cx="361951" cy="356525"/>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1" name="KSO_Shape"/>
          <p:cNvSpPr/>
          <p:nvPr>
            <p:custDataLst>
              <p:tags r:id="rId13"/>
            </p:custDataLst>
          </p:nvPr>
        </p:nvSpPr>
        <p:spPr bwMode="auto">
          <a:xfrm>
            <a:off x="5596691" y="4593210"/>
            <a:ext cx="509158" cy="501524"/>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2" name="KSO_Shape"/>
          <p:cNvSpPr/>
          <p:nvPr>
            <p:custDataLst>
              <p:tags r:id="rId14"/>
            </p:custDataLst>
          </p:nvPr>
        </p:nvSpPr>
        <p:spPr bwMode="auto">
          <a:xfrm>
            <a:off x="6344488" y="4257261"/>
            <a:ext cx="290068" cy="285717"/>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3" name="KSO_Shape"/>
          <p:cNvSpPr/>
          <p:nvPr>
            <p:custDataLst>
              <p:tags r:id="rId15"/>
            </p:custDataLst>
          </p:nvPr>
        </p:nvSpPr>
        <p:spPr bwMode="auto">
          <a:xfrm>
            <a:off x="5904385" y="4241537"/>
            <a:ext cx="509417" cy="501780"/>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accent4"/>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4" name="KSO_Shape"/>
          <p:cNvSpPr/>
          <p:nvPr>
            <p:custDataLst>
              <p:tags r:id="rId16"/>
            </p:custDataLst>
          </p:nvPr>
        </p:nvSpPr>
        <p:spPr bwMode="auto">
          <a:xfrm>
            <a:off x="5028677" y="4173579"/>
            <a:ext cx="737121" cy="726069"/>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accent5"/>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5" name="KSO_Shape"/>
          <p:cNvSpPr/>
          <p:nvPr>
            <p:custDataLst>
              <p:tags r:id="rId17"/>
            </p:custDataLst>
          </p:nvPr>
        </p:nvSpPr>
        <p:spPr bwMode="auto">
          <a:xfrm rot="21050196">
            <a:off x="4818844" y="3821795"/>
            <a:ext cx="441867" cy="435242"/>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6" name="KSO_Shape"/>
          <p:cNvSpPr/>
          <p:nvPr>
            <p:custDataLst>
              <p:tags r:id="rId18"/>
            </p:custDataLst>
          </p:nvPr>
        </p:nvSpPr>
        <p:spPr bwMode="auto">
          <a:xfrm rot="20294331">
            <a:off x="5233201" y="3872564"/>
            <a:ext cx="355207" cy="349880"/>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7" name="KSO_Shape"/>
          <p:cNvSpPr/>
          <p:nvPr>
            <p:custDataLst>
              <p:tags r:id="rId19"/>
            </p:custDataLst>
          </p:nvPr>
        </p:nvSpPr>
        <p:spPr bwMode="auto">
          <a:xfrm rot="20294331">
            <a:off x="4928168" y="4265822"/>
            <a:ext cx="176924" cy="174272"/>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8" name="KSO_Shape"/>
          <p:cNvSpPr/>
          <p:nvPr>
            <p:custDataLst>
              <p:tags r:id="rId20"/>
            </p:custDataLst>
          </p:nvPr>
        </p:nvSpPr>
        <p:spPr bwMode="auto">
          <a:xfrm rot="20294331">
            <a:off x="4853407" y="3701117"/>
            <a:ext cx="176924" cy="174272"/>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29" name="KSO_Shape"/>
          <p:cNvSpPr/>
          <p:nvPr>
            <p:custDataLst>
              <p:tags r:id="rId21"/>
            </p:custDataLst>
          </p:nvPr>
        </p:nvSpPr>
        <p:spPr bwMode="auto">
          <a:xfrm>
            <a:off x="5647639" y="4082167"/>
            <a:ext cx="350344" cy="345091"/>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30" name="KSO_Shape"/>
          <p:cNvSpPr/>
          <p:nvPr>
            <p:custDataLst>
              <p:tags r:id="rId22"/>
            </p:custDataLst>
          </p:nvPr>
        </p:nvSpPr>
        <p:spPr bwMode="auto">
          <a:xfrm>
            <a:off x="6279466" y="3814695"/>
            <a:ext cx="468150" cy="461129"/>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64F62"/>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31" name="KSO_Shape"/>
          <p:cNvSpPr/>
          <p:nvPr>
            <p:custDataLst>
              <p:tags r:id="rId23"/>
            </p:custDataLst>
          </p:nvPr>
        </p:nvSpPr>
        <p:spPr bwMode="auto">
          <a:xfrm>
            <a:off x="6413803" y="3545430"/>
            <a:ext cx="277927" cy="273760"/>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32" name="KSO_Shape"/>
          <p:cNvSpPr/>
          <p:nvPr>
            <p:custDataLst>
              <p:tags r:id="rId24"/>
            </p:custDataLst>
          </p:nvPr>
        </p:nvSpPr>
        <p:spPr bwMode="auto">
          <a:xfrm>
            <a:off x="6263776" y="3320684"/>
            <a:ext cx="277927" cy="273760"/>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33" name="KSO_Shape"/>
          <p:cNvSpPr/>
          <p:nvPr>
            <p:custDataLst>
              <p:tags r:id="rId25"/>
            </p:custDataLst>
          </p:nvPr>
        </p:nvSpPr>
        <p:spPr bwMode="auto">
          <a:xfrm>
            <a:off x="5915695" y="3893362"/>
            <a:ext cx="433596" cy="427094"/>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34" name="KSO_Shape"/>
          <p:cNvSpPr/>
          <p:nvPr>
            <p:custDataLst>
              <p:tags r:id="rId26"/>
            </p:custDataLst>
          </p:nvPr>
        </p:nvSpPr>
        <p:spPr bwMode="auto">
          <a:xfrm>
            <a:off x="6064882" y="4710888"/>
            <a:ext cx="278346" cy="274171"/>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35" name="KSO_Shape"/>
          <p:cNvSpPr/>
          <p:nvPr>
            <p:custDataLst>
              <p:tags r:id="rId27"/>
            </p:custDataLst>
          </p:nvPr>
        </p:nvSpPr>
        <p:spPr bwMode="auto">
          <a:xfrm>
            <a:off x="6355279" y="4612222"/>
            <a:ext cx="193762" cy="190856"/>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36" name="KSO_Shape"/>
          <p:cNvSpPr/>
          <p:nvPr>
            <p:custDataLst>
              <p:tags r:id="rId28"/>
            </p:custDataLst>
          </p:nvPr>
        </p:nvSpPr>
        <p:spPr bwMode="auto">
          <a:xfrm>
            <a:off x="6261685" y="4924409"/>
            <a:ext cx="149153" cy="146915"/>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chemeClr val="tx1"/>
          </a:solidFill>
          <a:ln>
            <a:noFill/>
          </a:ln>
        </p:spPr>
        <p:txBody>
          <a:bodyPr lIns="501445" tIns="575655" rIns="501445" bIns="614746" anchor="ctr">
            <a:normAutofit fontScale="250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cxnSp>
        <p:nvCxnSpPr>
          <p:cNvPr id="37" name="直接连接符 36"/>
          <p:cNvCxnSpPr/>
          <p:nvPr>
            <p:custDataLst>
              <p:tags r:id="rId29"/>
            </p:custDataLst>
          </p:nvPr>
        </p:nvCxnSpPr>
        <p:spPr>
          <a:xfrm flipH="1">
            <a:off x="4484330" y="3545430"/>
            <a:ext cx="417838"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椭圆 37"/>
          <p:cNvSpPr/>
          <p:nvPr>
            <p:custDataLst>
              <p:tags r:id="rId30"/>
            </p:custDataLst>
          </p:nvPr>
        </p:nvSpPr>
        <p:spPr>
          <a:xfrm>
            <a:off x="3584803" y="3153322"/>
            <a:ext cx="765189" cy="7651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800"/>
          </a:p>
        </p:txBody>
      </p:sp>
      <p:cxnSp>
        <p:nvCxnSpPr>
          <p:cNvPr id="39" name="直接箭头连接符 38"/>
          <p:cNvCxnSpPr/>
          <p:nvPr>
            <p:custDataLst>
              <p:tags r:id="rId31"/>
            </p:custDataLst>
          </p:nvPr>
        </p:nvCxnSpPr>
        <p:spPr>
          <a:xfrm flipH="1" flipV="1">
            <a:off x="2954306" y="3503502"/>
            <a:ext cx="504633" cy="3241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32"/>
            </p:custDataLst>
          </p:nvPr>
        </p:nvCxnSpPr>
        <p:spPr>
          <a:xfrm>
            <a:off x="6541703" y="3760939"/>
            <a:ext cx="516228"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2" name="椭圆 41"/>
          <p:cNvSpPr/>
          <p:nvPr>
            <p:custDataLst>
              <p:tags r:id="rId33"/>
            </p:custDataLst>
          </p:nvPr>
        </p:nvSpPr>
        <p:spPr>
          <a:xfrm>
            <a:off x="7136130" y="3347457"/>
            <a:ext cx="765189" cy="7651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800"/>
          </a:p>
        </p:txBody>
      </p:sp>
      <p:cxnSp>
        <p:nvCxnSpPr>
          <p:cNvPr id="43" name="直接箭头连接符 42"/>
          <p:cNvCxnSpPr/>
          <p:nvPr>
            <p:custDataLst>
              <p:tags r:id="rId34"/>
            </p:custDataLst>
          </p:nvPr>
        </p:nvCxnSpPr>
        <p:spPr>
          <a:xfrm>
            <a:off x="7914929" y="3638434"/>
            <a:ext cx="579027" cy="0"/>
          </a:xfrm>
          <a:prstGeom prst="straightConnector1">
            <a:avLst/>
          </a:prstGeom>
          <a:ln w="158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4" name="KSO_Shape"/>
          <p:cNvSpPr/>
          <p:nvPr>
            <p:custDataLst>
              <p:tags r:id="rId35"/>
            </p:custDataLst>
          </p:nvPr>
        </p:nvSpPr>
        <p:spPr bwMode="auto">
          <a:xfrm>
            <a:off x="3816355" y="3317435"/>
            <a:ext cx="317897" cy="499301"/>
          </a:xfrm>
          <a:custGeom>
            <a:avLst/>
            <a:gdLst>
              <a:gd name="T0" fmla="*/ 487259 w 2187"/>
              <a:gd name="T1" fmla="*/ 1307949 h 3433"/>
              <a:gd name="T2" fmla="*/ 487259 w 2187"/>
              <a:gd name="T3" fmla="*/ 1629955 h 3433"/>
              <a:gd name="T4" fmla="*/ 422746 w 2187"/>
              <a:gd name="T5" fmla="*/ 1694460 h 3433"/>
              <a:gd name="T6" fmla="*/ 197736 w 2187"/>
              <a:gd name="T7" fmla="*/ 1690265 h 3433"/>
              <a:gd name="T8" fmla="*/ 129027 w 2187"/>
              <a:gd name="T9" fmla="*/ 1800397 h 3433"/>
              <a:gd name="T10" fmla="*/ 955112 w 2187"/>
              <a:gd name="T11" fmla="*/ 1800397 h 3433"/>
              <a:gd name="T12" fmla="*/ 890599 w 2187"/>
              <a:gd name="T13" fmla="*/ 1690265 h 3433"/>
              <a:gd name="T14" fmla="*/ 675030 w 2187"/>
              <a:gd name="T15" fmla="*/ 1690265 h 3433"/>
              <a:gd name="T16" fmla="*/ 635168 w 2187"/>
              <a:gd name="T17" fmla="*/ 1625759 h 3433"/>
              <a:gd name="T18" fmla="*/ 630972 w 2187"/>
              <a:gd name="T19" fmla="*/ 1307949 h 3433"/>
              <a:gd name="T20" fmla="*/ 1099350 w 2187"/>
              <a:gd name="T21" fmla="*/ 899412 h 3433"/>
              <a:gd name="T22" fmla="*/ 955112 w 2187"/>
              <a:gd name="T23" fmla="*/ 0 h 3433"/>
              <a:gd name="T24" fmla="*/ 142139 w 2187"/>
              <a:gd name="T25" fmla="*/ 0 h 3433"/>
              <a:gd name="T26" fmla="*/ 0 w 2187"/>
              <a:gd name="T27" fmla="*/ 899412 h 3433"/>
              <a:gd name="T28" fmla="*/ 487259 w 2187"/>
              <a:gd name="T29" fmla="*/ 1307949 h 3433"/>
              <a:gd name="T30" fmla="*/ 206653 w 2187"/>
              <a:gd name="T31" fmla="*/ 69226 h 3433"/>
              <a:gd name="T32" fmla="*/ 894795 w 2187"/>
              <a:gd name="T33" fmla="*/ 69226 h 3433"/>
              <a:gd name="T34" fmla="*/ 1028542 w 2187"/>
              <a:gd name="T35" fmla="*/ 946087 h 3433"/>
              <a:gd name="T36" fmla="*/ 553346 w 2187"/>
              <a:gd name="T37" fmla="*/ 1239248 h 3433"/>
              <a:gd name="T38" fmla="*/ 62940 w 2187"/>
              <a:gd name="T39" fmla="*/ 944514 h 3433"/>
              <a:gd name="T40" fmla="*/ 206653 w 2187"/>
              <a:gd name="T41" fmla="*/ 69226 h 3433"/>
              <a:gd name="T42" fmla="*/ 554920 w 2187"/>
              <a:gd name="T43" fmla="*/ 1172644 h 3433"/>
              <a:gd name="T44" fmla="*/ 957210 w 2187"/>
              <a:gd name="T45" fmla="*/ 948709 h 3433"/>
              <a:gd name="T46" fmla="*/ 864899 w 2187"/>
              <a:gd name="T47" fmla="*/ 428991 h 3433"/>
              <a:gd name="T48" fmla="*/ 240745 w 2187"/>
              <a:gd name="T49" fmla="*/ 431088 h 3433"/>
              <a:gd name="T50" fmla="*/ 142139 w 2187"/>
              <a:gd name="T51" fmla="*/ 955527 h 3433"/>
              <a:gd name="T52" fmla="*/ 554920 w 2187"/>
              <a:gd name="T53" fmla="*/ 1172644 h 3433"/>
              <a:gd name="T54" fmla="*/ 348267 w 2187"/>
              <a:gd name="T55" fmla="*/ 495070 h 3433"/>
              <a:gd name="T56" fmla="*/ 348267 w 2187"/>
              <a:gd name="T57" fmla="*/ 495070 h 3433"/>
              <a:gd name="T58" fmla="*/ 573277 w 2187"/>
              <a:gd name="T59" fmla="*/ 1088734 h 3433"/>
              <a:gd name="T60" fmla="*/ 291621 w 2187"/>
              <a:gd name="T61" fmla="*/ 951331 h 3433"/>
              <a:gd name="T62" fmla="*/ 348267 w 2187"/>
              <a:gd name="T63" fmla="*/ 495070 h 343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187" h="3433">
                <a:moveTo>
                  <a:pt x="929" y="2494"/>
                </a:moveTo>
                <a:cubicBezTo>
                  <a:pt x="929" y="3108"/>
                  <a:pt x="929" y="3108"/>
                  <a:pt x="929" y="3108"/>
                </a:cubicBezTo>
                <a:cubicBezTo>
                  <a:pt x="929" y="3239"/>
                  <a:pt x="806" y="3231"/>
                  <a:pt x="806" y="3231"/>
                </a:cubicBezTo>
                <a:cubicBezTo>
                  <a:pt x="377" y="3223"/>
                  <a:pt x="377" y="3223"/>
                  <a:pt x="377" y="3223"/>
                </a:cubicBezTo>
                <a:cubicBezTo>
                  <a:pt x="246" y="3223"/>
                  <a:pt x="246" y="3433"/>
                  <a:pt x="246" y="3433"/>
                </a:cubicBezTo>
                <a:cubicBezTo>
                  <a:pt x="1821" y="3433"/>
                  <a:pt x="1821" y="3433"/>
                  <a:pt x="1821" y="3433"/>
                </a:cubicBezTo>
                <a:cubicBezTo>
                  <a:pt x="1821" y="3326"/>
                  <a:pt x="1698" y="3223"/>
                  <a:pt x="1698" y="3223"/>
                </a:cubicBezTo>
                <a:cubicBezTo>
                  <a:pt x="1287" y="3223"/>
                  <a:pt x="1287" y="3223"/>
                  <a:pt x="1287" y="3223"/>
                </a:cubicBezTo>
                <a:cubicBezTo>
                  <a:pt x="1196" y="3223"/>
                  <a:pt x="1211" y="3100"/>
                  <a:pt x="1211" y="3100"/>
                </a:cubicBezTo>
                <a:cubicBezTo>
                  <a:pt x="1203" y="2494"/>
                  <a:pt x="1203" y="2494"/>
                  <a:pt x="1203" y="2494"/>
                </a:cubicBezTo>
                <a:cubicBezTo>
                  <a:pt x="2187" y="2494"/>
                  <a:pt x="2096" y="1715"/>
                  <a:pt x="2096" y="1715"/>
                </a:cubicBezTo>
                <a:cubicBezTo>
                  <a:pt x="1821" y="0"/>
                  <a:pt x="1821" y="0"/>
                  <a:pt x="1821" y="0"/>
                </a:cubicBezTo>
                <a:cubicBezTo>
                  <a:pt x="271" y="0"/>
                  <a:pt x="271" y="0"/>
                  <a:pt x="271" y="0"/>
                </a:cubicBezTo>
                <a:cubicBezTo>
                  <a:pt x="0" y="1715"/>
                  <a:pt x="0" y="1715"/>
                  <a:pt x="0" y="1715"/>
                </a:cubicBezTo>
                <a:cubicBezTo>
                  <a:pt x="0" y="2437"/>
                  <a:pt x="929" y="2494"/>
                  <a:pt x="929" y="2494"/>
                </a:cubicBezTo>
                <a:close/>
                <a:moveTo>
                  <a:pt x="394" y="132"/>
                </a:moveTo>
                <a:cubicBezTo>
                  <a:pt x="1706" y="132"/>
                  <a:pt x="1706" y="132"/>
                  <a:pt x="1706" y="132"/>
                </a:cubicBezTo>
                <a:cubicBezTo>
                  <a:pt x="1706" y="132"/>
                  <a:pt x="1961" y="1685"/>
                  <a:pt x="1961" y="1804"/>
                </a:cubicBezTo>
                <a:cubicBezTo>
                  <a:pt x="1961" y="1804"/>
                  <a:pt x="1884" y="2363"/>
                  <a:pt x="1055" y="2363"/>
                </a:cubicBezTo>
                <a:cubicBezTo>
                  <a:pt x="1055" y="2363"/>
                  <a:pt x="420" y="2432"/>
                  <a:pt x="120" y="1801"/>
                </a:cubicBezTo>
                <a:lnTo>
                  <a:pt x="394" y="132"/>
                </a:lnTo>
                <a:close/>
                <a:moveTo>
                  <a:pt x="1058" y="2236"/>
                </a:moveTo>
                <a:cubicBezTo>
                  <a:pt x="1592" y="2236"/>
                  <a:pt x="1801" y="1887"/>
                  <a:pt x="1825" y="1809"/>
                </a:cubicBezTo>
                <a:cubicBezTo>
                  <a:pt x="1649" y="818"/>
                  <a:pt x="1649" y="818"/>
                  <a:pt x="1649" y="818"/>
                </a:cubicBezTo>
                <a:cubicBezTo>
                  <a:pt x="459" y="822"/>
                  <a:pt x="459" y="822"/>
                  <a:pt x="459" y="822"/>
                </a:cubicBezTo>
                <a:cubicBezTo>
                  <a:pt x="459" y="822"/>
                  <a:pt x="275" y="1686"/>
                  <a:pt x="271" y="1822"/>
                </a:cubicBezTo>
                <a:cubicBezTo>
                  <a:pt x="271" y="1822"/>
                  <a:pt x="484" y="2236"/>
                  <a:pt x="1058" y="2236"/>
                </a:cubicBezTo>
                <a:close/>
                <a:moveTo>
                  <a:pt x="664" y="944"/>
                </a:moveTo>
                <a:cubicBezTo>
                  <a:pt x="666" y="940"/>
                  <a:pt x="666" y="941"/>
                  <a:pt x="664" y="944"/>
                </a:cubicBezTo>
                <a:cubicBezTo>
                  <a:pt x="676" y="1876"/>
                  <a:pt x="1093" y="2076"/>
                  <a:pt x="1093" y="2076"/>
                </a:cubicBezTo>
                <a:cubicBezTo>
                  <a:pt x="1093" y="2076"/>
                  <a:pt x="687" y="2082"/>
                  <a:pt x="556" y="1814"/>
                </a:cubicBezTo>
                <a:cubicBezTo>
                  <a:pt x="434" y="1565"/>
                  <a:pt x="648" y="988"/>
                  <a:pt x="664" y="944"/>
                </a:cubicBezTo>
                <a:close/>
              </a:path>
            </a:pathLst>
          </a:custGeom>
          <a:solidFill>
            <a:schemeClr val="bg1"/>
          </a:solidFill>
          <a:ln>
            <a:noFill/>
          </a:ln>
        </p:spPr>
        <p:txBody>
          <a:bodyPr anchor="ctr" anchorCtr="1">
            <a:norm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45" name="椭圆 44"/>
          <p:cNvSpPr/>
          <p:nvPr>
            <p:custDataLst>
              <p:tags r:id="rId36"/>
            </p:custDataLst>
          </p:nvPr>
        </p:nvSpPr>
        <p:spPr>
          <a:xfrm>
            <a:off x="2363460" y="3291519"/>
            <a:ext cx="497696" cy="4976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endParaRPr lang="zh-CN" altLang="en-US" sz="1800"/>
          </a:p>
        </p:txBody>
      </p:sp>
      <p:sp>
        <p:nvSpPr>
          <p:cNvPr id="46" name="KSO_Shape"/>
          <p:cNvSpPr/>
          <p:nvPr>
            <p:custDataLst>
              <p:tags r:id="rId37"/>
            </p:custDataLst>
          </p:nvPr>
        </p:nvSpPr>
        <p:spPr bwMode="auto">
          <a:xfrm>
            <a:off x="2501691" y="3374039"/>
            <a:ext cx="215785" cy="340808"/>
          </a:xfrm>
          <a:custGeom>
            <a:avLst/>
            <a:gdLst>
              <a:gd name="T0" fmla="*/ 955216 w 2128"/>
              <a:gd name="T1" fmla="*/ 1800397 h 3363"/>
              <a:gd name="T2" fmla="*/ 183654 w 2128"/>
              <a:gd name="T3" fmla="*/ 1800397 h 3363"/>
              <a:gd name="T4" fmla="*/ 0 w 2128"/>
              <a:gd name="T5" fmla="*/ 1616770 h 3363"/>
              <a:gd name="T6" fmla="*/ 0 w 2128"/>
              <a:gd name="T7" fmla="*/ 771446 h 3363"/>
              <a:gd name="T8" fmla="*/ 2142 w 2128"/>
              <a:gd name="T9" fmla="*/ 750567 h 3363"/>
              <a:gd name="T10" fmla="*/ 220599 w 2128"/>
              <a:gd name="T11" fmla="*/ 429354 h 3363"/>
              <a:gd name="T12" fmla="*/ 220599 w 2128"/>
              <a:gd name="T13" fmla="*/ 404193 h 3363"/>
              <a:gd name="T14" fmla="*/ 918807 w 2128"/>
              <a:gd name="T15" fmla="*/ 404193 h 3363"/>
              <a:gd name="T16" fmla="*/ 918807 w 2128"/>
              <a:gd name="T17" fmla="*/ 429354 h 3363"/>
              <a:gd name="T18" fmla="*/ 1137264 w 2128"/>
              <a:gd name="T19" fmla="*/ 750567 h 3363"/>
              <a:gd name="T20" fmla="*/ 1139406 w 2128"/>
              <a:gd name="T21" fmla="*/ 771446 h 3363"/>
              <a:gd name="T22" fmla="*/ 1139406 w 2128"/>
              <a:gd name="T23" fmla="*/ 1616770 h 3363"/>
              <a:gd name="T24" fmla="*/ 955216 w 2128"/>
              <a:gd name="T25" fmla="*/ 1800397 h 3363"/>
              <a:gd name="T26" fmla="*/ 1063374 w 2128"/>
              <a:gd name="T27" fmla="*/ 840506 h 3363"/>
              <a:gd name="T28" fmla="*/ 1061768 w 2128"/>
              <a:gd name="T29" fmla="*/ 821769 h 3363"/>
              <a:gd name="T30" fmla="*/ 851342 w 2128"/>
              <a:gd name="T31" fmla="*/ 500556 h 3363"/>
              <a:gd name="T32" fmla="*/ 851342 w 2128"/>
              <a:gd name="T33" fmla="*/ 475930 h 3363"/>
              <a:gd name="T34" fmla="*/ 291812 w 2128"/>
              <a:gd name="T35" fmla="*/ 475930 h 3363"/>
              <a:gd name="T36" fmla="*/ 291812 w 2128"/>
              <a:gd name="T37" fmla="*/ 500556 h 3363"/>
              <a:gd name="T38" fmla="*/ 77638 w 2128"/>
              <a:gd name="T39" fmla="*/ 821769 h 3363"/>
              <a:gd name="T40" fmla="*/ 76032 w 2128"/>
              <a:gd name="T41" fmla="*/ 840506 h 3363"/>
              <a:gd name="T42" fmla="*/ 76032 w 2128"/>
              <a:gd name="T43" fmla="*/ 844789 h 3363"/>
              <a:gd name="T44" fmla="*/ 735152 w 2128"/>
              <a:gd name="T45" fmla="*/ 844789 h 3363"/>
              <a:gd name="T46" fmla="*/ 735152 w 2128"/>
              <a:gd name="T47" fmla="*/ 1359265 h 3363"/>
              <a:gd name="T48" fmla="*/ 76032 w 2128"/>
              <a:gd name="T49" fmla="*/ 1359265 h 3363"/>
              <a:gd name="T50" fmla="*/ 76032 w 2128"/>
              <a:gd name="T51" fmla="*/ 1561629 h 3363"/>
              <a:gd name="T52" fmla="*/ 237733 w 2128"/>
              <a:gd name="T53" fmla="*/ 1725983 h 3363"/>
              <a:gd name="T54" fmla="*/ 901673 w 2128"/>
              <a:gd name="T55" fmla="*/ 1725983 h 3363"/>
              <a:gd name="T56" fmla="*/ 1063374 w 2128"/>
              <a:gd name="T57" fmla="*/ 1561629 h 3363"/>
              <a:gd name="T58" fmla="*/ 1063374 w 2128"/>
              <a:gd name="T59" fmla="*/ 840506 h 3363"/>
              <a:gd name="T60" fmla="*/ 183654 w 2128"/>
              <a:gd name="T61" fmla="*/ 327637 h 3363"/>
              <a:gd name="T62" fmla="*/ 183654 w 2128"/>
              <a:gd name="T63" fmla="*/ 73344 h 3363"/>
              <a:gd name="T64" fmla="*/ 257544 w 2128"/>
              <a:gd name="T65" fmla="*/ 0 h 3363"/>
              <a:gd name="T66" fmla="*/ 881862 w 2128"/>
              <a:gd name="T67" fmla="*/ 0 h 3363"/>
              <a:gd name="T68" fmla="*/ 955216 w 2128"/>
              <a:gd name="T69" fmla="*/ 73344 h 3363"/>
              <a:gd name="T70" fmla="*/ 955216 w 2128"/>
              <a:gd name="T71" fmla="*/ 327637 h 3363"/>
              <a:gd name="T72" fmla="*/ 183654 w 2128"/>
              <a:gd name="T73" fmla="*/ 327637 h 336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128" h="3363">
                <a:moveTo>
                  <a:pt x="1784" y="3363"/>
                </a:moveTo>
                <a:cubicBezTo>
                  <a:pt x="343" y="3363"/>
                  <a:pt x="343" y="3363"/>
                  <a:pt x="343" y="3363"/>
                </a:cubicBezTo>
                <a:cubicBezTo>
                  <a:pt x="154" y="3363"/>
                  <a:pt x="0" y="3209"/>
                  <a:pt x="0" y="3020"/>
                </a:cubicBezTo>
                <a:cubicBezTo>
                  <a:pt x="0" y="1441"/>
                  <a:pt x="0" y="1441"/>
                  <a:pt x="0" y="1441"/>
                </a:cubicBezTo>
                <a:cubicBezTo>
                  <a:pt x="0" y="1428"/>
                  <a:pt x="3" y="1415"/>
                  <a:pt x="4" y="1402"/>
                </a:cubicBezTo>
                <a:cubicBezTo>
                  <a:pt x="43" y="919"/>
                  <a:pt x="412" y="1160"/>
                  <a:pt x="412" y="802"/>
                </a:cubicBezTo>
                <a:cubicBezTo>
                  <a:pt x="412" y="755"/>
                  <a:pt x="412" y="755"/>
                  <a:pt x="412" y="755"/>
                </a:cubicBezTo>
                <a:cubicBezTo>
                  <a:pt x="1716" y="755"/>
                  <a:pt x="1716" y="755"/>
                  <a:pt x="1716" y="755"/>
                </a:cubicBezTo>
                <a:cubicBezTo>
                  <a:pt x="1716" y="802"/>
                  <a:pt x="1716" y="802"/>
                  <a:pt x="1716" y="802"/>
                </a:cubicBezTo>
                <a:cubicBezTo>
                  <a:pt x="1716" y="1160"/>
                  <a:pt x="2085" y="919"/>
                  <a:pt x="2124" y="1402"/>
                </a:cubicBezTo>
                <a:cubicBezTo>
                  <a:pt x="2125" y="1415"/>
                  <a:pt x="2128" y="1428"/>
                  <a:pt x="2128" y="1441"/>
                </a:cubicBezTo>
                <a:cubicBezTo>
                  <a:pt x="2128" y="3020"/>
                  <a:pt x="2128" y="3020"/>
                  <a:pt x="2128" y="3020"/>
                </a:cubicBezTo>
                <a:cubicBezTo>
                  <a:pt x="2128" y="3209"/>
                  <a:pt x="1974" y="3363"/>
                  <a:pt x="1784" y="3363"/>
                </a:cubicBezTo>
                <a:close/>
                <a:moveTo>
                  <a:pt x="1986" y="1570"/>
                </a:moveTo>
                <a:cubicBezTo>
                  <a:pt x="1986" y="1558"/>
                  <a:pt x="1984" y="1547"/>
                  <a:pt x="1983" y="1535"/>
                </a:cubicBezTo>
                <a:cubicBezTo>
                  <a:pt x="1948" y="1101"/>
                  <a:pt x="1590" y="1256"/>
                  <a:pt x="1590" y="935"/>
                </a:cubicBezTo>
                <a:cubicBezTo>
                  <a:pt x="1590" y="889"/>
                  <a:pt x="1590" y="889"/>
                  <a:pt x="1590" y="889"/>
                </a:cubicBezTo>
                <a:cubicBezTo>
                  <a:pt x="545" y="889"/>
                  <a:pt x="545" y="889"/>
                  <a:pt x="545" y="889"/>
                </a:cubicBezTo>
                <a:cubicBezTo>
                  <a:pt x="545" y="935"/>
                  <a:pt x="545" y="935"/>
                  <a:pt x="545" y="935"/>
                </a:cubicBezTo>
                <a:cubicBezTo>
                  <a:pt x="545" y="1256"/>
                  <a:pt x="180" y="1101"/>
                  <a:pt x="145" y="1535"/>
                </a:cubicBezTo>
                <a:cubicBezTo>
                  <a:pt x="144" y="1547"/>
                  <a:pt x="142" y="1558"/>
                  <a:pt x="142" y="1570"/>
                </a:cubicBezTo>
                <a:cubicBezTo>
                  <a:pt x="142" y="1578"/>
                  <a:pt x="142" y="1578"/>
                  <a:pt x="142" y="1578"/>
                </a:cubicBezTo>
                <a:cubicBezTo>
                  <a:pt x="1373" y="1578"/>
                  <a:pt x="1373" y="1578"/>
                  <a:pt x="1373" y="1578"/>
                </a:cubicBezTo>
                <a:cubicBezTo>
                  <a:pt x="1373" y="2539"/>
                  <a:pt x="1373" y="2539"/>
                  <a:pt x="1373" y="2539"/>
                </a:cubicBezTo>
                <a:cubicBezTo>
                  <a:pt x="142" y="2539"/>
                  <a:pt x="142" y="2539"/>
                  <a:pt x="142" y="2539"/>
                </a:cubicBezTo>
                <a:cubicBezTo>
                  <a:pt x="142" y="2917"/>
                  <a:pt x="142" y="2917"/>
                  <a:pt x="142" y="2917"/>
                </a:cubicBezTo>
                <a:cubicBezTo>
                  <a:pt x="142" y="3086"/>
                  <a:pt x="274" y="3224"/>
                  <a:pt x="444" y="3224"/>
                </a:cubicBezTo>
                <a:cubicBezTo>
                  <a:pt x="1684" y="3224"/>
                  <a:pt x="1684" y="3224"/>
                  <a:pt x="1684" y="3224"/>
                </a:cubicBezTo>
                <a:cubicBezTo>
                  <a:pt x="1854" y="3224"/>
                  <a:pt x="1986" y="3086"/>
                  <a:pt x="1986" y="2917"/>
                </a:cubicBezTo>
                <a:lnTo>
                  <a:pt x="1986" y="1570"/>
                </a:lnTo>
                <a:close/>
                <a:moveTo>
                  <a:pt x="343" y="612"/>
                </a:moveTo>
                <a:cubicBezTo>
                  <a:pt x="343" y="137"/>
                  <a:pt x="343" y="137"/>
                  <a:pt x="343" y="137"/>
                </a:cubicBezTo>
                <a:cubicBezTo>
                  <a:pt x="343" y="61"/>
                  <a:pt x="405" y="0"/>
                  <a:pt x="481" y="0"/>
                </a:cubicBezTo>
                <a:cubicBezTo>
                  <a:pt x="1647" y="0"/>
                  <a:pt x="1647" y="0"/>
                  <a:pt x="1647" y="0"/>
                </a:cubicBezTo>
                <a:cubicBezTo>
                  <a:pt x="1723" y="0"/>
                  <a:pt x="1784" y="61"/>
                  <a:pt x="1784" y="137"/>
                </a:cubicBezTo>
                <a:cubicBezTo>
                  <a:pt x="1784" y="612"/>
                  <a:pt x="1784" y="612"/>
                  <a:pt x="1784" y="612"/>
                </a:cubicBezTo>
                <a:cubicBezTo>
                  <a:pt x="1121" y="612"/>
                  <a:pt x="1058" y="612"/>
                  <a:pt x="343" y="612"/>
                </a:cubicBezTo>
                <a:close/>
              </a:path>
            </a:pathLst>
          </a:custGeom>
          <a:solidFill>
            <a:schemeClr val="accent1"/>
          </a:solidFill>
          <a:ln>
            <a:noFill/>
          </a:ln>
        </p:spPr>
        <p:txBody>
          <a:bodyPr anchor="ctr" anchorCtr="1">
            <a:normAutofit fontScale="97500" lnSpcReduction="1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47" name="KSO_Shape"/>
          <p:cNvSpPr/>
          <p:nvPr>
            <p:custDataLst>
              <p:tags r:id="rId38"/>
            </p:custDataLst>
          </p:nvPr>
        </p:nvSpPr>
        <p:spPr bwMode="auto">
          <a:xfrm>
            <a:off x="7295116" y="3477247"/>
            <a:ext cx="437838" cy="505609"/>
          </a:xfrm>
          <a:custGeom>
            <a:avLst/>
            <a:gdLst>
              <a:gd name="T0" fmla="*/ 722049 w 6597698"/>
              <a:gd name="T1" fmla="*/ 874343 h 7617115"/>
              <a:gd name="T2" fmla="*/ 750323 w 6597698"/>
              <a:gd name="T3" fmla="*/ 885440 h 7617115"/>
              <a:gd name="T4" fmla="*/ 758665 w 6597698"/>
              <a:gd name="T5" fmla="*/ 959007 h 7617115"/>
              <a:gd name="T6" fmla="*/ 703528 w 6597698"/>
              <a:gd name="T7" fmla="*/ 976176 h 7617115"/>
              <a:gd name="T8" fmla="*/ 694514 w 6597698"/>
              <a:gd name="T9" fmla="*/ 971594 h 7617115"/>
              <a:gd name="T10" fmla="*/ 699028 w 6597698"/>
              <a:gd name="T11" fmla="*/ 976062 h 7617115"/>
              <a:gd name="T12" fmla="*/ 699648 w 6597698"/>
              <a:gd name="T13" fmla="*/ 1081054 h 7617115"/>
              <a:gd name="T14" fmla="*/ 147042 w 6597698"/>
              <a:gd name="T15" fmla="*/ 1769133 h 7617115"/>
              <a:gd name="T16" fmla="*/ 30787 w 6597698"/>
              <a:gd name="T17" fmla="*/ 1782165 h 7617115"/>
              <a:gd name="T18" fmla="*/ 18275 w 6597698"/>
              <a:gd name="T19" fmla="*/ 1665921 h 7617115"/>
              <a:gd name="T20" fmla="*/ 570880 w 6597698"/>
              <a:gd name="T21" fmla="*/ 977321 h 7617115"/>
              <a:gd name="T22" fmla="*/ 672989 w 6597698"/>
              <a:gd name="T23" fmla="*/ 955142 h 7617115"/>
              <a:gd name="T24" fmla="*/ 676204 w 6597698"/>
              <a:gd name="T25" fmla="*/ 957221 h 7617115"/>
              <a:gd name="T26" fmla="*/ 671902 w 6597698"/>
              <a:gd name="T27" fmla="*/ 950789 h 7617115"/>
              <a:gd name="T28" fmla="*/ 677328 w 6597698"/>
              <a:gd name="T29" fmla="*/ 893266 h 7617115"/>
              <a:gd name="T30" fmla="*/ 722049 w 6597698"/>
              <a:gd name="T31" fmla="*/ 874343 h 7617115"/>
              <a:gd name="T32" fmla="*/ 1267033 w 6597698"/>
              <a:gd name="T33" fmla="*/ 241665 h 7617115"/>
              <a:gd name="T34" fmla="*/ 1317603 w 6597698"/>
              <a:gd name="T35" fmla="*/ 700993 h 7617115"/>
              <a:gd name="T36" fmla="*/ 1057709 w 6597698"/>
              <a:gd name="T37" fmla="*/ 100974 h 7617115"/>
              <a:gd name="T38" fmla="*/ 754500 w 6597698"/>
              <a:gd name="T39" fmla="*/ 248946 h 7617115"/>
              <a:gd name="T40" fmla="*/ 814969 w 6597698"/>
              <a:gd name="T41" fmla="*/ 804684 h 7617115"/>
              <a:gd name="T42" fmla="*/ 1371177 w 6597698"/>
              <a:gd name="T43" fmla="*/ 743688 h 7617115"/>
              <a:gd name="T44" fmla="*/ 1310187 w 6597698"/>
              <a:gd name="T45" fmla="*/ 187951 h 7617115"/>
              <a:gd name="T46" fmla="*/ 1057709 w 6597698"/>
              <a:gd name="T47" fmla="*/ 100974 h 7617115"/>
              <a:gd name="T48" fmla="*/ 1056412 w 6597698"/>
              <a:gd name="T49" fmla="*/ 45 h 7617115"/>
              <a:gd name="T50" fmla="*/ 1373958 w 6597698"/>
              <a:gd name="T51" fmla="*/ 109301 h 7617115"/>
              <a:gd name="T52" fmla="*/ 1450081 w 6597698"/>
              <a:gd name="T53" fmla="*/ 807305 h 7617115"/>
              <a:gd name="T54" fmla="*/ 751940 w 6597698"/>
              <a:gd name="T55" fmla="*/ 883413 h 7617115"/>
              <a:gd name="T56" fmla="*/ 675817 w 6597698"/>
              <a:gd name="T57" fmla="*/ 185931 h 7617115"/>
              <a:gd name="T58" fmla="*/ 1056412 w 6597698"/>
              <a:gd name="T59" fmla="*/ 45 h 761711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597698" h="7617115">
                <a:moveTo>
                  <a:pt x="3054842" y="3699168"/>
                </a:moveTo>
                <a:cubicBezTo>
                  <a:pt x="3097120" y="3702556"/>
                  <a:pt x="3138894" y="3717974"/>
                  <a:pt x="3174464" y="3746118"/>
                </a:cubicBezTo>
                <a:cubicBezTo>
                  <a:pt x="3269318" y="3823378"/>
                  <a:pt x="3284759" y="3960238"/>
                  <a:pt x="3209759" y="4057364"/>
                </a:cubicBezTo>
                <a:cubicBezTo>
                  <a:pt x="3151854" y="4126897"/>
                  <a:pt x="3059206" y="4152972"/>
                  <a:pt x="2976485" y="4130002"/>
                </a:cubicBezTo>
                <a:lnTo>
                  <a:pt x="2938349" y="4110616"/>
                </a:lnTo>
                <a:lnTo>
                  <a:pt x="2957445" y="4129522"/>
                </a:lnTo>
                <a:cubicBezTo>
                  <a:pt x="3060906" y="4255074"/>
                  <a:pt x="3066214" y="4440569"/>
                  <a:pt x="2960068" y="4573720"/>
                </a:cubicBezTo>
                <a:cubicBezTo>
                  <a:pt x="2960068" y="4573720"/>
                  <a:pt x="2960068" y="4573720"/>
                  <a:pt x="622107" y="7484843"/>
                </a:cubicBezTo>
                <a:cubicBezTo>
                  <a:pt x="500798" y="7637016"/>
                  <a:pt x="280235" y="7661275"/>
                  <a:pt x="130253" y="7539978"/>
                </a:cubicBezTo>
                <a:cubicBezTo>
                  <a:pt x="-19729" y="7418681"/>
                  <a:pt x="-43991" y="7198142"/>
                  <a:pt x="77318" y="7048175"/>
                </a:cubicBezTo>
                <a:cubicBezTo>
                  <a:pt x="77318" y="7048175"/>
                  <a:pt x="77318" y="7048175"/>
                  <a:pt x="2415279" y="4134846"/>
                </a:cubicBezTo>
                <a:cubicBezTo>
                  <a:pt x="2521424" y="4001695"/>
                  <a:pt x="2701872" y="3966478"/>
                  <a:pt x="2847280" y="4041013"/>
                </a:cubicBezTo>
                <a:lnTo>
                  <a:pt x="2860883" y="4049808"/>
                </a:lnTo>
                <a:lnTo>
                  <a:pt x="2842684" y="4022597"/>
                </a:lnTo>
                <a:cubicBezTo>
                  <a:pt x="2801944" y="3946441"/>
                  <a:pt x="2807734" y="3850419"/>
                  <a:pt x="2865639" y="3779229"/>
                </a:cubicBezTo>
                <a:cubicBezTo>
                  <a:pt x="2912514" y="3721285"/>
                  <a:pt x="2984378" y="3693520"/>
                  <a:pt x="3054842" y="3699168"/>
                </a:cubicBezTo>
                <a:close/>
                <a:moveTo>
                  <a:pt x="5360563" y="1022434"/>
                </a:moveTo>
                <a:cubicBezTo>
                  <a:pt x="5956099" y="1501097"/>
                  <a:pt x="6050943" y="2370189"/>
                  <a:pt x="5574515" y="2965760"/>
                </a:cubicBezTo>
                <a:lnTo>
                  <a:pt x="5360563" y="1022434"/>
                </a:lnTo>
                <a:close/>
                <a:moveTo>
                  <a:pt x="4474955" y="427200"/>
                </a:moveTo>
                <a:cubicBezTo>
                  <a:pt x="3992919" y="433757"/>
                  <a:pt x="3517164" y="647541"/>
                  <a:pt x="3192137" y="1053241"/>
                </a:cubicBezTo>
                <a:cubicBezTo>
                  <a:pt x="2612105" y="1772280"/>
                  <a:pt x="2728993" y="2826575"/>
                  <a:pt x="3447968" y="3404453"/>
                </a:cubicBezTo>
                <a:cubicBezTo>
                  <a:pt x="4169147" y="3984537"/>
                  <a:pt x="5223349" y="3867638"/>
                  <a:pt x="5801174" y="3146394"/>
                </a:cubicBezTo>
                <a:cubicBezTo>
                  <a:pt x="6381205" y="2427354"/>
                  <a:pt x="6264317" y="1373059"/>
                  <a:pt x="5543138" y="795181"/>
                </a:cubicBezTo>
                <a:cubicBezTo>
                  <a:pt x="5228587" y="542359"/>
                  <a:pt x="4849871" y="422100"/>
                  <a:pt x="4474955" y="427200"/>
                </a:cubicBezTo>
                <a:close/>
                <a:moveTo>
                  <a:pt x="4469466" y="190"/>
                </a:moveTo>
                <a:cubicBezTo>
                  <a:pt x="4940266" y="-6142"/>
                  <a:pt x="5416292" y="144984"/>
                  <a:pt x="5812939" y="462432"/>
                </a:cubicBezTo>
                <a:cubicBezTo>
                  <a:pt x="6717357" y="1188029"/>
                  <a:pt x="6860740" y="2511305"/>
                  <a:pt x="6135000" y="3415545"/>
                </a:cubicBezTo>
                <a:cubicBezTo>
                  <a:pt x="5409261" y="4319783"/>
                  <a:pt x="4085723" y="4463138"/>
                  <a:pt x="3181306" y="3737542"/>
                </a:cubicBezTo>
                <a:cubicBezTo>
                  <a:pt x="2276888" y="3011945"/>
                  <a:pt x="2133505" y="1690874"/>
                  <a:pt x="2859245" y="786635"/>
                </a:cubicBezTo>
                <a:cubicBezTo>
                  <a:pt x="3267474" y="276760"/>
                  <a:pt x="3864151" y="8331"/>
                  <a:pt x="4469466" y="190"/>
                </a:cubicBezTo>
                <a:close/>
              </a:path>
            </a:pathLst>
          </a:custGeom>
          <a:solidFill>
            <a:schemeClr val="bg1"/>
          </a:solidFill>
          <a:ln>
            <a:noFill/>
          </a:ln>
        </p:spPr>
        <p:txBody>
          <a:bodyPr anchor="ctr" anchorCtr="1">
            <a:norm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48" name="椭圆 47"/>
          <p:cNvSpPr/>
          <p:nvPr>
            <p:custDataLst>
              <p:tags r:id="rId39"/>
            </p:custDataLst>
          </p:nvPr>
        </p:nvSpPr>
        <p:spPr>
          <a:xfrm>
            <a:off x="8645639" y="3389586"/>
            <a:ext cx="497696" cy="497696"/>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endParaRPr lang="zh-CN" altLang="en-US" sz="1800"/>
          </a:p>
        </p:txBody>
      </p:sp>
      <p:sp>
        <p:nvSpPr>
          <p:cNvPr id="49" name="KSO_Shape"/>
          <p:cNvSpPr/>
          <p:nvPr>
            <p:custDataLst>
              <p:tags r:id="rId40"/>
            </p:custDataLst>
          </p:nvPr>
        </p:nvSpPr>
        <p:spPr bwMode="auto">
          <a:xfrm>
            <a:off x="8757529" y="3516963"/>
            <a:ext cx="273917" cy="290301"/>
          </a:xfrm>
          <a:custGeom>
            <a:avLst/>
            <a:gdLst>
              <a:gd name="T0" fmla="*/ 1462390 w 3658"/>
              <a:gd name="T1" fmla="*/ 575978 h 3876"/>
              <a:gd name="T2" fmla="*/ 450002 w 3658"/>
              <a:gd name="T3" fmla="*/ 575978 h 3876"/>
              <a:gd name="T4" fmla="*/ 224769 w 3658"/>
              <a:gd name="T5" fmla="*/ 325614 h 3876"/>
              <a:gd name="T6" fmla="*/ 216874 w 3658"/>
              <a:gd name="T7" fmla="*/ 325614 h 3876"/>
              <a:gd name="T8" fmla="*/ 108205 w 3658"/>
              <a:gd name="T9" fmla="*/ 434306 h 3876"/>
              <a:gd name="T10" fmla="*/ 108205 w 3658"/>
              <a:gd name="T11" fmla="*/ 615461 h 3876"/>
              <a:gd name="T12" fmla="*/ 216874 w 3658"/>
              <a:gd name="T13" fmla="*/ 724153 h 3876"/>
              <a:gd name="T14" fmla="*/ 904648 w 3658"/>
              <a:gd name="T15" fmla="*/ 724153 h 3876"/>
              <a:gd name="T16" fmla="*/ 1012853 w 3658"/>
              <a:gd name="T17" fmla="*/ 832382 h 3876"/>
              <a:gd name="T18" fmla="*/ 1013317 w 3658"/>
              <a:gd name="T19" fmla="*/ 1022362 h 3876"/>
              <a:gd name="T20" fmla="*/ 1122451 w 3658"/>
              <a:gd name="T21" fmla="*/ 1181220 h 3876"/>
              <a:gd name="T22" fmla="*/ 1122451 w 3658"/>
              <a:gd name="T23" fmla="*/ 1631319 h 3876"/>
              <a:gd name="T24" fmla="*/ 956196 w 3658"/>
              <a:gd name="T25" fmla="*/ 1800397 h 3876"/>
              <a:gd name="T26" fmla="*/ 796443 w 3658"/>
              <a:gd name="T27" fmla="*/ 1631319 h 3876"/>
              <a:gd name="T28" fmla="*/ 796443 w 3658"/>
              <a:gd name="T29" fmla="*/ 1181220 h 3876"/>
              <a:gd name="T30" fmla="*/ 903255 w 3658"/>
              <a:gd name="T31" fmla="*/ 1022362 h 3876"/>
              <a:gd name="T32" fmla="*/ 903255 w 3658"/>
              <a:gd name="T33" fmla="*/ 928068 h 3876"/>
              <a:gd name="T34" fmla="*/ 795979 w 3658"/>
              <a:gd name="T35" fmla="*/ 832382 h 3876"/>
              <a:gd name="T36" fmla="*/ 108205 w 3658"/>
              <a:gd name="T37" fmla="*/ 832382 h 3876"/>
              <a:gd name="T38" fmla="*/ 0 w 3658"/>
              <a:gd name="T39" fmla="*/ 724153 h 3876"/>
              <a:gd name="T40" fmla="*/ 0 w 3658"/>
              <a:gd name="T41" fmla="*/ 325614 h 3876"/>
              <a:gd name="T42" fmla="*/ 108205 w 3658"/>
              <a:gd name="T43" fmla="*/ 216921 h 3876"/>
              <a:gd name="T44" fmla="*/ 109134 w 3658"/>
              <a:gd name="T45" fmla="*/ 216921 h 3876"/>
              <a:gd name="T46" fmla="*/ 109134 w 3658"/>
              <a:gd name="T47" fmla="*/ 216921 h 3876"/>
              <a:gd name="T48" fmla="*/ 224769 w 3658"/>
              <a:gd name="T49" fmla="*/ 216921 h 3876"/>
              <a:gd name="T50" fmla="*/ 450002 w 3658"/>
              <a:gd name="T51" fmla="*/ 0 h 3876"/>
              <a:gd name="T52" fmla="*/ 1462390 w 3658"/>
              <a:gd name="T53" fmla="*/ 0 h 3876"/>
              <a:gd name="T54" fmla="*/ 1698769 w 3658"/>
              <a:gd name="T55" fmla="*/ 225282 h 3876"/>
              <a:gd name="T56" fmla="*/ 1698769 w 3658"/>
              <a:gd name="T57" fmla="*/ 337691 h 3876"/>
              <a:gd name="T58" fmla="*/ 1462390 w 3658"/>
              <a:gd name="T59" fmla="*/ 575978 h 3876"/>
              <a:gd name="T60" fmla="*/ 1537623 w 3658"/>
              <a:gd name="T61" fmla="*/ 144924 h 3876"/>
              <a:gd name="T62" fmla="*/ 379878 w 3658"/>
              <a:gd name="T63" fmla="*/ 144924 h 3876"/>
              <a:gd name="T64" fmla="*/ 325543 w 3658"/>
              <a:gd name="T65" fmla="*/ 199270 h 3876"/>
              <a:gd name="T66" fmla="*/ 379878 w 3658"/>
              <a:gd name="T67" fmla="*/ 253152 h 3876"/>
              <a:gd name="T68" fmla="*/ 1537623 w 3658"/>
              <a:gd name="T69" fmla="*/ 253152 h 3876"/>
              <a:gd name="T70" fmla="*/ 1591957 w 3658"/>
              <a:gd name="T71" fmla="*/ 199270 h 3876"/>
              <a:gd name="T72" fmla="*/ 1537623 w 3658"/>
              <a:gd name="T73" fmla="*/ 144924 h 387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3658" h="3876">
                <a:moveTo>
                  <a:pt x="3149" y="1240"/>
                </a:moveTo>
                <a:cubicBezTo>
                  <a:pt x="969" y="1240"/>
                  <a:pt x="969" y="1240"/>
                  <a:pt x="969" y="1240"/>
                </a:cubicBezTo>
                <a:cubicBezTo>
                  <a:pt x="702" y="1240"/>
                  <a:pt x="485" y="968"/>
                  <a:pt x="484" y="701"/>
                </a:cubicBezTo>
                <a:cubicBezTo>
                  <a:pt x="467" y="701"/>
                  <a:pt x="467" y="701"/>
                  <a:pt x="467" y="701"/>
                </a:cubicBezTo>
                <a:cubicBezTo>
                  <a:pt x="338" y="701"/>
                  <a:pt x="233" y="806"/>
                  <a:pt x="233" y="935"/>
                </a:cubicBezTo>
                <a:cubicBezTo>
                  <a:pt x="233" y="1325"/>
                  <a:pt x="233" y="1325"/>
                  <a:pt x="233" y="1325"/>
                </a:cubicBezTo>
                <a:cubicBezTo>
                  <a:pt x="233" y="1454"/>
                  <a:pt x="338" y="1559"/>
                  <a:pt x="467" y="1559"/>
                </a:cubicBezTo>
                <a:cubicBezTo>
                  <a:pt x="1948" y="1559"/>
                  <a:pt x="1948" y="1559"/>
                  <a:pt x="1948" y="1559"/>
                </a:cubicBezTo>
                <a:cubicBezTo>
                  <a:pt x="2077" y="1559"/>
                  <a:pt x="2181" y="1663"/>
                  <a:pt x="2181" y="1792"/>
                </a:cubicBezTo>
                <a:cubicBezTo>
                  <a:pt x="2182" y="2201"/>
                  <a:pt x="2182" y="2201"/>
                  <a:pt x="2182" y="2201"/>
                </a:cubicBezTo>
                <a:cubicBezTo>
                  <a:pt x="2323" y="2251"/>
                  <a:pt x="2417" y="2385"/>
                  <a:pt x="2417" y="2543"/>
                </a:cubicBezTo>
                <a:cubicBezTo>
                  <a:pt x="2417" y="3512"/>
                  <a:pt x="2417" y="3512"/>
                  <a:pt x="2417" y="3512"/>
                </a:cubicBezTo>
                <a:cubicBezTo>
                  <a:pt x="2417" y="3713"/>
                  <a:pt x="2259" y="3876"/>
                  <a:pt x="2059" y="3876"/>
                </a:cubicBezTo>
                <a:cubicBezTo>
                  <a:pt x="1858" y="3876"/>
                  <a:pt x="1715" y="3713"/>
                  <a:pt x="1715" y="3512"/>
                </a:cubicBezTo>
                <a:cubicBezTo>
                  <a:pt x="1715" y="2543"/>
                  <a:pt x="1715" y="2543"/>
                  <a:pt x="1715" y="2543"/>
                </a:cubicBezTo>
                <a:cubicBezTo>
                  <a:pt x="1715" y="2385"/>
                  <a:pt x="1804" y="2251"/>
                  <a:pt x="1945" y="2201"/>
                </a:cubicBezTo>
                <a:cubicBezTo>
                  <a:pt x="1945" y="1998"/>
                  <a:pt x="1945" y="1998"/>
                  <a:pt x="1945" y="1998"/>
                </a:cubicBezTo>
                <a:cubicBezTo>
                  <a:pt x="1931" y="1882"/>
                  <a:pt x="1833" y="1792"/>
                  <a:pt x="1714" y="1792"/>
                </a:cubicBezTo>
                <a:cubicBezTo>
                  <a:pt x="233" y="1792"/>
                  <a:pt x="233" y="1792"/>
                  <a:pt x="233" y="1792"/>
                </a:cubicBezTo>
                <a:cubicBezTo>
                  <a:pt x="104" y="1792"/>
                  <a:pt x="0" y="1688"/>
                  <a:pt x="0" y="1559"/>
                </a:cubicBezTo>
                <a:cubicBezTo>
                  <a:pt x="0" y="701"/>
                  <a:pt x="0" y="701"/>
                  <a:pt x="0" y="701"/>
                </a:cubicBezTo>
                <a:cubicBezTo>
                  <a:pt x="0" y="572"/>
                  <a:pt x="104" y="467"/>
                  <a:pt x="233" y="467"/>
                </a:cubicBezTo>
                <a:cubicBezTo>
                  <a:pt x="235" y="467"/>
                  <a:pt x="235" y="467"/>
                  <a:pt x="235" y="467"/>
                </a:cubicBezTo>
                <a:cubicBezTo>
                  <a:pt x="235" y="467"/>
                  <a:pt x="235" y="467"/>
                  <a:pt x="235" y="467"/>
                </a:cubicBezTo>
                <a:cubicBezTo>
                  <a:pt x="484" y="467"/>
                  <a:pt x="484" y="467"/>
                  <a:pt x="484" y="467"/>
                </a:cubicBezTo>
                <a:cubicBezTo>
                  <a:pt x="484" y="200"/>
                  <a:pt x="701" y="0"/>
                  <a:pt x="969" y="0"/>
                </a:cubicBezTo>
                <a:cubicBezTo>
                  <a:pt x="3149" y="0"/>
                  <a:pt x="3149" y="0"/>
                  <a:pt x="3149" y="0"/>
                </a:cubicBezTo>
                <a:cubicBezTo>
                  <a:pt x="3416" y="0"/>
                  <a:pt x="3658" y="217"/>
                  <a:pt x="3658" y="485"/>
                </a:cubicBezTo>
                <a:cubicBezTo>
                  <a:pt x="3658" y="727"/>
                  <a:pt x="3658" y="727"/>
                  <a:pt x="3658" y="727"/>
                </a:cubicBezTo>
                <a:cubicBezTo>
                  <a:pt x="3658" y="994"/>
                  <a:pt x="3416" y="1240"/>
                  <a:pt x="3149" y="1240"/>
                </a:cubicBezTo>
                <a:close/>
                <a:moveTo>
                  <a:pt x="3311" y="312"/>
                </a:moveTo>
                <a:cubicBezTo>
                  <a:pt x="818" y="312"/>
                  <a:pt x="818" y="312"/>
                  <a:pt x="818" y="312"/>
                </a:cubicBezTo>
                <a:cubicBezTo>
                  <a:pt x="753" y="312"/>
                  <a:pt x="701" y="364"/>
                  <a:pt x="701" y="429"/>
                </a:cubicBezTo>
                <a:cubicBezTo>
                  <a:pt x="701" y="493"/>
                  <a:pt x="753" y="545"/>
                  <a:pt x="818" y="545"/>
                </a:cubicBezTo>
                <a:cubicBezTo>
                  <a:pt x="3311" y="545"/>
                  <a:pt x="3311" y="545"/>
                  <a:pt x="3311" y="545"/>
                </a:cubicBezTo>
                <a:cubicBezTo>
                  <a:pt x="3376" y="545"/>
                  <a:pt x="3428" y="493"/>
                  <a:pt x="3428" y="429"/>
                </a:cubicBezTo>
                <a:cubicBezTo>
                  <a:pt x="3428" y="364"/>
                  <a:pt x="3376" y="312"/>
                  <a:pt x="3311" y="312"/>
                </a:cubicBezTo>
                <a:close/>
              </a:path>
            </a:pathLst>
          </a:custGeom>
          <a:solidFill>
            <a:schemeClr val="accent3"/>
          </a:solidFill>
          <a:ln>
            <a:noFill/>
          </a:ln>
        </p:spPr>
        <p:txBody>
          <a:bodyPr anchor="ctr" anchorCtr="1">
            <a:normAutofit fontScale="87500" lnSpcReduction="20000"/>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mn-lt"/>
              <a:ea typeface="+mn-ea"/>
            </a:endParaRPr>
          </a:p>
        </p:txBody>
      </p:sp>
      <p:sp>
        <p:nvSpPr>
          <p:cNvPr id="50" name="文本框 49"/>
          <p:cNvSpPr txBox="1"/>
          <p:nvPr>
            <p:custDataLst>
              <p:tags r:id="rId41"/>
            </p:custDataLst>
          </p:nvPr>
        </p:nvSpPr>
        <p:spPr>
          <a:xfrm>
            <a:off x="1678940" y="4474845"/>
            <a:ext cx="2381885" cy="506095"/>
          </a:xfrm>
          <a:prstGeom prst="rect">
            <a:avLst/>
          </a:prstGeom>
          <a:noFill/>
        </p:spPr>
        <p:txBody>
          <a:bodyPr wrap="square" lIns="36000" tIns="36000" rIns="36000" bIns="36000" rtlCol="0">
            <a:normAutofit/>
          </a:bodyPr>
          <a:lstStyle/>
          <a:p>
            <a:pPr marL="0" indent="0" algn="l">
              <a:lnSpc>
                <a:spcPct val="100000"/>
              </a:lnSpc>
              <a:spcBef>
                <a:spcPts val="0"/>
              </a:spcBef>
              <a:spcAft>
                <a:spcPts val="0"/>
              </a:spcAft>
              <a:buSzPct val="100000"/>
            </a:pPr>
            <a:r>
              <a:rPr lang="zh-CN" altLang="en-US" sz="1400" spc="100" dirty="0" smtClean="0">
                <a:solidFill>
                  <a:schemeClr val="tx1"/>
                </a:solidFill>
                <a:latin typeface="微软雅黑" panose="020B0503020204020204" charset="-122"/>
                <a:ea typeface="微软雅黑" panose="020B0503020204020204" charset="-122"/>
                <a:cs typeface="微软雅黑" panose="020B0503020204020204" charset="-122"/>
                <a:sym typeface="+mn-ea"/>
              </a:rPr>
              <a:t>设备层面开启审核策略；</a:t>
            </a:r>
            <a:endParaRPr lang="zh-CN" altLang="en-US" sz="1400" spc="100" dirty="0" smtClean="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51" name="文本框 50"/>
          <p:cNvSpPr txBox="1"/>
          <p:nvPr>
            <p:custDataLst>
              <p:tags r:id="rId42"/>
            </p:custDataLst>
          </p:nvPr>
        </p:nvSpPr>
        <p:spPr>
          <a:xfrm>
            <a:off x="1240260" y="4004089"/>
            <a:ext cx="2064618" cy="449621"/>
          </a:xfrm>
          <a:prstGeom prst="rect">
            <a:avLst/>
          </a:prstGeom>
          <a:noFill/>
        </p:spPr>
        <p:txBody>
          <a:bodyPr wrap="square" lIns="36000" tIns="36000" rIns="36000" bIns="36000" rtlCol="0">
            <a:normAutofit/>
          </a:bodyPr>
          <a:lstStyle/>
          <a:p>
            <a:pPr marL="0" indent="0" algn="r">
              <a:lnSpc>
                <a:spcPct val="100000"/>
              </a:lnSpc>
              <a:spcBef>
                <a:spcPts val="0"/>
              </a:spcBef>
              <a:spcAft>
                <a:spcPts val="0"/>
              </a:spcAft>
              <a:buSzPct val="100000"/>
            </a:pPr>
            <a:r>
              <a:rPr lang="zh-CN" altLang="en-US" sz="2400" b="1" spc="100" smtClean="0">
                <a:solidFill>
                  <a:srgbClr val="000000"/>
                </a:solidFill>
                <a:latin typeface="Arial" panose="020B0604020202020204" pitchFamily="34" charset="0"/>
                <a:ea typeface="黑体" panose="02010609060101010101" charset="-122"/>
                <a:cs typeface="+mn-ea"/>
              </a:rPr>
              <a:t>设备加固</a:t>
            </a:r>
            <a:endParaRPr lang="zh-CN" altLang="en-US" sz="2400" b="1" spc="100" smtClean="0">
              <a:solidFill>
                <a:srgbClr val="000000"/>
              </a:solidFill>
              <a:latin typeface="Arial" panose="020B0604020202020204" pitchFamily="34" charset="0"/>
              <a:ea typeface="黑体" panose="02010609060101010101" charset="-122"/>
              <a:cs typeface="+mn-ea"/>
            </a:endParaRPr>
          </a:p>
        </p:txBody>
      </p:sp>
      <p:sp>
        <p:nvSpPr>
          <p:cNvPr id="52" name="文本框 51"/>
          <p:cNvSpPr txBox="1"/>
          <p:nvPr>
            <p:custDataLst>
              <p:tags r:id="rId43"/>
            </p:custDataLst>
          </p:nvPr>
        </p:nvSpPr>
        <p:spPr>
          <a:xfrm>
            <a:off x="7444105" y="4657725"/>
            <a:ext cx="3451225" cy="1516380"/>
          </a:xfrm>
          <a:prstGeom prst="rect">
            <a:avLst/>
          </a:prstGeom>
          <a:noFill/>
        </p:spPr>
        <p:txBody>
          <a:bodyPr wrap="square" lIns="36000" tIns="36000" rIns="36000" bIns="36000" rtlCol="0"/>
          <a:lstStyle/>
          <a:p>
            <a:pPr marL="285750" indent="-285750" algn="l">
              <a:lnSpc>
                <a:spcPct val="150000"/>
              </a:lnSpc>
              <a:spcBef>
                <a:spcPts val="0"/>
              </a:spcBef>
              <a:spcAft>
                <a:spcPts val="0"/>
              </a:spcAft>
              <a:buSzPct val="100000"/>
              <a:buFont typeface="Wingdings" panose="05000000000000000000" charset="0"/>
              <a:buChar char="l"/>
            </a:pPr>
            <a:r>
              <a:rPr lang="zh-CN" altLang="en-US" sz="1400" spc="100" dirty="0" smtClean="0">
                <a:solidFill>
                  <a:schemeClr val="tx1"/>
                </a:solidFill>
                <a:latin typeface="微软雅黑" panose="020B0503020204020204" charset="-122"/>
                <a:ea typeface="微软雅黑" panose="020B0503020204020204" charset="-122"/>
                <a:cs typeface="微软雅黑" panose="020B0503020204020204" charset="-122"/>
                <a:sym typeface="+mn-ea"/>
              </a:rPr>
              <a:t>对审计记录进行保护，定期备份，避免受到未预期的删除、修改或覆盖等，如审计日志保存6个月以上；</a:t>
            </a:r>
            <a:endParaRPr lang="zh-CN" altLang="en-US" sz="1400" spc="100" dirty="0" smtClean="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l">
              <a:lnSpc>
                <a:spcPct val="150000"/>
              </a:lnSpc>
              <a:spcBef>
                <a:spcPts val="0"/>
              </a:spcBef>
              <a:spcAft>
                <a:spcPts val="0"/>
              </a:spcAft>
              <a:buSzPct val="100000"/>
              <a:buFont typeface="Wingdings" panose="05000000000000000000" charset="0"/>
              <a:buChar char="l"/>
            </a:pPr>
            <a:r>
              <a:rPr lang="zh-CN" altLang="en-US" sz="1400" spc="100" dirty="0" smtClean="0">
                <a:solidFill>
                  <a:schemeClr val="tx1"/>
                </a:solidFill>
                <a:latin typeface="微软雅黑" panose="020B0503020204020204" charset="-122"/>
                <a:ea typeface="微软雅黑" panose="020B0503020204020204" charset="-122"/>
                <a:cs typeface="微软雅黑" panose="020B0503020204020204" charset="-122"/>
                <a:sym typeface="+mn-ea"/>
              </a:rPr>
              <a:t>对审计进程进行保护，防止未经授权的中断。</a:t>
            </a:r>
            <a:endParaRPr lang="zh-CN" altLang="en-US" sz="1400" spc="100" dirty="0" smtClean="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custDataLst>
              <p:tags r:id="rId44"/>
            </p:custDataLst>
          </p:nvPr>
        </p:nvSpPr>
        <p:spPr>
          <a:xfrm>
            <a:off x="8508652" y="4186708"/>
            <a:ext cx="2160205" cy="449621"/>
          </a:xfrm>
          <a:prstGeom prst="rect">
            <a:avLst/>
          </a:prstGeom>
          <a:noFill/>
        </p:spPr>
        <p:txBody>
          <a:bodyPr wrap="square" lIns="36000" tIns="36000" rIns="36000" bIns="36000" rtlCol="0">
            <a:normAutofit/>
          </a:bodyPr>
          <a:lstStyle/>
          <a:p>
            <a:pPr marL="0" algn="l">
              <a:lnSpc>
                <a:spcPct val="100000"/>
              </a:lnSpc>
              <a:spcBef>
                <a:spcPts val="0"/>
              </a:spcBef>
              <a:spcAft>
                <a:spcPts val="0"/>
              </a:spcAft>
              <a:buClrTx/>
              <a:buSzTx/>
              <a:buFontTx/>
            </a:pPr>
            <a:r>
              <a:rPr lang="zh-CN" altLang="en-US" sz="2400" b="1" spc="100" smtClean="0">
                <a:solidFill>
                  <a:srgbClr val="000000"/>
                </a:solidFill>
                <a:latin typeface="Arial" panose="020B0604020202020204" pitchFamily="34" charset="0"/>
                <a:ea typeface="黑体" panose="02010609060101010101" charset="-122"/>
                <a:cs typeface="+mn-ea"/>
              </a:rPr>
              <a:t>日志审计</a:t>
            </a:r>
            <a:endParaRPr lang="zh-CN" altLang="en-US" sz="2400" b="1" spc="100" smtClean="0">
              <a:solidFill>
                <a:srgbClr val="000000"/>
              </a:solidFill>
              <a:latin typeface="Arial" panose="020B0604020202020204" pitchFamily="34" charset="0"/>
              <a:ea typeface="黑体" panose="02010609060101010101" charset="-122"/>
              <a:cs typeface="+mn-ea"/>
            </a:endParaRPr>
          </a:p>
        </p:txBody>
      </p:sp>
    </p:spTree>
    <p:custDataLst>
      <p:tags r:id="rId45"/>
    </p:custData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p:cNvSpPr>
            <a:spLocks noGrp="1"/>
          </p:cNvSpPr>
          <p:nvPr>
            <p:ph type="title"/>
          </p:nvPr>
        </p:nvSpPr>
        <p:spPr>
          <a:xfrm>
            <a:off x="911860" y="548005"/>
            <a:ext cx="10515600" cy="759460"/>
          </a:xfrm>
        </p:spPr>
        <p:txBody>
          <a:bodyPr/>
          <a:lstStyle/>
          <a:p>
            <a:pPr algn="l"/>
            <a:r>
              <a:rPr sz="3600" b="1" smtClean="0">
                <a:latin typeface="微软雅黑" panose="020B0503020204020204" charset="-122"/>
                <a:ea typeface="微软雅黑" panose="020B0503020204020204" charset="-122"/>
                <a:sym typeface="+mn-ea"/>
              </a:rPr>
              <a:t>安全审计实践</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47625" y="332740"/>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r>
              <a:rPr lang="zh-CN" altLang="en-US" sz="1600" b="0" dirty="0">
                <a:solidFill>
                  <a:srgbClr val="000000"/>
                </a:solidFill>
                <a:latin typeface="微软雅黑" panose="020B0503020204020204" charset="-122"/>
                <a:ea typeface="微软雅黑" panose="020B0503020204020204" charset="-122"/>
                <a:cs typeface="微软雅黑" panose="020B0503020204020204" charset="-122"/>
              </a:rPr>
              <a:t>对根据需求开启设备自身审计功能，审计组件连接至单位NTP（Network Time Protocol，网络时间协议）服务器保证了审计记录产生时的时间由系统范围内唯一确定的时钟产生，以确保审计分析的正确性。</a:t>
            </a: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a:p>
            <a:pPr indent="457200" algn="just">
              <a:lnSpc>
                <a:spcPct val="150000"/>
              </a:lnSpc>
              <a:buClrTx/>
              <a:buSzTx/>
            </a:pPr>
            <a:r>
              <a:rPr lang="zh-CN" altLang="en-US" sz="1600" dirty="0">
                <a:solidFill>
                  <a:srgbClr val="000000"/>
                </a:solidFill>
                <a:latin typeface="微软雅黑" panose="020B0503020204020204" charset="-122"/>
                <a:ea typeface="微软雅黑" panose="020B0503020204020204" charset="-122"/>
                <a:cs typeface="微软雅黑" panose="020B0503020204020204" charset="-122"/>
              </a:rPr>
              <a:t>审计需覆盖到每个用户，对重要的用户行为和重要安全事件进行审计</a:t>
            </a:r>
            <a:r>
              <a:rPr lang="zh-CN" altLang="en-US" sz="1600" b="0" dirty="0">
                <a:solidFill>
                  <a:srgbClr val="000000"/>
                </a:solidFill>
                <a:latin typeface="微软雅黑" panose="020B0503020204020204" charset="-122"/>
                <a:ea typeface="微软雅黑" panose="020B0503020204020204" charset="-122"/>
                <a:cs typeface="微软雅黑" panose="020B0503020204020204" charset="-122"/>
              </a:rPr>
              <a:t>，审计记录包括事件的日期和时间、用户、事件类型、事件是否成功及其他与审计相关的信息。</a:t>
            </a: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1609725" y="1579245"/>
            <a:ext cx="5264785" cy="368300"/>
          </a:xfrm>
          <a:prstGeom prst="rect">
            <a:avLst/>
          </a:prstGeom>
          <a:noFill/>
        </p:spPr>
        <p:txBody>
          <a:bodyPr wrap="square" rtlCol="0">
            <a:spAutoFit/>
          </a:bodyPr>
          <a:lstStyle/>
          <a:p>
            <a:r>
              <a:rPr lang="en-US" altLang="zh-CN" b="1">
                <a:latin typeface="微软雅黑" panose="020B0503020204020204" charset="-122"/>
                <a:ea typeface="微软雅黑" panose="020B0503020204020204" charset="-122"/>
                <a:cs typeface="微软雅黑" panose="020B0503020204020204" charset="-122"/>
              </a:rPr>
              <a:t>1.</a:t>
            </a:r>
            <a:r>
              <a:rPr lang="zh-CN" b="1">
                <a:latin typeface="微软雅黑" panose="020B0503020204020204" charset="-122"/>
                <a:ea typeface="微软雅黑" panose="020B0503020204020204" charset="-122"/>
                <a:cs typeface="微软雅黑" panose="020B0503020204020204" charset="-122"/>
              </a:rPr>
              <a:t>设备加固</a:t>
            </a:r>
            <a:endParaRPr lang="zh-CN" b="1">
              <a:latin typeface="微软雅黑" panose="020B0503020204020204" charset="-122"/>
              <a:ea typeface="微软雅黑" panose="020B0503020204020204" charset="-122"/>
              <a:cs typeface="微软雅黑" panose="020B0503020204020204" charset="-122"/>
            </a:endParaRPr>
          </a:p>
        </p:txBody>
      </p:sp>
      <p:pic>
        <p:nvPicPr>
          <p:cNvPr id="100" name="图片 99"/>
          <p:cNvPicPr/>
          <p:nvPr/>
        </p:nvPicPr>
        <p:blipFill>
          <a:blip r:embed="rId1" r:link="rId2"/>
          <a:srcRect t="21046" b="21176"/>
          <a:stretch>
            <a:fillRect/>
          </a:stretch>
        </p:blipFill>
        <p:spPr>
          <a:xfrm>
            <a:off x="2567305" y="4077335"/>
            <a:ext cx="4155440" cy="22390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p:cNvSpPr>
            <a:spLocks noGrp="1"/>
          </p:cNvSpPr>
          <p:nvPr>
            <p:ph type="title"/>
          </p:nvPr>
        </p:nvSpPr>
        <p:spPr>
          <a:xfrm>
            <a:off x="838200" y="508635"/>
            <a:ext cx="10515600" cy="739775"/>
          </a:xfrm>
        </p:spPr>
        <p:txBody>
          <a:bodyPr/>
          <a:lstStyle/>
          <a:p>
            <a:pPr algn="l"/>
            <a:r>
              <a:rPr sz="3600" b="1" smtClean="0">
                <a:latin typeface="微软雅黑" panose="020B0503020204020204" charset="-122"/>
                <a:ea typeface="微软雅黑" panose="020B0503020204020204" charset="-122"/>
                <a:sym typeface="+mn-ea"/>
              </a:rPr>
              <a:t>安全审计实践</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3" name="标题 1"/>
          <p:cNvSpPr>
            <a:spLocks noGrp="1"/>
          </p:cNvSpPr>
          <p:nvPr/>
        </p:nvSpPr>
        <p:spPr>
          <a:xfrm>
            <a:off x="1055370" y="2061210"/>
            <a:ext cx="10448925" cy="3236595"/>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r>
              <a:rPr lang="zh-CN" altLang="en-US" sz="1400" b="0" dirty="0">
                <a:solidFill>
                  <a:srgbClr val="000000"/>
                </a:solidFill>
                <a:latin typeface="微软雅黑" panose="020B0503020204020204" charset="-122"/>
                <a:ea typeface="微软雅黑" panose="020B0503020204020204" charset="-122"/>
                <a:cs typeface="微软雅黑" panose="020B0503020204020204" charset="-122"/>
              </a:rPr>
              <a:t>实际建设中，通过下列几种方式实现日志安全审计。</a:t>
            </a:r>
            <a:endParaRPr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lgn="just">
              <a:lnSpc>
                <a:spcPct val="150000"/>
              </a:lnSpc>
              <a:buClrTx/>
              <a:buSzTx/>
              <a:buFont typeface="Wingdings" panose="05000000000000000000" charset="0"/>
              <a:buChar char="l"/>
            </a:pPr>
            <a:r>
              <a:rPr lang="zh-CN" altLang="en-US" sz="1400" b="0" dirty="0">
                <a:solidFill>
                  <a:srgbClr val="000000"/>
                </a:solidFill>
                <a:latin typeface="微软雅黑" panose="020B0503020204020204" charset="-122"/>
                <a:ea typeface="微软雅黑" panose="020B0503020204020204" charset="-122"/>
                <a:cs typeface="微软雅黑" panose="020B0503020204020204" charset="-122"/>
              </a:rPr>
              <a:t>将操作系统、网络设备、中间件、数据库和安全设备运行和操作日志通过手工的方式定期转存、备份，保存6个月以上，同时保证存储日志数据的可用性，并对设备自身的审计进程进行监控；</a:t>
            </a:r>
            <a:endParaRPr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lgn="just">
              <a:lnSpc>
                <a:spcPct val="150000"/>
              </a:lnSpc>
              <a:buClrTx/>
              <a:buSzTx/>
              <a:buFont typeface="Wingdings" panose="05000000000000000000" charset="0"/>
              <a:buChar char="l"/>
            </a:pPr>
            <a:r>
              <a:rPr lang="zh-CN" altLang="en-US" sz="1400" b="0" dirty="0">
                <a:solidFill>
                  <a:srgbClr val="000000"/>
                </a:solidFill>
                <a:latin typeface="微软雅黑" panose="020B0503020204020204" charset="-122"/>
                <a:ea typeface="微软雅黑" panose="020B0503020204020204" charset="-122"/>
                <a:cs typeface="微软雅黑" panose="020B0503020204020204" charset="-122"/>
              </a:rPr>
              <a:t>部署日志审计系统，通过日志审计系统收集操作系统、网络设备、中间件、数据库和安全设备运行和操作日志，保存6个月以上，并集中管理，同时进行关联分析。</a:t>
            </a:r>
            <a:endParaRPr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lgn="just">
              <a:lnSpc>
                <a:spcPct val="150000"/>
              </a:lnSpc>
              <a:buClrTx/>
              <a:buSzTx/>
              <a:buFont typeface="Wingdings" panose="05000000000000000000" charset="0"/>
              <a:buChar char="l"/>
            </a:pPr>
            <a:r>
              <a:rPr lang="zh-CN" altLang="en-US" sz="1400" b="0" dirty="0">
                <a:solidFill>
                  <a:srgbClr val="000000"/>
                </a:solidFill>
                <a:latin typeface="微软雅黑" panose="020B0503020204020204" charset="-122"/>
                <a:ea typeface="微软雅黑" panose="020B0503020204020204" charset="-122"/>
                <a:cs typeface="微软雅黑" panose="020B0503020204020204" charset="-122"/>
              </a:rPr>
              <a:t>利用堡垒机操作审计功能，在各服务器主机、网络设备的访问日志记录都采用统一的账号、资源进行标识后，操作审计能更好地对账号的完整使用过程进行追踪。为了对字符终端、图形终端操作行为进行审计和监控，通常堡垒主机对各种字符终端和图形终端使用的协议进行代理，实现多平台的操作支持和审计，例如Telnet、SSH、FTP、Windows平台的RDP远程桌面协议，Linux/Unix平台的X Window图形终端访问协议等。堡垒机的审计数据提供专有的存储系统，进行集中存储保留，保留期在6个月以上。</a:t>
            </a:r>
            <a:endParaRPr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1055370" y="1583055"/>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2.日志审计</a:t>
            </a:r>
            <a:endParaRPr lang="zh-CN"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 name="文本框 99"/>
          <p:cNvSpPr txBox="1"/>
          <p:nvPr/>
        </p:nvSpPr>
        <p:spPr>
          <a:xfrm>
            <a:off x="868045" y="2277110"/>
            <a:ext cx="5172710" cy="2999740"/>
          </a:xfrm>
          <a:prstGeom prst="rect">
            <a:avLst/>
          </a:prstGeom>
          <a:noFill/>
          <a:ln w="9525">
            <a:noFill/>
          </a:ln>
        </p:spPr>
        <p:txBody>
          <a:bodyPr wrap="square">
            <a:spAutoFit/>
          </a:bodyPr>
          <a:lstStyle/>
          <a:p>
            <a:pPr indent="355600" algn="just">
              <a:lnSpc>
                <a:spcPct val="150000"/>
              </a:lnSpc>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日志是对信息系统产生的事件的记录，包括了构成信息系统的主机、网络、安全设备或系统、应用等，通过日志可了解系统的运行情况，通过对安全日志的分析可检验安全机制的有效性。日志审计系统从功能组成上至少应该包括日志采集、日志分析、日志存储、信息展示四个基本功能。</a:t>
            </a:r>
            <a:endParaRPr lang="zh-CN" sz="1400">
              <a:latin typeface="微软雅黑" panose="020B0503020204020204" charset="-122"/>
              <a:ea typeface="微软雅黑" panose="020B0503020204020204" charset="-122"/>
              <a:cs typeface="微软雅黑" panose="020B0503020204020204" charset="-122"/>
            </a:endParaRPr>
          </a:p>
          <a:p>
            <a:pPr marL="800100" lvl="1" indent="-342900" algn="just">
              <a:lnSpc>
                <a:spcPct val="150000"/>
              </a:lnSpc>
              <a:buFont typeface="+mj-ea"/>
              <a:buAutoNum type="circleNumDbPlain"/>
            </a:pPr>
            <a:r>
              <a:rPr lang="zh-CN" sz="1400" b="1">
                <a:latin typeface="微软雅黑" panose="020B0503020204020204" charset="-122"/>
                <a:ea typeface="微软雅黑" panose="020B0503020204020204" charset="-122"/>
                <a:cs typeface="微软雅黑" panose="020B0503020204020204" charset="-122"/>
              </a:rPr>
              <a:t>日志采集功能</a:t>
            </a:r>
            <a:endParaRPr lang="zh-CN" sz="1400" b="1">
              <a:latin typeface="微软雅黑" panose="020B0503020204020204" charset="-122"/>
              <a:ea typeface="微软雅黑" panose="020B0503020204020204" charset="-122"/>
              <a:cs typeface="微软雅黑" panose="020B0503020204020204" charset="-122"/>
            </a:endParaRPr>
          </a:p>
          <a:p>
            <a:pPr marL="800100" lvl="1" indent="-342900" algn="just">
              <a:lnSpc>
                <a:spcPct val="150000"/>
              </a:lnSpc>
              <a:buFont typeface="+mj-ea"/>
              <a:buAutoNum type="circleNumDbPlain"/>
            </a:pPr>
            <a:r>
              <a:rPr lang="zh-CN" sz="1400" b="1">
                <a:latin typeface="微软雅黑" panose="020B0503020204020204" charset="-122"/>
                <a:ea typeface="微软雅黑" panose="020B0503020204020204" charset="-122"/>
                <a:cs typeface="微软雅黑" panose="020B0503020204020204" charset="-122"/>
              </a:rPr>
              <a:t>日志分析功能</a:t>
            </a:r>
            <a:endParaRPr lang="zh-CN" sz="1400" b="1">
              <a:latin typeface="微软雅黑" panose="020B0503020204020204" charset="-122"/>
              <a:ea typeface="微软雅黑" panose="020B0503020204020204" charset="-122"/>
              <a:cs typeface="微软雅黑" panose="020B0503020204020204" charset="-122"/>
            </a:endParaRPr>
          </a:p>
          <a:p>
            <a:pPr marL="800100" lvl="1" indent="-342900" algn="just">
              <a:lnSpc>
                <a:spcPct val="150000"/>
              </a:lnSpc>
              <a:buFont typeface="+mj-ea"/>
              <a:buAutoNum type="circleNumDbPlain"/>
            </a:pPr>
            <a:r>
              <a:rPr lang="zh-CN" sz="1400" b="1">
                <a:latin typeface="微软雅黑" panose="020B0503020204020204" charset="-122"/>
                <a:ea typeface="微软雅黑" panose="020B0503020204020204" charset="-122"/>
                <a:cs typeface="微软雅黑" panose="020B0503020204020204" charset="-122"/>
              </a:rPr>
              <a:t>日志存储功能</a:t>
            </a:r>
            <a:endParaRPr lang="zh-CN" sz="1400" b="1">
              <a:latin typeface="微软雅黑" panose="020B0503020204020204" charset="-122"/>
              <a:ea typeface="微软雅黑" panose="020B0503020204020204" charset="-122"/>
              <a:cs typeface="微软雅黑" panose="020B0503020204020204" charset="-122"/>
            </a:endParaRPr>
          </a:p>
          <a:p>
            <a:pPr marL="800100" lvl="1" indent="-342900" algn="just">
              <a:lnSpc>
                <a:spcPct val="150000"/>
              </a:lnSpc>
              <a:buFont typeface="+mj-ea"/>
              <a:buAutoNum type="circleNumDbPlain"/>
            </a:pPr>
            <a:r>
              <a:rPr lang="zh-CN" sz="1400" b="1">
                <a:latin typeface="微软雅黑" panose="020B0503020204020204" charset="-122"/>
                <a:ea typeface="微软雅黑" panose="020B0503020204020204" charset="-122"/>
                <a:cs typeface="微软雅黑" panose="020B0503020204020204" charset="-122"/>
              </a:rPr>
              <a:t>信息展示功能</a:t>
            </a:r>
            <a:endParaRPr lang="zh-CN" sz="1400" b="1">
              <a:latin typeface="微软雅黑" panose="020B0503020204020204" charset="-122"/>
              <a:ea typeface="微软雅黑" panose="020B0503020204020204" charset="-122"/>
              <a:cs typeface="微软雅黑" panose="020B0503020204020204" charset="-122"/>
            </a:endParaRPr>
          </a:p>
        </p:txBody>
      </p:sp>
      <p:sp>
        <p:nvSpPr>
          <p:cNvPr id="40" name="Rectangle 3"/>
          <p:cNvSpPr>
            <a:spLocks noChangeArrowheads="1"/>
          </p:cNvSpPr>
          <p:nvPr/>
        </p:nvSpPr>
        <p:spPr bwMode="auto">
          <a:xfrm>
            <a:off x="868045" y="107505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日志审计介绍</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pic>
        <p:nvPicPr>
          <p:cNvPr id="3"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207125" y="1544320"/>
            <a:ext cx="5092065" cy="4518660"/>
          </a:xfrm>
          <a:prstGeom prst="rect">
            <a:avLst/>
          </a:prstGeom>
          <a:noFill/>
          <a:ln>
            <a:noFill/>
          </a:ln>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Rectangle 3"/>
          <p:cNvSpPr>
            <a:spLocks noChangeArrowheads="1"/>
          </p:cNvSpPr>
          <p:nvPr/>
        </p:nvSpPr>
        <p:spPr bwMode="auto">
          <a:xfrm>
            <a:off x="868045" y="64452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入侵防范实践</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4" name="文本框 3"/>
          <p:cNvSpPr txBox="1"/>
          <p:nvPr/>
        </p:nvSpPr>
        <p:spPr>
          <a:xfrm>
            <a:off x="5303520" y="548640"/>
            <a:ext cx="468630" cy="737235"/>
          </a:xfrm>
          <a:prstGeom prst="rect">
            <a:avLst/>
          </a:prstGeom>
          <a:noFill/>
        </p:spPr>
        <p:txBody>
          <a:bodyPr wrap="none" rtlCol="0" anchor="t">
            <a:spAutoFit/>
          </a:bodyPr>
          <a:lstStyle/>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p:txBody>
      </p:sp>
      <p:sp>
        <p:nvSpPr>
          <p:cNvPr id="64" name="矩形 63"/>
          <p:cNvSpPr/>
          <p:nvPr/>
        </p:nvSpPr>
        <p:spPr>
          <a:xfrm>
            <a:off x="1401445" y="1741805"/>
            <a:ext cx="4464685" cy="3816350"/>
          </a:xfrm>
          <a:prstGeom prst="rect">
            <a:avLst/>
          </a:prstGeom>
          <a:noFill/>
          <a:ln w="12700" cmpd="sng">
            <a:solidFill>
              <a:srgbClr val="008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MH_SubTitle_4"/>
          <p:cNvSpPr txBox="1"/>
          <p:nvPr>
            <p:custDataLst>
              <p:tags r:id="rId1"/>
            </p:custDataLst>
          </p:nvPr>
        </p:nvSpPr>
        <p:spPr bwMode="auto">
          <a:xfrm>
            <a:off x="695325" y="5553075"/>
            <a:ext cx="5632450" cy="1285240"/>
          </a:xfrm>
          <a:prstGeom prst="rect">
            <a:avLst/>
          </a:prstGeom>
          <a:no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285750" indent="-285750">
              <a:lnSpc>
                <a:spcPct val="150000"/>
              </a:lnSpc>
              <a:buClr>
                <a:srgbClr val="0085D0"/>
              </a:buClr>
              <a:buFont typeface="Wingdings" panose="05000000000000000000" charset="0"/>
              <a:buChar char="n"/>
            </a:pPr>
            <a:r>
              <a:rPr lang="zh-CN" altLang="en-US" sz="1400" b="1" dirty="0">
                <a:solidFill>
                  <a:schemeClr val="tx1"/>
                </a:solidFill>
                <a:latin typeface="微软雅黑" panose="020B0503020204020204" charset="-122"/>
                <a:ea typeface="微软雅黑" panose="020B0503020204020204" charset="-122"/>
              </a:rPr>
              <a:t>对网络设备、服务器、业务系统定期进行漏扫，及时发现系统存在的漏洞，并通过设置升级服务器或通过补丁分发系统保持系统补丁及时得到更新，增强抵御入侵的防护手段。</a:t>
            </a:r>
            <a:endParaRPr lang="zh-CN" altLang="en-US" sz="1400" b="1" dirty="0">
              <a:solidFill>
                <a:schemeClr val="tx1"/>
              </a:solidFill>
              <a:latin typeface="微软雅黑" panose="020B0503020204020204" charset="-122"/>
              <a:ea typeface="微软雅黑" panose="020B0503020204020204" charset="-122"/>
            </a:endParaRPr>
          </a:p>
        </p:txBody>
      </p:sp>
      <p:sp>
        <p:nvSpPr>
          <p:cNvPr id="66" name="MH_SubTitle_3"/>
          <p:cNvSpPr txBox="1"/>
          <p:nvPr>
            <p:custDataLst>
              <p:tags r:id="rId2"/>
            </p:custDataLst>
          </p:nvPr>
        </p:nvSpPr>
        <p:spPr bwMode="auto">
          <a:xfrm>
            <a:off x="6192520" y="3366135"/>
            <a:ext cx="5633085" cy="387985"/>
          </a:xfrm>
          <a:prstGeom prst="rect">
            <a:avLst/>
          </a:prstGeom>
          <a:no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285750" indent="-285750">
              <a:buClr>
                <a:srgbClr val="0085D0"/>
              </a:buClr>
              <a:buFont typeface="Wingdings" panose="05000000000000000000" charset="0"/>
              <a:buChar char="n"/>
            </a:pPr>
            <a:r>
              <a:rPr lang="zh-CN" altLang="en-US" sz="1400" b="1" dirty="0">
                <a:solidFill>
                  <a:schemeClr val="tx1"/>
                </a:solidFill>
                <a:latin typeface="微软雅黑" panose="020B0503020204020204" charset="-122"/>
                <a:ea typeface="微软雅黑" panose="020B0503020204020204" charset="-122"/>
              </a:rPr>
              <a:t>通过设置终端安全管理系统或设备配置项对终端接入范围进行限制</a:t>
            </a:r>
            <a:r>
              <a:rPr lang="zh-CN" altLang="en-US" sz="1600" b="1" dirty="0">
                <a:solidFill>
                  <a:schemeClr val="tx1"/>
                </a:solidFill>
                <a:latin typeface="微软雅黑" panose="020B0503020204020204" charset="-122"/>
                <a:ea typeface="微软雅黑" panose="020B0503020204020204" charset="-122"/>
              </a:rPr>
              <a:t>；</a:t>
            </a:r>
            <a:endParaRPr lang="zh-CN" altLang="en-US" sz="1600" b="1" dirty="0">
              <a:solidFill>
                <a:schemeClr val="tx1"/>
              </a:solidFill>
              <a:latin typeface="微软雅黑" panose="020B0503020204020204" charset="-122"/>
              <a:ea typeface="微软雅黑" panose="020B0503020204020204" charset="-122"/>
            </a:endParaRPr>
          </a:p>
        </p:txBody>
      </p:sp>
      <p:sp>
        <p:nvSpPr>
          <p:cNvPr id="67" name="MH_SubTitle_2"/>
          <p:cNvSpPr txBox="1"/>
          <p:nvPr>
            <p:custDataLst>
              <p:tags r:id="rId3"/>
            </p:custDataLst>
          </p:nvPr>
        </p:nvSpPr>
        <p:spPr bwMode="auto">
          <a:xfrm>
            <a:off x="6192520" y="2583815"/>
            <a:ext cx="5311775" cy="372745"/>
          </a:xfrm>
          <a:prstGeom prst="rect">
            <a:avLst/>
          </a:prstGeom>
          <a:no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285750" indent="-285750">
              <a:buClr>
                <a:srgbClr val="0085D0"/>
              </a:buClr>
              <a:buFont typeface="Wingdings" panose="05000000000000000000" charset="0"/>
              <a:buChar char="n"/>
            </a:pPr>
            <a:r>
              <a:rPr lang="zh-CN" altLang="en-US" sz="1400" b="1" dirty="0">
                <a:solidFill>
                  <a:schemeClr val="tx1"/>
                </a:solidFill>
                <a:latin typeface="微软雅黑" panose="020B0503020204020204" charset="-122"/>
                <a:ea typeface="微软雅黑" panose="020B0503020204020204" charset="-122"/>
              </a:rPr>
              <a:t>关闭不需要的系统服务、默认共享和高危端口</a:t>
            </a:r>
            <a:r>
              <a:rPr lang="zh-CN" altLang="en-US" sz="1600" b="1" dirty="0">
                <a:solidFill>
                  <a:schemeClr val="tx1"/>
                </a:solidFill>
                <a:latin typeface="微软雅黑" panose="020B0503020204020204" charset="-122"/>
                <a:ea typeface="微软雅黑" panose="020B0503020204020204" charset="-122"/>
              </a:rPr>
              <a:t>；</a:t>
            </a:r>
            <a:endParaRPr lang="zh-CN" altLang="en-US" sz="1600" b="1" dirty="0">
              <a:solidFill>
                <a:schemeClr val="tx1"/>
              </a:solidFill>
              <a:latin typeface="微软雅黑" panose="020B0503020204020204" charset="-122"/>
              <a:ea typeface="微软雅黑" panose="020B0503020204020204" charset="-122"/>
            </a:endParaRPr>
          </a:p>
        </p:txBody>
      </p:sp>
      <p:sp>
        <p:nvSpPr>
          <p:cNvPr id="68" name="MH_SubTitle_1"/>
          <p:cNvSpPr txBox="1"/>
          <p:nvPr>
            <p:custDataLst>
              <p:tags r:id="rId4"/>
            </p:custDataLst>
          </p:nvPr>
        </p:nvSpPr>
        <p:spPr bwMode="auto">
          <a:xfrm>
            <a:off x="6192520" y="1802765"/>
            <a:ext cx="5311775" cy="371475"/>
          </a:xfrm>
          <a:prstGeom prst="rect">
            <a:avLst/>
          </a:prstGeom>
          <a:no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285750" indent="-285750">
              <a:buClr>
                <a:srgbClr val="0085D0"/>
              </a:buClr>
              <a:buFont typeface="Wingdings" panose="05000000000000000000" charset="0"/>
              <a:buChar char="n"/>
            </a:pPr>
            <a:r>
              <a:rPr lang="zh-CN" altLang="en-US" sz="1400" b="1" dirty="0" smtClean="0">
                <a:solidFill>
                  <a:schemeClr val="tx1"/>
                </a:solidFill>
                <a:latin typeface="微软雅黑" panose="020B0503020204020204" charset="-122"/>
                <a:ea typeface="微软雅黑" panose="020B0503020204020204" charset="-122"/>
              </a:rPr>
              <a:t>操作系统遵循最小安装的原则，仅安装需要的组件和应用程序</a:t>
            </a:r>
            <a:endParaRPr lang="zh-CN" altLang="en-US" sz="1400" b="1" dirty="0" smtClean="0">
              <a:solidFill>
                <a:schemeClr val="tx1"/>
              </a:solidFill>
              <a:latin typeface="微软雅黑" panose="020B0503020204020204" charset="-122"/>
              <a:ea typeface="微软雅黑" panose="020B0503020204020204" charset="-122"/>
            </a:endParaRPr>
          </a:p>
        </p:txBody>
      </p:sp>
      <p:grpSp>
        <p:nvGrpSpPr>
          <p:cNvPr id="69" name="组合 68"/>
          <p:cNvGrpSpPr/>
          <p:nvPr/>
        </p:nvGrpSpPr>
        <p:grpSpPr>
          <a:xfrm>
            <a:off x="1801495" y="2326640"/>
            <a:ext cx="2009140" cy="697230"/>
            <a:chOff x="2035" y="3326"/>
            <a:chExt cx="3164" cy="1098"/>
          </a:xfrm>
        </p:grpSpPr>
        <p:sp>
          <p:nvSpPr>
            <p:cNvPr id="74" name="矩形 73"/>
            <p:cNvSpPr/>
            <p:nvPr/>
          </p:nvSpPr>
          <p:spPr>
            <a:xfrm>
              <a:off x="2035" y="3326"/>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2135" y="3609"/>
              <a:ext cx="2964" cy="531"/>
            </a:xfrm>
            <a:prstGeom prst="rect">
              <a:avLst/>
            </a:prstGeom>
            <a:noFill/>
          </p:spPr>
          <p:txBody>
            <a:bodyPr wrap="square" rtlCol="0">
              <a:spAutoFit/>
            </a:bodyPr>
            <a:lstStyle/>
            <a:p>
              <a:pPr algn="ctr"/>
              <a:r>
                <a:rPr sz="1600" b="1">
                  <a:solidFill>
                    <a:srgbClr val="FF0000"/>
                  </a:solidFill>
                  <a:latin typeface="微软雅黑" panose="020B0503020204020204" charset="-122"/>
                  <a:ea typeface="微软雅黑" panose="020B0503020204020204" charset="-122"/>
                </a:rPr>
                <a:t>操作系统服务</a:t>
              </a:r>
              <a:r>
                <a:rPr lang="zh-CN" sz="1600" b="1">
                  <a:solidFill>
                    <a:srgbClr val="FF0000"/>
                  </a:solidFill>
                  <a:latin typeface="微软雅黑" panose="020B0503020204020204" charset="-122"/>
                  <a:ea typeface="微软雅黑" panose="020B0503020204020204" charset="-122"/>
                </a:rPr>
                <a:t>进程</a:t>
              </a:r>
              <a:endParaRPr lang="zh-CN" sz="1600" b="1">
                <a:solidFill>
                  <a:srgbClr val="FF0000"/>
                </a:solidFill>
                <a:latin typeface="微软雅黑" panose="020B0503020204020204" charset="-122"/>
                <a:ea typeface="微软雅黑" panose="020B0503020204020204" charset="-122"/>
              </a:endParaRPr>
            </a:p>
          </p:txBody>
        </p:sp>
      </p:grpSp>
      <p:grpSp>
        <p:nvGrpSpPr>
          <p:cNvPr id="88" name="组合 87"/>
          <p:cNvGrpSpPr/>
          <p:nvPr/>
        </p:nvGrpSpPr>
        <p:grpSpPr>
          <a:xfrm>
            <a:off x="1801495" y="3388995"/>
            <a:ext cx="2009140" cy="697230"/>
            <a:chOff x="2035" y="5351"/>
            <a:chExt cx="3164" cy="1098"/>
          </a:xfrm>
        </p:grpSpPr>
        <p:sp>
          <p:nvSpPr>
            <p:cNvPr id="93" name="矩形 92"/>
            <p:cNvSpPr/>
            <p:nvPr/>
          </p:nvSpPr>
          <p:spPr>
            <a:xfrm>
              <a:off x="2035" y="5351"/>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p:cNvSpPr txBox="1"/>
            <p:nvPr/>
          </p:nvSpPr>
          <p:spPr>
            <a:xfrm>
              <a:off x="2135" y="5634"/>
              <a:ext cx="2964" cy="531"/>
            </a:xfrm>
            <a:prstGeom prst="rect">
              <a:avLst/>
            </a:prstGeom>
            <a:noFill/>
          </p:spPr>
          <p:txBody>
            <a:bodyPr wrap="square" rtlCol="0">
              <a:spAutoFit/>
            </a:bodyPr>
            <a:lstStyle/>
            <a:p>
              <a:pPr algn="ctr"/>
              <a:r>
                <a:rPr sz="1600" b="1">
                  <a:solidFill>
                    <a:schemeClr val="bg1"/>
                  </a:solidFill>
                  <a:latin typeface="微软雅黑" panose="020B0503020204020204" charset="-122"/>
                  <a:ea typeface="微软雅黑" panose="020B0503020204020204" charset="-122"/>
                </a:rPr>
                <a:t>软件容错性</a:t>
              </a:r>
              <a:endParaRPr sz="1600" b="1">
                <a:solidFill>
                  <a:schemeClr val="bg1"/>
                </a:solidFill>
                <a:latin typeface="微软雅黑" panose="020B0503020204020204" charset="-122"/>
                <a:ea typeface="微软雅黑" panose="020B0503020204020204" charset="-122"/>
              </a:endParaRPr>
            </a:p>
          </p:txBody>
        </p:sp>
      </p:grpSp>
      <p:grpSp>
        <p:nvGrpSpPr>
          <p:cNvPr id="95" name="组合 94"/>
          <p:cNvGrpSpPr/>
          <p:nvPr/>
        </p:nvGrpSpPr>
        <p:grpSpPr>
          <a:xfrm>
            <a:off x="1801495" y="4451350"/>
            <a:ext cx="2009140" cy="697230"/>
            <a:chOff x="2035" y="7376"/>
            <a:chExt cx="3164" cy="1098"/>
          </a:xfrm>
        </p:grpSpPr>
        <p:sp>
          <p:nvSpPr>
            <p:cNvPr id="96" name="矩形 95"/>
            <p:cNvSpPr/>
            <p:nvPr/>
          </p:nvSpPr>
          <p:spPr>
            <a:xfrm>
              <a:off x="2035" y="7376"/>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96"/>
            <p:cNvSpPr txBox="1"/>
            <p:nvPr/>
          </p:nvSpPr>
          <p:spPr>
            <a:xfrm>
              <a:off x="2135" y="7659"/>
              <a:ext cx="2964" cy="531"/>
            </a:xfrm>
            <a:prstGeom prst="rect">
              <a:avLst/>
            </a:prstGeom>
            <a:noFill/>
          </p:spPr>
          <p:txBody>
            <a:bodyPr wrap="square" rtlCol="0">
              <a:spAutoFit/>
            </a:bodyPr>
            <a:lstStyle/>
            <a:p>
              <a:pPr algn="ctr"/>
              <a:r>
                <a:rPr lang="zh-CN" sz="1600" b="1">
                  <a:solidFill>
                    <a:schemeClr val="bg1"/>
                  </a:solidFill>
                  <a:latin typeface="微软雅黑" panose="020B0503020204020204" charset="-122"/>
                  <a:ea typeface="微软雅黑" panose="020B0503020204020204" charset="-122"/>
                </a:rPr>
                <a:t>主机入侵检测</a:t>
              </a:r>
              <a:endParaRPr lang="zh-CN" sz="1600" b="1">
                <a:solidFill>
                  <a:schemeClr val="bg1"/>
                </a:solidFill>
                <a:latin typeface="微软雅黑" panose="020B0503020204020204" charset="-122"/>
                <a:ea typeface="微软雅黑" panose="020B0503020204020204" charset="-122"/>
              </a:endParaRPr>
            </a:p>
          </p:txBody>
        </p:sp>
      </p:grpSp>
      <p:grpSp>
        <p:nvGrpSpPr>
          <p:cNvPr id="98" name="组合 97"/>
          <p:cNvGrpSpPr/>
          <p:nvPr/>
        </p:nvGrpSpPr>
        <p:grpSpPr>
          <a:xfrm>
            <a:off x="4152900" y="2773045"/>
            <a:ext cx="1228725" cy="488315"/>
            <a:chOff x="5389" y="4090"/>
            <a:chExt cx="1935" cy="769"/>
          </a:xfrm>
          <a:solidFill>
            <a:schemeClr val="bg2"/>
          </a:solidFill>
        </p:grpSpPr>
        <p:sp>
          <p:nvSpPr>
            <p:cNvPr id="99" name="矩形 98"/>
            <p:cNvSpPr/>
            <p:nvPr/>
          </p:nvSpPr>
          <p:spPr>
            <a:xfrm>
              <a:off x="5389" y="4090"/>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5450" y="4209"/>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01</a:t>
              </a:r>
              <a:endParaRPr lang="en-US" altLang="zh-CN" sz="1600" b="1">
                <a:solidFill>
                  <a:schemeClr val="bg1"/>
                </a:solidFill>
                <a:latin typeface="微软雅黑" panose="020B0503020204020204" charset="-122"/>
                <a:ea typeface="微软雅黑" panose="020B0503020204020204" charset="-122"/>
              </a:endParaRPr>
            </a:p>
          </p:txBody>
        </p:sp>
      </p:grpSp>
      <p:grpSp>
        <p:nvGrpSpPr>
          <p:cNvPr id="101" name="组合 100"/>
          <p:cNvGrpSpPr/>
          <p:nvPr/>
        </p:nvGrpSpPr>
        <p:grpSpPr>
          <a:xfrm>
            <a:off x="4152900" y="3502025"/>
            <a:ext cx="1228725" cy="488315"/>
            <a:chOff x="5389" y="6115"/>
            <a:chExt cx="1935" cy="769"/>
          </a:xfrm>
          <a:solidFill>
            <a:schemeClr val="bg2"/>
          </a:solidFill>
        </p:grpSpPr>
        <p:sp>
          <p:nvSpPr>
            <p:cNvPr id="102" name="矩形 101"/>
            <p:cNvSpPr/>
            <p:nvPr/>
          </p:nvSpPr>
          <p:spPr>
            <a:xfrm>
              <a:off x="5389" y="6115"/>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02"/>
            <p:cNvSpPr txBox="1"/>
            <p:nvPr/>
          </p:nvSpPr>
          <p:spPr>
            <a:xfrm>
              <a:off x="5450" y="6234"/>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02</a:t>
              </a:r>
              <a:endParaRPr lang="en-US" altLang="zh-CN" sz="1600" b="1">
                <a:solidFill>
                  <a:schemeClr val="bg1"/>
                </a:solidFill>
                <a:latin typeface="微软雅黑" panose="020B0503020204020204" charset="-122"/>
                <a:ea typeface="微软雅黑" panose="020B0503020204020204" charset="-122"/>
              </a:endParaRPr>
            </a:p>
          </p:txBody>
        </p:sp>
      </p:grpSp>
      <p:grpSp>
        <p:nvGrpSpPr>
          <p:cNvPr id="104" name="组合 103"/>
          <p:cNvGrpSpPr/>
          <p:nvPr/>
        </p:nvGrpSpPr>
        <p:grpSpPr>
          <a:xfrm>
            <a:off x="4152900" y="4231005"/>
            <a:ext cx="1228725" cy="488315"/>
            <a:chOff x="5389" y="8140"/>
            <a:chExt cx="1935" cy="769"/>
          </a:xfrm>
          <a:solidFill>
            <a:schemeClr val="bg2"/>
          </a:solidFill>
        </p:grpSpPr>
        <p:sp>
          <p:nvSpPr>
            <p:cNvPr id="105" name="矩形 104"/>
            <p:cNvSpPr/>
            <p:nvPr/>
          </p:nvSpPr>
          <p:spPr>
            <a:xfrm>
              <a:off x="5389" y="8140"/>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5450" y="8259"/>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03</a:t>
              </a:r>
              <a:endParaRPr lang="en-US" altLang="zh-CN" sz="1600" b="1">
                <a:solidFill>
                  <a:schemeClr val="bg1"/>
                </a:solidFill>
                <a:latin typeface="微软雅黑" panose="020B0503020204020204" charset="-122"/>
                <a:ea typeface="微软雅黑" panose="020B0503020204020204" charset="-122"/>
              </a:endParaRPr>
            </a:p>
          </p:txBody>
        </p:sp>
      </p:grpSp>
      <p:sp>
        <p:nvSpPr>
          <p:cNvPr id="108" name="文本框 107"/>
          <p:cNvSpPr txBox="1"/>
          <p:nvPr/>
        </p:nvSpPr>
        <p:spPr>
          <a:xfrm>
            <a:off x="2282825" y="1570990"/>
            <a:ext cx="2701925" cy="368300"/>
          </a:xfrm>
          <a:prstGeom prst="rect">
            <a:avLst/>
          </a:prstGeom>
          <a:solidFill>
            <a:schemeClr val="accent1">
              <a:lumMod val="20000"/>
              <a:lumOff val="80000"/>
            </a:schemeClr>
          </a:solidFill>
          <a:ln>
            <a:solidFill>
              <a:schemeClr val="accent1"/>
            </a:solidFill>
          </a:ln>
        </p:spPr>
        <p:txBody>
          <a:bodyPr wrap="square" rtlCol="0">
            <a:spAutoFit/>
          </a:bodyPr>
          <a:lstStyle/>
          <a:p>
            <a:pPr algn="ctr">
              <a:lnSpc>
                <a:spcPct val="100000"/>
              </a:lnSpc>
            </a:pPr>
            <a:r>
              <a:rPr kumimoji="1" lang="zh-CN" altLang="en-US" b="1" dirty="0">
                <a:solidFill>
                  <a:srgbClr val="0085D0"/>
                </a:solidFill>
                <a:latin typeface="微软雅黑" panose="020B0503020204020204" charset="-122"/>
                <a:ea typeface="微软雅黑" panose="020B0503020204020204" charset="-122"/>
                <a:cs typeface="微软雅黑" panose="020B0503020204020204" charset="-122"/>
                <a:sym typeface="Corbel" panose="020B0503020204020204" charset="0"/>
              </a:rPr>
              <a:t>安全计算环境入侵防范</a:t>
            </a:r>
            <a:endParaRPr kumimoji="1" lang="zh-CN" altLang="en-US" b="1" dirty="0">
              <a:solidFill>
                <a:srgbClr val="0085D0"/>
              </a:solidFill>
              <a:latin typeface="微软雅黑" panose="020B0503020204020204" charset="-122"/>
              <a:ea typeface="微软雅黑" panose="020B0503020204020204" charset="-122"/>
              <a:cs typeface="微软雅黑" panose="020B0503020204020204" charset="-122"/>
              <a:sym typeface="Corbel" panose="020B0503020204020204" charset="0"/>
            </a:endParaRPr>
          </a:p>
        </p:txBody>
      </p:sp>
      <p:graphicFrame>
        <p:nvGraphicFramePr>
          <p:cNvPr id="109" name="图示 108"/>
          <p:cNvGraphicFramePr/>
          <p:nvPr/>
        </p:nvGraphicFramePr>
        <p:xfrm>
          <a:off x="6673096" y="3789723"/>
          <a:ext cx="4764689" cy="23823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0" name="矩形 109"/>
          <p:cNvSpPr/>
          <p:nvPr/>
        </p:nvSpPr>
        <p:spPr>
          <a:xfrm>
            <a:off x="7104932" y="6238523"/>
            <a:ext cx="4078135" cy="424022"/>
          </a:xfrm>
          <a:prstGeom prst="rect">
            <a:avLst/>
          </a:prstGeom>
          <a:solidFill>
            <a:srgbClr val="BF7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latin typeface="微软雅黑" panose="020B0503020204020204" charset="-122"/>
                <a:ea typeface="微软雅黑" panose="020B0503020204020204" charset="-122"/>
              </a:rPr>
              <a:t>全面的漏洞库，不放过一个漏洞</a:t>
            </a:r>
            <a:endParaRPr lang="zh-CN" altLang="en-US" sz="1600" b="1" dirty="0" smtClean="0">
              <a:latin typeface="微软雅黑" panose="020B0503020204020204" charset="-122"/>
              <a:ea typeface="微软雅黑" panose="020B0503020204020204" charset="-122"/>
            </a:endParaRPr>
          </a:p>
        </p:txBody>
      </p:sp>
    </p:spTree>
    <p:custDataLst>
      <p:tags r:id="rId10"/>
    </p:custData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Rectangle 3"/>
          <p:cNvSpPr>
            <a:spLocks noChangeArrowheads="1"/>
          </p:cNvSpPr>
          <p:nvPr/>
        </p:nvSpPr>
        <p:spPr bwMode="auto">
          <a:xfrm>
            <a:off x="868045" y="78803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入侵防范实践</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4" name="文本框 3"/>
          <p:cNvSpPr txBox="1"/>
          <p:nvPr/>
        </p:nvSpPr>
        <p:spPr>
          <a:xfrm>
            <a:off x="5303520" y="548640"/>
            <a:ext cx="468630" cy="737235"/>
          </a:xfrm>
          <a:prstGeom prst="rect">
            <a:avLst/>
          </a:prstGeom>
          <a:noFill/>
        </p:spPr>
        <p:txBody>
          <a:bodyPr wrap="none" rtlCol="0" anchor="t">
            <a:spAutoFit/>
          </a:bodyPr>
          <a:lstStyle/>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p:txBody>
      </p:sp>
      <p:sp>
        <p:nvSpPr>
          <p:cNvPr id="64" name="矩形 63"/>
          <p:cNvSpPr/>
          <p:nvPr/>
        </p:nvSpPr>
        <p:spPr>
          <a:xfrm>
            <a:off x="1401445" y="2172335"/>
            <a:ext cx="4464685" cy="3816350"/>
          </a:xfrm>
          <a:prstGeom prst="rect">
            <a:avLst/>
          </a:prstGeom>
          <a:noFill/>
          <a:ln w="12700" cmpd="sng">
            <a:solidFill>
              <a:srgbClr val="008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MH_SubTitle_4"/>
          <p:cNvSpPr txBox="1"/>
          <p:nvPr>
            <p:custDataLst>
              <p:tags r:id="rId1"/>
            </p:custDataLst>
          </p:nvPr>
        </p:nvSpPr>
        <p:spPr bwMode="auto">
          <a:xfrm>
            <a:off x="6192520" y="4113530"/>
            <a:ext cx="5632450" cy="1285240"/>
          </a:xfrm>
          <a:prstGeom prst="rect">
            <a:avLst/>
          </a:prstGeom>
          <a:no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285750" indent="-285750">
              <a:lnSpc>
                <a:spcPct val="150000"/>
              </a:lnSpc>
              <a:buClr>
                <a:srgbClr val="0085D0"/>
              </a:buClr>
              <a:buFont typeface="Wingdings" panose="05000000000000000000" charset="0"/>
              <a:buChar char="n"/>
            </a:pPr>
            <a:r>
              <a:rPr lang="zh-CN" altLang="en-US" sz="1400" b="1" dirty="0">
                <a:solidFill>
                  <a:schemeClr val="tx1"/>
                </a:solidFill>
                <a:latin typeface="微软雅黑" panose="020B0503020204020204" charset="-122"/>
                <a:ea typeface="微软雅黑" panose="020B0503020204020204" charset="-122"/>
              </a:rPr>
              <a:t>应用系统各功能模块对资源的需求能够实现相对独立，当资源出现抢占或发生其他不可预料的错误发生时，可将影响范围尽量缩小，如果故障无法避免，应用系统应自动保存故障发生时的系统、数据、业务等状态，保证系统能够恢复到正常的运行状态。</a:t>
            </a:r>
            <a:endParaRPr lang="zh-CN" altLang="en-US" sz="1400" b="1" dirty="0">
              <a:solidFill>
                <a:schemeClr val="tx1"/>
              </a:solidFill>
              <a:latin typeface="微软雅黑" panose="020B0503020204020204" charset="-122"/>
              <a:ea typeface="微软雅黑" panose="020B0503020204020204" charset="-122"/>
            </a:endParaRPr>
          </a:p>
        </p:txBody>
      </p:sp>
      <p:sp>
        <p:nvSpPr>
          <p:cNvPr id="68" name="MH_SubTitle_1"/>
          <p:cNvSpPr txBox="1"/>
          <p:nvPr>
            <p:custDataLst>
              <p:tags r:id="rId2"/>
            </p:custDataLst>
          </p:nvPr>
        </p:nvSpPr>
        <p:spPr bwMode="auto">
          <a:xfrm>
            <a:off x="6240145" y="2693670"/>
            <a:ext cx="5525770" cy="1125855"/>
          </a:xfrm>
          <a:prstGeom prst="rect">
            <a:avLst/>
          </a:prstGeom>
          <a:no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285750" indent="-285750">
              <a:lnSpc>
                <a:spcPct val="150000"/>
              </a:lnSpc>
              <a:buClr>
                <a:srgbClr val="0085D0"/>
              </a:buClr>
              <a:buFont typeface="Wingdings" panose="05000000000000000000" charset="0"/>
              <a:buChar char="n"/>
            </a:pPr>
            <a:r>
              <a:rPr lang="zh-CN" altLang="en-US" sz="1400" b="1" dirty="0" smtClean="0">
                <a:solidFill>
                  <a:schemeClr val="tx1"/>
                </a:solidFill>
                <a:latin typeface="微软雅黑" panose="020B0503020204020204" charset="-122"/>
                <a:ea typeface="微软雅黑" panose="020B0503020204020204" charset="-122"/>
              </a:rPr>
              <a:t>对用户输入数据的有效性进行检验，确保用户输入的数据能够按照系统规定的格式提交数据，对于非法的或可能损害系统的字符、语句可针对性的进行过滤、转义或拒绝；</a:t>
            </a:r>
            <a:endParaRPr lang="zh-CN" altLang="en-US" sz="1400" b="1" dirty="0" smtClean="0">
              <a:solidFill>
                <a:schemeClr val="tx1"/>
              </a:solidFill>
              <a:latin typeface="微软雅黑" panose="020B0503020204020204" charset="-122"/>
              <a:ea typeface="微软雅黑" panose="020B0503020204020204" charset="-122"/>
            </a:endParaRPr>
          </a:p>
        </p:txBody>
      </p:sp>
      <p:grpSp>
        <p:nvGrpSpPr>
          <p:cNvPr id="69" name="组合 68"/>
          <p:cNvGrpSpPr/>
          <p:nvPr/>
        </p:nvGrpSpPr>
        <p:grpSpPr>
          <a:xfrm>
            <a:off x="1801495" y="2757170"/>
            <a:ext cx="2009140" cy="697230"/>
            <a:chOff x="2035" y="3326"/>
            <a:chExt cx="3164" cy="1098"/>
          </a:xfrm>
        </p:grpSpPr>
        <p:sp>
          <p:nvSpPr>
            <p:cNvPr id="74" name="矩形 73"/>
            <p:cNvSpPr/>
            <p:nvPr/>
          </p:nvSpPr>
          <p:spPr>
            <a:xfrm>
              <a:off x="2035" y="3326"/>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2135" y="3609"/>
              <a:ext cx="2964" cy="531"/>
            </a:xfrm>
            <a:prstGeom prst="rect">
              <a:avLst/>
            </a:prstGeom>
            <a:noFill/>
          </p:spPr>
          <p:txBody>
            <a:bodyPr wrap="square" rtlCol="0">
              <a:spAutoFit/>
            </a:bodyPr>
            <a:lstStyle/>
            <a:p>
              <a:pPr algn="ctr">
                <a:buClrTx/>
                <a:buSzTx/>
                <a:buFontTx/>
              </a:pPr>
              <a:r>
                <a:rPr sz="1600" b="1">
                  <a:solidFill>
                    <a:schemeClr val="bg1"/>
                  </a:solidFill>
                  <a:latin typeface="微软雅黑" panose="020B0503020204020204" charset="-122"/>
                  <a:ea typeface="微软雅黑" panose="020B0503020204020204" charset="-122"/>
                </a:rPr>
                <a:t>操作系统服务进程</a:t>
              </a:r>
              <a:endParaRPr sz="1600" b="1">
                <a:solidFill>
                  <a:schemeClr val="bg1"/>
                </a:solidFill>
                <a:latin typeface="微软雅黑" panose="020B0503020204020204" charset="-122"/>
                <a:ea typeface="微软雅黑" panose="020B0503020204020204" charset="-122"/>
              </a:endParaRPr>
            </a:p>
          </p:txBody>
        </p:sp>
      </p:grpSp>
      <p:grpSp>
        <p:nvGrpSpPr>
          <p:cNvPr id="88" name="组合 87"/>
          <p:cNvGrpSpPr/>
          <p:nvPr/>
        </p:nvGrpSpPr>
        <p:grpSpPr>
          <a:xfrm>
            <a:off x="1801495" y="3819525"/>
            <a:ext cx="2009140" cy="697230"/>
            <a:chOff x="2035" y="5351"/>
            <a:chExt cx="3164" cy="1098"/>
          </a:xfrm>
        </p:grpSpPr>
        <p:sp>
          <p:nvSpPr>
            <p:cNvPr id="93" name="矩形 92"/>
            <p:cNvSpPr/>
            <p:nvPr/>
          </p:nvSpPr>
          <p:spPr>
            <a:xfrm>
              <a:off x="2035" y="5351"/>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p:cNvSpPr txBox="1"/>
            <p:nvPr/>
          </p:nvSpPr>
          <p:spPr>
            <a:xfrm>
              <a:off x="2135" y="5634"/>
              <a:ext cx="2964" cy="531"/>
            </a:xfrm>
            <a:prstGeom prst="rect">
              <a:avLst/>
            </a:prstGeom>
            <a:noFill/>
          </p:spPr>
          <p:txBody>
            <a:bodyPr wrap="square" rtlCol="0">
              <a:spAutoFit/>
            </a:bodyPr>
            <a:lstStyle/>
            <a:p>
              <a:pPr algn="ctr"/>
              <a:r>
                <a:rPr sz="1600" b="1">
                  <a:solidFill>
                    <a:srgbClr val="FF0000"/>
                  </a:solidFill>
                  <a:latin typeface="微软雅黑" panose="020B0503020204020204" charset="-122"/>
                  <a:ea typeface="微软雅黑" panose="020B0503020204020204" charset="-122"/>
                </a:rPr>
                <a:t>软件容错性</a:t>
              </a:r>
              <a:endParaRPr sz="1600" b="1">
                <a:solidFill>
                  <a:srgbClr val="FF0000"/>
                </a:solidFill>
                <a:latin typeface="微软雅黑" panose="020B0503020204020204" charset="-122"/>
                <a:ea typeface="微软雅黑" panose="020B0503020204020204" charset="-122"/>
              </a:endParaRPr>
            </a:p>
          </p:txBody>
        </p:sp>
      </p:grpSp>
      <p:grpSp>
        <p:nvGrpSpPr>
          <p:cNvPr id="95" name="组合 94"/>
          <p:cNvGrpSpPr/>
          <p:nvPr/>
        </p:nvGrpSpPr>
        <p:grpSpPr>
          <a:xfrm>
            <a:off x="1801495" y="4881880"/>
            <a:ext cx="2009140" cy="697230"/>
            <a:chOff x="2035" y="7376"/>
            <a:chExt cx="3164" cy="1098"/>
          </a:xfrm>
        </p:grpSpPr>
        <p:sp>
          <p:nvSpPr>
            <p:cNvPr id="96" name="矩形 95"/>
            <p:cNvSpPr/>
            <p:nvPr/>
          </p:nvSpPr>
          <p:spPr>
            <a:xfrm>
              <a:off x="2035" y="7376"/>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96"/>
            <p:cNvSpPr txBox="1"/>
            <p:nvPr/>
          </p:nvSpPr>
          <p:spPr>
            <a:xfrm>
              <a:off x="2135" y="7659"/>
              <a:ext cx="2964" cy="531"/>
            </a:xfrm>
            <a:prstGeom prst="rect">
              <a:avLst/>
            </a:prstGeom>
            <a:noFill/>
          </p:spPr>
          <p:txBody>
            <a:bodyPr wrap="square" rtlCol="0">
              <a:spAutoFit/>
            </a:bodyPr>
            <a:lstStyle/>
            <a:p>
              <a:pPr algn="ctr"/>
              <a:r>
                <a:rPr lang="zh-CN" sz="1600" b="1">
                  <a:solidFill>
                    <a:schemeClr val="bg1"/>
                  </a:solidFill>
                  <a:latin typeface="微软雅黑" panose="020B0503020204020204" charset="-122"/>
                  <a:ea typeface="微软雅黑" panose="020B0503020204020204" charset="-122"/>
                </a:rPr>
                <a:t>主机入侵检测</a:t>
              </a:r>
              <a:endParaRPr lang="zh-CN" sz="1600" b="1">
                <a:solidFill>
                  <a:schemeClr val="bg1"/>
                </a:solidFill>
                <a:latin typeface="微软雅黑" panose="020B0503020204020204" charset="-122"/>
                <a:ea typeface="微软雅黑" panose="020B0503020204020204" charset="-122"/>
              </a:endParaRPr>
            </a:p>
          </p:txBody>
        </p:sp>
      </p:grpSp>
      <p:grpSp>
        <p:nvGrpSpPr>
          <p:cNvPr id="98" name="组合 97"/>
          <p:cNvGrpSpPr/>
          <p:nvPr/>
        </p:nvGrpSpPr>
        <p:grpSpPr>
          <a:xfrm>
            <a:off x="4152900" y="3203575"/>
            <a:ext cx="1228725" cy="488315"/>
            <a:chOff x="5389" y="4090"/>
            <a:chExt cx="1935" cy="769"/>
          </a:xfrm>
          <a:solidFill>
            <a:schemeClr val="bg2"/>
          </a:solidFill>
        </p:grpSpPr>
        <p:sp>
          <p:nvSpPr>
            <p:cNvPr id="99" name="矩形 98"/>
            <p:cNvSpPr/>
            <p:nvPr/>
          </p:nvSpPr>
          <p:spPr>
            <a:xfrm>
              <a:off x="5389" y="4090"/>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5450" y="4209"/>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01</a:t>
              </a:r>
              <a:endParaRPr lang="en-US" altLang="zh-CN" sz="1600" b="1">
                <a:solidFill>
                  <a:schemeClr val="bg1"/>
                </a:solidFill>
                <a:latin typeface="微软雅黑" panose="020B0503020204020204" charset="-122"/>
                <a:ea typeface="微软雅黑" panose="020B0503020204020204" charset="-122"/>
              </a:endParaRPr>
            </a:p>
          </p:txBody>
        </p:sp>
      </p:grpSp>
      <p:grpSp>
        <p:nvGrpSpPr>
          <p:cNvPr id="101" name="组合 100"/>
          <p:cNvGrpSpPr/>
          <p:nvPr/>
        </p:nvGrpSpPr>
        <p:grpSpPr>
          <a:xfrm>
            <a:off x="4152900" y="3932555"/>
            <a:ext cx="1228725" cy="488315"/>
            <a:chOff x="5389" y="6115"/>
            <a:chExt cx="1935" cy="769"/>
          </a:xfrm>
          <a:solidFill>
            <a:schemeClr val="bg2"/>
          </a:solidFill>
        </p:grpSpPr>
        <p:sp>
          <p:nvSpPr>
            <p:cNvPr id="102" name="矩形 101"/>
            <p:cNvSpPr/>
            <p:nvPr/>
          </p:nvSpPr>
          <p:spPr>
            <a:xfrm>
              <a:off x="5389" y="6115"/>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02"/>
            <p:cNvSpPr txBox="1"/>
            <p:nvPr/>
          </p:nvSpPr>
          <p:spPr>
            <a:xfrm>
              <a:off x="5450" y="6234"/>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02</a:t>
              </a:r>
              <a:endParaRPr lang="en-US" altLang="zh-CN" sz="1600" b="1">
                <a:solidFill>
                  <a:schemeClr val="bg1"/>
                </a:solidFill>
                <a:latin typeface="微软雅黑" panose="020B0503020204020204" charset="-122"/>
                <a:ea typeface="微软雅黑" panose="020B0503020204020204" charset="-122"/>
              </a:endParaRPr>
            </a:p>
          </p:txBody>
        </p:sp>
      </p:grpSp>
      <p:grpSp>
        <p:nvGrpSpPr>
          <p:cNvPr id="104" name="组合 103"/>
          <p:cNvGrpSpPr/>
          <p:nvPr/>
        </p:nvGrpSpPr>
        <p:grpSpPr>
          <a:xfrm>
            <a:off x="4152900" y="4661535"/>
            <a:ext cx="1228725" cy="488315"/>
            <a:chOff x="5389" y="8140"/>
            <a:chExt cx="1935" cy="769"/>
          </a:xfrm>
          <a:solidFill>
            <a:schemeClr val="bg2"/>
          </a:solidFill>
        </p:grpSpPr>
        <p:sp>
          <p:nvSpPr>
            <p:cNvPr id="105" name="矩形 104"/>
            <p:cNvSpPr/>
            <p:nvPr/>
          </p:nvSpPr>
          <p:spPr>
            <a:xfrm>
              <a:off x="5389" y="8140"/>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5450" y="8259"/>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03</a:t>
              </a:r>
              <a:endParaRPr lang="en-US" altLang="zh-CN" sz="1600" b="1">
                <a:solidFill>
                  <a:schemeClr val="bg1"/>
                </a:solidFill>
                <a:latin typeface="微软雅黑" panose="020B0503020204020204" charset="-122"/>
                <a:ea typeface="微软雅黑" panose="020B0503020204020204" charset="-122"/>
              </a:endParaRPr>
            </a:p>
          </p:txBody>
        </p:sp>
      </p:grpSp>
      <p:sp>
        <p:nvSpPr>
          <p:cNvPr id="107" name="矩形 106"/>
          <p:cNvSpPr/>
          <p:nvPr/>
        </p:nvSpPr>
        <p:spPr>
          <a:xfrm>
            <a:off x="2606993" y="1888808"/>
            <a:ext cx="2193925" cy="593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397125" y="2001520"/>
            <a:ext cx="2701925" cy="368300"/>
          </a:xfrm>
          <a:prstGeom prst="rect">
            <a:avLst/>
          </a:prstGeom>
          <a:noFill/>
        </p:spPr>
        <p:txBody>
          <a:bodyPr wrap="square" rtlCol="0">
            <a:spAutoFit/>
          </a:bodyPr>
          <a:lstStyle/>
          <a:p>
            <a:pPr algn="ctr">
              <a:lnSpc>
                <a:spcPct val="100000"/>
              </a:lnSpc>
            </a:pPr>
            <a:r>
              <a:rPr kumimoji="1" lang="zh-CN" altLang="en-US" b="1" dirty="0">
                <a:solidFill>
                  <a:srgbClr val="0085D0"/>
                </a:solidFill>
                <a:latin typeface="微软雅黑" panose="020B0503020204020204" charset="-122"/>
                <a:ea typeface="微软雅黑" panose="020B0503020204020204" charset="-122"/>
                <a:cs typeface="微软雅黑" panose="020B0503020204020204" charset="-122"/>
                <a:sym typeface="Corbel" panose="020B0503020204020204" charset="0"/>
              </a:rPr>
              <a:t>安全计算环境入侵防范</a:t>
            </a:r>
            <a:endParaRPr kumimoji="1" lang="zh-CN" altLang="en-US" b="1" dirty="0">
              <a:solidFill>
                <a:srgbClr val="0085D0"/>
              </a:solidFill>
              <a:latin typeface="微软雅黑" panose="020B0503020204020204" charset="-122"/>
              <a:ea typeface="微软雅黑" panose="020B0503020204020204" charset="-122"/>
              <a:cs typeface="微软雅黑" panose="020B0503020204020204" charset="-122"/>
              <a:sym typeface="Corbel" panose="020B0503020204020204" charset="0"/>
            </a:endParaRPr>
          </a:p>
        </p:txBody>
      </p:sp>
    </p:spTree>
    <p:custDataLst>
      <p:tags r:id="rId3"/>
    </p:custData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Rectangle 3"/>
          <p:cNvSpPr>
            <a:spLocks noChangeArrowheads="1"/>
          </p:cNvSpPr>
          <p:nvPr/>
        </p:nvSpPr>
        <p:spPr bwMode="auto">
          <a:xfrm>
            <a:off x="868045" y="93154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入侵防范实践</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4" name="文本框 3"/>
          <p:cNvSpPr txBox="1"/>
          <p:nvPr/>
        </p:nvSpPr>
        <p:spPr>
          <a:xfrm>
            <a:off x="5303520" y="548640"/>
            <a:ext cx="468630" cy="737235"/>
          </a:xfrm>
          <a:prstGeom prst="rect">
            <a:avLst/>
          </a:prstGeom>
          <a:noFill/>
        </p:spPr>
        <p:txBody>
          <a:bodyPr wrap="none" rtlCol="0" anchor="t">
            <a:spAutoFit/>
          </a:bodyPr>
          <a:lstStyle/>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a:p>
            <a:pPr marL="285750" indent="-285750">
              <a:lnSpc>
                <a:spcPct val="150000"/>
              </a:lnSpc>
              <a:buFont typeface="Wingdings" panose="05000000000000000000" charset="0"/>
              <a:buChar char="l"/>
            </a:pPr>
            <a:endParaRPr lang="zh-CN" altLang="en-US" sz="1400" b="1" dirty="0">
              <a:solidFill>
                <a:srgbClr val="0084D8"/>
              </a:solidFill>
              <a:latin typeface="微软雅黑" panose="020B0503020204020204" charset="-122"/>
              <a:ea typeface="微软雅黑" panose="020B0503020204020204" charset="-122"/>
              <a:cs typeface="微软雅黑" panose="020B0503020204020204" charset="-122"/>
              <a:sym typeface="+mn-ea"/>
            </a:endParaRPr>
          </a:p>
        </p:txBody>
      </p:sp>
      <p:sp>
        <p:nvSpPr>
          <p:cNvPr id="64" name="矩形 63"/>
          <p:cNvSpPr/>
          <p:nvPr/>
        </p:nvSpPr>
        <p:spPr>
          <a:xfrm>
            <a:off x="1401445" y="2172335"/>
            <a:ext cx="4464685" cy="3816350"/>
          </a:xfrm>
          <a:prstGeom prst="rect">
            <a:avLst/>
          </a:prstGeom>
          <a:noFill/>
          <a:ln w="12700" cmpd="sng">
            <a:solidFill>
              <a:srgbClr val="008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MH_SubTitle_1"/>
          <p:cNvSpPr txBox="1"/>
          <p:nvPr>
            <p:custDataLst>
              <p:tags r:id="rId1"/>
            </p:custDataLst>
          </p:nvPr>
        </p:nvSpPr>
        <p:spPr bwMode="auto">
          <a:xfrm>
            <a:off x="6240145" y="3357245"/>
            <a:ext cx="5525770" cy="1125855"/>
          </a:xfrm>
          <a:prstGeom prst="rect">
            <a:avLst/>
          </a:prstGeom>
          <a:no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285750" indent="-285750">
              <a:lnSpc>
                <a:spcPct val="150000"/>
              </a:lnSpc>
              <a:buClr>
                <a:srgbClr val="0085D0"/>
              </a:buClr>
              <a:buFont typeface="Wingdings" panose="05000000000000000000" charset="0"/>
              <a:buChar char="n"/>
            </a:pPr>
            <a:r>
              <a:rPr lang="zh-CN" altLang="en-US" sz="1400" b="1" dirty="0" smtClean="0">
                <a:solidFill>
                  <a:schemeClr val="tx1"/>
                </a:solidFill>
                <a:latin typeface="微软雅黑" panose="020B0503020204020204" charset="-122"/>
                <a:ea typeface="微软雅黑" panose="020B0503020204020204" charset="-122"/>
              </a:rPr>
              <a:t>部署主机层面的入侵检测系统，检测非法攻击者对网络设备、安全设备、服务器、业务系统的入侵攻击行为，在出现非法入侵行为时能够提供及时的告警功能。</a:t>
            </a:r>
            <a:endParaRPr lang="zh-CN" altLang="en-US" sz="1400" b="1" dirty="0" smtClean="0">
              <a:solidFill>
                <a:schemeClr val="tx1"/>
              </a:solidFill>
              <a:latin typeface="微软雅黑" panose="020B0503020204020204" charset="-122"/>
              <a:ea typeface="微软雅黑" panose="020B0503020204020204" charset="-122"/>
            </a:endParaRPr>
          </a:p>
        </p:txBody>
      </p:sp>
      <p:grpSp>
        <p:nvGrpSpPr>
          <p:cNvPr id="69" name="组合 68"/>
          <p:cNvGrpSpPr/>
          <p:nvPr/>
        </p:nvGrpSpPr>
        <p:grpSpPr>
          <a:xfrm>
            <a:off x="1801495" y="2757170"/>
            <a:ext cx="2009140" cy="697230"/>
            <a:chOff x="2035" y="3326"/>
            <a:chExt cx="3164" cy="1098"/>
          </a:xfrm>
        </p:grpSpPr>
        <p:sp>
          <p:nvSpPr>
            <p:cNvPr id="74" name="矩形 73"/>
            <p:cNvSpPr/>
            <p:nvPr/>
          </p:nvSpPr>
          <p:spPr>
            <a:xfrm>
              <a:off x="2035" y="3326"/>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2135" y="3609"/>
              <a:ext cx="2964" cy="531"/>
            </a:xfrm>
            <a:prstGeom prst="rect">
              <a:avLst/>
            </a:prstGeom>
            <a:noFill/>
          </p:spPr>
          <p:txBody>
            <a:bodyPr wrap="square" rtlCol="0">
              <a:spAutoFit/>
            </a:bodyPr>
            <a:lstStyle/>
            <a:p>
              <a:pPr algn="ctr">
                <a:buClrTx/>
                <a:buSzTx/>
                <a:buFontTx/>
              </a:pPr>
              <a:r>
                <a:rPr sz="1600" b="1">
                  <a:solidFill>
                    <a:schemeClr val="bg1"/>
                  </a:solidFill>
                  <a:latin typeface="微软雅黑" panose="020B0503020204020204" charset="-122"/>
                  <a:ea typeface="微软雅黑" panose="020B0503020204020204" charset="-122"/>
                </a:rPr>
                <a:t>操作系统服务进程</a:t>
              </a:r>
              <a:endParaRPr sz="1600" b="1">
                <a:solidFill>
                  <a:schemeClr val="bg1"/>
                </a:solidFill>
                <a:latin typeface="微软雅黑" panose="020B0503020204020204" charset="-122"/>
                <a:ea typeface="微软雅黑" panose="020B0503020204020204" charset="-122"/>
              </a:endParaRPr>
            </a:p>
          </p:txBody>
        </p:sp>
      </p:grpSp>
      <p:grpSp>
        <p:nvGrpSpPr>
          <p:cNvPr id="88" name="组合 87"/>
          <p:cNvGrpSpPr/>
          <p:nvPr/>
        </p:nvGrpSpPr>
        <p:grpSpPr>
          <a:xfrm>
            <a:off x="1801495" y="3819525"/>
            <a:ext cx="2009140" cy="697230"/>
            <a:chOff x="2035" y="5351"/>
            <a:chExt cx="3164" cy="1098"/>
          </a:xfrm>
        </p:grpSpPr>
        <p:sp>
          <p:nvSpPr>
            <p:cNvPr id="93" name="矩形 92"/>
            <p:cNvSpPr/>
            <p:nvPr/>
          </p:nvSpPr>
          <p:spPr>
            <a:xfrm>
              <a:off x="2035" y="5351"/>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p:cNvSpPr txBox="1"/>
            <p:nvPr/>
          </p:nvSpPr>
          <p:spPr>
            <a:xfrm>
              <a:off x="2135" y="5634"/>
              <a:ext cx="2964" cy="531"/>
            </a:xfrm>
            <a:prstGeom prst="rect">
              <a:avLst/>
            </a:prstGeom>
            <a:noFill/>
          </p:spPr>
          <p:txBody>
            <a:bodyPr wrap="square" rtlCol="0">
              <a:spAutoFit/>
            </a:bodyPr>
            <a:lstStyle/>
            <a:p>
              <a:pPr algn="ctr">
                <a:buClrTx/>
                <a:buSzTx/>
                <a:buFontTx/>
              </a:pPr>
              <a:r>
                <a:rPr sz="1600" b="1">
                  <a:solidFill>
                    <a:schemeClr val="bg1"/>
                  </a:solidFill>
                  <a:latin typeface="微软雅黑" panose="020B0503020204020204" charset="-122"/>
                  <a:ea typeface="微软雅黑" panose="020B0503020204020204" charset="-122"/>
                </a:rPr>
                <a:t>软件容错性</a:t>
              </a:r>
              <a:endParaRPr sz="1600" b="1">
                <a:solidFill>
                  <a:schemeClr val="bg1"/>
                </a:solidFill>
                <a:latin typeface="微软雅黑" panose="020B0503020204020204" charset="-122"/>
                <a:ea typeface="微软雅黑" panose="020B0503020204020204" charset="-122"/>
              </a:endParaRPr>
            </a:p>
          </p:txBody>
        </p:sp>
      </p:grpSp>
      <p:grpSp>
        <p:nvGrpSpPr>
          <p:cNvPr id="95" name="组合 94"/>
          <p:cNvGrpSpPr/>
          <p:nvPr/>
        </p:nvGrpSpPr>
        <p:grpSpPr>
          <a:xfrm>
            <a:off x="1801495" y="4881880"/>
            <a:ext cx="2009140" cy="697230"/>
            <a:chOff x="2035" y="7376"/>
            <a:chExt cx="3164" cy="1098"/>
          </a:xfrm>
        </p:grpSpPr>
        <p:sp>
          <p:nvSpPr>
            <p:cNvPr id="96" name="矩形 95"/>
            <p:cNvSpPr/>
            <p:nvPr/>
          </p:nvSpPr>
          <p:spPr>
            <a:xfrm>
              <a:off x="2035" y="7376"/>
              <a:ext cx="3164" cy="1098"/>
            </a:xfrm>
            <a:prstGeom prst="rect">
              <a:avLst/>
            </a:prstGeom>
            <a:solidFill>
              <a:srgbClr val="0085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96"/>
            <p:cNvSpPr txBox="1"/>
            <p:nvPr/>
          </p:nvSpPr>
          <p:spPr>
            <a:xfrm>
              <a:off x="2135" y="7659"/>
              <a:ext cx="2964" cy="531"/>
            </a:xfrm>
            <a:prstGeom prst="rect">
              <a:avLst/>
            </a:prstGeom>
            <a:noFill/>
          </p:spPr>
          <p:txBody>
            <a:bodyPr wrap="square" rtlCol="0">
              <a:spAutoFit/>
            </a:bodyPr>
            <a:lstStyle/>
            <a:p>
              <a:pPr algn="ctr"/>
              <a:r>
                <a:rPr lang="zh-CN" sz="1600" b="1">
                  <a:solidFill>
                    <a:srgbClr val="FF0000"/>
                  </a:solidFill>
                  <a:latin typeface="微软雅黑" panose="020B0503020204020204" charset="-122"/>
                  <a:ea typeface="微软雅黑" panose="020B0503020204020204" charset="-122"/>
                </a:rPr>
                <a:t>主机入侵检测</a:t>
              </a:r>
              <a:endParaRPr lang="zh-CN" sz="1600" b="1">
                <a:solidFill>
                  <a:srgbClr val="FF0000"/>
                </a:solidFill>
                <a:latin typeface="微软雅黑" panose="020B0503020204020204" charset="-122"/>
                <a:ea typeface="微软雅黑" panose="020B0503020204020204" charset="-122"/>
              </a:endParaRPr>
            </a:p>
          </p:txBody>
        </p:sp>
      </p:grpSp>
      <p:grpSp>
        <p:nvGrpSpPr>
          <p:cNvPr id="98" name="组合 97"/>
          <p:cNvGrpSpPr/>
          <p:nvPr/>
        </p:nvGrpSpPr>
        <p:grpSpPr>
          <a:xfrm>
            <a:off x="4152900" y="3203575"/>
            <a:ext cx="1228725" cy="488315"/>
            <a:chOff x="5389" y="4090"/>
            <a:chExt cx="1935" cy="769"/>
          </a:xfrm>
          <a:solidFill>
            <a:schemeClr val="bg2"/>
          </a:solidFill>
        </p:grpSpPr>
        <p:sp>
          <p:nvSpPr>
            <p:cNvPr id="99" name="矩形 98"/>
            <p:cNvSpPr/>
            <p:nvPr/>
          </p:nvSpPr>
          <p:spPr>
            <a:xfrm>
              <a:off x="5389" y="4090"/>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5450" y="4209"/>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01</a:t>
              </a:r>
              <a:endParaRPr lang="en-US" altLang="zh-CN" sz="1600" b="1">
                <a:solidFill>
                  <a:schemeClr val="bg1"/>
                </a:solidFill>
                <a:latin typeface="微软雅黑" panose="020B0503020204020204" charset="-122"/>
                <a:ea typeface="微软雅黑" panose="020B0503020204020204" charset="-122"/>
              </a:endParaRPr>
            </a:p>
          </p:txBody>
        </p:sp>
      </p:grpSp>
      <p:grpSp>
        <p:nvGrpSpPr>
          <p:cNvPr id="101" name="组合 100"/>
          <p:cNvGrpSpPr/>
          <p:nvPr/>
        </p:nvGrpSpPr>
        <p:grpSpPr>
          <a:xfrm>
            <a:off x="4152900" y="3932555"/>
            <a:ext cx="1228725" cy="488315"/>
            <a:chOff x="5389" y="6115"/>
            <a:chExt cx="1935" cy="769"/>
          </a:xfrm>
          <a:solidFill>
            <a:schemeClr val="bg2"/>
          </a:solidFill>
        </p:grpSpPr>
        <p:sp>
          <p:nvSpPr>
            <p:cNvPr id="102" name="矩形 101"/>
            <p:cNvSpPr/>
            <p:nvPr/>
          </p:nvSpPr>
          <p:spPr>
            <a:xfrm>
              <a:off x="5389" y="6115"/>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02"/>
            <p:cNvSpPr txBox="1"/>
            <p:nvPr/>
          </p:nvSpPr>
          <p:spPr>
            <a:xfrm>
              <a:off x="5450" y="6234"/>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02</a:t>
              </a:r>
              <a:endParaRPr lang="en-US" altLang="zh-CN" sz="1600" b="1">
                <a:solidFill>
                  <a:schemeClr val="bg1"/>
                </a:solidFill>
                <a:latin typeface="微软雅黑" panose="020B0503020204020204" charset="-122"/>
                <a:ea typeface="微软雅黑" panose="020B0503020204020204" charset="-122"/>
              </a:endParaRPr>
            </a:p>
          </p:txBody>
        </p:sp>
      </p:grpSp>
      <p:grpSp>
        <p:nvGrpSpPr>
          <p:cNvPr id="104" name="组合 103"/>
          <p:cNvGrpSpPr/>
          <p:nvPr/>
        </p:nvGrpSpPr>
        <p:grpSpPr>
          <a:xfrm>
            <a:off x="4152900" y="4661535"/>
            <a:ext cx="1228725" cy="488315"/>
            <a:chOff x="5389" y="8140"/>
            <a:chExt cx="1935" cy="769"/>
          </a:xfrm>
          <a:solidFill>
            <a:schemeClr val="bg2"/>
          </a:solidFill>
        </p:grpSpPr>
        <p:sp>
          <p:nvSpPr>
            <p:cNvPr id="105" name="矩形 104"/>
            <p:cNvSpPr/>
            <p:nvPr/>
          </p:nvSpPr>
          <p:spPr>
            <a:xfrm>
              <a:off x="5389" y="8140"/>
              <a:ext cx="1935" cy="7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5450" y="8259"/>
              <a:ext cx="1812" cy="531"/>
            </a:xfrm>
            <a:prstGeom prst="rect">
              <a:avLst/>
            </a:prstGeom>
            <a:grpFill/>
          </p:spPr>
          <p:txBody>
            <a:bodyPr wrap="square" rtlCol="0">
              <a:spAutoFit/>
            </a:bodyPr>
            <a:lstStyle/>
            <a:p>
              <a:pPr algn="ctr"/>
              <a:r>
                <a:rPr lang="en-US" altLang="zh-CN" sz="1600" b="1">
                  <a:solidFill>
                    <a:schemeClr val="bg1"/>
                  </a:solidFill>
                  <a:latin typeface="微软雅黑" panose="020B0503020204020204" charset="-122"/>
                  <a:ea typeface="微软雅黑" panose="020B0503020204020204" charset="-122"/>
                </a:rPr>
                <a:t>03</a:t>
              </a:r>
              <a:endParaRPr lang="en-US" altLang="zh-CN" sz="1600" b="1">
                <a:solidFill>
                  <a:schemeClr val="bg1"/>
                </a:solidFill>
                <a:latin typeface="微软雅黑" panose="020B0503020204020204" charset="-122"/>
                <a:ea typeface="微软雅黑" panose="020B0503020204020204" charset="-122"/>
              </a:endParaRPr>
            </a:p>
          </p:txBody>
        </p:sp>
      </p:grpSp>
      <p:sp>
        <p:nvSpPr>
          <p:cNvPr id="107" name="矩形 106"/>
          <p:cNvSpPr/>
          <p:nvPr/>
        </p:nvSpPr>
        <p:spPr>
          <a:xfrm>
            <a:off x="2606993" y="1888808"/>
            <a:ext cx="2193925" cy="593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397125" y="2001520"/>
            <a:ext cx="2701925" cy="368300"/>
          </a:xfrm>
          <a:prstGeom prst="rect">
            <a:avLst/>
          </a:prstGeom>
          <a:noFill/>
        </p:spPr>
        <p:txBody>
          <a:bodyPr wrap="square" rtlCol="0">
            <a:spAutoFit/>
          </a:bodyPr>
          <a:lstStyle/>
          <a:p>
            <a:pPr algn="ctr">
              <a:lnSpc>
                <a:spcPct val="100000"/>
              </a:lnSpc>
            </a:pPr>
            <a:r>
              <a:rPr kumimoji="1" lang="zh-CN" altLang="en-US" b="1" dirty="0">
                <a:solidFill>
                  <a:srgbClr val="0085D0"/>
                </a:solidFill>
                <a:latin typeface="微软雅黑" panose="020B0503020204020204" charset="-122"/>
                <a:ea typeface="微软雅黑" panose="020B0503020204020204" charset="-122"/>
                <a:cs typeface="微软雅黑" panose="020B0503020204020204" charset="-122"/>
                <a:sym typeface="Corbel" panose="020B0503020204020204" charset="0"/>
              </a:rPr>
              <a:t>安全计算环境入侵防范</a:t>
            </a:r>
            <a:endParaRPr kumimoji="1" lang="zh-CN" altLang="en-US" b="1" dirty="0">
              <a:solidFill>
                <a:srgbClr val="0085D0"/>
              </a:solidFill>
              <a:latin typeface="微软雅黑" panose="020B0503020204020204" charset="-122"/>
              <a:ea typeface="微软雅黑" panose="020B0503020204020204" charset="-122"/>
              <a:cs typeface="微软雅黑" panose="020B0503020204020204" charset="-122"/>
              <a:sym typeface="Corbel" panose="020B0503020204020204" charset="0"/>
            </a:endParaRPr>
          </a:p>
        </p:txBody>
      </p:sp>
    </p:spTree>
    <p:custDataLst>
      <p:tags r:id="rId2"/>
    </p:custData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661795"/>
            <a:ext cx="10515600" cy="1057910"/>
          </a:xfrm>
        </p:spPr>
        <p:txBody>
          <a:bodyPr/>
          <a:lstStyle/>
          <a:p>
            <a:pPr algn="l">
              <a:lnSpc>
                <a:spcPct val="150000"/>
              </a:lnSpc>
            </a:pPr>
            <a: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t>网络安全建设时，</a:t>
            </a:r>
            <a:b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br>
            <a:r>
              <a:rPr lang="zh-CN" altLang="en-US" sz="2000" b="1" dirty="0">
                <a:solidFill>
                  <a:srgbClr val="0084D8"/>
                </a:solidFill>
                <a:latin typeface="微软雅黑" panose="020B0503020204020204" charset="-122"/>
                <a:ea typeface="微软雅黑" panose="020B0503020204020204" charset="-122"/>
                <a:cs typeface="微软雅黑" panose="020B0503020204020204" charset="-122"/>
              </a:rPr>
              <a:t>针对操作系统层面的恶意代码如何进行防范？</a:t>
            </a:r>
            <a:endParaRPr lang="zh-CN" altLang="en-US" sz="2000" b="1" dirty="0">
              <a:solidFill>
                <a:srgbClr val="0084D8"/>
              </a:solidFill>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1487170" y="2781300"/>
            <a:ext cx="9696450" cy="2245360"/>
          </a:xfrm>
          <a:prstGeom prst="rect">
            <a:avLst/>
          </a:prstGeom>
          <a:noFill/>
          <a:ln w="9525">
            <a:noFill/>
          </a:ln>
        </p:spPr>
        <p:txBody>
          <a:bodyPr wrap="square">
            <a:spAutoFit/>
          </a:bodyPr>
          <a:lstStyle/>
          <a:p>
            <a:pPr indent="355600" algn="just">
              <a:lnSpc>
                <a:spcPct val="200000"/>
              </a:lnSpc>
              <a:extLst>
                <a:ext uri="{35155182-B16C-46BC-9424-99874614C6A1}">
                  <wpsdc:indentchars xmlns:wpsdc="http://www.wps.cn/officeDocument/2017/drawingmlCustomData" val="200" checksum="3837665281"/>
                </a:ext>
              </a:extLst>
            </a:pPr>
            <a:r>
              <a:rPr lang="zh-CN" sz="1400" dirty="0">
                <a:latin typeface="微软雅黑" panose="020B0503020204020204" charset="-122"/>
                <a:ea typeface="微软雅黑" panose="020B0503020204020204" charset="-122"/>
                <a:cs typeface="微软雅黑" panose="020B0503020204020204" charset="-122"/>
              </a:rPr>
              <a:t>安全计算环境恶意代码主要针对服务器和终端，实际网络安全建设时要在服务器和终端部署恶意代码防范软件对恶意代码的入侵进行检测，并在检测到恶意代码攻击时对其进行查杀。</a:t>
            </a:r>
            <a:endParaRPr lang="zh-CN" sz="1400" dirty="0">
              <a:latin typeface="微软雅黑" panose="020B0503020204020204" charset="-122"/>
              <a:ea typeface="微软雅黑" panose="020B0503020204020204" charset="-122"/>
              <a:cs typeface="微软雅黑" panose="020B0503020204020204" charset="-122"/>
            </a:endParaRPr>
          </a:p>
          <a:p>
            <a:pPr indent="355600" algn="just">
              <a:lnSpc>
                <a:spcPct val="200000"/>
              </a:lnSpc>
              <a:extLst>
                <a:ext uri="{35155182-B16C-46BC-9424-99874614C6A1}">
                  <wpsdc:indentchars xmlns:wpsdc="http://www.wps.cn/officeDocument/2017/drawingmlCustomData" val="200" checksum="3837665281"/>
                </a:ext>
              </a:extLst>
            </a:pPr>
            <a:r>
              <a:rPr lang="zh-CN" sz="1400" dirty="0">
                <a:latin typeface="微软雅黑" panose="020B0503020204020204" charset="-122"/>
                <a:ea typeface="微软雅黑" panose="020B0503020204020204" charset="-122"/>
                <a:cs typeface="微软雅黑" panose="020B0503020204020204" charset="-122"/>
              </a:rPr>
              <a:t>针对服务器（终端）恶意代码防范，可在安全管理中部署防病毒服务器，制定服务器（终端）防病毒策略。</a:t>
            </a:r>
            <a:endParaRPr lang="zh-CN" sz="1400" dirty="0">
              <a:latin typeface="微软雅黑" panose="020B0503020204020204" charset="-122"/>
              <a:ea typeface="微软雅黑" panose="020B0503020204020204" charset="-122"/>
              <a:cs typeface="微软雅黑" panose="020B0503020204020204" charset="-122"/>
            </a:endParaRPr>
          </a:p>
          <a:p>
            <a:pPr indent="355600" algn="just">
              <a:lnSpc>
                <a:spcPct val="200000"/>
              </a:lnSpc>
              <a:extLst>
                <a:ext uri="{35155182-B16C-46BC-9424-99874614C6A1}">
                  <wpsdc:indentchars xmlns:wpsdc="http://www.wps.cn/officeDocument/2017/drawingmlCustomData" val="200" checksum="3837665281"/>
                </a:ext>
              </a:extLst>
            </a:pPr>
            <a:r>
              <a:rPr lang="zh-CN" sz="1400" dirty="0">
                <a:latin typeface="微软雅黑" panose="020B0503020204020204" charset="-122"/>
                <a:ea typeface="微软雅黑" panose="020B0503020204020204" charset="-122"/>
                <a:cs typeface="微软雅黑" panose="020B0503020204020204" charset="-122"/>
              </a:rPr>
              <a:t>服务器防病毒系统必须重视集中的管理、监控和升级，提高管理效率，同时，因为服务器往往运行重要的应用服务，故应注意防病毒软件对服务器性能、功能以及稳定性的影响。</a:t>
            </a:r>
            <a:endParaRPr lang="zh-CN" sz="1400" dirty="0">
              <a:latin typeface="微软雅黑" panose="020B0503020204020204" charset="-122"/>
              <a:ea typeface="微软雅黑" panose="020B0503020204020204" charset="-122"/>
              <a:cs typeface="微软雅黑" panose="020B0503020204020204" charset="-122"/>
            </a:endParaRPr>
          </a:p>
        </p:txBody>
      </p:sp>
      <p:sp>
        <p:nvSpPr>
          <p:cNvPr id="40" name="Rectangle 3"/>
          <p:cNvSpPr>
            <a:spLocks noChangeArrowheads="1"/>
          </p:cNvSpPr>
          <p:nvPr/>
        </p:nvSpPr>
        <p:spPr bwMode="auto">
          <a:xfrm>
            <a:off x="766445" y="85915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rPr>
              <a:t>恶意代码防范实践</a:t>
            </a:r>
            <a:endParaRPr lang="zh-CN" altLang="en-US" sz="36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652145"/>
            <a:ext cx="10515600" cy="76962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pic>
        <p:nvPicPr>
          <p:cNvPr id="19" name="图片 18"/>
          <p:cNvPicPr>
            <a:picLocks noChangeAspect="1"/>
          </p:cNvPicPr>
          <p:nvPr/>
        </p:nvPicPr>
        <p:blipFill>
          <a:blip r:embed="rId1"/>
          <a:stretch>
            <a:fillRect/>
          </a:stretch>
        </p:blipFill>
        <p:spPr>
          <a:xfrm>
            <a:off x="4018280" y="1858645"/>
            <a:ext cx="3308350" cy="4287520"/>
          </a:xfrm>
          <a:prstGeom prst="rect">
            <a:avLst/>
          </a:prstGeom>
        </p:spPr>
      </p:pic>
      <p:sp>
        <p:nvSpPr>
          <p:cNvPr id="20" name="文本框 19"/>
          <p:cNvSpPr txBox="1"/>
          <p:nvPr/>
        </p:nvSpPr>
        <p:spPr>
          <a:xfrm>
            <a:off x="1180465" y="3267075"/>
            <a:ext cx="2781935" cy="1153160"/>
          </a:xfrm>
          <a:prstGeom prst="rect">
            <a:avLst/>
          </a:prstGeom>
          <a:noFill/>
        </p:spPr>
        <p:txBody>
          <a:bodyPr wrap="square" rtlCol="0">
            <a:spAutoFit/>
          </a:bodyPr>
          <a:lstStyle/>
          <a:p>
            <a:pPr>
              <a:lnSpc>
                <a:spcPct val="150000"/>
              </a:lnSpc>
            </a:pPr>
            <a:r>
              <a:rPr lang="zh-CN" b="1">
                <a:latin typeface="微软雅黑" panose="020B0503020204020204" charset="-122"/>
                <a:ea typeface="微软雅黑" panose="020B0503020204020204" charset="-122"/>
                <a:cs typeface="微软雅黑" panose="020B0503020204020204" charset="-122"/>
              </a:rPr>
              <a:t>安全基线</a:t>
            </a:r>
            <a:endParaRPr lang="zh-CN" b="1">
              <a:latin typeface="微软雅黑" panose="020B0503020204020204" charset="-122"/>
              <a:ea typeface="微软雅黑" panose="020B0503020204020204" charset="-122"/>
              <a:cs typeface="微软雅黑" panose="020B0503020204020204" charset="-122"/>
            </a:endParaRPr>
          </a:p>
          <a:p>
            <a:pPr marL="0" lvl="1">
              <a:lnSpc>
                <a:spcPct val="150000"/>
              </a:lnSpc>
            </a:pPr>
            <a:r>
              <a:rPr lang="zh-CN" altLang="zh-CN" sz="1400" dirty="0">
                <a:latin typeface="微软雅黑" panose="020B0503020204020204" charset="-122"/>
                <a:ea typeface="微软雅黑" panose="020B0503020204020204" charset="-122"/>
                <a:cs typeface="微软雅黑" panose="020B0503020204020204" charset="-122"/>
                <a:sym typeface="+mn-ea"/>
              </a:rPr>
              <a:t>基于安全基线的设备类安全加固是安全计算环境建设实践的方法</a:t>
            </a:r>
            <a:r>
              <a:rPr lang="zh-CN" altLang="zh-CN" sz="1400" b="1" dirty="0">
                <a:latin typeface="微软雅黑" panose="020B0503020204020204" charset="-122"/>
                <a:ea typeface="微软雅黑" panose="020B0503020204020204" charset="-122"/>
                <a:cs typeface="微软雅黑" panose="020B0503020204020204" charset="-122"/>
                <a:sym typeface="+mn-ea"/>
              </a:rPr>
              <a:t>。</a:t>
            </a:r>
            <a:endParaRPr lang="zh-CN" altLang="zh-CN" sz="1400" b="1" dirty="0">
              <a:latin typeface="微软雅黑" panose="020B0503020204020204" charset="-122"/>
              <a:ea typeface="微软雅黑" panose="020B0503020204020204" charset="-122"/>
              <a:cs typeface="微软雅黑" panose="020B0503020204020204" charset="-122"/>
              <a:sym typeface="+mn-ea"/>
            </a:endParaRPr>
          </a:p>
        </p:txBody>
      </p:sp>
      <p:cxnSp>
        <p:nvCxnSpPr>
          <p:cNvPr id="23" name="直接连接符 22"/>
          <p:cNvCxnSpPr/>
          <p:nvPr/>
        </p:nvCxnSpPr>
        <p:spPr>
          <a:xfrm>
            <a:off x="6283960" y="2286000"/>
            <a:ext cx="1114425" cy="0"/>
          </a:xfrm>
          <a:prstGeom prst="line">
            <a:avLst/>
          </a:prstGeom>
          <a:ln>
            <a:solidFill>
              <a:srgbClr val="0085D0"/>
            </a:solidFill>
            <a:headEnd type="ova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398385" y="1843405"/>
            <a:ext cx="0" cy="885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369560" y="3562350"/>
            <a:ext cx="2310130" cy="0"/>
          </a:xfrm>
          <a:prstGeom prst="line">
            <a:avLst/>
          </a:prstGeom>
          <a:ln>
            <a:solidFill>
              <a:srgbClr val="0085D0"/>
            </a:solidFill>
            <a:headEnd type="ova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679690" y="3119755"/>
            <a:ext cx="0" cy="885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722110" y="4933950"/>
            <a:ext cx="1219200" cy="0"/>
          </a:xfrm>
          <a:prstGeom prst="line">
            <a:avLst/>
          </a:prstGeom>
          <a:ln>
            <a:solidFill>
              <a:srgbClr val="0085D0"/>
            </a:solidFill>
            <a:headEnd type="ova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941310" y="4491355"/>
            <a:ext cx="0" cy="885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7555230" y="1583055"/>
            <a:ext cx="3332480" cy="1014730"/>
          </a:xfrm>
          <a:prstGeom prst="rect">
            <a:avLst/>
          </a:prstGeom>
          <a:noFill/>
        </p:spPr>
        <p:txBody>
          <a:bodyPr wrap="square" rtlCol="0">
            <a:spAutoFit/>
          </a:bodyPr>
          <a:lstStyle/>
          <a:p>
            <a:pPr>
              <a:lnSpc>
                <a:spcPct val="150000"/>
              </a:lnSpc>
              <a:buFont typeface="Wingdings" panose="05000000000000000000" pitchFamily="2" charset="2"/>
              <a:defRPr/>
            </a:pPr>
            <a:r>
              <a:rPr lang="zh-CN" altLang="en-US" sz="1600" b="1">
                <a:latin typeface="微软雅黑" panose="020B0503020204020204" charset="-122"/>
                <a:ea typeface="微软雅黑" panose="020B0503020204020204" charset="-122"/>
              </a:rPr>
              <a:t>服务器操作系统安全基线</a:t>
            </a:r>
            <a:endParaRPr lang="zh-CN" altLang="en-US" sz="1600" b="1">
              <a:latin typeface="微软雅黑" panose="020B0503020204020204" charset="-122"/>
              <a:ea typeface="微软雅黑" panose="020B0503020204020204" charset="-122"/>
            </a:endParaRPr>
          </a:p>
          <a:p>
            <a:pPr marL="213995" indent="-213995">
              <a:lnSpc>
                <a:spcPct val="150000"/>
              </a:lnSpc>
              <a:buFont typeface="Wingdings" panose="05000000000000000000" pitchFamily="2" charset="2"/>
              <a:buChar char="u"/>
              <a:defRPr/>
            </a:pPr>
            <a:r>
              <a:rPr lang="en-US" altLang="zh-CN" sz="1200" dirty="0">
                <a:solidFill>
                  <a:schemeClr val="bg1">
                    <a:lumMod val="50000"/>
                  </a:schemeClr>
                </a:solidFill>
                <a:latin typeface="微软雅黑" panose="020B0503020204020204" charset="-122"/>
                <a:ea typeface="微软雅黑" panose="020B0503020204020204" charset="-122"/>
                <a:sym typeface="+mn-ea"/>
              </a:rPr>
              <a:t>Windows</a:t>
            </a:r>
            <a:r>
              <a:rPr lang="zh-CN" altLang="en-US" sz="1200" dirty="0">
                <a:solidFill>
                  <a:schemeClr val="bg1">
                    <a:lumMod val="50000"/>
                  </a:schemeClr>
                </a:solidFill>
                <a:latin typeface="微软雅黑" panose="020B0503020204020204" charset="-122"/>
                <a:ea typeface="微软雅黑" panose="020B0503020204020204" charset="-122"/>
                <a:sym typeface="+mn-ea"/>
              </a:rPr>
              <a:t>操作系统</a:t>
            </a:r>
            <a:endParaRPr lang="zh-CN" altLang="en-US" sz="1200" dirty="0">
              <a:solidFill>
                <a:schemeClr val="bg1">
                  <a:lumMod val="50000"/>
                </a:schemeClr>
              </a:solidFill>
              <a:latin typeface="微软雅黑" panose="020B0503020204020204" charset="-122"/>
              <a:ea typeface="微软雅黑" panose="020B0503020204020204" charset="-122"/>
              <a:sym typeface="+mn-ea"/>
            </a:endParaRPr>
          </a:p>
          <a:p>
            <a:pPr marL="213995" indent="-213995">
              <a:lnSpc>
                <a:spcPct val="150000"/>
              </a:lnSpc>
              <a:buFont typeface="Wingdings" panose="05000000000000000000" pitchFamily="2" charset="2"/>
              <a:buChar char="u"/>
              <a:defRPr/>
            </a:pPr>
            <a:r>
              <a:rPr lang="en-US" altLang="zh-CN" sz="1200" dirty="0">
                <a:solidFill>
                  <a:schemeClr val="bg1">
                    <a:lumMod val="50000"/>
                  </a:schemeClr>
                </a:solidFill>
                <a:latin typeface="微软雅黑" panose="020B0503020204020204" charset="-122"/>
                <a:ea typeface="微软雅黑" panose="020B0503020204020204" charset="-122"/>
                <a:sym typeface="+mn-ea"/>
              </a:rPr>
              <a:t>CentOS</a:t>
            </a:r>
            <a:r>
              <a:rPr lang="zh-CN" altLang="en-US" sz="1200" dirty="0">
                <a:solidFill>
                  <a:schemeClr val="bg1">
                    <a:lumMod val="50000"/>
                  </a:schemeClr>
                </a:solidFill>
                <a:latin typeface="微软雅黑" panose="020B0503020204020204" charset="-122"/>
                <a:ea typeface="微软雅黑" panose="020B0503020204020204" charset="-122"/>
                <a:sym typeface="+mn-ea"/>
              </a:rPr>
              <a:t>操作系统</a:t>
            </a:r>
            <a:endParaRPr lang="zh-CN" altLang="en-US" sz="1200" dirty="0">
              <a:solidFill>
                <a:schemeClr val="bg1">
                  <a:lumMod val="50000"/>
                </a:schemeClr>
              </a:solidFill>
              <a:latin typeface="微软雅黑" panose="020B0503020204020204" charset="-122"/>
              <a:ea typeface="微软雅黑" panose="020B0503020204020204" charset="-122"/>
              <a:sym typeface="+mn-ea"/>
            </a:endParaRPr>
          </a:p>
        </p:txBody>
      </p:sp>
      <p:sp>
        <p:nvSpPr>
          <p:cNvPr id="30" name="文本框 29"/>
          <p:cNvSpPr txBox="1"/>
          <p:nvPr/>
        </p:nvSpPr>
        <p:spPr>
          <a:xfrm>
            <a:off x="7840980" y="2936240"/>
            <a:ext cx="3332480" cy="737235"/>
          </a:xfrm>
          <a:prstGeom prst="rect">
            <a:avLst/>
          </a:prstGeom>
          <a:noFill/>
        </p:spPr>
        <p:txBody>
          <a:bodyPr wrap="square" rtlCol="0">
            <a:spAutoFit/>
          </a:bodyPr>
          <a:lstStyle/>
          <a:p>
            <a:pPr>
              <a:lnSpc>
                <a:spcPct val="150000"/>
              </a:lnSpc>
            </a:pPr>
            <a:r>
              <a:rPr lang="zh-CN" altLang="en-US" sz="1600" b="1">
                <a:latin typeface="微软雅黑" panose="020B0503020204020204" charset="-122"/>
                <a:ea typeface="微软雅黑" panose="020B0503020204020204" charset="-122"/>
              </a:rPr>
              <a:t>数据库安全基线</a:t>
            </a:r>
            <a:endParaRPr lang="zh-CN" altLang="en-US" sz="1600" b="1">
              <a:latin typeface="微软雅黑" panose="020B0503020204020204" charset="-122"/>
              <a:ea typeface="微软雅黑" panose="020B0503020204020204" charset="-122"/>
            </a:endParaRPr>
          </a:p>
          <a:p>
            <a:pPr marL="213995" indent="-213995">
              <a:lnSpc>
                <a:spcPct val="150000"/>
              </a:lnSpc>
              <a:buFont typeface="Wingdings" panose="05000000000000000000" pitchFamily="2" charset="2"/>
              <a:buChar char="u"/>
              <a:defRPr/>
            </a:pPr>
            <a:r>
              <a:rPr lang="en-US" altLang="zh-CN" sz="1200" dirty="0" smtClean="0">
                <a:solidFill>
                  <a:schemeClr val="bg1">
                    <a:lumMod val="50000"/>
                  </a:schemeClr>
                </a:solidFill>
                <a:latin typeface="微软雅黑" panose="020B0503020204020204" charset="-122"/>
                <a:ea typeface="微软雅黑" panose="020B0503020204020204" charset="-122"/>
                <a:sym typeface="+mn-ea"/>
              </a:rPr>
              <a:t>Oracle</a:t>
            </a:r>
            <a:r>
              <a:rPr lang="zh-CN" altLang="en-US" sz="1200" dirty="0" smtClean="0">
                <a:solidFill>
                  <a:schemeClr val="bg1">
                    <a:lumMod val="50000"/>
                  </a:schemeClr>
                </a:solidFill>
                <a:latin typeface="微软雅黑" panose="020B0503020204020204" charset="-122"/>
                <a:ea typeface="微软雅黑" panose="020B0503020204020204" charset="-122"/>
                <a:sym typeface="+mn-ea"/>
              </a:rPr>
              <a:t>数据库</a:t>
            </a:r>
            <a:endParaRPr lang="zh-CN" altLang="en-US" sz="1200" dirty="0" smtClean="0">
              <a:solidFill>
                <a:schemeClr val="bg1">
                  <a:lumMod val="50000"/>
                </a:schemeClr>
              </a:solidFill>
              <a:latin typeface="微软雅黑" panose="020B0503020204020204" charset="-122"/>
              <a:ea typeface="微软雅黑" panose="020B0503020204020204" charset="-122"/>
              <a:sym typeface="+mn-ea"/>
            </a:endParaRPr>
          </a:p>
        </p:txBody>
      </p:sp>
      <p:sp>
        <p:nvSpPr>
          <p:cNvPr id="32" name="文本框 31"/>
          <p:cNvSpPr txBox="1"/>
          <p:nvPr/>
        </p:nvSpPr>
        <p:spPr>
          <a:xfrm>
            <a:off x="8107680" y="4289425"/>
            <a:ext cx="3332480" cy="737235"/>
          </a:xfrm>
          <a:prstGeom prst="rect">
            <a:avLst/>
          </a:prstGeom>
          <a:noFill/>
        </p:spPr>
        <p:txBody>
          <a:bodyPr wrap="square" rtlCol="0">
            <a:spAutoFit/>
          </a:bodyPr>
          <a:lstStyle/>
          <a:p>
            <a:pPr>
              <a:lnSpc>
                <a:spcPct val="150000"/>
              </a:lnSpc>
              <a:buFont typeface="Wingdings" panose="05000000000000000000" pitchFamily="2" charset="2"/>
              <a:defRPr/>
            </a:pPr>
            <a:r>
              <a:rPr lang="zh-CN" altLang="en-US" sz="1600" b="1">
                <a:latin typeface="微软雅黑" panose="020B0503020204020204" charset="-122"/>
                <a:ea typeface="微软雅黑" panose="020B0503020204020204" charset="-122"/>
              </a:rPr>
              <a:t>网络设备安全基线</a:t>
            </a:r>
            <a:endParaRPr lang="zh-CN" altLang="en-US" sz="1600" b="1">
              <a:latin typeface="微软雅黑" panose="020B0503020204020204" charset="-122"/>
              <a:ea typeface="微软雅黑" panose="020B0503020204020204" charset="-122"/>
            </a:endParaRPr>
          </a:p>
          <a:p>
            <a:pPr marL="213995" indent="-213995">
              <a:lnSpc>
                <a:spcPct val="150000"/>
              </a:lnSpc>
              <a:buFont typeface="Wingdings" panose="05000000000000000000" pitchFamily="2" charset="2"/>
              <a:buChar char="u"/>
              <a:defRPr/>
            </a:pPr>
            <a:r>
              <a:rPr lang="zh-CN" altLang="en-US" sz="1200" dirty="0" smtClean="0">
                <a:solidFill>
                  <a:schemeClr val="bg1">
                    <a:lumMod val="50000"/>
                  </a:schemeClr>
                </a:solidFill>
                <a:latin typeface="微软雅黑" panose="020B0503020204020204" charset="-122"/>
                <a:ea typeface="微软雅黑" panose="020B0503020204020204" charset="-122"/>
                <a:sym typeface="+mn-ea"/>
              </a:rPr>
              <a:t>华为路由器</a:t>
            </a:r>
            <a:endParaRPr lang="zh-CN" altLang="en-US" sz="1200" dirty="0" smtClean="0">
              <a:solidFill>
                <a:schemeClr val="bg1">
                  <a:lumMod val="50000"/>
                </a:schemeClr>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652145"/>
            <a:ext cx="10515600" cy="657225"/>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（一）操作系统安全配置基线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1271270" y="2277110"/>
            <a:ext cx="10208260" cy="3538220"/>
          </a:xfrm>
          <a:prstGeom prst="rect">
            <a:avLst/>
          </a:prstGeom>
          <a:noFill/>
          <a:ln w="9525">
            <a:noFill/>
          </a:ln>
        </p:spPr>
        <p:txBody>
          <a:bodyPr wrap="square">
            <a:spAutoFit/>
          </a:bodyPr>
          <a:lstStyle/>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基于网络安全等级保护基本要求中安全计算环境对服务器（操作系统）的要求，在网络安全建设时，应对操作系统基于自身安全策略进行安全配置。操作系统安全配置主要有下面几个方面的内容。</a:t>
            </a:r>
            <a:endParaRPr lang="zh-CN" sz="1400">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账户及口令策略</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认证和授权</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安全审计</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入侵防范</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恶意代码防范</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其他项</a:t>
            </a:r>
            <a:endParaRPr lang="zh-CN" sz="1400"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8200" y="580390"/>
            <a:ext cx="10515600" cy="716915"/>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（一）操作系统安全配置基线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zh-CN" sz="1800" b="1">
                <a:latin typeface="微软雅黑" panose="020B0503020204020204" charset="-122"/>
                <a:ea typeface="微软雅黑" panose="020B0503020204020204" charset="-122"/>
                <a:cs typeface="微软雅黑" panose="020B0503020204020204" charset="-122"/>
              </a:rPr>
              <a:t>1 ）</a:t>
            </a:r>
            <a:r>
              <a:rPr lang="zh-CN" sz="1800" b="1">
                <a:latin typeface="微软雅黑" panose="020B0503020204020204" charset="-122"/>
                <a:ea typeface="微软雅黑" panose="020B0503020204020204" charset="-122"/>
                <a:cs typeface="微软雅黑" panose="020B0503020204020204" charset="-122"/>
                <a:sym typeface="+mn-ea"/>
              </a:rPr>
              <a:t>账户及口令策略</a:t>
            </a:r>
            <a:endParaRPr lang="zh-CN" sz="1800" b="1">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custDataLst>
              <p:tags r:id="rId1"/>
            </p:custDataLst>
          </p:nvPr>
        </p:nvGraphicFramePr>
        <p:xfrm>
          <a:off x="868045" y="3068955"/>
          <a:ext cx="10840720" cy="3459988"/>
        </p:xfrm>
        <a:graphic>
          <a:graphicData uri="http://schemas.openxmlformats.org/drawingml/2006/table">
            <a:tbl>
              <a:tblPr firstRow="1" bandRow="1">
                <a:tableStyleId>{5940675A-B579-460E-94D1-54222C63F5DA}</a:tableStyleId>
              </a:tblPr>
              <a:tblGrid>
                <a:gridCol w="899160"/>
                <a:gridCol w="1694180"/>
                <a:gridCol w="1932305"/>
                <a:gridCol w="6315075"/>
              </a:tblGrid>
              <a:tr h="508000">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序号</a:t>
                      </a:r>
                      <a:endParaRPr lang="en-US" sz="1600" b="1" spc="130">
                        <a:solidFill>
                          <a:srgbClr val="FFFFFF"/>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配置内容</a:t>
                      </a:r>
                      <a:endParaRPr lang="en-US" sz="16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操作系统类型</a:t>
                      </a:r>
                      <a:endParaRPr lang="en-US" sz="16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安全基线</a:t>
                      </a:r>
                      <a:endParaRPr lang="en-US" sz="16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58166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1</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rowSpan="2">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不同的用户分配不同的账号</a:t>
                      </a:r>
                      <a:endParaRPr 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Windows</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进入“控制面板-&gt;管理工具-&gt;计算机管理”，在“系统工具-&gt;本地用户和组”：根据系统的要求，设定不同的账户和账户组，管理员用户，数据库用户，审计用户，来宾用户。</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FFFFF"/>
                    </a:solidFill>
                  </a:tcPr>
                </a:tc>
              </a:tr>
              <a:tr h="72771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2</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vMerge="1">
                  <a:tcPr marL="177800" marR="177800" marT="107950" marB="107950" anchor="ctr">
                    <a:lnL w="3175">
                      <a:solidFill>
                        <a:srgbClr val="76889C"/>
                      </a:solidFill>
                      <a:prstDash val="dot"/>
                    </a:lnL>
                    <a:lnR w="3175">
                      <a:solidFill>
                        <a:srgbClr val="76889C"/>
                      </a:solidFill>
                      <a:prstDash val="dot"/>
                    </a:lnR>
                    <a:lnT w="9525">
                      <a:solidFill>
                        <a:srgbClr val="646464"/>
                      </a:solidFill>
                      <a:prstDash val="sysDash"/>
                    </a:lnT>
                    <a:lnB w="3175">
                      <a:solidFill>
                        <a:srgbClr val="76889C"/>
                      </a:solidFill>
                      <a:prstDash val="dot"/>
                    </a:lnB>
                    <a:lnTlToBr>
                      <a:noFill/>
                    </a:lnTlToBr>
                    <a:lnBlToTr>
                      <a:noFill/>
                    </a:lnBlToTr>
                    <a:solidFill>
                      <a:srgbClr val="F2F2F2"/>
                    </a:solidFill>
                  </a:tcPr>
                </a:tc>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根据用户需求为用户创建账号：</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#useradd username   #创建账号</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#passwd username   #设置密码</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102743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3</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删除系统无用账号</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Windows</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Windows操作系统，需停用账号：guest、Krbtgt，可参考配置：</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进入“控制面板-&gt;管理工具-&gt;计算机管理”，在“系统工具-&gt;本地用户和组”，停用无用账号</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15900" y="836930"/>
          <a:ext cx="11760200" cy="5946775"/>
        </p:xfrm>
        <a:graphic>
          <a:graphicData uri="http://schemas.openxmlformats.org/drawingml/2006/table">
            <a:tbl>
              <a:tblPr firstRow="1" bandRow="1">
                <a:tableStyleId>{5940675A-B579-460E-94D1-54222C63F5DA}</a:tableStyleId>
              </a:tblPr>
              <a:tblGrid>
                <a:gridCol w="576580"/>
                <a:gridCol w="1588770"/>
                <a:gridCol w="1435100"/>
                <a:gridCol w="8159750"/>
              </a:tblGrid>
              <a:tr h="389890">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序号</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配置内容</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操作系统类型</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安全基线</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1073150">
                <a:tc>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4</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重命名Administrator禁用guest（来宾）账号</a:t>
                      </a:r>
                      <a:endParaRPr 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rPr>
                        <a:t>Windows</a:t>
                      </a:r>
                      <a:endParaRPr lang="en-US" altLang="en-US" sz="12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开始-&gt;运行-&gt;gpedit.msc-&gt;计算机配置-&gt;Windows设置-&gt;安全设置-&gt;本地策略-&gt;安全选项：</a:t>
                      </a:r>
                      <a:endParaRPr lang="en-US" sz="12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账户: 重命名管理员账户-&gt;属性-&gt;修改管理员账户名进入“控制面板-&gt;管理工具-&gt;计算机管理”，在“系统工具-&gt;本地用户和组”：Guest 账号-&gt;属性－&gt; 账号已禁用</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FFFFF"/>
                    </a:solidFill>
                  </a:tcPr>
                </a:tc>
              </a:tr>
              <a:tr h="1072515">
                <a:tc>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5</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限制具备超级管理员权限的root用户远程登录</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远程执行管理员权限操作，应先以普通权限用户远程登录后，再su到超级管理员root账号。参考配置：SSH :#ⅵ / etc/ssh/sshd_config  将配置：PermitRootLogin yes 修改为PermitRootLogin no重启sshd服务：</a:t>
                      </a:r>
                      <a:endParaRPr lang="en-US" sz="12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#service sshd restart 修改配置仅允许管理员CONSOLE登录：在etc/securetty文件中配置：CONSOLE =  /dev/tty01</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604520">
                <a:tc>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6</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rPr>
                        <a:t>不存在空口令账号</a:t>
                      </a:r>
                      <a:endParaRPr lang="en-US" altLang="en-US" sz="12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CentOS参考配置操作： awk -F: '（$2 == ""）{print $1}' /etc/passwd 先查出口令为空的账户，然后用root用户登陆，执行passwd命令，给用户增加口令。</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838200">
                <a:tc rowSpan="2">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7</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3175">
                      <a:solidFill>
                        <a:srgbClr val="76889C"/>
                      </a:solidFill>
                      <a:prstDash val="dot"/>
                    </a:lnT>
                    <a:lnB w="19050">
                      <a:solidFill>
                        <a:srgbClr val="76889C"/>
                      </a:solidFill>
                      <a:prstDash val="solid"/>
                    </a:lnB>
                    <a:lnTlToBr>
                      <a:noFill/>
                    </a:lnTlToBr>
                    <a:lnBlToTr>
                      <a:noFill/>
                    </a:lnBlToTr>
                    <a:solidFill>
                      <a:srgbClr val="FFFFFF"/>
                    </a:solidFill>
                  </a:tcPr>
                </a:tc>
                <a:tc rowSpan="2">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rPr>
                        <a:t>配置强制的口令复杂的策略，定期更换口令</a:t>
                      </a:r>
                      <a:endParaRPr lang="en-US" altLang="en-US" sz="12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19050">
                      <a:solidFill>
                        <a:srgbClr val="76889C"/>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rPr>
                        <a:t>Windows</a:t>
                      </a:r>
                      <a:endParaRPr lang="en-US" altLang="en-US" sz="12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Windows操作系统，参考下列配置进入“控制面板-&gt;管理工具-&gt;本地安全策略”，在“账户策略-&gt;密码策略”：“密码必须符合复杂性要求”选择“已启动”“密码长度最小值”设置为“8”进入“控制面板-&gt;管理工具-&gt;本地安全策略”，在“账户策略-&gt;密码策略”： “密码最长使用期限”设置为“90天”</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1776095">
                <a:tc vMerge="1">
                  <a:tcPr>
                    <a:lnL w="19050" cap="rnd">
                      <a:solidFill>
                        <a:srgbClr val="76889C"/>
                      </a:solidFill>
                      <a:prstDash val="solid"/>
                    </a:lnL>
                    <a:lnR w="3175">
                      <a:solidFill>
                        <a:srgbClr val="76889C"/>
                      </a:solidFill>
                      <a:prstDash val="dot"/>
                    </a:lnR>
                    <a:lnB w="19050" cap="rnd">
                      <a:solidFill>
                        <a:srgbClr val="76889C"/>
                      </a:solidFill>
                      <a:prstDash val="solid"/>
                    </a:lnB>
                  </a:tcPr>
                </a:tc>
                <a:tc vMerge="1">
                  <a:tcPr>
                    <a:lnL w="3175">
                      <a:solidFill>
                        <a:srgbClr val="76889C"/>
                      </a:solidFill>
                      <a:prstDash val="dot"/>
                    </a:lnL>
                    <a:lnR w="3175">
                      <a:solidFill>
                        <a:srgbClr val="76889C"/>
                      </a:solidFill>
                      <a:prstDash val="dot"/>
                    </a:lnR>
                    <a:lnB w="19050" cap="rnd">
                      <a:solidFill>
                        <a:srgbClr val="76889C"/>
                      </a:solidFill>
                      <a:prstDash val="solid"/>
                    </a:lnB>
                  </a:tcPr>
                </a:tc>
                <a:tc>
                  <a:txBody>
                    <a:bodyPr/>
                    <a:lstStyle/>
                    <a:p>
                      <a:pPr indent="0" algn="ctr">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CentOS参考配置操作： </a:t>
                      </a:r>
                      <a:endParaRPr lang="en-US" sz="12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 ⅵ /etc/login.defs 将PASS_MIN_LEN 5 改为PASS_MIN_LEN 8，如果没有这行，可以自行加入。</a:t>
                      </a:r>
                      <a:endParaRPr lang="en-US" sz="12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200" b="0" spc="60">
                          <a:solidFill>
                            <a:srgbClr val="404040"/>
                          </a:solidFill>
                          <a:latin typeface="微软雅黑" panose="020B0503020204020204" charset="-122"/>
                          <a:ea typeface="微软雅黑" panose="020B0503020204020204" charset="-122"/>
                          <a:cs typeface="微软雅黑" panose="020B0503020204020204" charset="-122"/>
                        </a:rPr>
                        <a:t>#ⅵ /etc/login.defs加入PASS_MAX_DAYS=90    PASS_MIN_DAYS=0 或使用 pam pam_cracklib module 或 pam_passwdqc module 实现密码复杂度，两者不能同时使用。如配置密码长度最小 8 位，至少包含大小写字母、数字、其他字符中的两类，并对 root 用户生效，配置如下：# ⅵ /etc/pam.d/system-authpassword   requisite  pam_cracklib.so dcredit=-1 ucredit=-1 lcredit=-1 ocredit=-1 minclass=2 minlen=8  enforce_for_rootpassword    sufficient   pam_unix.so md5 shadow nullok try_first_pass use_authtok</a:t>
                      </a:r>
                      <a:endParaRPr lang="en-US" altLang="en-US" sz="12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
        <p:nvSpPr>
          <p:cNvPr id="5" name="文本框 4"/>
          <p:cNvSpPr txBox="1"/>
          <p:nvPr/>
        </p:nvSpPr>
        <p:spPr>
          <a:xfrm>
            <a:off x="263525" y="188595"/>
            <a:ext cx="5264785" cy="368300"/>
          </a:xfrm>
          <a:prstGeom prst="rect">
            <a:avLst/>
          </a:prstGeom>
          <a:noFill/>
        </p:spPr>
        <p:txBody>
          <a:bodyPr wrap="square" rtlCol="0">
            <a:spAutoFit/>
          </a:bodyPr>
          <a:lstStyle/>
          <a:p>
            <a:pPr marL="0" lvl="1" algn="l">
              <a:lnSpc>
                <a:spcPct val="100000"/>
              </a:lnSpc>
              <a:buClrTx/>
              <a:buSzTx/>
              <a:buFontTx/>
            </a:pPr>
            <a:r>
              <a:rPr lang="zh-CN" sz="1800" b="1">
                <a:latin typeface="微软雅黑" panose="020B0503020204020204" charset="-122"/>
                <a:ea typeface="微软雅黑" panose="020B0503020204020204" charset="-122"/>
                <a:cs typeface="微软雅黑" panose="020B0503020204020204" charset="-122"/>
              </a:rPr>
              <a:t>1 ）</a:t>
            </a:r>
            <a:r>
              <a:rPr lang="zh-CN" sz="1800" b="1">
                <a:latin typeface="微软雅黑" panose="020B0503020204020204" charset="-122"/>
                <a:ea typeface="微软雅黑" panose="020B0503020204020204" charset="-122"/>
                <a:cs typeface="微软雅黑" panose="020B0503020204020204" charset="-122"/>
                <a:sym typeface="+mn-ea"/>
              </a:rPr>
              <a:t>账户及口令策略</a:t>
            </a:r>
            <a:endParaRPr lang="zh-CN" sz="18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580390"/>
            <a:ext cx="10515600" cy="833755"/>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（一）操作系统安全配置基线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2</a:t>
            </a:r>
            <a:r>
              <a:rPr lang="zh-CN" sz="1800" b="1">
                <a:latin typeface="微软雅黑" panose="020B0503020204020204" charset="-122"/>
                <a:ea typeface="微软雅黑" panose="020B0503020204020204" charset="-122"/>
                <a:cs typeface="微软雅黑" panose="020B0503020204020204" charset="-122"/>
              </a:rPr>
              <a:t> ）</a:t>
            </a:r>
            <a:r>
              <a:rPr lang="zh-CN" sz="1800" b="1">
                <a:latin typeface="微软雅黑" panose="020B0503020204020204" charset="-122"/>
                <a:ea typeface="微软雅黑" panose="020B0503020204020204" charset="-122"/>
                <a:cs typeface="微软雅黑" panose="020B0503020204020204" charset="-122"/>
                <a:sym typeface="+mn-ea"/>
              </a:rPr>
              <a:t>认证和授权</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表格 6"/>
          <p:cNvGraphicFramePr/>
          <p:nvPr>
            <p:custDataLst>
              <p:tags r:id="rId1"/>
            </p:custDataLst>
          </p:nvPr>
        </p:nvGraphicFramePr>
        <p:xfrm>
          <a:off x="767715" y="2781300"/>
          <a:ext cx="10931525" cy="3689350"/>
        </p:xfrm>
        <a:graphic>
          <a:graphicData uri="http://schemas.openxmlformats.org/drawingml/2006/table">
            <a:tbl>
              <a:tblPr firstRow="1" bandRow="1">
                <a:tableStyleId>{5940675A-B579-460E-94D1-54222C63F5DA}</a:tableStyleId>
              </a:tblPr>
              <a:tblGrid>
                <a:gridCol w="735965"/>
                <a:gridCol w="1304925"/>
                <a:gridCol w="1873885"/>
                <a:gridCol w="7016750"/>
              </a:tblGrid>
              <a:tr h="364490">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序号</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配置内容</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操作系统类型</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安全基线</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1150620">
                <a:tc>
                  <a:txBody>
                    <a:bodyPr/>
                    <a:lstStyle/>
                    <a:p>
                      <a:pPr indent="0" algn="ctr">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rPr>
                        <a:t>1</a:t>
                      </a:r>
                      <a:endParaRPr lang="en-US" altLang="en-US" sz="14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rowSpan="2">
                  <a:txBody>
                    <a:bodyPr/>
                    <a:lstStyle/>
                    <a:p>
                      <a:pPr indent="0" algn="l">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rPr>
                        <a:t>配置登录失败锁定策略</a:t>
                      </a:r>
                      <a:endParaRPr lang="en-US" sz="14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19050">
                      <a:solidFill>
                        <a:srgbClr val="76889C"/>
                      </a:solidFill>
                      <a:prstDash val="solid"/>
                    </a:lnT>
                    <a:lnB w="19050" cap="rnd">
                      <a:solidFill>
                        <a:srgbClr val="76889C"/>
                      </a:solidFill>
                      <a:prstDash val="solid"/>
                    </a:lnB>
                    <a:lnTlToBr>
                      <a:noFill/>
                    </a:lnTlToBr>
                    <a:lnBlToTr>
                      <a:noFill/>
                    </a:lnBlToTr>
                    <a:solidFill>
                      <a:srgbClr val="F2F2F2"/>
                    </a:solidFill>
                  </a:tcPr>
                </a:tc>
                <a:tc>
                  <a:txBody>
                    <a:bodyPr/>
                    <a:lstStyle/>
                    <a:p>
                      <a:pPr indent="0" algn="ctr">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rPr>
                        <a:t>Windows</a:t>
                      </a:r>
                      <a:endParaRPr lang="en-US" altLang="en-US" sz="14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cs typeface="微软雅黑" panose="020B0503020204020204" charset="-122"/>
                        </a:rPr>
                        <a:t>进入“控制面板-&gt;管理工具-&gt;本地安全策略”，在“账户策略-&gt;密码策略”：“强制密码历史”设置为“记住5个密码”；进入“控制面板-&gt;管理工具-&gt;本地安全策略”，在“账户策略-&gt;账户锁定策略”：“账户锁定阈值”设置为：6次“账户锁定时间”设置为：30分钟</a:t>
                      </a:r>
                      <a:endParaRPr lang="en-US" altLang="en-US" sz="14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2174240">
                <a:tc>
                  <a:txBody>
                    <a:bodyPr/>
                    <a:lstStyle/>
                    <a:p>
                      <a:pPr indent="0" algn="ctr">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rPr>
                        <a:t>2</a:t>
                      </a:r>
                      <a:endParaRPr lang="en-US" altLang="en-US" sz="14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vMerge="1">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4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cs typeface="微软雅黑" panose="020B0503020204020204" charset="-122"/>
                        </a:rPr>
                        <a:t># ⅵ /etc/pam.d/system-authauth required pam_tally2.so even_deny_root deny=3 unlock_time=120 其中，even_deny_root表示包含root用户，deny表示拒绝次数，unlock_time表示解锁时间设置SSH空闲超时退出时间：</a:t>
                      </a:r>
                      <a:endParaRPr lang="en-US" sz="14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60">
                          <a:solidFill>
                            <a:srgbClr val="404040"/>
                          </a:solidFill>
                          <a:latin typeface="微软雅黑" panose="020B0503020204020204" charset="-122"/>
                          <a:ea typeface="微软雅黑" panose="020B0503020204020204" charset="-122"/>
                          <a:cs typeface="微软雅黑" panose="020B0503020204020204" charset="-122"/>
                        </a:rPr>
                        <a:t>#ⅵ /etc/ssh/sshd_config，将ClientAliveInterval 设置为300到900，即5-15分钟，将ClientAliveCountMax设置为0, ClientAliveInterval 900   ClientAliveCountMax 0在/etc/ssh/sshd_config中取消MaxAuthTries注释符号#，设置最大密码尝试失败次数3-6，建议为5：MaxAuthTries 5在#ⅵ /etc/profile最后一行，增加TMOUT=1800。</a:t>
                      </a:r>
                      <a:endParaRPr lang="en-US" altLang="en-US" sz="14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1135" y="76517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sym typeface="+mn-ea"/>
              </a:rPr>
              <a:t>2) </a:t>
            </a:r>
            <a:r>
              <a:rPr lang="zh-CN" sz="1800" b="1">
                <a:latin typeface="微软雅黑" panose="020B0503020204020204" charset="-122"/>
                <a:ea typeface="微软雅黑" panose="020B0503020204020204" charset="-122"/>
                <a:cs typeface="微软雅黑" panose="020B0503020204020204" charset="-122"/>
                <a:sym typeface="+mn-ea"/>
              </a:rPr>
              <a:t>认证和授权</a:t>
            </a:r>
            <a:endParaRPr lang="zh-CN" sz="1800" b="1">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custDataLst>
              <p:tags r:id="rId1"/>
            </p:custDataLst>
          </p:nvPr>
        </p:nvGraphicFramePr>
        <p:xfrm>
          <a:off x="215900" y="1268583"/>
          <a:ext cx="11760200" cy="4730115"/>
        </p:xfrm>
        <a:graphic>
          <a:graphicData uri="http://schemas.openxmlformats.org/drawingml/2006/table">
            <a:tbl>
              <a:tblPr firstRow="1" bandRow="1">
                <a:tableStyleId>{5940675A-B579-460E-94D1-54222C63F5DA}</a:tableStyleId>
              </a:tblPr>
              <a:tblGrid>
                <a:gridCol w="792480"/>
                <a:gridCol w="1619885"/>
                <a:gridCol w="2068830"/>
                <a:gridCol w="7279005"/>
              </a:tblGrid>
              <a:tr h="508000">
                <a:tc>
                  <a:txBody>
                    <a:bodyPr/>
                    <a:lstStyle/>
                    <a:p>
                      <a:pPr indent="0" algn="ctr">
                        <a:lnSpc>
                          <a:spcPct val="120000"/>
                        </a:lnSpc>
                        <a:spcBef>
                          <a:spcPts val="0"/>
                        </a:spcBef>
                        <a:spcAft>
                          <a:spcPts val="0"/>
                        </a:spcAft>
                        <a:buNone/>
                      </a:pPr>
                      <a:r>
                        <a:rPr lang="en-US" sz="1600" b="1" spc="120">
                          <a:solidFill>
                            <a:srgbClr val="FFFFFF"/>
                          </a:solidFill>
                          <a:latin typeface="微软雅黑" panose="020B0503020204020204" charset="-122"/>
                          <a:ea typeface="微软雅黑" panose="020B0503020204020204" charset="-122"/>
                        </a:rPr>
                        <a:t>序号</a:t>
                      </a:r>
                      <a:endParaRPr lang="en-US" sz="1600" b="1" spc="120">
                        <a:solidFill>
                          <a:srgbClr val="FFFFFF"/>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20">
                          <a:solidFill>
                            <a:srgbClr val="FFFFFF"/>
                          </a:solidFill>
                          <a:latin typeface="微软雅黑" panose="020B0503020204020204" charset="-122"/>
                          <a:ea typeface="微软雅黑" panose="020B0503020204020204" charset="-122"/>
                        </a:rPr>
                        <a:t>配置内容</a:t>
                      </a:r>
                      <a:endParaRPr lang="en-US" sz="1600" b="1" spc="12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20">
                          <a:solidFill>
                            <a:srgbClr val="FFFFFF"/>
                          </a:solidFill>
                          <a:latin typeface="微软雅黑" panose="020B0503020204020204" charset="-122"/>
                          <a:ea typeface="微软雅黑" panose="020B0503020204020204" charset="-122"/>
                        </a:rPr>
                        <a:t>操作系统类型</a:t>
                      </a:r>
                      <a:endParaRPr lang="en-US" sz="1600" b="1" spc="12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20">
                          <a:solidFill>
                            <a:srgbClr val="FFFFFF"/>
                          </a:solidFill>
                          <a:latin typeface="微软雅黑" panose="020B0503020204020204" charset="-122"/>
                          <a:ea typeface="微软雅黑" panose="020B0503020204020204" charset="-122"/>
                        </a:rPr>
                        <a:t>安全基线</a:t>
                      </a:r>
                      <a:endParaRPr lang="en-US" sz="1600" b="1" spc="12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983615">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3</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rowSpan="2">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远程管理系统保障数据加密传输</a:t>
                      </a:r>
                      <a:endParaRPr 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Windows</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在命令行输入“gpedit.msc”，弹出“本地组策略编辑器”窗口，在“本地计算机 策略-&gt;计算机配置-&gt;管理模板-&gt;Windows组件-&gt;远程桌面服务-&gt;远程桌面会话主机-&gt;安全”中进行参数配置，采取加密的RDP协议。</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FFFFF"/>
                    </a:solidFill>
                  </a:tcPr>
                </a:tc>
              </a:tr>
              <a:tr h="72771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4</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vMerge="1">
                  <a:tcPr>
                    <a:lnL w="3175">
                      <a:solidFill>
                        <a:srgbClr val="76889C"/>
                      </a:solidFill>
                      <a:prstDash val="dot"/>
                    </a:lnL>
                    <a:lnR w="3175">
                      <a:solidFill>
                        <a:srgbClr val="76889C"/>
                      </a:solidFill>
                      <a:prstDash val="dot"/>
                    </a:lnR>
                    <a:lnB w="3175">
                      <a:solidFill>
                        <a:srgbClr val="76889C"/>
                      </a:solidFill>
                      <a:prstDash val="dot"/>
                    </a:lnB>
                  </a:tcPr>
                </a:tc>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从http://www.openssh.com/下载SSH并安装到系统，在远程管理服务器时，使用ssh远程登录Linux系统，默认Linux系统已经启用ssh。</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2007235">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5</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设置允许访问服务器的IP访问控制列表</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1） 编辑hosts.deny文件ⅵ /etc/hosts.deny，加入下面该行： # Deny access to everyone.  ALL: ALL@ALL, PARANOID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2） 编辑hosts.allow文件ⅵ /etc/hosts.allow，加入允许访问的主机列表，比如：  ftp: 10.87.56.1  webhost  10.87.56.1和webhost是允许访问ftp服务的IP地址和主机名称。</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 3） tcpdchk程序是TCP_Wrapper设置检查程序。它用来检查你的TCP_Wrapper设置，并报告发现的潜在的和真实的问题。</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设置完后，运行下面这个命令： # tcpdchk</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8200" y="652145"/>
            <a:ext cx="10515600" cy="692785"/>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（一）操作系统安全配置基线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3</a:t>
            </a:r>
            <a:r>
              <a:rPr lang="zh-CN" sz="1800" b="1">
                <a:latin typeface="微软雅黑" panose="020B0503020204020204" charset="-122"/>
                <a:ea typeface="微软雅黑" panose="020B0503020204020204" charset="-122"/>
                <a:cs typeface="微软雅黑" panose="020B0503020204020204" charset="-122"/>
              </a:rPr>
              <a:t> ）</a:t>
            </a:r>
            <a:r>
              <a:rPr lang="zh-CN" sz="1800" b="1">
                <a:latin typeface="微软雅黑" panose="020B0503020204020204" charset="-122"/>
                <a:ea typeface="微软雅黑" panose="020B0503020204020204" charset="-122"/>
                <a:cs typeface="微软雅黑" panose="020B0503020204020204" charset="-122"/>
                <a:sym typeface="+mn-ea"/>
              </a:rPr>
              <a:t>安全审计</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6" name="表格 5"/>
          <p:cNvGraphicFramePr/>
          <p:nvPr>
            <p:custDataLst>
              <p:tags r:id="rId1"/>
            </p:custDataLst>
          </p:nvPr>
        </p:nvGraphicFramePr>
        <p:xfrm>
          <a:off x="839470" y="2997200"/>
          <a:ext cx="11110595" cy="3728720"/>
        </p:xfrm>
        <a:graphic>
          <a:graphicData uri="http://schemas.openxmlformats.org/drawingml/2006/table">
            <a:tbl>
              <a:tblPr firstRow="1" bandRow="1">
                <a:tableStyleId>{5940675A-B579-460E-94D1-54222C63F5DA}</a:tableStyleId>
              </a:tblPr>
              <a:tblGrid>
                <a:gridCol w="812165"/>
                <a:gridCol w="1979295"/>
                <a:gridCol w="1873250"/>
                <a:gridCol w="6445885"/>
              </a:tblGrid>
              <a:tr h="490220">
                <a:tc>
                  <a:txBody>
                    <a:bodyPr/>
                    <a:lstStyle/>
                    <a:p>
                      <a:pPr indent="0" algn="ctr">
                        <a:lnSpc>
                          <a:spcPct val="120000"/>
                        </a:lnSpc>
                        <a:spcBef>
                          <a:spcPts val="0"/>
                        </a:spcBef>
                        <a:spcAft>
                          <a:spcPts val="0"/>
                        </a:spcAft>
                        <a:buNone/>
                      </a:pPr>
                      <a:r>
                        <a:rPr lang="en-US" sz="1500" b="1" spc="120">
                          <a:solidFill>
                            <a:srgbClr val="646464"/>
                          </a:solidFill>
                          <a:latin typeface="微软雅黑" panose="020B0503020204020204" charset="-122"/>
                          <a:ea typeface="微软雅黑" panose="020B0503020204020204" charset="-122"/>
                        </a:rPr>
                        <a:t>序号</a:t>
                      </a:r>
                      <a:endParaRPr 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500" b="1" spc="120">
                          <a:solidFill>
                            <a:srgbClr val="646464"/>
                          </a:solidFill>
                          <a:latin typeface="微软雅黑" panose="020B0503020204020204" charset="-122"/>
                          <a:ea typeface="微软雅黑" panose="020B0503020204020204" charset="-122"/>
                        </a:rPr>
                        <a:t>配置内容</a:t>
                      </a:r>
                      <a:endParaRPr 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500" b="1" spc="120">
                          <a:solidFill>
                            <a:srgbClr val="646464"/>
                          </a:solidFill>
                          <a:latin typeface="微软雅黑" panose="020B0503020204020204" charset="-122"/>
                          <a:ea typeface="微软雅黑" panose="020B0503020204020204" charset="-122"/>
                        </a:rPr>
                        <a:t>操作系统类型</a:t>
                      </a:r>
                      <a:endParaRPr 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500" b="1" spc="120">
                          <a:solidFill>
                            <a:srgbClr val="646464"/>
                          </a:solidFill>
                          <a:latin typeface="微软雅黑" panose="020B0503020204020204" charset="-122"/>
                          <a:ea typeface="微软雅黑" panose="020B0503020204020204" charset="-122"/>
                        </a:rPr>
                        <a:t>安全基线</a:t>
                      </a:r>
                      <a:endParaRPr 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r>
              <a:tr h="690880">
                <a:tc>
                  <a:txBody>
                    <a:bodyPr/>
                    <a:lstStyle/>
                    <a:p>
                      <a:pPr indent="0" algn="ctr">
                        <a:lnSpc>
                          <a:spcPct val="120000"/>
                        </a:lnSpc>
                        <a:spcBef>
                          <a:spcPts val="0"/>
                        </a:spcBef>
                        <a:spcAft>
                          <a:spcPts val="0"/>
                        </a:spcAft>
                        <a:buNone/>
                      </a:pPr>
                      <a:r>
                        <a:rPr lang="en-US" sz="1300" b="0" spc="120">
                          <a:solidFill>
                            <a:srgbClr val="646464"/>
                          </a:solidFill>
                          <a:latin typeface="微软雅黑" panose="020B0503020204020204" charset="-122"/>
                          <a:ea typeface="微软雅黑" panose="020B0503020204020204" charset="-122"/>
                        </a:rPr>
                        <a:t>1</a:t>
                      </a:r>
                      <a:endParaRPr lang="en-US" altLang="en-US" sz="13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rowSpan="2">
                  <a:txBody>
                    <a:bodyPr/>
                    <a:lstStyle/>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rPr>
                        <a:t>操作系统启用审计、日志记录功能</a:t>
                      </a:r>
                      <a:endParaRPr 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rPr>
                        <a:t>Windows</a:t>
                      </a:r>
                      <a:endParaRPr lang="en-US" alt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启用安全审核策略，具体配置如下：进入“控制面板-&gt;管理工具-&gt;本地安全策略-&gt;审核策略”、“审核登录事件”，设置为成功和失败都审核。</a:t>
                      </a:r>
                      <a:endParaRPr lang="en-US"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r>
              <a:tr h="690880">
                <a:tc>
                  <a:txBody>
                    <a:bodyPr/>
                    <a:lstStyle/>
                    <a:p>
                      <a:pPr indent="0" algn="ctr">
                        <a:lnSpc>
                          <a:spcPct val="120000"/>
                        </a:lnSpc>
                        <a:spcBef>
                          <a:spcPts val="0"/>
                        </a:spcBef>
                        <a:spcAft>
                          <a:spcPts val="0"/>
                        </a:spcAft>
                        <a:buNone/>
                      </a:pPr>
                      <a:r>
                        <a:rPr lang="en-US" sz="1300" b="0" spc="120">
                          <a:solidFill>
                            <a:srgbClr val="646464"/>
                          </a:solidFill>
                          <a:latin typeface="微软雅黑" panose="020B0503020204020204" charset="-122"/>
                          <a:ea typeface="微软雅黑" panose="020B0503020204020204" charset="-122"/>
                        </a:rPr>
                        <a:t>2</a:t>
                      </a:r>
                      <a:endParaRPr lang="en-US" altLang="en-US" sz="13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vMerge="1">
                  <a:tcPr>
                    <a:lnL w="9525">
                      <a:solidFill>
                        <a:srgbClr val="646464"/>
                      </a:solidFill>
                      <a:prstDash val="sysDash"/>
                    </a:lnL>
                    <a:lnR w="9525">
                      <a:solidFill>
                        <a:srgbClr val="646464"/>
                      </a:solidFill>
                      <a:prstDash val="sysDash"/>
                    </a:lnR>
                    <a:lnB w="9525">
                      <a:solidFill>
                        <a:srgbClr val="646464"/>
                      </a:solidFill>
                      <a:prstDash val="sysDash"/>
                    </a:lnB>
                  </a:tcPr>
                </a:tc>
                <a:tc>
                  <a:txBody>
                    <a:bodyPr/>
                    <a:lstStyle/>
                    <a:p>
                      <a:pPr indent="0" algn="ctr">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分别启用auditd服务和rsyslog服务；</a:t>
                      </a:r>
                      <a:endParaRPr lang="en-US" sz="13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chkconfig auditd onchkconfig rsyslog on</a:t>
                      </a:r>
                      <a:endParaRPr lang="en-US"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r>
              <a:tr h="928370">
                <a:tc>
                  <a:txBody>
                    <a:bodyPr/>
                    <a:lstStyle/>
                    <a:p>
                      <a:pPr indent="0" algn="ctr">
                        <a:lnSpc>
                          <a:spcPct val="120000"/>
                        </a:lnSpc>
                        <a:spcBef>
                          <a:spcPts val="0"/>
                        </a:spcBef>
                        <a:spcAft>
                          <a:spcPts val="0"/>
                        </a:spcAft>
                        <a:buNone/>
                      </a:pPr>
                      <a:r>
                        <a:rPr lang="en-US" sz="1300" b="0" spc="120">
                          <a:solidFill>
                            <a:srgbClr val="646464"/>
                          </a:solidFill>
                          <a:latin typeface="微软雅黑" panose="020B0503020204020204" charset="-122"/>
                          <a:ea typeface="微软雅黑" panose="020B0503020204020204" charset="-122"/>
                        </a:rPr>
                        <a:t>3</a:t>
                      </a:r>
                      <a:endParaRPr lang="en-US" altLang="en-US" sz="13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rPr>
                        <a:t>记录系统安全事件</a:t>
                      </a:r>
                      <a:endParaRPr lang="en-US" alt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参考配置操作：修改配置文件ⅵ /etc/syslog.conf， 配置如下类似语句定义需要保存的设备相关安全事件。</a:t>
                      </a:r>
                      <a:endParaRPr lang="en-US" sz="13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 *.err；kern.debug；daemon.notice；/var/adm/messages</a:t>
                      </a:r>
                      <a:endParaRPr lang="en-US"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r>
              <a:tr h="928370">
                <a:tc>
                  <a:txBody>
                    <a:bodyPr/>
                    <a:lstStyle/>
                    <a:p>
                      <a:pPr indent="0" algn="ctr">
                        <a:lnSpc>
                          <a:spcPct val="120000"/>
                        </a:lnSpc>
                        <a:spcBef>
                          <a:spcPts val="0"/>
                        </a:spcBef>
                        <a:spcAft>
                          <a:spcPts val="0"/>
                        </a:spcAft>
                        <a:buNone/>
                      </a:pPr>
                      <a:r>
                        <a:rPr lang="en-US" sz="1300" b="0" spc="120">
                          <a:solidFill>
                            <a:srgbClr val="646464"/>
                          </a:solidFill>
                          <a:latin typeface="微软雅黑" panose="020B0503020204020204" charset="-122"/>
                          <a:ea typeface="微软雅黑" panose="020B0503020204020204" charset="-122"/>
                        </a:rPr>
                        <a:t>4</a:t>
                      </a:r>
                      <a:endParaRPr lang="en-US" altLang="en-US" sz="13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rPr>
                        <a:t>对审计记录进行保护，同时对审计日志转存、备份</a:t>
                      </a:r>
                      <a:endParaRPr lang="en-US" alt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Linux（CentOS）</a:t>
                      </a:r>
                      <a:endParaRPr lang="en-US"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300" b="0" spc="120">
                          <a:solidFill>
                            <a:srgbClr val="404040"/>
                          </a:solidFill>
                          <a:latin typeface="微软雅黑" panose="020B0503020204020204" charset="-122"/>
                          <a:ea typeface="微软雅黑" panose="020B0503020204020204" charset="-122"/>
                          <a:cs typeface="微软雅黑" panose="020B0503020204020204" charset="-122"/>
                        </a:rPr>
                        <a:t>修改文件/etc/syslog.conf，加上这一行： *.*    @loghost  （中间的分隔符为tab）可将“*.*”替换为实际需要的日志信息，如kern.* / mail.* 等等。</a:t>
                      </a:r>
                      <a:endParaRPr lang="en-US"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r>
            </a:tbl>
          </a:graphicData>
        </a:graphic>
      </p:graphicFrame>
      <p:sp>
        <p:nvSpPr>
          <p:cNvPr id="101" name="文本框 100"/>
          <p:cNvSpPr txBox="1"/>
          <p:nvPr/>
        </p:nvSpPr>
        <p:spPr>
          <a:xfrm>
            <a:off x="3288030" y="2185035"/>
            <a:ext cx="8629650" cy="737235"/>
          </a:xfrm>
          <a:prstGeom prst="rect">
            <a:avLst/>
          </a:prstGeom>
          <a:noFill/>
          <a:ln w="9525">
            <a:noFill/>
          </a:ln>
        </p:spPr>
        <p:txBody>
          <a:bodyPr wrap="square">
            <a:spAutoFit/>
          </a:bodyPr>
          <a:lstStyle/>
          <a:p>
            <a:pPr indent="355600">
              <a:lnSpc>
                <a:spcPct val="150000"/>
              </a:lnSpc>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rPr>
              <a:t>操作系统的日志安全配置是安全管的重要工作，通过安全策略配置，确保日志系统能记录下事件的更多信息并通过权限、保护日志不会被攻击者除、算改或伪造。</a:t>
            </a:r>
            <a:endParaRPr lang="zh-CN" altLang="en-US" sz="14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580390"/>
            <a:ext cx="10515600" cy="67945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（一）操作系统安全配置基线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4</a:t>
            </a:r>
            <a:r>
              <a:rPr lang="zh-CN" sz="1800" b="1">
                <a:latin typeface="微软雅黑" panose="020B0503020204020204" charset="-122"/>
                <a:ea typeface="微软雅黑" panose="020B0503020204020204" charset="-122"/>
                <a:cs typeface="微软雅黑" panose="020B0503020204020204" charset="-122"/>
              </a:rPr>
              <a:t> ）入侵防范</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表格 6"/>
          <p:cNvGraphicFramePr/>
          <p:nvPr>
            <p:custDataLst>
              <p:tags r:id="rId1"/>
            </p:custDataLst>
          </p:nvPr>
        </p:nvGraphicFramePr>
        <p:xfrm>
          <a:off x="1062990" y="4077335"/>
          <a:ext cx="10201910" cy="2151380"/>
        </p:xfrm>
        <a:graphic>
          <a:graphicData uri="http://schemas.openxmlformats.org/drawingml/2006/table">
            <a:tbl>
              <a:tblPr firstRow="1" bandRow="1">
                <a:tableStyleId>{5940675A-B579-460E-94D1-54222C63F5DA}</a:tableStyleId>
              </a:tblPr>
              <a:tblGrid>
                <a:gridCol w="3574415"/>
                <a:gridCol w="6627495"/>
              </a:tblGrid>
              <a:tr h="342265">
                <a:tc>
                  <a:txBody>
                    <a:bodyPr/>
                    <a:lstStyle/>
                    <a:p>
                      <a:pPr indent="0" algn="ctr">
                        <a:lnSpc>
                          <a:spcPct val="120000"/>
                        </a:lnSpc>
                        <a:spcBef>
                          <a:spcPts val="0"/>
                        </a:spcBef>
                        <a:spcAft>
                          <a:spcPts val="0"/>
                        </a:spcAft>
                        <a:buNone/>
                      </a:pPr>
                      <a:r>
                        <a:rPr lang="en-US" sz="1600" b="1" spc="120">
                          <a:solidFill>
                            <a:srgbClr val="646464"/>
                          </a:solidFill>
                          <a:latin typeface="微软雅黑" panose="020B0503020204020204" charset="-122"/>
                          <a:ea typeface="微软雅黑" panose="020B0503020204020204" charset="-122"/>
                        </a:rPr>
                        <a:t>服务名</a:t>
                      </a:r>
                      <a:endParaRPr lang="en-US" sz="1600" b="1"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600" b="1" spc="120">
                          <a:solidFill>
                            <a:srgbClr val="646464"/>
                          </a:solidFill>
                          <a:latin typeface="微软雅黑" panose="020B0503020204020204" charset="-122"/>
                          <a:ea typeface="微软雅黑" panose="020B0503020204020204" charset="-122"/>
                        </a:rPr>
                        <a:t>说明</a:t>
                      </a:r>
                      <a:endParaRPr lang="en-US" sz="1600" b="1"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r>
              <a:tr h="301625">
                <a:tc>
                  <a:txBody>
                    <a:bodyPr/>
                    <a:lstStyle/>
                    <a:p>
                      <a:pPr indent="0" algn="l">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Task scheduler</a:t>
                      </a:r>
                      <a:endParaRPr lang="en-US" sz="1400" b="0"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允许程序在指定时间运行。</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r>
              <a:tr h="300990">
                <a:tc>
                  <a:txBody>
                    <a:bodyPr/>
                    <a:lstStyle/>
                    <a:p>
                      <a:pPr indent="0" algn="l">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Routing and Remote Access</a:t>
                      </a:r>
                      <a:endParaRPr lang="en-US" altLang="en-US" sz="1400" b="0"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在局域网以及广域网环境中为企业提供路由服务</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r>
              <a:tr h="301625">
                <a:tc>
                  <a:txBody>
                    <a:bodyPr/>
                    <a:lstStyle/>
                    <a:p>
                      <a:pPr indent="0" algn="l">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Print Spooler</a:t>
                      </a:r>
                      <a:endParaRPr lang="en-US" altLang="en-US" sz="1400" b="0"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将文件加载到内存中以便以后打印，要用打印机的用户不能禁用该项服务</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r>
              <a:tr h="301625">
                <a:tc>
                  <a:txBody>
                    <a:bodyPr/>
                    <a:lstStyle/>
                    <a:p>
                      <a:pPr indent="0" algn="l">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Telnet</a:t>
                      </a:r>
                      <a:endParaRPr lang="en-US" altLang="en-US" sz="1400" b="0"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允许远程用户登录到此计算机并运行程序，并支持多种TCP/IP客户</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r>
              <a:tr h="301625">
                <a:tc>
                  <a:txBody>
                    <a:bodyPr/>
                    <a:lstStyle/>
                    <a:p>
                      <a:pPr indent="0" algn="l">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Distributed Link Tracking Client</a:t>
                      </a:r>
                      <a:endParaRPr lang="en-US" altLang="en-US" sz="1400" b="0"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当文件在网络与NTFS卷中移动时发送通知</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r>
              <a:tr h="301625">
                <a:tc>
                  <a:txBody>
                    <a:bodyPr/>
                    <a:lstStyle/>
                    <a:p>
                      <a:pPr indent="0" algn="l">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a:t>
                      </a:r>
                      <a:endParaRPr lang="en-US" altLang="en-US" sz="1400" b="0" spc="120">
                        <a:solidFill>
                          <a:srgbClr val="646464"/>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6350" marB="6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r>
            </a:tbl>
          </a:graphicData>
        </a:graphic>
      </p:graphicFrame>
      <p:sp>
        <p:nvSpPr>
          <p:cNvPr id="8" name="文本框 7"/>
          <p:cNvSpPr txBox="1"/>
          <p:nvPr/>
        </p:nvSpPr>
        <p:spPr>
          <a:xfrm>
            <a:off x="1199515" y="3265170"/>
            <a:ext cx="10065385" cy="737235"/>
          </a:xfrm>
          <a:prstGeom prst="rect">
            <a:avLst/>
          </a:prstGeom>
          <a:noFill/>
          <a:ln w="9525">
            <a:noFill/>
          </a:ln>
        </p:spPr>
        <p:txBody>
          <a:bodyPr wrap="square">
            <a:spAutoFit/>
          </a:bodyPr>
          <a:lstStyle/>
          <a:p>
            <a:pPr indent="355600">
              <a:lnSpc>
                <a:spcPct val="150000"/>
              </a:lnSpc>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操作系统中通常安</a:t>
            </a:r>
            <a:r>
              <a:rPr lang="zh-CN" sz="1400">
                <a:latin typeface="微软雅黑" panose="020B0503020204020204" charset="-122"/>
                <a:ea typeface="微软雅黑" panose="020B0503020204020204" charset="-122"/>
                <a:cs typeface="微软雅黑" panose="020B0503020204020204" charset="-122"/>
              </a:rPr>
              <a:t>装了一些不必要的组件和服务，在实际运行环境中，最好在系统运行中考虑最小化部署，并将不必要的服务和功能关闭。</a:t>
            </a:r>
            <a:r>
              <a:rPr lang="en-US" sz="1400">
                <a:latin typeface="微软雅黑" panose="020B0503020204020204" charset="-122"/>
                <a:ea typeface="微软雅黑" panose="020B0503020204020204" charset="-122"/>
                <a:cs typeface="微软雅黑" panose="020B0503020204020204" charset="-122"/>
              </a:rPr>
              <a:t>Windows</a:t>
            </a:r>
            <a:r>
              <a:rPr lang="zh-CN" sz="1400">
                <a:latin typeface="微软雅黑" panose="020B0503020204020204" charset="-122"/>
                <a:ea typeface="微软雅黑" panose="020B0503020204020204" charset="-122"/>
                <a:cs typeface="微软雅黑" panose="020B0503020204020204" charset="-122"/>
              </a:rPr>
              <a:t>操作系统中常见的可禁用的服务及其说明如表。</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1487170" y="2891790"/>
            <a:ext cx="5080000" cy="306705"/>
          </a:xfrm>
          <a:prstGeom prst="rect">
            <a:avLst/>
          </a:prstGeom>
          <a:noFill/>
          <a:ln w="9525">
            <a:noFill/>
          </a:ln>
        </p:spPr>
        <p:txBody>
          <a:bodyPr>
            <a:spAutoFit/>
          </a:bodyPr>
          <a:lstStyle/>
          <a:p>
            <a:pPr marL="285750" indent="-285750">
              <a:buFont typeface="Wingdings" panose="05000000000000000000" charset="0"/>
              <a:buChar char="l"/>
            </a:pPr>
            <a:r>
              <a:rPr lang="zh-CN" sz="1400" b="1">
                <a:latin typeface="微软雅黑" panose="020B0503020204020204" charset="-122"/>
                <a:ea typeface="微软雅黑" panose="020B0503020204020204" charset="-122"/>
              </a:rPr>
              <a:t>最小化部署和关闭无效服务和进程自动启动</a:t>
            </a:r>
            <a:endParaRPr lang="zh-CN" altLang="en-US" sz="1400" b="1">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580390"/>
            <a:ext cx="10515600" cy="74930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（一）操作系统安全配置基线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4</a:t>
            </a:r>
            <a:r>
              <a:rPr lang="zh-CN" sz="1800" b="1">
                <a:latin typeface="微软雅黑" panose="020B0503020204020204" charset="-122"/>
                <a:ea typeface="微软雅黑" panose="020B0503020204020204" charset="-122"/>
                <a:cs typeface="微软雅黑" panose="020B0503020204020204" charset="-122"/>
              </a:rPr>
              <a:t> ）入侵防范</a:t>
            </a:r>
            <a:endParaRPr lang="zh-CN" sz="1800" b="1">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1199515" y="3265170"/>
            <a:ext cx="10206990" cy="2245360"/>
          </a:xfrm>
          <a:prstGeom prst="rect">
            <a:avLst/>
          </a:prstGeom>
          <a:noFill/>
          <a:ln w="9525">
            <a:noFill/>
          </a:ln>
        </p:spPr>
        <p:txBody>
          <a:bodyPr wrap="square">
            <a:spAutoFit/>
          </a:bodyPr>
          <a:lstStyle/>
          <a:p>
            <a:pPr indent="355600">
              <a:lnSpc>
                <a:spcPct val="200000"/>
              </a:lnSpc>
              <a:extLst>
                <a:ext uri="{35155182-B16C-46BC-9424-99874614C6A1}">
                  <wpsdc:indentchars xmlns:wpsdc="http://www.wps.cn/officeDocument/2017/drawingmlCustomData" val="200" checksum="3837665281"/>
                </a:ext>
              </a:extLst>
            </a:pPr>
            <a:r>
              <a:rPr sz="1400">
                <a:latin typeface="微软雅黑" panose="020B0503020204020204" charset="-122"/>
                <a:ea typeface="微软雅黑" panose="020B0503020204020204" charset="-122"/>
                <a:cs typeface="微软雅黑" panose="020B0503020204020204" charset="-122"/>
              </a:rPr>
              <a:t>对于Windows服务器，在不影响业务的情况下，应安装最新的Service Pack补丁集，并对服务器系统应先进行兼容性测试；针对CentOS操作系统，可在厂家网站获取下载 RPM包获取补丁包，在下载补丁包时，一定要对签名进行核实，防止执行特洛伊木马。</a:t>
            </a:r>
            <a:endParaRPr sz="1400">
              <a:latin typeface="微软雅黑" panose="020B0503020204020204" charset="-122"/>
              <a:ea typeface="微软雅黑" panose="020B0503020204020204" charset="-122"/>
              <a:cs typeface="微软雅黑" panose="020B0503020204020204" charset="-122"/>
            </a:endParaRPr>
          </a:p>
          <a:p>
            <a:pPr indent="355600">
              <a:lnSpc>
                <a:spcPct val="200000"/>
              </a:lnSpc>
              <a:extLst>
                <a:ext uri="{35155182-B16C-46BC-9424-99874614C6A1}">
                  <wpsdc:indentchars xmlns:wpsdc="http://www.wps.cn/officeDocument/2017/drawingmlCustomData" val="200" checksum="3837665281"/>
                </a:ext>
              </a:extLst>
            </a:pPr>
            <a:r>
              <a:rPr sz="1400">
                <a:latin typeface="微软雅黑" panose="020B0503020204020204" charset="-122"/>
                <a:ea typeface="微软雅黑" panose="020B0503020204020204" charset="-122"/>
                <a:cs typeface="微软雅黑" panose="020B0503020204020204" charset="-122"/>
              </a:rPr>
              <a:t>此外，需注意补丁安装可能导致系统或某些服务无法工作正常，因此慎重对操作系统进行打补丁，补丁安装应当先在测试机上完成。</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1487170" y="2891790"/>
            <a:ext cx="5080000" cy="306705"/>
          </a:xfrm>
          <a:prstGeom prst="rect">
            <a:avLst/>
          </a:prstGeom>
          <a:noFill/>
          <a:ln w="9525">
            <a:noFill/>
          </a:ln>
        </p:spPr>
        <p:txBody>
          <a:bodyPr>
            <a:spAutoFit/>
          </a:bodyPr>
          <a:lstStyle/>
          <a:p>
            <a:pPr marL="285750" indent="-285750">
              <a:buFont typeface="Wingdings" panose="05000000000000000000" charset="0"/>
              <a:buChar char="l"/>
            </a:pPr>
            <a:r>
              <a:rPr lang="zh-CN" sz="1400" b="1">
                <a:latin typeface="微软雅黑" panose="020B0503020204020204" charset="-122"/>
                <a:ea typeface="微软雅黑" panose="020B0503020204020204" charset="-122"/>
              </a:rPr>
              <a:t>安装最新的操作系统补丁保障网络稳定运行</a:t>
            </a:r>
            <a:endParaRPr lang="zh-CN" sz="1400" b="1">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8200" y="580390"/>
            <a:ext cx="10515600" cy="688975"/>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（一）操作系统安全配置基线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5</a:t>
            </a:r>
            <a:r>
              <a:rPr lang="zh-CN" sz="1800" b="1">
                <a:latin typeface="微软雅黑" panose="020B0503020204020204" charset="-122"/>
                <a:ea typeface="微软雅黑" panose="020B0503020204020204" charset="-122"/>
                <a:cs typeface="微软雅黑" panose="020B0503020204020204" charset="-122"/>
              </a:rPr>
              <a:t> ）恶意代码防范</a:t>
            </a:r>
            <a:endParaRPr lang="zh-CN" sz="1800" b="1">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1331595" y="2781300"/>
            <a:ext cx="10206990" cy="1814830"/>
          </a:xfrm>
          <a:prstGeom prst="rect">
            <a:avLst/>
          </a:prstGeom>
          <a:noFill/>
          <a:ln w="9525">
            <a:noFill/>
          </a:ln>
        </p:spPr>
        <p:txBody>
          <a:bodyPr wrap="square">
            <a:spAutoFit/>
          </a:bodyPr>
          <a:lstStyle/>
          <a:p>
            <a:pPr indent="355600">
              <a:lnSpc>
                <a:spcPct val="200000"/>
              </a:lnSpc>
              <a:extLst>
                <a:ext uri="{35155182-B16C-46BC-9424-99874614C6A1}">
                  <wpsdc:indentchars xmlns:wpsdc="http://www.wps.cn/officeDocument/2017/drawingmlCustomData" val="200" checksum="3837665281"/>
                </a:ext>
              </a:extLst>
            </a:pPr>
            <a:r>
              <a:rPr sz="1400">
                <a:latin typeface="微软雅黑" panose="020B0503020204020204" charset="-122"/>
                <a:ea typeface="微软雅黑" panose="020B0503020204020204" charset="-122"/>
                <a:cs typeface="微软雅黑" panose="020B0503020204020204" charset="-122"/>
              </a:rPr>
              <a:t>在服务器操作系统上安装防恶意代码软件，并及时更新防恶意代码软件版本和恶意代码库。</a:t>
            </a:r>
            <a:endParaRPr sz="1400">
              <a:latin typeface="微软雅黑" panose="020B0503020204020204" charset="-122"/>
              <a:ea typeface="微软雅黑" panose="020B0503020204020204" charset="-122"/>
              <a:cs typeface="微软雅黑" panose="020B0503020204020204" charset="-122"/>
            </a:endParaRPr>
          </a:p>
          <a:p>
            <a:pPr marL="742950" lvl="1" indent="-285750">
              <a:lnSpc>
                <a:spcPct val="200000"/>
              </a:lnSpc>
              <a:buFont typeface="Wingdings" panose="05000000000000000000" charset="0"/>
              <a:buChar char="l"/>
            </a:pPr>
            <a:r>
              <a:rPr sz="1400">
                <a:latin typeface="微软雅黑" panose="020B0503020204020204" charset="-122"/>
                <a:ea typeface="微软雅黑" panose="020B0503020204020204" charset="-122"/>
                <a:cs typeface="微软雅黑" panose="020B0503020204020204" charset="-122"/>
              </a:rPr>
              <a:t>对于Windows操作系统的服务器必须安装恶意代码防控软件，并启用实时恶意代码防护功能；</a:t>
            </a:r>
            <a:endParaRPr sz="1400">
              <a:latin typeface="微软雅黑" panose="020B0503020204020204" charset="-122"/>
              <a:ea typeface="微软雅黑" panose="020B0503020204020204" charset="-122"/>
              <a:cs typeface="微软雅黑" panose="020B0503020204020204" charset="-122"/>
            </a:endParaRPr>
          </a:p>
          <a:p>
            <a:pPr marL="742950" lvl="1" indent="-285750">
              <a:lnSpc>
                <a:spcPct val="200000"/>
              </a:lnSpc>
              <a:buFont typeface="Wingdings" panose="05000000000000000000" charset="0"/>
              <a:buChar char="l"/>
            </a:pPr>
            <a:r>
              <a:rPr sz="1400">
                <a:latin typeface="微软雅黑" panose="020B0503020204020204" charset="-122"/>
                <a:ea typeface="微软雅黑" panose="020B0503020204020204" charset="-122"/>
                <a:cs typeface="微软雅黑" panose="020B0503020204020204" charset="-122"/>
              </a:rPr>
              <a:t>Linux操作系统服务器由于现今的恶意代码形势及现状可选择安装或不安装恶意代码防控软件，但需对其进行定期的漏洞扫描。</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1703705" y="4509135"/>
            <a:ext cx="5264785" cy="368300"/>
          </a:xfrm>
          <a:prstGeom prst="rect">
            <a:avLst/>
          </a:prstGeom>
          <a:noFill/>
        </p:spPr>
        <p:txBody>
          <a:bodyPr wrap="square" rtlCol="0">
            <a:spAutoFit/>
          </a:bodyPr>
          <a:lstStyle/>
          <a:p>
            <a:pPr marL="0" lvl="1" algn="l">
              <a:lnSpc>
                <a:spcPct val="100000"/>
              </a:lnSpc>
              <a:buClrTx/>
              <a:buSzTx/>
              <a:buFontTx/>
            </a:pPr>
            <a:r>
              <a:rPr lang="en-US" sz="1800" b="1">
                <a:latin typeface="微软雅黑" panose="020B0503020204020204" charset="-122"/>
                <a:ea typeface="微软雅黑" panose="020B0503020204020204" charset="-122"/>
                <a:cs typeface="微软雅黑" panose="020B0503020204020204" charset="-122"/>
              </a:rPr>
              <a:t>6</a:t>
            </a:r>
            <a:r>
              <a:rPr lang="zh-CN" sz="1800" b="1">
                <a:latin typeface="微软雅黑" panose="020B0503020204020204" charset="-122"/>
                <a:ea typeface="微软雅黑" panose="020B0503020204020204" charset="-122"/>
                <a:cs typeface="微软雅黑" panose="020B0503020204020204" charset="-122"/>
              </a:rPr>
              <a:t>）其他</a:t>
            </a:r>
            <a:endParaRPr lang="zh-CN" sz="1800" b="1">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1487170" y="4941570"/>
            <a:ext cx="9922510" cy="1383665"/>
          </a:xfrm>
          <a:prstGeom prst="rect">
            <a:avLst/>
          </a:prstGeom>
          <a:noFill/>
          <a:ln w="9525">
            <a:noFill/>
          </a:ln>
        </p:spPr>
        <p:txBody>
          <a:bodyPr wrap="square">
            <a:spAutoFit/>
          </a:bodyPr>
          <a:lstStyle/>
          <a:p>
            <a:pPr indent="355600" algn="l">
              <a:lnSpc>
                <a:spcPct val="200000"/>
              </a:lnSpc>
              <a:buClrTx/>
              <a:buSzTx/>
              <a:buFontTx/>
              <a:extLst>
                <a:ext uri="{35155182-B16C-46BC-9424-99874614C6A1}">
                  <wpsdc:indentchars xmlns:wpsdc="http://www.wps.cn/officeDocument/2017/drawingmlCustomData" val="200" checksum="3837665281"/>
                </a:ext>
              </a:extLst>
            </a:pPr>
            <a:r>
              <a:rPr sz="1400" b="1">
                <a:latin typeface="微软雅黑" panose="020B0503020204020204" charset="-122"/>
                <a:ea typeface="微软雅黑" panose="020B0503020204020204" charset="-122"/>
                <a:cs typeface="微软雅黑" panose="020B0503020204020204" charset="-122"/>
              </a:rPr>
              <a:t>针对不同操作系统的特点，还应该考虑有针对性的安全配置</a:t>
            </a:r>
            <a:r>
              <a:rPr lang="zh-CN" sz="1400" b="1">
                <a:latin typeface="微软雅黑" panose="020B0503020204020204" charset="-122"/>
                <a:ea typeface="微软雅黑" panose="020B0503020204020204" charset="-122"/>
                <a:cs typeface="微软雅黑" panose="020B0503020204020204" charset="-122"/>
              </a:rPr>
              <a:t>：</a:t>
            </a:r>
            <a:endParaRPr lang="zh-CN" sz="1400" b="1">
              <a:latin typeface="微软雅黑" panose="020B0503020204020204" charset="-122"/>
              <a:ea typeface="微软雅黑" panose="020B0503020204020204" charset="-122"/>
              <a:cs typeface="微软雅黑" panose="020B0503020204020204" charset="-122"/>
            </a:endParaRPr>
          </a:p>
          <a:p>
            <a:pPr indent="355600" algn="l">
              <a:lnSpc>
                <a:spcPct val="200000"/>
              </a:lnSpc>
              <a:buClrTx/>
              <a:buSzTx/>
              <a:buFontTx/>
              <a:extLst>
                <a:ext uri="{35155182-B16C-46BC-9424-99874614C6A1}">
                  <wpsdc:indentchars xmlns:wpsdc="http://www.wps.cn/officeDocument/2017/drawingmlCustomData" val="200" checksum="3837665281"/>
                </a:ext>
              </a:extLst>
            </a:pPr>
            <a:r>
              <a:rPr sz="1400">
                <a:latin typeface="微软雅黑" panose="020B0503020204020204" charset="-122"/>
                <a:ea typeface="微软雅黑" panose="020B0503020204020204" charset="-122"/>
                <a:cs typeface="微软雅黑" panose="020B0503020204020204" charset="-122"/>
              </a:rPr>
              <a:t>例如 Windows系统中关闭自动播放功能、关闭管理共享</a:t>
            </a:r>
            <a:r>
              <a:rPr lang="zh-CN" sz="1400">
                <a:latin typeface="微软雅黑" panose="020B0503020204020204" charset="-122"/>
                <a:ea typeface="微软雅黑" panose="020B0503020204020204" charset="-122"/>
                <a:cs typeface="微软雅黑" panose="020B0503020204020204" charset="-122"/>
              </a:rPr>
              <a:t>；</a:t>
            </a:r>
            <a:endParaRPr lang="zh-CN" sz="1400">
              <a:latin typeface="微软雅黑" panose="020B0503020204020204" charset="-122"/>
              <a:ea typeface="微软雅黑" panose="020B0503020204020204" charset="-122"/>
              <a:cs typeface="微软雅黑" panose="020B0503020204020204" charset="-122"/>
            </a:endParaRPr>
          </a:p>
          <a:p>
            <a:pPr indent="355600" algn="l">
              <a:lnSpc>
                <a:spcPct val="200000"/>
              </a:lnSpc>
              <a:buClrTx/>
              <a:buSzTx/>
              <a:buFontTx/>
              <a:extLst>
                <a:ext uri="{35155182-B16C-46BC-9424-99874614C6A1}">
                  <wpsdc:indentchars xmlns:wpsdc="http://www.wps.cn/officeDocument/2017/drawingmlCustomData" val="200" checksum="3837665281"/>
                </a:ext>
              </a:extLst>
            </a:pPr>
            <a:r>
              <a:rPr sz="1400">
                <a:latin typeface="微软雅黑" panose="020B0503020204020204" charset="-122"/>
                <a:ea typeface="微软雅黑" panose="020B0503020204020204" charset="-122"/>
                <a:cs typeface="微软雅黑" panose="020B0503020204020204" charset="-122"/>
              </a:rPr>
              <a:t>Linux设置文件创建时默认权限及对服务器资源进行监控，能够对资源异常进行告警等。</a:t>
            </a:r>
            <a:endParaRPr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508635"/>
            <a:ext cx="10515600" cy="80899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（二）数据库安全配置基线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1271270" y="2277110"/>
            <a:ext cx="3762375" cy="3107690"/>
          </a:xfrm>
          <a:prstGeom prst="rect">
            <a:avLst/>
          </a:prstGeom>
          <a:noFill/>
          <a:ln w="9525">
            <a:noFill/>
          </a:ln>
        </p:spPr>
        <p:txBody>
          <a:bodyPr wrap="square">
            <a:spAutoFit/>
          </a:bodyPr>
          <a:lstStyle/>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根据《中华人民共和国公共安全行业标准》（GA/T 389-2002）中对数据安全的定义：数据库安全是保证数据库信息的保密性、完整性、一致性和可用性</a:t>
            </a:r>
            <a:endParaRPr lang="zh-CN" sz="1400">
              <a:latin typeface="微软雅黑" panose="020B0503020204020204" charset="-122"/>
              <a:ea typeface="微软雅黑" panose="020B0503020204020204" charset="-122"/>
              <a:cs typeface="微软雅黑" panose="020B0503020204020204" charset="-122"/>
            </a:endParaRPr>
          </a:p>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b="1">
                <a:latin typeface="微软雅黑" panose="020B0503020204020204" charset="-122"/>
                <a:ea typeface="微软雅黑" panose="020B0503020204020204" charset="-122"/>
                <a:cs typeface="微软雅黑" panose="020B0503020204020204" charset="-122"/>
              </a:rPr>
              <a:t>数据库安全</a:t>
            </a:r>
            <a:r>
              <a:rPr lang="zh-CN" sz="1400">
                <a:latin typeface="微软雅黑" panose="020B0503020204020204" charset="-122"/>
                <a:ea typeface="微软雅黑" panose="020B0503020204020204" charset="-122"/>
                <a:cs typeface="微软雅黑" panose="020B0503020204020204" charset="-122"/>
              </a:rPr>
              <a:t>就是保证数据库避免不合法使用造成的数据破坏、篡改和泄露。</a:t>
            </a:r>
            <a:r>
              <a:rPr lang="zh-CN" sz="1400" b="1">
                <a:latin typeface="微软雅黑" panose="020B0503020204020204" charset="-122"/>
                <a:ea typeface="微软雅黑" panose="020B0503020204020204" charset="-122"/>
                <a:cs typeface="微软雅黑" panose="020B0503020204020204" charset="-122"/>
              </a:rPr>
              <a:t>通常数据库安全面临的威胁形式和的防护要求如表。</a:t>
            </a:r>
            <a:endParaRPr lang="zh-CN" sz="1400" b="1">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custDataLst>
              <p:tags r:id="rId1"/>
            </p:custDataLst>
          </p:nvPr>
        </p:nvGraphicFramePr>
        <p:xfrm>
          <a:off x="5231765" y="1602740"/>
          <a:ext cx="6306820" cy="4042156"/>
        </p:xfrm>
        <a:graphic>
          <a:graphicData uri="http://schemas.openxmlformats.org/drawingml/2006/table">
            <a:tbl>
              <a:tblPr firstRow="1" bandRow="1">
                <a:tableStyleId>{5940675A-B579-460E-94D1-54222C63F5DA}</a:tableStyleId>
              </a:tblPr>
              <a:tblGrid>
                <a:gridCol w="1532890"/>
                <a:gridCol w="4773930"/>
              </a:tblGrid>
              <a:tr h="0">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威胁形式</a:t>
                      </a:r>
                      <a:endParaRPr lang="en-US" sz="1600" b="1" spc="130">
                        <a:solidFill>
                          <a:srgbClr val="FFFFFF"/>
                        </a:solidFill>
                        <a:latin typeface="微软雅黑" panose="020B0503020204020204" charset="-122"/>
                        <a:ea typeface="微软雅黑" panose="020B0503020204020204" charset="-122"/>
                      </a:endParaRPr>
                    </a:p>
                  </a:txBody>
                  <a:tcPr marL="317500" marR="317500" marT="215900" marB="2159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安全防护需求</a:t>
                      </a:r>
                      <a:endParaRPr lang="en-US" sz="1600" b="1" spc="130">
                        <a:solidFill>
                          <a:srgbClr val="FFFFFF"/>
                        </a:solidFill>
                        <a:latin typeface="微软雅黑" panose="020B0503020204020204" charset="-122"/>
                        <a:ea typeface="微软雅黑" panose="020B0503020204020204" charset="-122"/>
                      </a:endParaRPr>
                    </a:p>
                  </a:txBody>
                  <a:tcPr marL="317500" marR="317500" marT="215900" marB="2159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918210">
                <a:tc>
                  <a:txBody>
                    <a:bodyPr/>
                    <a:lstStyle/>
                    <a:p>
                      <a:pPr indent="0" algn="ctr">
                        <a:lnSpc>
                          <a:spcPct val="120000"/>
                        </a:lnSpc>
                        <a:spcBef>
                          <a:spcPts val="0"/>
                        </a:spcBef>
                        <a:spcAft>
                          <a:spcPts val="0"/>
                        </a:spcAft>
                        <a:buNone/>
                      </a:pPr>
                      <a:r>
                        <a:rPr lang="en-US" sz="1400" b="0" spc="130">
                          <a:solidFill>
                            <a:srgbClr val="404040"/>
                          </a:solidFill>
                          <a:latin typeface="微软雅黑" panose="020B0503020204020204" charset="-122"/>
                          <a:ea typeface="微软雅黑" panose="020B0503020204020204" charset="-122"/>
                        </a:rPr>
                        <a:t>篡改</a:t>
                      </a:r>
                      <a:endParaRPr lang="en-US" altLang="en-US" sz="1400" b="0" spc="130">
                        <a:solidFill>
                          <a:srgbClr val="404040"/>
                        </a:solidFill>
                        <a:latin typeface="微软雅黑" panose="020B0503020204020204" charset="-122"/>
                        <a:ea typeface="微软雅黑" panose="020B0503020204020204" charset="-122"/>
                      </a:endParaRPr>
                    </a:p>
                  </a:txBody>
                  <a:tcPr marL="317500" marR="317500" marT="215900" marB="21590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30">
                          <a:solidFill>
                            <a:srgbClr val="404040"/>
                          </a:solidFill>
                          <a:latin typeface="微软雅黑" panose="020B0503020204020204" charset="-122"/>
                          <a:ea typeface="微软雅黑" panose="020B0503020204020204" charset="-122"/>
                        </a:rPr>
                        <a:t>拒绝非法用户的访问；对数据库的操作进行安全审计，以便为合规性、安全责任审查提供有效证据；向合法用户提供可靠的信息服务，保证数据库信息的安全。</a:t>
                      </a:r>
                      <a:endParaRPr lang="en-US" sz="1400" b="0" spc="130">
                        <a:solidFill>
                          <a:srgbClr val="404040"/>
                        </a:solidFill>
                        <a:latin typeface="微软雅黑" panose="020B0503020204020204" charset="-122"/>
                        <a:ea typeface="微软雅黑" panose="020B0503020204020204" charset="-122"/>
                      </a:endParaRPr>
                    </a:p>
                  </a:txBody>
                  <a:tcPr marL="317500" marR="317500" marT="215900" marB="21590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0">
                <a:tc>
                  <a:txBody>
                    <a:bodyPr/>
                    <a:lstStyle/>
                    <a:p>
                      <a:pPr indent="0" algn="ctr">
                        <a:lnSpc>
                          <a:spcPct val="120000"/>
                        </a:lnSpc>
                        <a:spcBef>
                          <a:spcPts val="0"/>
                        </a:spcBef>
                        <a:spcAft>
                          <a:spcPts val="0"/>
                        </a:spcAft>
                        <a:buNone/>
                      </a:pPr>
                      <a:r>
                        <a:rPr lang="en-US" sz="1400" b="0" spc="130">
                          <a:solidFill>
                            <a:srgbClr val="404040"/>
                          </a:solidFill>
                          <a:latin typeface="微软雅黑" panose="020B0503020204020204" charset="-122"/>
                          <a:ea typeface="微软雅黑" panose="020B0503020204020204" charset="-122"/>
                        </a:rPr>
                        <a:t>损坏</a:t>
                      </a:r>
                      <a:endParaRPr lang="en-US" altLang="en-US" sz="1400" b="0" spc="130">
                        <a:solidFill>
                          <a:srgbClr val="404040"/>
                        </a:solidFill>
                        <a:latin typeface="微软雅黑" panose="020B0503020204020204" charset="-122"/>
                        <a:ea typeface="微软雅黑" panose="020B0503020204020204" charset="-122"/>
                      </a:endParaRPr>
                    </a:p>
                  </a:txBody>
                  <a:tcPr marL="317500" marR="317500" marT="215900" marB="21590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30">
                          <a:solidFill>
                            <a:srgbClr val="404040"/>
                          </a:solidFill>
                          <a:latin typeface="微软雅黑" panose="020B0503020204020204" charset="-122"/>
                          <a:ea typeface="微软雅黑" panose="020B0503020204020204" charset="-122"/>
                        </a:rPr>
                        <a:t>对数据库运行状况进行监控和报告等；拒绝执行不正确的数据操作。</a:t>
                      </a:r>
                      <a:endParaRPr lang="en-US" altLang="en-US" sz="1400" b="0" spc="130">
                        <a:solidFill>
                          <a:srgbClr val="404040"/>
                        </a:solidFill>
                        <a:latin typeface="微软雅黑" panose="020B0503020204020204" charset="-122"/>
                        <a:ea typeface="微软雅黑" panose="020B0503020204020204" charset="-122"/>
                      </a:endParaRPr>
                    </a:p>
                  </a:txBody>
                  <a:tcPr marL="317500" marR="317500" marT="215900" marB="21590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986155">
                <a:tc>
                  <a:txBody>
                    <a:bodyPr/>
                    <a:lstStyle/>
                    <a:p>
                      <a:pPr indent="0" algn="ctr">
                        <a:lnSpc>
                          <a:spcPct val="120000"/>
                        </a:lnSpc>
                        <a:spcBef>
                          <a:spcPts val="0"/>
                        </a:spcBef>
                        <a:spcAft>
                          <a:spcPts val="0"/>
                        </a:spcAft>
                        <a:buNone/>
                      </a:pPr>
                      <a:r>
                        <a:rPr lang="en-US" sz="1400" b="0" spc="130">
                          <a:solidFill>
                            <a:srgbClr val="404040"/>
                          </a:solidFill>
                          <a:latin typeface="微软雅黑" panose="020B0503020204020204" charset="-122"/>
                          <a:ea typeface="微软雅黑" panose="020B0503020204020204" charset="-122"/>
                        </a:rPr>
                        <a:t>窃取</a:t>
                      </a:r>
                      <a:endParaRPr lang="en-US" altLang="en-US" sz="1400" b="0" spc="130">
                        <a:solidFill>
                          <a:srgbClr val="404040"/>
                        </a:solidFill>
                        <a:latin typeface="微软雅黑" panose="020B0503020204020204" charset="-122"/>
                        <a:ea typeface="微软雅黑" panose="020B0503020204020204" charset="-122"/>
                      </a:endParaRPr>
                    </a:p>
                  </a:txBody>
                  <a:tcPr marL="317500" marR="317500" marT="215900" marB="21590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30">
                          <a:solidFill>
                            <a:srgbClr val="404040"/>
                          </a:solidFill>
                          <a:latin typeface="微软雅黑" panose="020B0503020204020204" charset="-122"/>
                          <a:ea typeface="微软雅黑" panose="020B0503020204020204" charset="-122"/>
                        </a:rPr>
                        <a:t>多个用户同时使用数据库时进行并发控制；对数据用特定的公开密钥算法进行加密保护。</a:t>
                      </a:r>
                      <a:endParaRPr lang="en-US" altLang="en-US" sz="1400" b="0" spc="130">
                        <a:solidFill>
                          <a:srgbClr val="404040"/>
                        </a:solidFill>
                        <a:latin typeface="微软雅黑" panose="020B0503020204020204" charset="-122"/>
                        <a:ea typeface="微软雅黑" panose="020B0503020204020204" charset="-122"/>
                      </a:endParaRPr>
                    </a:p>
                  </a:txBody>
                  <a:tcPr marL="317500" marR="317500" marT="215900" marB="21590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580390"/>
            <a:ext cx="10515600" cy="71882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（二）数据库安全配置基线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911225" y="2277110"/>
            <a:ext cx="5571490" cy="3969385"/>
          </a:xfrm>
          <a:prstGeom prst="rect">
            <a:avLst/>
          </a:prstGeom>
          <a:noFill/>
          <a:ln w="9525">
            <a:noFill/>
          </a:ln>
        </p:spPr>
        <p:txBody>
          <a:bodyPr wrap="square">
            <a:spAutoFit/>
          </a:bodyPr>
          <a:lstStyle/>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网络安全建设时，数据库安全实践包括下列几部分内容。</a:t>
            </a:r>
            <a:endParaRPr lang="zh-CN" sz="1400">
              <a:latin typeface="微软雅黑" panose="020B0503020204020204" charset="-122"/>
              <a:ea typeface="微软雅黑" panose="020B0503020204020204" charset="-122"/>
              <a:cs typeface="微软雅黑" panose="020B0503020204020204" charset="-122"/>
            </a:endParaRPr>
          </a:p>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①　数据库安全管理时，先通过安全的方式登录到服务器，即如图拓扑所示，管理员先通过VPN接入到安全管理域，然后利用堡垒机登录到服务器，再从服务器本地由数据库管理员登录到数据库进行远程管理；</a:t>
            </a:r>
            <a:endParaRPr lang="zh-CN" sz="1400">
              <a:latin typeface="微软雅黑" panose="020B0503020204020204" charset="-122"/>
              <a:ea typeface="微软雅黑" panose="020B0503020204020204" charset="-122"/>
              <a:cs typeface="微软雅黑" panose="020B0503020204020204" charset="-122"/>
            </a:endParaRPr>
          </a:p>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②　保证业务和网络安全的前提下，经兼容性测试后，安装最新版本补丁；</a:t>
            </a:r>
            <a:endParaRPr lang="zh-CN" sz="1400">
              <a:latin typeface="微软雅黑" panose="020B0503020204020204" charset="-122"/>
              <a:ea typeface="微软雅黑" panose="020B0503020204020204" charset="-122"/>
              <a:cs typeface="微软雅黑" panose="020B0503020204020204" charset="-122"/>
            </a:endParaRPr>
          </a:p>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③　对数据库自身进行安全基线配置。</a:t>
            </a:r>
            <a:endParaRPr lang="zh-CN" sz="1400">
              <a:latin typeface="微软雅黑" panose="020B0503020204020204" charset="-122"/>
              <a:ea typeface="微软雅黑" panose="020B0503020204020204" charset="-122"/>
              <a:cs typeface="微软雅黑" panose="020B0503020204020204" charset="-122"/>
            </a:endParaRPr>
          </a:p>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b="1">
                <a:latin typeface="微软雅黑" panose="020B0503020204020204" charset="-122"/>
                <a:ea typeface="微软雅黑" panose="020B0503020204020204" charset="-122"/>
                <a:cs typeface="微软雅黑" panose="020B0503020204020204" charset="-122"/>
              </a:rPr>
              <a:t>本任务以Oracle数据库为例，介绍数据库安全配置的常见方法。</a:t>
            </a:r>
            <a:endParaRPr lang="zh-CN" sz="1400" b="1">
              <a:latin typeface="微软雅黑" panose="020B0503020204020204" charset="-122"/>
              <a:ea typeface="微软雅黑" panose="020B0503020204020204" charset="-122"/>
              <a:cs typeface="微软雅黑" panose="020B0503020204020204" charset="-122"/>
            </a:endParaRPr>
          </a:p>
        </p:txBody>
      </p:sp>
      <p:pic>
        <p:nvPicPr>
          <p:cNvPr id="83" name="图片 6"/>
          <p:cNvPicPr>
            <a:picLocks noChangeAspect="1"/>
          </p:cNvPicPr>
          <p:nvPr/>
        </p:nvPicPr>
        <p:blipFill>
          <a:blip r:embed="rId1"/>
          <a:stretch>
            <a:fillRect/>
          </a:stretch>
        </p:blipFill>
        <p:spPr>
          <a:xfrm>
            <a:off x="6671628" y="1578610"/>
            <a:ext cx="5004435" cy="409321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580390"/>
            <a:ext cx="10515600" cy="692150"/>
          </a:xfrm>
        </p:spPr>
        <p:txBody>
          <a:bodyPr/>
          <a:lstStyle/>
          <a:p>
            <a:pPr algn="l">
              <a:buClrTx/>
              <a:buSzTx/>
              <a:buFontTx/>
            </a:pPr>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endParaRPr sz="3600" b="1" smtClean="0">
              <a:latin typeface="微软雅黑" panose="020B0503020204020204" charset="-122"/>
              <a:ea typeface="微软雅黑" panose="020B0503020204020204" charset="-122"/>
            </a:endParaRPr>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（二）数据库安全配置基线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zh-CN" sz="1800" b="1">
                <a:latin typeface="微软雅黑" panose="020B0503020204020204" charset="-122"/>
                <a:ea typeface="微软雅黑" panose="020B0503020204020204" charset="-122"/>
                <a:cs typeface="微软雅黑" panose="020B0503020204020204" charset="-122"/>
              </a:rPr>
              <a:t>1 ）</a:t>
            </a:r>
            <a:r>
              <a:rPr lang="zh-CN" sz="1800" b="1">
                <a:latin typeface="微软雅黑" panose="020B0503020204020204" charset="-122"/>
                <a:ea typeface="微软雅黑" panose="020B0503020204020204" charset="-122"/>
                <a:cs typeface="微软雅黑" panose="020B0503020204020204" charset="-122"/>
                <a:sym typeface="+mn-ea"/>
              </a:rPr>
              <a:t>数据库身份认证</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表格 6"/>
          <p:cNvGraphicFramePr/>
          <p:nvPr>
            <p:custDataLst>
              <p:tags r:id="rId1"/>
            </p:custDataLst>
          </p:nvPr>
        </p:nvGraphicFramePr>
        <p:xfrm>
          <a:off x="782320" y="2781300"/>
          <a:ext cx="11113135" cy="3293682"/>
        </p:xfrm>
        <a:graphic>
          <a:graphicData uri="http://schemas.openxmlformats.org/drawingml/2006/table">
            <a:tbl>
              <a:tblPr firstRow="1" bandRow="1">
                <a:tableStyleId>{5940675A-B579-460E-94D1-54222C63F5DA}</a:tableStyleId>
              </a:tblPr>
              <a:tblGrid>
                <a:gridCol w="1091565"/>
                <a:gridCol w="2472055"/>
                <a:gridCol w="7549515"/>
              </a:tblGrid>
              <a:tr h="647700">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序号</a:t>
                      </a:r>
                      <a:endParaRPr lang="en-US" sz="1600" b="1" spc="130">
                        <a:solidFill>
                          <a:srgbClr val="FFFFFF"/>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配置内容</a:t>
                      </a:r>
                      <a:endParaRPr lang="en-US" sz="16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安全基线</a:t>
                      </a:r>
                      <a:endParaRPr lang="en-US" sz="16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70866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1</a:t>
                      </a:r>
                      <a:endParaRPr lang="en-US" alt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不同的用户分配不同的账号，避免共享账号</a:t>
                      </a:r>
                      <a:endParaRPr 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新建账号，以管理员登录数据库，执行下述命令：</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SQL&gt;create user abc1 identified by password1；</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137922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2</a:t>
                      </a:r>
                      <a:endParaRPr lang="en-US" alt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删除或锁定与数据库运行、维护等工作无关的账号</a:t>
                      </a:r>
                      <a:endParaRPr lang="en-US" alt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锁定账号，以管理员登录数据库，执行下述命令：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SQL&gt;alter user username  account lock;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SQL&gt;drop user username cascade;</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通常需要锁定的账号有：</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200" b="0" spc="120">
                          <a:solidFill>
                            <a:srgbClr val="404040"/>
                          </a:solidFill>
                          <a:latin typeface="微软雅黑" panose="020B0503020204020204" charset="-122"/>
                          <a:ea typeface="微软雅黑" panose="020B0503020204020204" charset="-122"/>
                          <a:cs typeface="微软雅黑" panose="020B0503020204020204" charset="-122"/>
                        </a:rPr>
                        <a:t>CTXSYS、DBSNMP、LBACSYS、MDDATA、MDSYS、DMSYS、OLAPSYS、ORDPLUGINS、ORDSYS、OUTLN、SI_INFORMTN_SCHEMA、SYSMAN</a:t>
                      </a:r>
                      <a:endParaRPr lang="en-US" altLang="en-US" sz="12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621030"/>
            <a:ext cx="5264785" cy="368300"/>
          </a:xfrm>
          <a:prstGeom prst="rect">
            <a:avLst/>
          </a:prstGeom>
          <a:noFill/>
        </p:spPr>
        <p:txBody>
          <a:bodyPr wrap="square" rtlCol="0">
            <a:spAutoFit/>
          </a:bodyPr>
          <a:lstStyle/>
          <a:p>
            <a:pPr marL="0" lvl="1" algn="l">
              <a:lnSpc>
                <a:spcPct val="100000"/>
              </a:lnSpc>
              <a:buClrTx/>
              <a:buSzTx/>
              <a:buFontTx/>
            </a:pPr>
            <a:r>
              <a:rPr lang="zh-CN" sz="1800" b="1">
                <a:latin typeface="微软雅黑" panose="020B0503020204020204" charset="-122"/>
                <a:ea typeface="微软雅黑" panose="020B0503020204020204" charset="-122"/>
                <a:cs typeface="微软雅黑" panose="020B0503020204020204" charset="-122"/>
              </a:rPr>
              <a:t>1 ）</a:t>
            </a:r>
            <a:r>
              <a:rPr lang="zh-CN" sz="1800" b="1">
                <a:latin typeface="微软雅黑" panose="020B0503020204020204" charset="-122"/>
                <a:ea typeface="微软雅黑" panose="020B0503020204020204" charset="-122"/>
                <a:cs typeface="微软雅黑" panose="020B0503020204020204" charset="-122"/>
                <a:sym typeface="+mn-ea"/>
              </a:rPr>
              <a:t>数据库身份认证</a:t>
            </a:r>
            <a:endParaRPr lang="zh-CN" sz="1800" b="1">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custDataLst>
              <p:tags r:id="rId1"/>
            </p:custDataLst>
          </p:nvPr>
        </p:nvGraphicFramePr>
        <p:xfrm>
          <a:off x="263525" y="1125073"/>
          <a:ext cx="11760200" cy="5142611"/>
        </p:xfrm>
        <a:graphic>
          <a:graphicData uri="http://schemas.openxmlformats.org/drawingml/2006/table">
            <a:tbl>
              <a:tblPr firstRow="1" bandRow="1">
                <a:tableStyleId>{5940675A-B579-460E-94D1-54222C63F5DA}</a:tableStyleId>
              </a:tblPr>
              <a:tblGrid>
                <a:gridCol w="998220"/>
                <a:gridCol w="1875790"/>
                <a:gridCol w="8886190"/>
              </a:tblGrid>
              <a:tr h="684530">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序号</a:t>
                      </a:r>
                      <a:endParaRPr lang="en-US" sz="1600" b="1" spc="130">
                        <a:solidFill>
                          <a:srgbClr val="FFFFFF"/>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配置内容</a:t>
                      </a:r>
                      <a:endParaRPr lang="en-US" sz="16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600" b="1" spc="130">
                          <a:solidFill>
                            <a:srgbClr val="FFFFFF"/>
                          </a:solidFill>
                          <a:latin typeface="微软雅黑" panose="020B0503020204020204" charset="-122"/>
                          <a:ea typeface="微软雅黑" panose="020B0503020204020204" charset="-122"/>
                        </a:rPr>
                        <a:t>安全基线</a:t>
                      </a:r>
                      <a:endParaRPr lang="en-US" sz="16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298450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3</a:t>
                      </a:r>
                      <a:endParaRPr lang="en-US" alt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配置强制的口令复杂的策略，定期更换口令</a:t>
                      </a:r>
                      <a:endParaRPr 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5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口令不长于90天：</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5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SQL&gt;update dba_profiles set limit='90' where PROFILE='DEFAULT' and resource_name='PASSWORD_GRACE_TIME'；</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5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用户连续认证，登录失败次数超过6次，锁定账号：</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5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SQL&gt;update dba_profiles set limit='6' where PROFILE='DEFAULT' and resource_name='FAILED_LOGIN_ATTEMPTS'；</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5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口令长度至少8位，并包括数字、小写字母、大写字母和特殊符号4类中至少3类：select limit from dba_profiles where resource_name='PASSWORD_VERIFY_FUNCTION' and profile in （select profile from dba_users where account_status='OPEN'；</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5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调整PASSWORD_VERIFY_FUNCTION。</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93980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4</a:t>
                      </a:r>
                      <a:endParaRPr lang="en-US" alt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修改默认账号口令</a:t>
                      </a:r>
                      <a:endParaRPr lang="en-US" alt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可通过下面命令来更改默认用户的密码：</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ALTER USER username IDENTIFIED BY password；</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8200" y="652145"/>
            <a:ext cx="10515600" cy="75692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（二）数据库安全配置基线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2</a:t>
            </a:r>
            <a:r>
              <a:rPr lang="zh-CN" sz="1800" b="1">
                <a:latin typeface="微软雅黑" panose="020B0503020204020204" charset="-122"/>
                <a:ea typeface="微软雅黑" panose="020B0503020204020204" charset="-122"/>
                <a:cs typeface="微软雅黑" panose="020B0503020204020204" charset="-122"/>
              </a:rPr>
              <a:t> ）</a:t>
            </a:r>
            <a:r>
              <a:rPr lang="zh-CN" sz="1800" b="1">
                <a:latin typeface="微软雅黑" panose="020B0503020204020204" charset="-122"/>
                <a:ea typeface="微软雅黑" panose="020B0503020204020204" charset="-122"/>
                <a:cs typeface="微软雅黑" panose="020B0503020204020204" charset="-122"/>
                <a:sym typeface="+mn-ea"/>
              </a:rPr>
              <a:t>数据库用户及权限管理</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6" name="表格 5"/>
          <p:cNvGraphicFramePr/>
          <p:nvPr>
            <p:custDataLst>
              <p:tags r:id="rId1"/>
            </p:custDataLst>
          </p:nvPr>
        </p:nvGraphicFramePr>
        <p:xfrm>
          <a:off x="720090" y="2781300"/>
          <a:ext cx="10901045" cy="3295079"/>
        </p:xfrm>
        <a:graphic>
          <a:graphicData uri="http://schemas.openxmlformats.org/drawingml/2006/table">
            <a:tbl>
              <a:tblPr firstRow="1" bandRow="1">
                <a:tableStyleId>{5940675A-B579-460E-94D1-54222C63F5DA}</a:tableStyleId>
              </a:tblPr>
              <a:tblGrid>
                <a:gridCol w="1014095"/>
                <a:gridCol w="1980565"/>
                <a:gridCol w="7906385"/>
              </a:tblGrid>
              <a:tr h="0">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序号</a:t>
                      </a:r>
                      <a:endParaRPr lang="en-US" sz="1800" b="1" spc="130">
                        <a:solidFill>
                          <a:srgbClr val="FFFFFF"/>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配置内容</a:t>
                      </a:r>
                      <a:endParaRPr lang="en-US" sz="18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安全基线</a:t>
                      </a:r>
                      <a:endParaRPr lang="en-US" sz="18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2400300">
                <a:tc>
                  <a:txBody>
                    <a:bodyPr/>
                    <a:lstStyle/>
                    <a:p>
                      <a:pPr indent="0" algn="ctr">
                        <a:lnSpc>
                          <a:spcPct val="120000"/>
                        </a:lnSpc>
                        <a:spcBef>
                          <a:spcPts val="0"/>
                        </a:spcBef>
                        <a:spcAft>
                          <a:spcPts val="0"/>
                        </a:spcAft>
                        <a:buNone/>
                      </a:pPr>
                      <a:r>
                        <a:rPr lang="en-US" sz="1600" b="0" spc="120">
                          <a:solidFill>
                            <a:srgbClr val="404040"/>
                          </a:solidFill>
                          <a:latin typeface="微软雅黑" panose="020B0503020204020204" charset="-122"/>
                          <a:ea typeface="微软雅黑" panose="020B0503020204020204" charset="-122"/>
                        </a:rPr>
                        <a:t>1</a:t>
                      </a:r>
                      <a:endParaRPr lang="en-US" altLang="en-US" sz="1600" b="0" spc="120">
                        <a:solidFill>
                          <a:srgbClr val="404040"/>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76889C"/>
                      </a:solidFill>
                      <a:prstDash val="dot"/>
                    </a:lnR>
                    <a:lnT w="19050">
                      <a:solidFill>
                        <a:srgbClr val="76889C"/>
                      </a:solidFill>
                      <a:prstDash val="solid"/>
                    </a:lnT>
                    <a:lnB w="19050" cap="rnd">
                      <a:solidFill>
                        <a:srgbClr val="76889C"/>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限制具备数据库超级管理员（SYSDBA）权限的用户远程登录。</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3175">
                      <a:solidFill>
                        <a:srgbClr val="76889C"/>
                      </a:solidFill>
                      <a:prstDash val="dot"/>
                    </a:lnR>
                    <a:lnT w="19050">
                      <a:solidFill>
                        <a:srgbClr val="76889C"/>
                      </a:solidFill>
                      <a:prstDash val="solid"/>
                    </a:lnT>
                    <a:lnB w="19050" cap="rnd">
                      <a:solidFill>
                        <a:srgbClr val="76889C"/>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限制具备数据库超级管理员（SYSDBA）权限的用户远程登录，通过下述方法修改文件init.ora：</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a.不使用密码文件登录；不允许远程用户用sys登录系统；可以在线修改sys的密码；remote_login_passwordfile＝none</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b.只允许一个数据库使用该密码文件；允许远程登录；允许非sys用户以sysdba身份管理数据库；可以在线修改sys的密码；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remote_login_passwordfile＝exclusive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c.允许远程登录；只能用sys进行sysdba管理；可以在线修改sys的密码；        remote_login_passwordfile＝shared</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19050" cap="rnd">
                      <a:solidFill>
                        <a:srgbClr val="76889C"/>
                      </a:solidFill>
                      <a:prstDash val="solid"/>
                    </a:lnR>
                    <a:lnT w="19050">
                      <a:solidFill>
                        <a:srgbClr val="76889C"/>
                      </a:solidFill>
                      <a:prstDash val="solid"/>
                    </a:lnT>
                    <a:lnB w="19050" cap="rnd">
                      <a:solidFill>
                        <a:srgbClr val="76889C"/>
                      </a:solidFill>
                      <a:prstDash val="solid"/>
                    </a:lnB>
                    <a:lnTlToBr>
                      <a:noFill/>
                    </a:lnTlToBr>
                    <a:lnBlToTr>
                      <a:noFill/>
                    </a:lnBlTo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51180" y="723900"/>
            <a:ext cx="10515600" cy="769620"/>
          </a:xfrm>
        </p:spPr>
        <p:txBody>
          <a:bodyPr/>
          <a:lstStyle/>
          <a:p>
            <a:pPr algn="l"/>
            <a:r>
              <a:rPr sz="3600" b="1" smtClean="0">
                <a:latin typeface="微软雅黑" panose="020B0503020204020204" charset="-122"/>
                <a:ea typeface="微软雅黑" panose="020B0503020204020204" charset="-122"/>
                <a:sym typeface="+mn-ea"/>
              </a:rPr>
              <a:t>2 ）数据库用户及权限管理</a:t>
            </a:r>
            <a:br>
              <a:rPr lang="zh-CN" b="1">
                <a:latin typeface="微软雅黑" panose="020B0503020204020204" charset="-122"/>
                <a:ea typeface="微软雅黑" panose="020B0503020204020204" charset="-122"/>
                <a:cs typeface="微软雅黑" panose="020B0503020204020204" charset="-122"/>
              </a:rPr>
            </a:br>
            <a:endParaRPr lang="zh-CN" altLang="en-US"/>
          </a:p>
        </p:txBody>
      </p:sp>
      <p:sp>
        <p:nvSpPr>
          <p:cNvPr id="5" name="内容占位符 4"/>
          <p:cNvSpPr>
            <a:spLocks noGrp="1"/>
          </p:cNvSpPr>
          <p:nvPr>
            <p:ph idx="1"/>
          </p:nvPr>
        </p:nvSpPr>
        <p:spPr/>
        <p:txBody>
          <a:bodyPr/>
          <a:lstStyle/>
          <a:p>
            <a:endParaRPr lang="zh-CN" altLang="en-US"/>
          </a:p>
        </p:txBody>
      </p:sp>
      <p:graphicFrame>
        <p:nvGraphicFramePr>
          <p:cNvPr id="2" name="表格 1"/>
          <p:cNvGraphicFramePr/>
          <p:nvPr>
            <p:custDataLst>
              <p:tags r:id="rId1"/>
            </p:custDataLst>
          </p:nvPr>
        </p:nvGraphicFramePr>
        <p:xfrm>
          <a:off x="215900" y="1845480"/>
          <a:ext cx="11760200" cy="4470210"/>
        </p:xfrm>
        <a:graphic>
          <a:graphicData uri="http://schemas.openxmlformats.org/drawingml/2006/table">
            <a:tbl>
              <a:tblPr firstRow="1" bandRow="1">
                <a:tableStyleId>{5940675A-B579-460E-94D1-54222C63F5DA}</a:tableStyleId>
              </a:tblPr>
              <a:tblGrid>
                <a:gridCol w="998220"/>
                <a:gridCol w="2392045"/>
                <a:gridCol w="8369935"/>
              </a:tblGrid>
              <a:tr h="684530">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序号</a:t>
                      </a:r>
                      <a:endParaRPr lang="en-US" sz="1800" b="1" spc="130">
                        <a:solidFill>
                          <a:srgbClr val="FFFFFF"/>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配置内容</a:t>
                      </a:r>
                      <a:endParaRPr lang="en-US" sz="18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安全基线</a:t>
                      </a:r>
                      <a:endParaRPr lang="en-US" sz="1800" b="1" spc="130">
                        <a:solidFill>
                          <a:srgbClr val="FFFFFF"/>
                        </a:solidFill>
                        <a:latin typeface="微软雅黑" panose="020B0503020204020204" charset="-122"/>
                        <a:ea typeface="微软雅黑" panose="020B0503020204020204" charset="-122"/>
                      </a:endParaRPr>
                    </a:p>
                  </a:txBody>
                  <a:tcPr marL="254000" marR="254000" marT="177800" marB="1778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1816100">
                <a:tc>
                  <a:txBody>
                    <a:bodyPr/>
                    <a:lstStyle/>
                    <a:p>
                      <a:pPr indent="0" algn="ctr">
                        <a:lnSpc>
                          <a:spcPct val="120000"/>
                        </a:lnSpc>
                        <a:spcBef>
                          <a:spcPts val="0"/>
                        </a:spcBef>
                        <a:spcAft>
                          <a:spcPts val="0"/>
                        </a:spcAft>
                        <a:buNone/>
                      </a:pPr>
                      <a:r>
                        <a:rPr lang="en-US" sz="1600" b="0" spc="120">
                          <a:solidFill>
                            <a:srgbClr val="404040"/>
                          </a:solidFill>
                          <a:latin typeface="微软雅黑" panose="020B0503020204020204" charset="-122"/>
                          <a:ea typeface="微软雅黑" panose="020B0503020204020204" charset="-122"/>
                        </a:rPr>
                        <a:t>2</a:t>
                      </a:r>
                      <a:endParaRPr lang="en-US" altLang="en-US" sz="1600" b="0" spc="120">
                        <a:solidFill>
                          <a:srgbClr val="404040"/>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在数据库权限配置能力内，根据用户的业务需要，配置其所需的最小权限。</a:t>
                      </a:r>
                      <a:endParaRPr 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1）给用户赋相应的最小权限    SQL&gt;grant CONNECT to username；     SQL&gt;grant RESOURCE to username；</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2）收回用户多余的权限    SQL&gt;revoke 权限 from username；</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3）授权原则：</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 角色授予遵循最小化原则</a:t>
                      </a:r>
                      <a:r>
                        <a:rPr lang="zh-CN" altLang="en-US" sz="1400" b="0" spc="120">
                          <a:solidFill>
                            <a:srgbClr val="404040"/>
                          </a:solidFill>
                          <a:latin typeface="微软雅黑" panose="020B0503020204020204" charset="-122"/>
                          <a:ea typeface="微软雅黑" panose="020B0503020204020204" charset="-122"/>
                          <a:cs typeface="微软雅黑" panose="020B0503020204020204" charset="-122"/>
                        </a:rPr>
                        <a:t>、</a:t>
                      </a:r>
                      <a:r>
                        <a:rPr lang="en-US" sz="1400" b="0" spc="120">
                          <a:solidFill>
                            <a:srgbClr val="404040"/>
                          </a:solidFill>
                          <a:latin typeface="微软雅黑" panose="020B0503020204020204" charset="-122"/>
                          <a:ea typeface="微软雅黑" panose="020B0503020204020204" charset="-122"/>
                          <a:cs typeface="微软雅黑" panose="020B0503020204020204" charset="-122"/>
                        </a:rPr>
                        <a:t> 对象权限授予遵循最小化原则</a:t>
                      </a:r>
                      <a:r>
                        <a:rPr lang="zh-CN" altLang="en-US" sz="1400" b="0" spc="120">
                          <a:solidFill>
                            <a:srgbClr val="404040"/>
                          </a:solidFill>
                          <a:latin typeface="微软雅黑" panose="020B0503020204020204" charset="-122"/>
                          <a:ea typeface="微软雅黑" panose="020B0503020204020204" charset="-122"/>
                          <a:cs typeface="微软雅黑" panose="020B0503020204020204" charset="-122"/>
                        </a:rPr>
                        <a:t>、</a:t>
                      </a:r>
                      <a:r>
                        <a:rPr lang="en-US" sz="1400" b="0" spc="120">
                          <a:solidFill>
                            <a:srgbClr val="404040"/>
                          </a:solidFill>
                          <a:latin typeface="微软雅黑" panose="020B0503020204020204" charset="-122"/>
                          <a:ea typeface="微软雅黑" panose="020B0503020204020204" charset="-122"/>
                          <a:cs typeface="微软雅黑" panose="020B0503020204020204" charset="-122"/>
                        </a:rPr>
                        <a:t>系统权限授予遵循最小化原则</a:t>
                      </a:r>
                      <a:r>
                        <a:rPr lang="zh-CN" altLang="en-US" sz="1400" b="0" spc="120">
                          <a:solidFill>
                            <a:srgbClr val="404040"/>
                          </a:solidFill>
                          <a:latin typeface="微软雅黑" panose="020B0503020204020204" charset="-122"/>
                          <a:ea typeface="微软雅黑" panose="020B0503020204020204" charset="-122"/>
                          <a:cs typeface="微软雅黑" panose="020B0503020204020204" charset="-122"/>
                        </a:rPr>
                        <a:t>、</a:t>
                      </a:r>
                      <a:r>
                        <a:rPr lang="en-US" sz="1400" b="0" spc="120">
                          <a:solidFill>
                            <a:srgbClr val="404040"/>
                          </a:solidFill>
                          <a:latin typeface="微软雅黑" panose="020B0503020204020204" charset="-122"/>
                          <a:ea typeface="微软雅黑" panose="020B0503020204020204" charset="-122"/>
                          <a:cs typeface="微软雅黑" panose="020B0503020204020204" charset="-122"/>
                        </a:rPr>
                        <a:t>public用户组不存在不合理的执行权限</a:t>
                      </a:r>
                      <a:r>
                        <a:rPr lang="zh-CN" altLang="en-US" sz="1400" b="0" spc="120">
                          <a:solidFill>
                            <a:srgbClr val="404040"/>
                          </a:solidFill>
                          <a:latin typeface="微软雅黑" panose="020B0503020204020204" charset="-122"/>
                          <a:ea typeface="微软雅黑" panose="020B0503020204020204" charset="-122"/>
                          <a:cs typeface="微软雅黑" panose="020B0503020204020204" charset="-122"/>
                        </a:rPr>
                        <a:t>、</a:t>
                      </a:r>
                      <a:r>
                        <a:rPr lang="en-US" sz="1400" b="0" spc="120">
                          <a:solidFill>
                            <a:srgbClr val="404040"/>
                          </a:solidFill>
                          <a:latin typeface="微软雅黑" panose="020B0503020204020204" charset="-122"/>
                          <a:ea typeface="微软雅黑" panose="020B0503020204020204" charset="-122"/>
                          <a:cs typeface="微软雅黑" panose="020B0503020204020204" charset="-122"/>
                        </a:rPr>
                        <a:t>禁止对非DBA用户提供系统级权限</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1524000">
                <a:tc>
                  <a:txBody>
                    <a:bodyPr/>
                    <a:lstStyle/>
                    <a:p>
                      <a:pPr indent="0" algn="ctr">
                        <a:lnSpc>
                          <a:spcPct val="120000"/>
                        </a:lnSpc>
                        <a:spcBef>
                          <a:spcPts val="0"/>
                        </a:spcBef>
                        <a:spcAft>
                          <a:spcPts val="0"/>
                        </a:spcAft>
                        <a:buNone/>
                      </a:pPr>
                      <a:r>
                        <a:rPr lang="en-US" sz="1600" b="0" spc="120">
                          <a:solidFill>
                            <a:srgbClr val="404040"/>
                          </a:solidFill>
                          <a:latin typeface="微软雅黑" panose="020B0503020204020204" charset="-122"/>
                          <a:ea typeface="微软雅黑" panose="020B0503020204020204" charset="-122"/>
                        </a:rPr>
                        <a:t>3</a:t>
                      </a:r>
                      <a:endParaRPr lang="en-US" altLang="en-US" sz="1600" b="0" spc="120">
                        <a:solidFill>
                          <a:srgbClr val="404040"/>
                        </a:solidFill>
                        <a:latin typeface="微软雅黑" panose="020B0503020204020204" charset="-122"/>
                        <a:ea typeface="微软雅黑" panose="020B0503020204020204" charset="-122"/>
                      </a:endParaRPr>
                    </a:p>
                  </a:txBody>
                  <a:tcPr marL="254000" marR="254000" marT="177800" marB="17780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使用数据库角色（ROLE）来管理对象的权限。</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1）使用Create Role命令创建角色，并给角色赋权限：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 SQL&gt;CREATE ROLE "rolename" NOT IDENTIFIED；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  SQL&gt;GRANT "resourcename" TO "rolename"；</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2）使用Grant命令将相应的系统、对象或Role的权限赋予应用用户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SQL&gt;GRANT "rolename" TO "username"；</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580390"/>
            <a:ext cx="10515600" cy="683260"/>
          </a:xfrm>
        </p:spPr>
        <p:txBody>
          <a:bodyPr/>
          <a:lstStyle/>
          <a:p>
            <a:pPr algn="l"/>
            <a:r>
              <a:rPr sz="3600" b="1" smtClean="0">
                <a:latin typeface="微软雅黑" panose="020B0503020204020204" charset="-122"/>
                <a:ea typeface="微软雅黑" panose="020B0503020204020204" charset="-122"/>
                <a:sym typeface="+mn-ea"/>
              </a:rPr>
              <a:t>2 ）数据库用户及权限管理</a:t>
            </a:r>
            <a:br>
              <a:rPr lang="zh-CN" b="1">
                <a:latin typeface="微软雅黑" panose="020B0503020204020204" charset="-122"/>
                <a:ea typeface="微软雅黑" panose="020B0503020204020204" charset="-122"/>
                <a:cs typeface="微软雅黑" panose="020B0503020204020204" charset="-122"/>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（二）数据库安全配置基线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3</a:t>
            </a:r>
            <a:r>
              <a:rPr lang="zh-CN" sz="1800" b="1">
                <a:latin typeface="微软雅黑" panose="020B0503020204020204" charset="-122"/>
                <a:ea typeface="微软雅黑" panose="020B0503020204020204" charset="-122"/>
                <a:cs typeface="微软雅黑" panose="020B0503020204020204" charset="-122"/>
              </a:rPr>
              <a:t> ）</a:t>
            </a:r>
            <a:r>
              <a:rPr lang="zh-CN" sz="1800" b="1">
                <a:latin typeface="微软雅黑" panose="020B0503020204020204" charset="-122"/>
                <a:ea typeface="微软雅黑" panose="020B0503020204020204" charset="-122"/>
                <a:cs typeface="微软雅黑" panose="020B0503020204020204" charset="-122"/>
                <a:sym typeface="+mn-ea"/>
              </a:rPr>
              <a:t>数据库安全审计</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表格 6"/>
          <p:cNvGraphicFramePr/>
          <p:nvPr>
            <p:custDataLst>
              <p:tags r:id="rId1"/>
            </p:custDataLst>
          </p:nvPr>
        </p:nvGraphicFramePr>
        <p:xfrm>
          <a:off x="415457" y="2978785"/>
          <a:ext cx="7480743" cy="3024124"/>
        </p:xfrm>
        <a:graphic>
          <a:graphicData uri="http://schemas.openxmlformats.org/drawingml/2006/table">
            <a:tbl>
              <a:tblPr firstRow="1" bandRow="1">
                <a:tableStyleId>{5940675A-B579-460E-94D1-54222C63F5DA}</a:tableStyleId>
              </a:tblPr>
              <a:tblGrid>
                <a:gridCol w="842253"/>
                <a:gridCol w="3250423"/>
                <a:gridCol w="3388067"/>
              </a:tblGrid>
              <a:tr h="323850">
                <a:tc>
                  <a:txBody>
                    <a:bodyPr/>
                    <a:lstStyle/>
                    <a:p>
                      <a:pPr indent="0" algn="ctr">
                        <a:lnSpc>
                          <a:spcPct val="120000"/>
                        </a:lnSpc>
                        <a:spcBef>
                          <a:spcPts val="0"/>
                        </a:spcBef>
                        <a:spcAft>
                          <a:spcPts val="0"/>
                        </a:spcAft>
                        <a:buNone/>
                      </a:pPr>
                      <a:r>
                        <a:rPr lang="en-US" sz="1600" b="1" spc="120">
                          <a:solidFill>
                            <a:srgbClr val="646464"/>
                          </a:solidFill>
                          <a:latin typeface="微软雅黑" panose="020B0503020204020204" charset="-122"/>
                          <a:ea typeface="微软雅黑" panose="020B0503020204020204" charset="-122"/>
                        </a:rPr>
                        <a:t>序号</a:t>
                      </a:r>
                      <a:endParaRPr lang="en-US" sz="16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600" b="1" spc="120">
                          <a:solidFill>
                            <a:srgbClr val="646464"/>
                          </a:solidFill>
                          <a:latin typeface="微软雅黑" panose="020B0503020204020204" charset="-122"/>
                          <a:ea typeface="微软雅黑" panose="020B0503020204020204" charset="-122"/>
                        </a:rPr>
                        <a:t>配置内容</a:t>
                      </a:r>
                      <a:endParaRPr lang="en-US" sz="16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600" b="1" spc="120" dirty="0" err="1">
                          <a:solidFill>
                            <a:srgbClr val="646464"/>
                          </a:solidFill>
                          <a:latin typeface="微软雅黑" panose="020B0503020204020204" charset="-122"/>
                          <a:ea typeface="微软雅黑" panose="020B0503020204020204" charset="-122"/>
                        </a:rPr>
                        <a:t>安全基线</a:t>
                      </a:r>
                      <a:endParaRPr lang="en-US" sz="1600" b="1" spc="120" dirty="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r>
              <a:tr h="983615">
                <a:tc>
                  <a:txBody>
                    <a:bodyPr/>
                    <a:lstStyle/>
                    <a:p>
                      <a:pPr indent="0" algn="ctr">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1</a:t>
                      </a:r>
                      <a:endParaRPr lang="en-US" altLang="en-US" sz="14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根据业务要求制定数据库审计策略。</a:t>
                      </a:r>
                      <a:endParaRPr 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dirty="0">
                          <a:solidFill>
                            <a:srgbClr val="404040"/>
                          </a:solidFill>
                          <a:latin typeface="微软雅黑" panose="020B0503020204020204" charset="-122"/>
                          <a:ea typeface="微软雅黑" panose="020B0503020204020204" charset="-122"/>
                          <a:cs typeface="微软雅黑" panose="020B0503020204020204" charset="-122"/>
                        </a:rPr>
                        <a:t>1）修改initXXX.ora文件（XXX表示实例名），</a:t>
                      </a:r>
                      <a:r>
                        <a:rPr lang="en-US" sz="1400" b="0" spc="120" dirty="0" err="1">
                          <a:solidFill>
                            <a:srgbClr val="404040"/>
                          </a:solidFill>
                          <a:latin typeface="微软雅黑" panose="020B0503020204020204" charset="-122"/>
                          <a:ea typeface="微软雅黑" panose="020B0503020204020204" charset="-122"/>
                          <a:cs typeface="微软雅黑" panose="020B0503020204020204" charset="-122"/>
                        </a:rPr>
                        <a:t>添加如下内容</a:t>
                      </a:r>
                      <a:r>
                        <a:rPr lang="en-US" sz="1400" b="0" spc="120" dirty="0">
                          <a:solidFill>
                            <a:srgbClr val="404040"/>
                          </a:solidFill>
                          <a:latin typeface="微软雅黑" panose="020B0503020204020204" charset="-122"/>
                          <a:ea typeface="微软雅黑" panose="020B0503020204020204" charset="-122"/>
                          <a:cs typeface="微软雅黑" panose="020B0503020204020204" charset="-122"/>
                        </a:rPr>
                        <a:t>：    </a:t>
                      </a:r>
                      <a:r>
                        <a:rPr lang="en-US" sz="1400" b="0" spc="120" dirty="0" err="1">
                          <a:solidFill>
                            <a:srgbClr val="404040"/>
                          </a:solidFill>
                          <a:latin typeface="微软雅黑" panose="020B0503020204020204" charset="-122"/>
                          <a:ea typeface="微软雅黑" panose="020B0503020204020204" charset="-122"/>
                          <a:cs typeface="微软雅黑" panose="020B0503020204020204" charset="-122"/>
                        </a:rPr>
                        <a:t>audit_trail</a:t>
                      </a:r>
                      <a:r>
                        <a:rPr lang="en-US" sz="1400" b="0" spc="120" dirty="0">
                          <a:solidFill>
                            <a:srgbClr val="404040"/>
                          </a:solidFill>
                          <a:latin typeface="微软雅黑" panose="020B0503020204020204" charset="-122"/>
                          <a:ea typeface="微软雅黑" panose="020B0503020204020204" charset="-122"/>
                          <a:cs typeface="微软雅黑" panose="020B0503020204020204" charset="-122"/>
                        </a:rPr>
                        <a:t>=DB2）重启数据库</a:t>
                      </a:r>
                      <a:endParaRPr lang="en-US" altLang="en-US" sz="1400" b="0" spc="120" dirty="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r>
              <a:tr h="1531620">
                <a:tc>
                  <a:txBody>
                    <a:bodyPr/>
                    <a:lstStyle/>
                    <a:p>
                      <a:pPr indent="0" algn="ctr">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2</a:t>
                      </a:r>
                      <a:endParaRPr lang="en-US" altLang="en-US" sz="14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数据库应配置日志功能，对用户登录信息进行记录，记录内容包括用户登录使用的账号、登录是否成功、登录时间以及远程登录时用户使用的IP地址。</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altLang="en-US" sz="1400" b="0" spc="120" dirty="0" err="1">
                          <a:solidFill>
                            <a:srgbClr val="404040"/>
                          </a:solidFill>
                          <a:latin typeface="微软雅黑" panose="020B0503020204020204" charset="-122"/>
                          <a:ea typeface="微软雅黑" panose="020B0503020204020204" charset="-122"/>
                          <a:cs typeface="微软雅黑" panose="020B0503020204020204" charset="-122"/>
                        </a:rPr>
                        <a:t>使用管理员登录，创建ORACLE登录触发器，记录相关信息</a:t>
                      </a:r>
                      <a:r>
                        <a:rPr lang="zh-CN" altLang="en-US" sz="1400" b="0" spc="120" dirty="0">
                          <a:solidFill>
                            <a:srgbClr val="404040"/>
                          </a:solidFill>
                          <a:latin typeface="微软雅黑" panose="020B0503020204020204" charset="-122"/>
                          <a:ea typeface="微软雅黑" panose="020B0503020204020204" charset="-122"/>
                          <a:cs typeface="微软雅黑" panose="020B0503020204020204" charset="-122"/>
                        </a:rPr>
                        <a:t>，如右图</a:t>
                      </a:r>
                      <a:endParaRPr lang="zh-CN" altLang="en-US" sz="1400" b="0" spc="120" dirty="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r>
            </a:tbl>
          </a:graphicData>
        </a:graphic>
      </p:graphicFrame>
      <p:pic>
        <p:nvPicPr>
          <p:cNvPr id="8" name="图片 7"/>
          <p:cNvPicPr>
            <a:picLocks noChangeAspect="1"/>
          </p:cNvPicPr>
          <p:nvPr/>
        </p:nvPicPr>
        <p:blipFill>
          <a:blip r:embed="rId2"/>
          <a:stretch>
            <a:fillRect/>
          </a:stretch>
        </p:blipFill>
        <p:spPr>
          <a:xfrm>
            <a:off x="8132278" y="1545590"/>
            <a:ext cx="3962400" cy="48596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621030"/>
            <a:ext cx="5264785"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sym typeface="+mn-ea"/>
              </a:rPr>
              <a:t>2</a:t>
            </a:r>
            <a:r>
              <a:rPr lang="zh-CN" sz="1800" b="1">
                <a:latin typeface="微软雅黑" panose="020B0503020204020204" charset="-122"/>
                <a:ea typeface="微软雅黑" panose="020B0503020204020204" charset="-122"/>
                <a:cs typeface="微软雅黑" panose="020B0503020204020204" charset="-122"/>
                <a:sym typeface="+mn-ea"/>
              </a:rPr>
              <a:t> ）数据库用户及权限管理</a:t>
            </a:r>
            <a:endParaRPr lang="zh-CN" sz="1800" b="1">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rcRect l="-3967" r="17944" b="-3521"/>
          <a:stretch>
            <a:fillRect/>
          </a:stretch>
        </p:blipFill>
        <p:spPr>
          <a:xfrm>
            <a:off x="4152265" y="548640"/>
            <a:ext cx="3890010" cy="6179185"/>
          </a:xfrm>
          <a:prstGeom prst="rect">
            <a:avLst/>
          </a:prstGeom>
        </p:spPr>
      </p:pic>
      <p:sp>
        <p:nvSpPr>
          <p:cNvPr id="11" name="文本框 10"/>
          <p:cNvSpPr txBox="1"/>
          <p:nvPr/>
        </p:nvSpPr>
        <p:spPr>
          <a:xfrm>
            <a:off x="623570" y="2061210"/>
            <a:ext cx="3444875" cy="3646170"/>
          </a:xfrm>
          <a:prstGeom prst="rect">
            <a:avLst/>
          </a:prstGeom>
          <a:noFill/>
        </p:spPr>
        <p:txBody>
          <a:bodyPr wrap="square" rtlCol="0" anchor="t">
            <a:spAutoFit/>
          </a:bodyPr>
          <a:lstStyle/>
          <a:p>
            <a:pPr marL="342900" indent="-342900">
              <a:lnSpc>
                <a:spcPct val="150000"/>
              </a:lnSpc>
              <a:buFont typeface="+mj-ea"/>
              <a:buAutoNum type="circleNumDbPlain" startAt="3"/>
            </a:pPr>
            <a:r>
              <a:rPr lang="zh-CN" altLang="en-US" sz="1400" b="1">
                <a:solidFill>
                  <a:srgbClr val="FF0000"/>
                </a:solidFill>
                <a:latin typeface="微软雅黑" panose="020B0503020204020204" charset="-122"/>
                <a:ea typeface="微软雅黑" panose="020B0503020204020204" charset="-122"/>
              </a:rPr>
              <a:t>数据库应配置日志功能</a:t>
            </a:r>
            <a:r>
              <a:rPr lang="zh-CN" altLang="en-US" sz="1400">
                <a:latin typeface="微软雅黑" panose="020B0503020204020204" charset="-122"/>
                <a:ea typeface="微软雅黑" panose="020B0503020204020204" charset="-122"/>
              </a:rPr>
              <a:t>，</a:t>
            </a:r>
            <a:r>
              <a:rPr lang="zh-CN" altLang="en-US" sz="1400" b="1">
                <a:latin typeface="微软雅黑" panose="020B0503020204020204" charset="-122"/>
                <a:ea typeface="微软雅黑" panose="020B0503020204020204" charset="-122"/>
              </a:rPr>
              <a:t>记录用户对数据库的操作</a:t>
            </a:r>
            <a:r>
              <a:rPr lang="zh-CN" altLang="en-US" sz="1400">
                <a:latin typeface="微软雅黑" panose="020B0503020204020204" charset="-122"/>
                <a:ea typeface="微软雅黑" panose="020B0503020204020204" charset="-122"/>
              </a:rPr>
              <a:t>，包括但不限于以下内容：账号创建、删除和权限修改、口令修改、读取和修改数据库配置、读取和修改用户业务数据、身份数据、涉及隐私数据。记录需要包含用户账号，操作时间，操作内容以及操作结果。（安全基线如右图）</a:t>
            </a:r>
            <a:endParaRPr lang="zh-CN" altLang="en-US" sz="1400">
              <a:latin typeface="微软雅黑" panose="020B0503020204020204" charset="-122"/>
              <a:ea typeface="微软雅黑" panose="020B0503020204020204" charset="-122"/>
            </a:endParaRPr>
          </a:p>
          <a:p>
            <a:pPr marL="342900" indent="-342900">
              <a:lnSpc>
                <a:spcPct val="150000"/>
              </a:lnSpc>
              <a:buFont typeface="+mj-ea"/>
              <a:buAutoNum type="circleNumDbPlain" startAt="3"/>
            </a:pPr>
            <a:r>
              <a:rPr lang="zh-CN" altLang="en-US" sz="1400">
                <a:latin typeface="微软雅黑" panose="020B0503020204020204" charset="-122"/>
                <a:ea typeface="微软雅黑" panose="020B0503020204020204" charset="-122"/>
              </a:rPr>
              <a:t>数据库应配置日志功能，</a:t>
            </a:r>
            <a:r>
              <a:rPr lang="zh-CN" altLang="en-US" sz="1400" b="1">
                <a:latin typeface="微软雅黑" panose="020B0503020204020204" charset="-122"/>
                <a:ea typeface="微软雅黑" panose="020B0503020204020204" charset="-122"/>
              </a:rPr>
              <a:t>记录对与数据库相关的安全事件</a:t>
            </a:r>
            <a:r>
              <a:rPr lang="zh-CN" altLang="en-US"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sym typeface="+mn-ea"/>
              </a:rPr>
              <a:t>（安全基线如右图）</a:t>
            </a:r>
            <a:endParaRPr lang="zh-CN" altLang="en-US" sz="1400">
              <a:latin typeface="微软雅黑" panose="020B0503020204020204" charset="-122"/>
              <a:ea typeface="微软雅黑" panose="020B0503020204020204" charset="-122"/>
            </a:endParaRPr>
          </a:p>
        </p:txBody>
      </p:sp>
      <p:pic>
        <p:nvPicPr>
          <p:cNvPr id="12" name="图片 11"/>
          <p:cNvPicPr>
            <a:picLocks noChangeAspect="1"/>
          </p:cNvPicPr>
          <p:nvPr/>
        </p:nvPicPr>
        <p:blipFill>
          <a:blip r:embed="rId2"/>
          <a:srcRect l="-4296" r="16710"/>
          <a:stretch>
            <a:fillRect/>
          </a:stretch>
        </p:blipFill>
        <p:spPr>
          <a:xfrm>
            <a:off x="7867015" y="1222375"/>
            <a:ext cx="4207510" cy="4831715"/>
          </a:xfrm>
          <a:prstGeom prst="rect">
            <a:avLst/>
          </a:prstGeom>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508635"/>
            <a:ext cx="10515600" cy="81153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rPr>
              <a:t>（三）网络设备安全配置基线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4" name="Rectangle 3"/>
          <p:cNvSpPr>
            <a:spLocks noChangeArrowheads="1"/>
          </p:cNvSpPr>
          <p:nvPr/>
        </p:nvSpPr>
        <p:spPr bwMode="auto">
          <a:xfrm>
            <a:off x="3791585" y="30670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101" name="文本框 100"/>
          <p:cNvSpPr txBox="1"/>
          <p:nvPr/>
        </p:nvSpPr>
        <p:spPr>
          <a:xfrm>
            <a:off x="1271270" y="2277110"/>
            <a:ext cx="10208260" cy="3107690"/>
          </a:xfrm>
          <a:prstGeom prst="rect">
            <a:avLst/>
          </a:prstGeom>
          <a:noFill/>
          <a:ln w="9525">
            <a:noFill/>
          </a:ln>
        </p:spPr>
        <p:txBody>
          <a:bodyPr wrap="square">
            <a:spAutoFit/>
          </a:bodyPr>
          <a:lstStyle/>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网络安全设备为等级保护对象提供安全防护措施的同时也需保证其自身安全，基于网络安全等级保护基本要求中安全计算环境对网络安全设备的要求，在网络安全建设时，应对网络安全设备进行安全基线配置，提升安全产品自身合规能力。</a:t>
            </a:r>
            <a:endParaRPr lang="zh-CN" sz="1400">
              <a:latin typeface="微软雅黑" panose="020B0503020204020204" charset="-122"/>
              <a:ea typeface="微软雅黑" panose="020B0503020204020204" charset="-122"/>
              <a:cs typeface="微软雅黑" panose="020B0503020204020204" charset="-122"/>
            </a:endParaRPr>
          </a:p>
          <a:p>
            <a:pPr indent="355600" algn="just">
              <a:lnSpc>
                <a:spcPct val="200000"/>
              </a:lnSpc>
              <a:buClrTx/>
              <a:buSzTx/>
              <a:buNone/>
              <a:extLst>
                <a:ext uri="{35155182-B16C-46BC-9424-99874614C6A1}">
                  <wpsdc:indentchars xmlns:wpsdc="http://www.wps.cn/officeDocument/2017/drawingmlCustomData" val="200" checksum="3837665281"/>
                </a:ext>
              </a:extLst>
            </a:pPr>
            <a:r>
              <a:rPr lang="zh-CN" sz="1400">
                <a:latin typeface="微软雅黑" panose="020B0503020204020204" charset="-122"/>
                <a:ea typeface="微软雅黑" panose="020B0503020204020204" charset="-122"/>
                <a:cs typeface="微软雅黑" panose="020B0503020204020204" charset="-122"/>
              </a:rPr>
              <a:t>本节以华为路由器为例介绍网络设备在计算环境中如何进行安全实践，网络设备安全配置主要有下面几个方面的内容。</a:t>
            </a:r>
            <a:endParaRPr lang="zh-CN" sz="1400">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身份鉴别</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访问控制</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安全审计</a:t>
            </a:r>
            <a:endParaRPr lang="zh-CN" sz="1400" b="1">
              <a:latin typeface="微软雅黑" panose="020B0503020204020204" charset="-122"/>
              <a:ea typeface="微软雅黑" panose="020B0503020204020204" charset="-122"/>
              <a:cs typeface="微软雅黑" panose="020B0503020204020204" charset="-122"/>
            </a:endParaRPr>
          </a:p>
          <a:p>
            <a:pPr marL="742950" lvl="1" indent="-285750" algn="just">
              <a:lnSpc>
                <a:spcPct val="200000"/>
              </a:lnSpc>
              <a:buClrTx/>
              <a:buSzTx/>
              <a:buFont typeface="Wingdings" panose="05000000000000000000" charset="0"/>
              <a:buChar char="l"/>
            </a:pPr>
            <a:r>
              <a:rPr lang="zh-CN" sz="1400" b="1">
                <a:latin typeface="微软雅黑" panose="020B0503020204020204" charset="-122"/>
                <a:ea typeface="微软雅黑" panose="020B0503020204020204" charset="-122"/>
                <a:cs typeface="微软雅黑" panose="020B0503020204020204" charset="-122"/>
              </a:rPr>
              <a:t>入侵防范</a:t>
            </a:r>
            <a:endParaRPr lang="zh-CN" sz="1400"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508635"/>
            <a:ext cx="10515600" cy="83185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endParaRPr lang="zh-CN" altLang="en-US" b="1"/>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3615" y="180594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（三）网络设备安全配置基线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703705" y="2348865"/>
            <a:ext cx="5264785" cy="368300"/>
          </a:xfrm>
          <a:prstGeom prst="rect">
            <a:avLst/>
          </a:prstGeom>
          <a:noFill/>
        </p:spPr>
        <p:txBody>
          <a:bodyPr wrap="square" rtlCol="0">
            <a:spAutoFit/>
          </a:bodyPr>
          <a:lstStyle/>
          <a:p>
            <a:pPr marL="0" lvl="1" algn="l">
              <a:lnSpc>
                <a:spcPct val="100000"/>
              </a:lnSpc>
              <a:buClrTx/>
              <a:buSzTx/>
              <a:buFontTx/>
            </a:pPr>
            <a:r>
              <a:rPr lang="zh-CN" sz="1800" b="1">
                <a:latin typeface="微软雅黑" panose="020B0503020204020204" charset="-122"/>
                <a:ea typeface="微软雅黑" panose="020B0503020204020204" charset="-122"/>
                <a:cs typeface="微软雅黑" panose="020B0503020204020204" charset="-122"/>
              </a:rPr>
              <a:t>1 ）</a:t>
            </a:r>
            <a:r>
              <a:rPr lang="zh-CN" sz="1800" b="1">
                <a:latin typeface="微软雅黑" panose="020B0503020204020204" charset="-122"/>
                <a:ea typeface="微软雅黑" panose="020B0503020204020204" charset="-122"/>
                <a:cs typeface="微软雅黑" panose="020B0503020204020204" charset="-122"/>
                <a:sym typeface="+mn-ea"/>
              </a:rPr>
              <a:t>身份鉴别</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表格 6"/>
          <p:cNvGraphicFramePr/>
          <p:nvPr>
            <p:custDataLst>
              <p:tags r:id="rId1"/>
            </p:custDataLst>
          </p:nvPr>
        </p:nvGraphicFramePr>
        <p:xfrm>
          <a:off x="4508500" y="1990090"/>
          <a:ext cx="7197090" cy="4531360"/>
        </p:xfrm>
        <a:graphic>
          <a:graphicData uri="http://schemas.openxmlformats.org/drawingml/2006/table">
            <a:tbl>
              <a:tblPr firstRow="1" bandRow="1">
                <a:tableStyleId>{5940675A-B579-460E-94D1-54222C63F5DA}</a:tableStyleId>
              </a:tblPr>
              <a:tblGrid>
                <a:gridCol w="1021472"/>
                <a:gridCol w="2660718"/>
                <a:gridCol w="3514900"/>
              </a:tblGrid>
              <a:tr h="647700">
                <a:tc>
                  <a:txBody>
                    <a:bodyPr/>
                    <a:lstStyle/>
                    <a:p>
                      <a:pPr indent="0" algn="ctr">
                        <a:lnSpc>
                          <a:spcPct val="120000"/>
                        </a:lnSpc>
                        <a:spcBef>
                          <a:spcPts val="0"/>
                        </a:spcBef>
                        <a:spcAft>
                          <a:spcPts val="0"/>
                        </a:spcAft>
                        <a:buNone/>
                      </a:pPr>
                      <a:r>
                        <a:rPr lang="en-US" sz="1600" b="1" spc="130">
                          <a:solidFill>
                            <a:srgbClr val="646464"/>
                          </a:solidFill>
                          <a:latin typeface="微软雅黑" panose="020B0503020204020204" charset="-122"/>
                          <a:ea typeface="微软雅黑" panose="020B0503020204020204" charset="-122"/>
                        </a:rPr>
                        <a:t>序号</a:t>
                      </a:r>
                      <a:endParaRPr lang="en-US" sz="1600" b="1" spc="130">
                        <a:solidFill>
                          <a:srgbClr val="646464"/>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600" b="1" spc="130">
                          <a:solidFill>
                            <a:srgbClr val="646464"/>
                          </a:solidFill>
                          <a:latin typeface="微软雅黑" panose="020B0503020204020204" charset="-122"/>
                          <a:ea typeface="微软雅黑" panose="020B0503020204020204" charset="-122"/>
                        </a:rPr>
                        <a:t>配置内容</a:t>
                      </a:r>
                      <a:endParaRPr lang="en-US" sz="1600" b="1" spc="130">
                        <a:solidFill>
                          <a:srgbClr val="646464"/>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indent="0" algn="ctr">
                        <a:lnSpc>
                          <a:spcPct val="120000"/>
                        </a:lnSpc>
                        <a:spcBef>
                          <a:spcPts val="0"/>
                        </a:spcBef>
                        <a:spcAft>
                          <a:spcPts val="0"/>
                        </a:spcAft>
                        <a:buNone/>
                      </a:pPr>
                      <a:r>
                        <a:rPr lang="en-US" sz="1600" b="1" spc="130">
                          <a:solidFill>
                            <a:srgbClr val="646464"/>
                          </a:solidFill>
                          <a:latin typeface="微软雅黑" panose="020B0503020204020204" charset="-122"/>
                          <a:ea typeface="微软雅黑" panose="020B0503020204020204" charset="-122"/>
                        </a:rPr>
                        <a:t>安全基线</a:t>
                      </a:r>
                      <a:endParaRPr lang="en-US" sz="1600" b="1" spc="130">
                        <a:solidFill>
                          <a:srgbClr val="646464"/>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r>
              <a:tr h="1379220">
                <a:tc>
                  <a:txBody>
                    <a:bodyPr/>
                    <a:lstStyle/>
                    <a:p>
                      <a:pPr indent="0" algn="ctr">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1</a:t>
                      </a:r>
                      <a:endParaRPr lang="en-US" altLang="en-US" sz="1400" b="0" spc="120">
                        <a:solidFill>
                          <a:srgbClr val="646464"/>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对于采用静态口令认证技术的设备，口令长度至少8位，并包括数字、小写字母、大写字母和特殊符号4类中至少2类。</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参考如下命令修改账号密码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aaa local-user &lt;用户名&gt; password cipher &lt;密码&gt;</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r>
              <a:tr h="1123315">
                <a:tc>
                  <a:txBody>
                    <a:bodyPr/>
                    <a:lstStyle/>
                    <a:p>
                      <a:pPr indent="0" algn="ctr">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2</a:t>
                      </a:r>
                      <a:endParaRPr lang="en-US" altLang="en-US" sz="1400" b="0" spc="120">
                        <a:solidFill>
                          <a:srgbClr val="646464"/>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对于使用IP协议进行远程维护的设备，设备应配置使用SSH等加密协议。</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参考如下命令，配置加密访问</a:t>
                      </a:r>
                      <a:r>
                        <a:rPr lang="zh-CN" altLang="en-US" sz="1400" b="0" spc="120">
                          <a:solidFill>
                            <a:srgbClr val="404040"/>
                          </a:solidFill>
                          <a:latin typeface="微软雅黑" panose="020B0503020204020204" charset="-122"/>
                          <a:ea typeface="微软雅黑" panose="020B0503020204020204" charset="-122"/>
                        </a:rPr>
                        <a:t>，如左图。</a:t>
                      </a:r>
                      <a:endParaRPr lang="zh-CN" altLang="en-US" sz="1400" b="0" spc="120">
                        <a:solidFill>
                          <a:srgbClr val="404040"/>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r>
              <a:tr h="1123315">
                <a:tc>
                  <a:txBody>
                    <a:bodyPr/>
                    <a:lstStyle/>
                    <a:p>
                      <a:pPr indent="0" algn="ctr">
                        <a:lnSpc>
                          <a:spcPct val="120000"/>
                        </a:lnSpc>
                        <a:spcBef>
                          <a:spcPts val="0"/>
                        </a:spcBef>
                        <a:spcAft>
                          <a:spcPts val="0"/>
                        </a:spcAft>
                        <a:buNone/>
                      </a:pPr>
                      <a:r>
                        <a:rPr lang="en-US" sz="1400" b="0" spc="120">
                          <a:solidFill>
                            <a:srgbClr val="646464"/>
                          </a:solidFill>
                          <a:latin typeface="微软雅黑" panose="020B0503020204020204" charset="-122"/>
                          <a:ea typeface="微软雅黑" panose="020B0503020204020204" charset="-122"/>
                        </a:rPr>
                        <a:t>3</a:t>
                      </a:r>
                      <a:endParaRPr lang="en-US" altLang="en-US" sz="1400" b="0" spc="120">
                        <a:solidFill>
                          <a:srgbClr val="646464"/>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dirty="0" err="1">
                          <a:solidFill>
                            <a:srgbClr val="404040"/>
                          </a:solidFill>
                          <a:latin typeface="微软雅黑" panose="020B0503020204020204" charset="-122"/>
                          <a:ea typeface="微软雅黑" panose="020B0503020204020204" charset="-122"/>
                        </a:rPr>
                        <a:t>配置定时账户自动登出，登出后用户需再次登录才能进入系统</a:t>
                      </a:r>
                      <a:r>
                        <a:rPr lang="en-US" sz="1400" b="0" spc="120" dirty="0">
                          <a:solidFill>
                            <a:srgbClr val="404040"/>
                          </a:solidFill>
                          <a:latin typeface="微软雅黑" panose="020B0503020204020204" charset="-122"/>
                          <a:ea typeface="微软雅黑" panose="020B0503020204020204" charset="-122"/>
                        </a:rPr>
                        <a:t>。</a:t>
                      </a:r>
                      <a:endParaRPr lang="en-US" altLang="en-US" sz="1400" b="0" spc="120" dirty="0">
                        <a:solidFill>
                          <a:srgbClr val="404040"/>
                        </a:solidFill>
                        <a:latin typeface="微软雅黑" panose="020B0503020204020204" charset="-122"/>
                        <a:ea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dirty="0" err="1">
                          <a:solidFill>
                            <a:srgbClr val="404040"/>
                          </a:solidFill>
                          <a:latin typeface="微软雅黑" panose="020B0503020204020204" charset="-122"/>
                          <a:ea typeface="微软雅黑" panose="020B0503020204020204" charset="-122"/>
                          <a:cs typeface="微软雅黑" panose="020B0503020204020204" charset="-122"/>
                        </a:rPr>
                        <a:t>参考如下命令配置定时登出</a:t>
                      </a:r>
                      <a:r>
                        <a:rPr lang="en-US" sz="1400" b="0" spc="120" dirty="0">
                          <a:solidFill>
                            <a:srgbClr val="404040"/>
                          </a:solidFill>
                          <a:latin typeface="微软雅黑" panose="020B0503020204020204" charset="-122"/>
                          <a:ea typeface="微软雅黑" panose="020B0503020204020204" charset="-122"/>
                          <a:cs typeface="微软雅黑" panose="020B0503020204020204" charset="-122"/>
                        </a:rPr>
                        <a:t>：    </a:t>
                      </a:r>
                      <a:endParaRPr lang="en-US" sz="1400" b="0" spc="120" dirty="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000" b="0" spc="120" dirty="0">
                          <a:solidFill>
                            <a:srgbClr val="404040"/>
                          </a:solidFill>
                          <a:latin typeface="微软雅黑" panose="020B0503020204020204" charset="-122"/>
                          <a:ea typeface="微软雅黑" panose="020B0503020204020204" charset="-122"/>
                          <a:cs typeface="微软雅黑" panose="020B0503020204020204" charset="-122"/>
                        </a:rPr>
                        <a:t>user-interface </a:t>
                      </a:r>
                      <a:r>
                        <a:rPr lang="en-US" sz="1000" b="0" spc="120" dirty="0" err="1">
                          <a:solidFill>
                            <a:srgbClr val="404040"/>
                          </a:solidFill>
                          <a:latin typeface="微软雅黑" panose="020B0503020204020204" charset="-122"/>
                          <a:ea typeface="微软雅黑" panose="020B0503020204020204" charset="-122"/>
                          <a:cs typeface="微软雅黑" panose="020B0503020204020204" charset="-122"/>
                        </a:rPr>
                        <a:t>vty</a:t>
                      </a:r>
                      <a:r>
                        <a:rPr lang="en-US" sz="1000" b="0" spc="120" dirty="0">
                          <a:solidFill>
                            <a:srgbClr val="404040"/>
                          </a:solidFill>
                          <a:latin typeface="微软雅黑" panose="020B0503020204020204" charset="-122"/>
                          <a:ea typeface="微软雅黑" panose="020B0503020204020204" charset="-122"/>
                          <a:cs typeface="微软雅黑" panose="020B0503020204020204" charset="-122"/>
                        </a:rPr>
                        <a:t> 0 4    idle-timeout 20 0</a:t>
                      </a:r>
                      <a:endParaRPr lang="en-US" altLang="en-US" sz="1000" b="0" spc="120" dirty="0">
                        <a:solidFill>
                          <a:srgbClr val="404040"/>
                        </a:solidFill>
                        <a:latin typeface="微软雅黑" panose="020B0503020204020204" charset="-122"/>
                        <a:ea typeface="微软雅黑" panose="020B0503020204020204" charset="-122"/>
                        <a:cs typeface="微软雅黑" panose="020B0503020204020204" charset="-122"/>
                      </a:endParaRPr>
                    </a:p>
                  </a:txBody>
                  <a:tcPr marL="254000" marR="254000" marT="177800" marB="17780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r>
            </a:tbl>
          </a:graphicData>
        </a:graphic>
      </p:graphicFrame>
      <p:pic>
        <p:nvPicPr>
          <p:cNvPr id="8" name="图片 7"/>
          <p:cNvPicPr>
            <a:picLocks noChangeAspect="1"/>
          </p:cNvPicPr>
          <p:nvPr/>
        </p:nvPicPr>
        <p:blipFill>
          <a:blip r:embed="rId2"/>
          <a:srcRect l="-4059" r="47177"/>
          <a:stretch>
            <a:fillRect/>
          </a:stretch>
        </p:blipFill>
        <p:spPr>
          <a:xfrm>
            <a:off x="1703705" y="2708910"/>
            <a:ext cx="2411730" cy="37344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8200" y="508635"/>
            <a:ext cx="10515600" cy="88773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2980" y="178181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（三）网络设备安全配置基线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727575" y="1777365"/>
            <a:ext cx="2084070"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2</a:t>
            </a:r>
            <a:r>
              <a:rPr lang="zh-CN" sz="1800" b="1">
                <a:latin typeface="微软雅黑" panose="020B0503020204020204" charset="-122"/>
                <a:ea typeface="微软雅黑" panose="020B0503020204020204" charset="-122"/>
                <a:cs typeface="微软雅黑" panose="020B0503020204020204" charset="-122"/>
              </a:rPr>
              <a:t> ）访问控制</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6" name="表格 5"/>
          <p:cNvGraphicFramePr/>
          <p:nvPr>
            <p:custDataLst>
              <p:tags r:id="rId1"/>
            </p:custDataLst>
          </p:nvPr>
        </p:nvGraphicFramePr>
        <p:xfrm>
          <a:off x="982980" y="2377440"/>
          <a:ext cx="10555606" cy="4148455"/>
        </p:xfrm>
        <a:graphic>
          <a:graphicData uri="http://schemas.openxmlformats.org/drawingml/2006/table">
            <a:tbl>
              <a:tblPr firstRow="1" bandRow="1">
                <a:tableStyleId>{5940675A-B579-460E-94D1-54222C63F5DA}</a:tableStyleId>
              </a:tblPr>
              <a:tblGrid>
                <a:gridCol w="692575"/>
                <a:gridCol w="2817745"/>
                <a:gridCol w="7045286"/>
              </a:tblGrid>
              <a:tr h="407035">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序号</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配置内容</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300" b="1" spc="120">
                          <a:solidFill>
                            <a:srgbClr val="FFFFFF"/>
                          </a:solidFill>
                          <a:latin typeface="微软雅黑" panose="020B0503020204020204" charset="-122"/>
                          <a:ea typeface="微软雅黑" panose="020B0503020204020204" charset="-122"/>
                        </a:rPr>
                        <a:t>安全基线</a:t>
                      </a:r>
                      <a:endParaRPr lang="en-US" sz="1300" b="1" spc="120">
                        <a:solidFill>
                          <a:srgbClr val="FFFFFF"/>
                        </a:solidFill>
                        <a:latin typeface="微软雅黑" panose="020B0503020204020204" charset="-122"/>
                        <a:ea typeface="微软雅黑" panose="020B0503020204020204" charset="-122"/>
                      </a:endParaRPr>
                    </a:p>
                  </a:txBody>
                  <a:tcPr marL="107950" marR="107950" marT="63500" marB="6350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1038860">
                <a:tc>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4</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应按照用户分配账号。避免不同用户间共享账号。避免用户账号和设备间通信使用的账号共享。</a:t>
                      </a:r>
                      <a:endParaRPr 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cs typeface="微软雅黑" panose="020B0503020204020204" charset="-122"/>
                        </a:rPr>
                        <a:t>执行如下命令添加账号：   </a:t>
                      </a:r>
                      <a:endParaRPr lang="en-US" sz="11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cs typeface="微软雅黑" panose="020B0503020204020204" charset="-122"/>
                        </a:rPr>
                        <a:t> aaa  local-user &lt;用户名&gt; password cipher &lt;密码&gt;  local-user &lt;用户名&gt; service-type &lt;登录方式&gt;    #    user-interface vty 0 4     authentication-mode aaa</a:t>
                      </a:r>
                      <a:endParaRPr lang="en-US" altLang="en-US" sz="11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589915">
                <a:tc>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5</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应删除与设备运行、维护等工作无关的账号。</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cs typeface="微软雅黑" panose="020B0503020204020204" charset="-122"/>
                        </a:rPr>
                        <a:t>执行如下命令删除账号：   </a:t>
                      </a:r>
                      <a:endParaRPr lang="en-US" sz="11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cs typeface="微软雅黑" panose="020B0503020204020204" charset="-122"/>
                        </a:rPr>
                        <a:t> aaa    undo local-user test</a:t>
                      </a:r>
                      <a:endParaRPr lang="en-US" altLang="en-US" sz="11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979805">
                <a:tc>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6</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限制具备管理员权限的用户远程登录。远程执行管理员权限操作，应先以普通权限用户远程登录后，再切换到管理员权限账号后执行相应操作。</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cs typeface="微软雅黑" panose="020B0503020204020204" charset="-122"/>
                        </a:rPr>
                        <a:t>参考如下命令限制账号远程登录：   </a:t>
                      </a:r>
                      <a:endParaRPr lang="en-US" sz="11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cs typeface="微软雅黑" panose="020B0503020204020204" charset="-122"/>
                        </a:rPr>
                        <a:t> super password level 3 cipher superPWD    aaa    local-user user1 password cipher PWD1    local-user user1 service-type telnet    local-user user1 level 2 </a:t>
                      </a:r>
                      <a:endParaRPr lang="en-US" sz="1100" b="0" spc="6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cs typeface="微软雅黑" panose="020B0503020204020204" charset="-122"/>
                        </a:rPr>
                        <a:t>#    user-interface vty 0 4    authentication-mode aaa</a:t>
                      </a:r>
                      <a:endParaRPr lang="en-US" altLang="en-US" sz="1100" b="0" spc="6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2F2F2"/>
                    </a:solidFill>
                  </a:tcPr>
                </a:tc>
              </a:tr>
              <a:tr h="1038860">
                <a:tc>
                  <a:txBody>
                    <a:bodyPr/>
                    <a:lstStyle/>
                    <a:p>
                      <a:pPr indent="0" algn="ctr">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7</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100" b="0" spc="60">
                          <a:solidFill>
                            <a:srgbClr val="404040"/>
                          </a:solidFill>
                          <a:latin typeface="微软雅黑" panose="020B0503020204020204" charset="-122"/>
                          <a:ea typeface="微软雅黑" panose="020B0503020204020204" charset="-122"/>
                        </a:rPr>
                        <a:t>在设备权限配置能力内，根据用户的业务需要，配置其所需的最小权限。</a:t>
                      </a:r>
                      <a:endParaRPr lang="en-US" altLang="en-US" sz="1100" b="0" spc="60">
                        <a:solidFill>
                          <a:srgbClr val="404040"/>
                        </a:solidFill>
                        <a:latin typeface="微软雅黑" panose="020B0503020204020204" charset="-122"/>
                        <a:ea typeface="微软雅黑" panose="020B0503020204020204" charset="-122"/>
                      </a:endParaRPr>
                    </a:p>
                  </a:txBody>
                  <a:tcPr marL="107950" marR="107950" marT="63500" marB="6350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100" b="0" spc="60" dirty="0">
                          <a:solidFill>
                            <a:srgbClr val="404040"/>
                          </a:solidFill>
                          <a:latin typeface="微软雅黑" panose="020B0503020204020204" charset="-122"/>
                          <a:ea typeface="微软雅黑" panose="020B0503020204020204" charset="-122"/>
                          <a:cs typeface="微软雅黑" panose="020B0503020204020204" charset="-122"/>
                        </a:rPr>
                        <a:t>1）查看账号权限    display current-configuration configuration </a:t>
                      </a:r>
                      <a:r>
                        <a:rPr lang="en-US" sz="1100" b="0" spc="60" dirty="0" err="1">
                          <a:solidFill>
                            <a:srgbClr val="404040"/>
                          </a:solidFill>
                          <a:latin typeface="微软雅黑" panose="020B0503020204020204" charset="-122"/>
                          <a:ea typeface="微软雅黑" panose="020B0503020204020204" charset="-122"/>
                          <a:cs typeface="微软雅黑" panose="020B0503020204020204" charset="-122"/>
                        </a:rPr>
                        <a:t>aaa</a:t>
                      </a:r>
                      <a:endParaRPr lang="en-US" sz="1100" b="0" spc="60" dirty="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100" b="0" spc="60" dirty="0">
                          <a:solidFill>
                            <a:srgbClr val="404040"/>
                          </a:solidFill>
                          <a:latin typeface="微软雅黑" panose="020B0503020204020204" charset="-122"/>
                          <a:ea typeface="微软雅黑" panose="020B0503020204020204" charset="-122"/>
                          <a:cs typeface="微软雅黑" panose="020B0503020204020204" charset="-122"/>
                        </a:rPr>
                        <a:t>2）根据业务需要调整账号权限，参考如下：    </a:t>
                      </a:r>
                      <a:endParaRPr lang="en-US" sz="1100" b="0" spc="60" dirty="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100" b="0" spc="60" dirty="0" err="1">
                          <a:solidFill>
                            <a:srgbClr val="404040"/>
                          </a:solidFill>
                          <a:latin typeface="微软雅黑" panose="020B0503020204020204" charset="-122"/>
                          <a:ea typeface="微软雅黑" panose="020B0503020204020204" charset="-122"/>
                          <a:cs typeface="微软雅黑" panose="020B0503020204020204" charset="-122"/>
                        </a:rPr>
                        <a:t>aaa</a:t>
                      </a:r>
                      <a:r>
                        <a:rPr lang="en-US" sz="1100" b="0" spc="60" dirty="0">
                          <a:solidFill>
                            <a:srgbClr val="404040"/>
                          </a:solidFill>
                          <a:latin typeface="微软雅黑" panose="020B0503020204020204" charset="-122"/>
                          <a:ea typeface="微软雅黑" panose="020B0503020204020204" charset="-122"/>
                          <a:cs typeface="微软雅黑" panose="020B0503020204020204" charset="-122"/>
                        </a:rPr>
                        <a:t>    local-user 8011 password cipher 8011    local-user 8011 service-type telnet    local-user 8011 level 0    </a:t>
                      </a:r>
                      <a:endParaRPr lang="en-US" sz="1100" b="0" spc="60" dirty="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100" b="0" spc="60" dirty="0">
                          <a:solidFill>
                            <a:srgbClr val="404040"/>
                          </a:solidFill>
                          <a:latin typeface="微软雅黑" panose="020B0503020204020204" charset="-122"/>
                          <a:ea typeface="微软雅黑" panose="020B0503020204020204" charset="-122"/>
                          <a:cs typeface="微软雅黑" panose="020B0503020204020204" charset="-122"/>
                        </a:rPr>
                        <a:t>#    user-interface </a:t>
                      </a:r>
                      <a:r>
                        <a:rPr lang="en-US" sz="1100" b="0" spc="60" dirty="0" err="1">
                          <a:solidFill>
                            <a:srgbClr val="404040"/>
                          </a:solidFill>
                          <a:latin typeface="微软雅黑" panose="020B0503020204020204" charset="-122"/>
                          <a:ea typeface="微软雅黑" panose="020B0503020204020204" charset="-122"/>
                          <a:cs typeface="微软雅黑" panose="020B0503020204020204" charset="-122"/>
                        </a:rPr>
                        <a:t>vty</a:t>
                      </a:r>
                      <a:r>
                        <a:rPr lang="en-US" sz="1100" b="0" spc="60" dirty="0">
                          <a:solidFill>
                            <a:srgbClr val="404040"/>
                          </a:solidFill>
                          <a:latin typeface="微软雅黑" panose="020B0503020204020204" charset="-122"/>
                          <a:ea typeface="微软雅黑" panose="020B0503020204020204" charset="-122"/>
                          <a:cs typeface="微软雅黑" panose="020B0503020204020204" charset="-122"/>
                        </a:rPr>
                        <a:t> 0 4    authentication-mode </a:t>
                      </a:r>
                      <a:r>
                        <a:rPr lang="en-US" sz="1100" b="0" spc="60" dirty="0" err="1">
                          <a:solidFill>
                            <a:srgbClr val="404040"/>
                          </a:solidFill>
                          <a:latin typeface="微软雅黑" panose="020B0503020204020204" charset="-122"/>
                          <a:ea typeface="微软雅黑" panose="020B0503020204020204" charset="-122"/>
                          <a:cs typeface="微软雅黑" panose="020B0503020204020204" charset="-122"/>
                        </a:rPr>
                        <a:t>aaa</a:t>
                      </a:r>
                      <a:endParaRPr lang="en-US" altLang="en-US" sz="1100" b="0" spc="60" dirty="0">
                        <a:solidFill>
                          <a:srgbClr val="404040"/>
                        </a:solidFill>
                        <a:latin typeface="微软雅黑" panose="020B0503020204020204" charset="-122"/>
                        <a:ea typeface="微软雅黑" panose="020B0503020204020204" charset="-122"/>
                        <a:cs typeface="微软雅黑" panose="020B0503020204020204" charset="-122"/>
                      </a:endParaRPr>
                    </a:p>
                  </a:txBody>
                  <a:tcPr marL="107950" marR="107950" marT="63500" marB="6350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580390"/>
            <a:ext cx="10515600" cy="935355"/>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2980" y="178181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（三）网络设备安全配置基线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343660" y="2353310"/>
            <a:ext cx="2084070"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3</a:t>
            </a:r>
            <a:r>
              <a:rPr lang="zh-CN" sz="1800" b="1">
                <a:latin typeface="微软雅黑" panose="020B0503020204020204" charset="-122"/>
                <a:ea typeface="微软雅黑" panose="020B0503020204020204" charset="-122"/>
                <a:cs typeface="微软雅黑" panose="020B0503020204020204" charset="-122"/>
              </a:rPr>
              <a:t> ）安全审计</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表格 6"/>
          <p:cNvGraphicFramePr/>
          <p:nvPr>
            <p:custDataLst>
              <p:tags r:id="rId1"/>
            </p:custDataLst>
          </p:nvPr>
        </p:nvGraphicFramePr>
        <p:xfrm>
          <a:off x="782320" y="2781300"/>
          <a:ext cx="10490835" cy="3711956"/>
        </p:xfrm>
        <a:graphic>
          <a:graphicData uri="http://schemas.openxmlformats.org/drawingml/2006/table">
            <a:tbl>
              <a:tblPr firstRow="1" bandRow="1">
                <a:tableStyleId>{5940675A-B579-460E-94D1-54222C63F5DA}</a:tableStyleId>
              </a:tblPr>
              <a:tblGrid>
                <a:gridCol w="939800"/>
                <a:gridCol w="3699510"/>
                <a:gridCol w="5851525"/>
              </a:tblGrid>
              <a:tr h="526415">
                <a:tc>
                  <a:txBody>
                    <a:bodyPr/>
                    <a:lstStyle/>
                    <a:p>
                      <a:pPr indent="0" algn="ctr">
                        <a:lnSpc>
                          <a:spcPct val="120000"/>
                        </a:lnSpc>
                        <a:spcBef>
                          <a:spcPts val="0"/>
                        </a:spcBef>
                        <a:spcAft>
                          <a:spcPts val="0"/>
                        </a:spcAft>
                        <a:buNone/>
                      </a:pPr>
                      <a:r>
                        <a:rPr lang="en-US" sz="1700" b="1" spc="130">
                          <a:solidFill>
                            <a:srgbClr val="FFFFFF"/>
                          </a:solidFill>
                          <a:latin typeface="微软雅黑" panose="020B0503020204020204" charset="-122"/>
                          <a:ea typeface="微软雅黑" panose="020B0503020204020204" charset="-122"/>
                        </a:rPr>
                        <a:t>序号</a:t>
                      </a:r>
                      <a:endParaRPr lang="en-US" sz="1700" b="1" spc="130">
                        <a:solidFill>
                          <a:srgbClr val="FFFFFF"/>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700" b="1" spc="130">
                          <a:solidFill>
                            <a:srgbClr val="FFFFFF"/>
                          </a:solidFill>
                          <a:latin typeface="微软雅黑" panose="020B0503020204020204" charset="-122"/>
                          <a:ea typeface="微软雅黑" panose="020B0503020204020204" charset="-122"/>
                        </a:rPr>
                        <a:t>配置内容</a:t>
                      </a:r>
                      <a:endParaRPr lang="en-US" sz="17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700" b="1" spc="130">
                          <a:solidFill>
                            <a:srgbClr val="FFFFFF"/>
                          </a:solidFill>
                          <a:latin typeface="微软雅黑" panose="020B0503020204020204" charset="-122"/>
                          <a:ea typeface="微软雅黑" panose="020B0503020204020204" charset="-122"/>
                        </a:rPr>
                        <a:t>安全基线</a:t>
                      </a:r>
                      <a:endParaRPr lang="en-US" sz="17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94361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8</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设备应配置日志功能，对用户登录进行记录，记录内容包括用户登录使用的账号，登录是否成功，登录时间，以及远程登录时，用户使用的IP地址。</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执行如下命令，配置日志记录：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 info-center console channel 0</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72771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9</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设备应配置日志功能，记录对与设备相关的安全事件。</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执行如下命令，配置日志记录：    </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info-center enable</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1239520">
                <a:tc>
                  <a:txBody>
                    <a:bodyPr/>
                    <a:lstStyle/>
                    <a:p>
                      <a:pPr indent="0" algn="ctr">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rPr>
                        <a:t>10</a:t>
                      </a:r>
                      <a:endParaRPr lang="en-US" altLang="en-US" sz="14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开启NTP服务，保证日志功能记录的时间的准确性。路由器与NTP SERVER之间要开启认证功能。</a:t>
                      </a:r>
                      <a:endParaRPr lang="en-US" altLang="en-US" sz="14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400" b="0" spc="120">
                          <a:solidFill>
                            <a:srgbClr val="404040"/>
                          </a:solidFill>
                          <a:latin typeface="微软雅黑" panose="020B0503020204020204" charset="-122"/>
                          <a:ea typeface="微软雅黑" panose="020B0503020204020204" charset="-122"/>
                          <a:cs typeface="微软雅黑" panose="020B0503020204020204" charset="-122"/>
                        </a:rPr>
                        <a:t>参考如下命令开启NTP服务：</a:t>
                      </a:r>
                      <a:endParaRPr lang="en-US" sz="14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200" b="0" spc="120">
                          <a:solidFill>
                            <a:srgbClr val="404040"/>
                          </a:solidFill>
                          <a:latin typeface="微软雅黑" panose="020B0503020204020204" charset="-122"/>
                          <a:ea typeface="微软雅黑" panose="020B0503020204020204" charset="-122"/>
                          <a:cs typeface="微软雅黑" panose="020B0503020204020204" charset="-122"/>
                        </a:rPr>
                        <a:t> ntp-service authentication-keyid 1 authentication-mode md5 N`C55QK&lt;`=/Q=^Q`MAF4&lt;1！   </a:t>
                      </a:r>
                      <a:endParaRPr lang="en-US" sz="1200" b="0" spc="12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200" b="0" spc="120">
                          <a:solidFill>
                            <a:srgbClr val="404040"/>
                          </a:solidFill>
                          <a:latin typeface="微软雅黑" panose="020B0503020204020204" charset="-122"/>
                          <a:ea typeface="微软雅黑" panose="020B0503020204020204" charset="-122"/>
                          <a:cs typeface="微软雅黑" panose="020B0503020204020204" charset="-122"/>
                        </a:rPr>
                        <a:t>ntp-service unicast-server X.X.X.X authentication-keyid 1</a:t>
                      </a:r>
                      <a:endParaRPr lang="en-US" altLang="en-US" sz="12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8200" y="580390"/>
            <a:ext cx="10515600" cy="853440"/>
          </a:xfrm>
        </p:spPr>
        <p:txBody>
          <a:bodyPr/>
          <a:lstStyle/>
          <a:p>
            <a:pPr algn="l"/>
            <a:r>
              <a:rPr lang="en-US" sz="3600" b="1" smtClean="0">
                <a:latin typeface="微软雅黑" panose="020B0503020204020204" charset="-122"/>
                <a:ea typeface="微软雅黑" panose="020B0503020204020204" charset="-122"/>
                <a:sym typeface="+mn-ea"/>
              </a:rPr>
              <a:t>7.3</a:t>
            </a:r>
            <a:r>
              <a:rPr sz="3600" b="1" smtClean="0">
                <a:latin typeface="微软雅黑" panose="020B0503020204020204" charset="-122"/>
                <a:ea typeface="微软雅黑" panose="020B0503020204020204" charset="-122"/>
                <a:sym typeface="+mn-ea"/>
              </a:rPr>
              <a:t>、设备类安全基线</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868045" y="1057275"/>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标题 1"/>
          <p:cNvSpPr>
            <a:spLocks noGrp="1"/>
          </p:cNvSpPr>
          <p:nvPr/>
        </p:nvSpPr>
        <p:spPr>
          <a:xfrm>
            <a:off x="1030605" y="1990090"/>
            <a:ext cx="10448925" cy="1977390"/>
          </a:xfrm>
          <a:prstGeom prst="rect">
            <a:avLst/>
          </a:prstGeom>
        </p:spPr>
        <p:txBody>
          <a:bodyPr vert="horz" lIns="101600" tIns="38100" rIns="25400" bIns="38100" rtlCol="0" anchor="t"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indent="457200" algn="just">
              <a:lnSpc>
                <a:spcPct val="150000"/>
              </a:lnSpc>
              <a:buClrTx/>
              <a:buSzTx/>
            </a:pPr>
            <a:endParaRPr lang="zh-CN" altLang="en-US" sz="16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982980" y="1781810"/>
            <a:ext cx="5264785" cy="368300"/>
          </a:xfrm>
          <a:prstGeom prst="rect">
            <a:avLst/>
          </a:prstGeom>
          <a:noFill/>
        </p:spPr>
        <p:txBody>
          <a:bodyPr wrap="square" rtlCol="0">
            <a:spAutoFit/>
          </a:bodyPr>
          <a:lstStyle/>
          <a:p>
            <a:r>
              <a:rPr lang="zh-CN" b="1">
                <a:latin typeface="微软雅黑" panose="020B0503020204020204" charset="-122"/>
                <a:ea typeface="微软雅黑" panose="020B0503020204020204" charset="-122"/>
                <a:cs typeface="微软雅黑" panose="020B0503020204020204" charset="-122"/>
                <a:sym typeface="+mn-ea"/>
              </a:rPr>
              <a:t>（三）网络设备安全配置基线</a:t>
            </a:r>
            <a:endParaRPr lang="zh-CN"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343660" y="2353310"/>
            <a:ext cx="2084070" cy="368300"/>
          </a:xfrm>
          <a:prstGeom prst="rect">
            <a:avLst/>
          </a:prstGeom>
          <a:noFill/>
        </p:spPr>
        <p:txBody>
          <a:bodyPr wrap="square" rtlCol="0">
            <a:spAutoFit/>
          </a:bodyPr>
          <a:lstStyle/>
          <a:p>
            <a:pPr marL="0" lvl="1" algn="l">
              <a:lnSpc>
                <a:spcPct val="10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4</a:t>
            </a:r>
            <a:r>
              <a:rPr lang="zh-CN" sz="1800" b="1">
                <a:latin typeface="微软雅黑" panose="020B0503020204020204" charset="-122"/>
                <a:ea typeface="微软雅黑" panose="020B0503020204020204" charset="-122"/>
                <a:cs typeface="微软雅黑" panose="020B0503020204020204" charset="-122"/>
              </a:rPr>
              <a:t> ）入侵防范</a:t>
            </a:r>
            <a:endParaRPr lang="zh-CN" sz="1800" b="1">
              <a:latin typeface="微软雅黑" panose="020B0503020204020204" charset="-122"/>
              <a:ea typeface="微软雅黑" panose="020B0503020204020204" charset="-122"/>
              <a:cs typeface="微软雅黑" panose="020B0503020204020204" charset="-122"/>
              <a:sym typeface="+mn-ea"/>
            </a:endParaRPr>
          </a:p>
        </p:txBody>
      </p:sp>
      <p:graphicFrame>
        <p:nvGraphicFramePr>
          <p:cNvPr id="6" name="表格 5"/>
          <p:cNvGraphicFramePr/>
          <p:nvPr>
            <p:custDataLst>
              <p:tags r:id="rId1"/>
            </p:custDataLst>
          </p:nvPr>
        </p:nvGraphicFramePr>
        <p:xfrm>
          <a:off x="772795" y="2853055"/>
          <a:ext cx="10765790" cy="3393440"/>
        </p:xfrm>
        <a:graphic>
          <a:graphicData uri="http://schemas.openxmlformats.org/drawingml/2006/table">
            <a:tbl>
              <a:tblPr firstRow="1" bandRow="1">
                <a:tableStyleId>{5940675A-B579-460E-94D1-54222C63F5DA}</a:tableStyleId>
              </a:tblPr>
              <a:tblGrid>
                <a:gridCol w="1052830"/>
                <a:gridCol w="4176395"/>
                <a:gridCol w="5536565"/>
              </a:tblGrid>
              <a:tr h="595630">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序号</a:t>
                      </a:r>
                      <a:endParaRPr lang="en-US" sz="1800" b="1" spc="130">
                        <a:solidFill>
                          <a:srgbClr val="FFFFFF"/>
                        </a:solidFill>
                        <a:latin typeface="微软雅黑" panose="020B0503020204020204" charset="-122"/>
                        <a:ea typeface="微软雅黑" panose="020B0503020204020204" charset="-122"/>
                      </a:endParaRPr>
                    </a:p>
                  </a:txBody>
                  <a:tcPr marL="215900" marR="215900" marT="133350" marB="133350" anchor="ctr">
                    <a:lnL w="19050" cap="rnd">
                      <a:solidFill>
                        <a:srgbClr val="76889C"/>
                      </a:solidFill>
                      <a:prstDash val="solid"/>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配置内容</a:t>
                      </a:r>
                      <a:endParaRPr lang="en-US" sz="1800" b="1" spc="130">
                        <a:solidFill>
                          <a:srgbClr val="FFFFFF"/>
                        </a:solidFill>
                        <a:latin typeface="微软雅黑" panose="020B0503020204020204" charset="-122"/>
                        <a:ea typeface="微软雅黑" panose="020B0503020204020204" charset="-122"/>
                      </a:endParaRPr>
                    </a:p>
                  </a:txBody>
                  <a:tcPr marL="215900" marR="215900" marT="133350" marB="133350" anchor="ctr">
                    <a:lnL w="3175">
                      <a:solidFill>
                        <a:srgbClr val="FFFFFF"/>
                      </a:solidFill>
                      <a:prstDash val="dot"/>
                    </a:lnL>
                    <a:lnR w="3175">
                      <a:solidFill>
                        <a:srgbClr val="FFFFFF"/>
                      </a:solidFill>
                      <a:prstDash val="dot"/>
                    </a:lnR>
                    <a:lnT w="19050" cap="rnd">
                      <a:solidFill>
                        <a:srgbClr val="76889C"/>
                      </a:solidFill>
                      <a:prstDash val="solid"/>
                    </a:lnT>
                    <a:lnB w="19050">
                      <a:solidFill>
                        <a:srgbClr val="76889C"/>
                      </a:solidFill>
                      <a:prstDash val="solid"/>
                    </a:lnB>
                    <a:lnTlToBr>
                      <a:noFill/>
                    </a:lnTlToBr>
                    <a:lnBlToTr>
                      <a:noFill/>
                    </a:lnBlToTr>
                    <a:solidFill>
                      <a:srgbClr val="76889C"/>
                    </a:solidFill>
                  </a:tcPr>
                </a:tc>
                <a:tc>
                  <a:txBody>
                    <a:bodyPr/>
                    <a:lstStyle/>
                    <a:p>
                      <a:pPr indent="0" algn="ctr">
                        <a:lnSpc>
                          <a:spcPct val="120000"/>
                        </a:lnSpc>
                        <a:spcBef>
                          <a:spcPts val="0"/>
                        </a:spcBef>
                        <a:spcAft>
                          <a:spcPts val="0"/>
                        </a:spcAft>
                        <a:buNone/>
                      </a:pPr>
                      <a:r>
                        <a:rPr lang="en-US" sz="1800" b="1" spc="130">
                          <a:solidFill>
                            <a:srgbClr val="FFFFFF"/>
                          </a:solidFill>
                          <a:latin typeface="微软雅黑" panose="020B0503020204020204" charset="-122"/>
                          <a:ea typeface="微软雅黑" panose="020B0503020204020204" charset="-122"/>
                        </a:rPr>
                        <a:t>安全基线</a:t>
                      </a:r>
                      <a:endParaRPr lang="en-US" sz="1800" b="1" spc="130">
                        <a:solidFill>
                          <a:srgbClr val="FFFFFF"/>
                        </a:solidFill>
                        <a:latin typeface="微软雅黑" panose="020B0503020204020204" charset="-122"/>
                        <a:ea typeface="微软雅黑" panose="020B0503020204020204" charset="-122"/>
                      </a:endParaRPr>
                    </a:p>
                  </a:txBody>
                  <a:tcPr marL="215900" marR="215900" marT="133350" marB="133350" anchor="ctr">
                    <a:lnL w="3175">
                      <a:solidFill>
                        <a:srgbClr val="FFFFFF"/>
                      </a:solidFill>
                      <a:prstDash val="dot"/>
                    </a:lnL>
                    <a:lnR w="19050" cap="rnd">
                      <a:solidFill>
                        <a:srgbClr val="76889C"/>
                      </a:solidFill>
                      <a:prstDash val="solid"/>
                    </a:lnR>
                    <a:lnT w="19050" cap="rnd">
                      <a:solidFill>
                        <a:srgbClr val="76889C"/>
                      </a:solidFill>
                      <a:prstDash val="solid"/>
                    </a:lnT>
                    <a:lnB w="19050">
                      <a:solidFill>
                        <a:srgbClr val="76889C"/>
                      </a:solidFill>
                      <a:prstDash val="solid"/>
                    </a:lnB>
                    <a:lnTlToBr>
                      <a:noFill/>
                    </a:lnTlToBr>
                    <a:lnBlToTr>
                      <a:noFill/>
                    </a:lnBlToTr>
                    <a:solidFill>
                      <a:srgbClr val="76889C"/>
                    </a:solidFill>
                  </a:tcPr>
                </a:tc>
              </a:tr>
              <a:tr h="448945">
                <a:tc>
                  <a:txBody>
                    <a:bodyPr/>
                    <a:lstStyle/>
                    <a:p>
                      <a:pPr indent="0" algn="ctr">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rPr>
                        <a:t>11</a:t>
                      </a:r>
                      <a:endParaRPr lang="en-US" altLang="en-US" sz="1600" b="0" spc="130">
                        <a:solidFill>
                          <a:srgbClr val="404040"/>
                        </a:solidFill>
                        <a:latin typeface="微软雅黑" panose="020B0503020204020204" charset="-122"/>
                        <a:ea typeface="微软雅黑" panose="020B0503020204020204" charset="-122"/>
                      </a:endParaRPr>
                    </a:p>
                  </a:txBody>
                  <a:tcPr marL="215900" marR="215900" marT="133350" marB="133350" anchor="ctr">
                    <a:lnL w="19050" cap="rnd">
                      <a:solidFill>
                        <a:srgbClr val="76889C"/>
                      </a:solidFill>
                      <a:prstDash val="solid"/>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rPr>
                        <a:t>关闭未使用的端口。</a:t>
                      </a:r>
                      <a:endParaRPr lang="en-US" sz="1600" b="0" spc="130">
                        <a:solidFill>
                          <a:srgbClr val="404040"/>
                        </a:solidFill>
                        <a:latin typeface="微软雅黑" panose="020B0503020204020204" charset="-122"/>
                        <a:ea typeface="微软雅黑" panose="020B0503020204020204" charset="-122"/>
                      </a:endParaRPr>
                    </a:p>
                  </a:txBody>
                  <a:tcPr marL="215900" marR="215900" marT="133350" marB="133350" anchor="ctr">
                    <a:lnL w="3175">
                      <a:solidFill>
                        <a:srgbClr val="76889C"/>
                      </a:solidFill>
                      <a:prstDash val="dot"/>
                    </a:lnL>
                    <a:lnR w="3175">
                      <a:solidFill>
                        <a:srgbClr val="76889C"/>
                      </a:solidFill>
                      <a:prstDash val="dot"/>
                    </a:lnR>
                    <a:lnT w="19050">
                      <a:solidFill>
                        <a:srgbClr val="76889C"/>
                      </a:solidFill>
                      <a:prstDash val="solid"/>
                    </a:lnT>
                    <a:lnB w="3175">
                      <a:solidFill>
                        <a:srgbClr val="76889C"/>
                      </a:solidFill>
                      <a:prstDash val="dot"/>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参考如下命令关闭端口：</a:t>
                      </a:r>
                      <a:endParaRPr lang="en-US" sz="1600" b="0" spc="13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[HW-Ethernet3/0/0]shutdown</a:t>
                      </a:r>
                      <a:endParaRPr lang="en-US" altLang="en-US" sz="1600" b="0" spc="130">
                        <a:solidFill>
                          <a:srgbClr val="404040"/>
                        </a:solidFill>
                        <a:latin typeface="微软雅黑" panose="020B0503020204020204" charset="-122"/>
                        <a:ea typeface="微软雅黑" panose="020B0503020204020204" charset="-122"/>
                        <a:cs typeface="微软雅黑" panose="020B0503020204020204" charset="-122"/>
                      </a:endParaRPr>
                    </a:p>
                  </a:txBody>
                  <a:tcPr marL="215900" marR="215900" marT="133350" marB="133350" anchor="ctr">
                    <a:lnL w="3175">
                      <a:solidFill>
                        <a:srgbClr val="76889C"/>
                      </a:solidFill>
                      <a:prstDash val="dot"/>
                    </a:lnL>
                    <a:lnR w="19050" cap="rnd">
                      <a:solidFill>
                        <a:srgbClr val="76889C"/>
                      </a:solidFill>
                      <a:prstDash val="solid"/>
                    </a:lnR>
                    <a:lnT w="19050">
                      <a:solidFill>
                        <a:srgbClr val="76889C"/>
                      </a:solidFill>
                      <a:prstDash val="solid"/>
                    </a:lnT>
                    <a:lnB w="3175">
                      <a:solidFill>
                        <a:srgbClr val="76889C"/>
                      </a:solidFill>
                      <a:prstDash val="dot"/>
                    </a:lnB>
                    <a:lnTlToBr>
                      <a:noFill/>
                    </a:lnTlToBr>
                    <a:lnBlToTr>
                      <a:noFill/>
                    </a:lnBlToTr>
                    <a:solidFill>
                      <a:srgbClr val="F2F2F2"/>
                    </a:solidFill>
                  </a:tcPr>
                </a:tc>
              </a:tr>
              <a:tr h="850900">
                <a:tc>
                  <a:txBody>
                    <a:bodyPr/>
                    <a:lstStyle/>
                    <a:p>
                      <a:pPr indent="0" algn="ctr">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rPr>
                        <a:t>12</a:t>
                      </a:r>
                      <a:endParaRPr lang="en-US" altLang="en-US" sz="1600" b="0" spc="130">
                        <a:solidFill>
                          <a:srgbClr val="404040"/>
                        </a:solidFill>
                        <a:latin typeface="微软雅黑" panose="020B0503020204020204" charset="-122"/>
                        <a:ea typeface="微软雅黑" panose="020B0503020204020204" charset="-122"/>
                      </a:endParaRPr>
                    </a:p>
                  </a:txBody>
                  <a:tcPr marL="215900" marR="215900" marT="133350" marB="133350" anchor="ctr">
                    <a:lnL w="19050" cap="rnd">
                      <a:solidFill>
                        <a:srgbClr val="76889C"/>
                      </a:solidFill>
                      <a:prstDash val="solid"/>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关闭网络设备不必要的服务，比如FTP、TFTP服务等。</a:t>
                      </a:r>
                      <a:endParaRPr lang="en-US" altLang="en-US" sz="1600" b="0" spc="130">
                        <a:solidFill>
                          <a:srgbClr val="404040"/>
                        </a:solidFill>
                        <a:latin typeface="微软雅黑" panose="020B0503020204020204" charset="-122"/>
                        <a:ea typeface="微软雅黑" panose="020B0503020204020204" charset="-122"/>
                        <a:cs typeface="微软雅黑" panose="020B0503020204020204" charset="-122"/>
                      </a:endParaRPr>
                    </a:p>
                  </a:txBody>
                  <a:tcPr marL="215900" marR="215900" marT="133350" marB="133350" anchor="ctr">
                    <a:lnL w="3175">
                      <a:solidFill>
                        <a:srgbClr val="76889C"/>
                      </a:solidFill>
                      <a:prstDash val="dot"/>
                    </a:lnL>
                    <a:lnR w="3175">
                      <a:solidFill>
                        <a:srgbClr val="76889C"/>
                      </a:solidFill>
                      <a:prstDash val="dot"/>
                    </a:lnR>
                    <a:lnT w="3175">
                      <a:solidFill>
                        <a:srgbClr val="76889C"/>
                      </a:solidFill>
                      <a:prstDash val="dot"/>
                    </a:lnT>
                    <a:lnB w="3175">
                      <a:solidFill>
                        <a:srgbClr val="76889C"/>
                      </a:solidFill>
                      <a:prstDash val="dot"/>
                    </a:lnB>
                    <a:lnTlToBr>
                      <a:noFill/>
                    </a:lnTlToBr>
                    <a:lnBlToTr>
                      <a:noFill/>
                    </a:lnBlToTr>
                    <a:solidFill>
                      <a:srgbClr val="FFFFFF"/>
                    </a:solidFill>
                  </a:tcPr>
                </a:tc>
                <a:tc>
                  <a:txBody>
                    <a:bodyPr/>
                    <a:lstStyle/>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参考如下命令关闭服务： </a:t>
                      </a:r>
                      <a:endParaRPr lang="en-US" sz="1600" b="0" spc="13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undo ftp server</a:t>
                      </a:r>
                      <a:endParaRPr lang="en-US" altLang="en-US" sz="1600" b="0" spc="130">
                        <a:solidFill>
                          <a:srgbClr val="404040"/>
                        </a:solidFill>
                        <a:latin typeface="微软雅黑" panose="020B0503020204020204" charset="-122"/>
                        <a:ea typeface="微软雅黑" panose="020B0503020204020204" charset="-122"/>
                        <a:cs typeface="微软雅黑" panose="020B0503020204020204" charset="-122"/>
                      </a:endParaRPr>
                    </a:p>
                  </a:txBody>
                  <a:tcPr marL="215900" marR="215900" marT="133350" marB="133350" anchor="ctr">
                    <a:lnL w="3175">
                      <a:solidFill>
                        <a:srgbClr val="76889C"/>
                      </a:solidFill>
                      <a:prstDash val="dot"/>
                    </a:lnL>
                    <a:lnR w="19050" cap="rnd">
                      <a:solidFill>
                        <a:srgbClr val="76889C"/>
                      </a:solidFill>
                      <a:prstDash val="solid"/>
                    </a:lnR>
                    <a:lnT w="3175">
                      <a:solidFill>
                        <a:srgbClr val="76889C"/>
                      </a:solidFill>
                      <a:prstDash val="dot"/>
                    </a:lnT>
                    <a:lnB w="3175">
                      <a:solidFill>
                        <a:srgbClr val="76889C"/>
                      </a:solidFill>
                      <a:prstDash val="dot"/>
                    </a:lnB>
                    <a:lnTlToBr>
                      <a:noFill/>
                    </a:lnTlToBr>
                    <a:lnBlToTr>
                      <a:noFill/>
                    </a:lnBlToTr>
                    <a:solidFill>
                      <a:srgbClr val="FFFFFF"/>
                    </a:solidFill>
                  </a:tcPr>
                </a:tc>
              </a:tr>
              <a:tr h="518160">
                <a:tc>
                  <a:txBody>
                    <a:bodyPr/>
                    <a:lstStyle/>
                    <a:p>
                      <a:pPr indent="0" algn="ctr">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rPr>
                        <a:t>13</a:t>
                      </a:r>
                      <a:endParaRPr lang="en-US" altLang="en-US" sz="1600" b="0" spc="130">
                        <a:solidFill>
                          <a:srgbClr val="404040"/>
                        </a:solidFill>
                        <a:latin typeface="微软雅黑" panose="020B0503020204020204" charset="-122"/>
                        <a:ea typeface="微软雅黑" panose="020B0503020204020204" charset="-122"/>
                      </a:endParaRPr>
                    </a:p>
                  </a:txBody>
                  <a:tcPr marL="215900" marR="215900" marT="133350" marB="133350" anchor="ctr">
                    <a:lnL w="19050" cap="rnd">
                      <a:solidFill>
                        <a:srgbClr val="76889C"/>
                      </a:solidFill>
                      <a:prstDash val="solid"/>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为防止ARP欺骗攻击，出于安全考虑，应将不使用ARP代理的路由器的该功能关闭。</a:t>
                      </a:r>
                      <a:endParaRPr lang="en-US" altLang="en-US" sz="1600" b="0" spc="130">
                        <a:solidFill>
                          <a:srgbClr val="404040"/>
                        </a:solidFill>
                        <a:latin typeface="微软雅黑" panose="020B0503020204020204" charset="-122"/>
                        <a:ea typeface="微软雅黑" panose="020B0503020204020204" charset="-122"/>
                        <a:cs typeface="微软雅黑" panose="020B0503020204020204" charset="-122"/>
                      </a:endParaRPr>
                    </a:p>
                  </a:txBody>
                  <a:tcPr marL="215900" marR="215900" marT="133350" marB="133350" anchor="ctr">
                    <a:lnL w="3175">
                      <a:solidFill>
                        <a:srgbClr val="76889C"/>
                      </a:solidFill>
                      <a:prstDash val="dot"/>
                    </a:lnL>
                    <a:lnR w="3175">
                      <a:solidFill>
                        <a:srgbClr val="76889C"/>
                      </a:solidFill>
                      <a:prstDash val="dot"/>
                    </a:lnR>
                    <a:lnT w="3175">
                      <a:solidFill>
                        <a:srgbClr val="76889C"/>
                      </a:solidFill>
                      <a:prstDash val="dot"/>
                    </a:lnT>
                    <a:lnB w="19050" cap="rnd">
                      <a:solidFill>
                        <a:srgbClr val="76889C"/>
                      </a:solidFill>
                      <a:prstDash val="solid"/>
                    </a:lnB>
                    <a:lnTlToBr>
                      <a:noFill/>
                    </a:lnTlToBr>
                    <a:lnBlToTr>
                      <a:noFill/>
                    </a:lnBlToTr>
                    <a:solidFill>
                      <a:srgbClr val="F2F2F2"/>
                    </a:solidFill>
                  </a:tcPr>
                </a:tc>
                <a:tc>
                  <a:txBody>
                    <a:bodyPr/>
                    <a:lstStyle/>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参考如下命令关闭ARP服务：  </a:t>
                      </a:r>
                      <a:endParaRPr lang="en-US" sz="1600" b="0" spc="130">
                        <a:solidFill>
                          <a:srgbClr val="404040"/>
                        </a:solidFill>
                        <a:latin typeface="微软雅黑" panose="020B0503020204020204" charset="-122"/>
                        <a:ea typeface="微软雅黑" panose="020B0503020204020204" charset="-122"/>
                        <a:cs typeface="微软雅黑" panose="020B0503020204020204" charset="-122"/>
                      </a:endParaRPr>
                    </a:p>
                    <a:p>
                      <a:pPr indent="0" algn="l">
                        <a:lnSpc>
                          <a:spcPct val="120000"/>
                        </a:lnSpc>
                        <a:spcBef>
                          <a:spcPts val="0"/>
                        </a:spcBef>
                        <a:spcAft>
                          <a:spcPts val="0"/>
                        </a:spcAft>
                        <a:buNone/>
                      </a:pPr>
                      <a:r>
                        <a:rPr lang="en-US" sz="1600" b="0" spc="130">
                          <a:solidFill>
                            <a:srgbClr val="404040"/>
                          </a:solidFill>
                          <a:latin typeface="微软雅黑" panose="020B0503020204020204" charset="-122"/>
                          <a:ea typeface="微软雅黑" panose="020B0503020204020204" charset="-122"/>
                          <a:cs typeface="微软雅黑" panose="020B0503020204020204" charset="-122"/>
                        </a:rPr>
                        <a:t>arp-proxy disable</a:t>
                      </a:r>
                      <a:endParaRPr lang="en-US" altLang="en-US" sz="1600" b="0" spc="130">
                        <a:solidFill>
                          <a:srgbClr val="404040"/>
                        </a:solidFill>
                        <a:latin typeface="微软雅黑" panose="020B0503020204020204" charset="-122"/>
                        <a:ea typeface="微软雅黑" panose="020B0503020204020204" charset="-122"/>
                        <a:cs typeface="微软雅黑" panose="020B0503020204020204" charset="-122"/>
                      </a:endParaRPr>
                    </a:p>
                  </a:txBody>
                  <a:tcPr marL="215900" marR="215900" marT="133350" marB="133350" anchor="ctr">
                    <a:lnL w="3175">
                      <a:solidFill>
                        <a:srgbClr val="76889C"/>
                      </a:solidFill>
                      <a:prstDash val="dot"/>
                    </a:lnL>
                    <a:lnR w="19050" cap="rnd">
                      <a:solidFill>
                        <a:srgbClr val="76889C"/>
                      </a:solidFill>
                      <a:prstDash val="solid"/>
                    </a:lnR>
                    <a:lnT w="3175">
                      <a:solidFill>
                        <a:srgbClr val="76889C"/>
                      </a:solidFill>
                      <a:prstDash val="dot"/>
                    </a:lnT>
                    <a:lnB w="19050" cap="rnd">
                      <a:solidFill>
                        <a:srgbClr val="76889C"/>
                      </a:solidFill>
                      <a:prstDash val="solid"/>
                    </a:lnB>
                    <a:lnTlToBr>
                      <a:noFill/>
                    </a:lnTlToBr>
                    <a:lnBlToTr>
                      <a:noFill/>
                    </a:lnBlTo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580390"/>
            <a:ext cx="10515600" cy="871855"/>
          </a:xfrm>
        </p:spPr>
        <p:txBody>
          <a:bodyPr/>
          <a:lstStyle/>
          <a:p>
            <a:pPr algn="l">
              <a:buClrTx/>
              <a:buSzTx/>
              <a:buFontTx/>
            </a:pPr>
            <a:r>
              <a:rPr sz="3600" b="1" smtClean="0">
                <a:latin typeface="微软雅黑" panose="020B0503020204020204" charset="-122"/>
                <a:ea typeface="微软雅黑" panose="020B0503020204020204" charset="-122"/>
                <a:sym typeface="+mn-ea"/>
              </a:rPr>
              <a:t>课堂小结</a:t>
            </a:r>
            <a:endParaRPr sz="3600" b="1" smtClean="0">
              <a:latin typeface="微软雅黑" panose="020B0503020204020204" charset="-122"/>
              <a:ea typeface="微软雅黑" panose="020B0503020204020204" charset="-122"/>
            </a:endParaRPr>
          </a:p>
        </p:txBody>
      </p:sp>
      <p:sp>
        <p:nvSpPr>
          <p:cNvPr id="13" name="矩形 12"/>
          <p:cNvSpPr>
            <a:spLocks noChangeArrowheads="1"/>
          </p:cNvSpPr>
          <p:nvPr/>
        </p:nvSpPr>
        <p:spPr bwMode="auto">
          <a:xfrm>
            <a:off x="1271270" y="1988820"/>
            <a:ext cx="8729980" cy="1318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50000"/>
              </a:lnSpc>
              <a:spcBef>
                <a:spcPct val="20000"/>
              </a:spcBef>
              <a:buClr>
                <a:schemeClr val="tx2"/>
              </a:buClr>
              <a:buSzPct val="80000"/>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1pPr>
            <a:lvl2pPr marL="742950" indent="-285750">
              <a:lnSpc>
                <a:spcPct val="150000"/>
              </a:lnSpc>
              <a:spcBef>
                <a:spcPct val="20000"/>
              </a:spcBef>
              <a:buClr>
                <a:schemeClr val="tx2"/>
              </a:buClr>
              <a:buSzPct val="60000"/>
              <a:buFont typeface="Wingdings" panose="05000000000000000000" pitchFamily="2" charset="2"/>
              <a:buChar char="l"/>
              <a:defRPr sz="2200">
                <a:solidFill>
                  <a:schemeClr val="tx1"/>
                </a:solidFill>
                <a:latin typeface="Arial" panose="020B0604020202020204" pitchFamily="34" charset="0"/>
                <a:ea typeface="华文细黑" panose="02010600040101010101" pitchFamily="2" charset="-122"/>
              </a:defRPr>
            </a:lvl2pPr>
            <a:lvl3pPr marL="1143000" indent="-228600">
              <a:lnSpc>
                <a:spcPct val="150000"/>
              </a:lnSpc>
              <a:spcBef>
                <a:spcPct val="20000"/>
              </a:spcBef>
              <a:buClr>
                <a:schemeClr val="tx2"/>
              </a:buClr>
              <a:buSzPct val="45000"/>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3pPr>
            <a:lvl4pPr marL="16002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4pPr>
            <a:lvl5pPr marL="20574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9pPr>
          </a:lstStyle>
          <a:p>
            <a:pPr algn="just" eaLnBrk="1" hangingPunct="1">
              <a:lnSpc>
                <a:spcPct val="200000"/>
              </a:lnSpc>
              <a:buClrTx/>
              <a:buSzTx/>
              <a:buFont typeface="Wingdings" panose="05000000000000000000" charset="0"/>
              <a:buChar char="u"/>
            </a:pPr>
            <a:r>
              <a:rPr kumimoji="1" sz="1900" dirty="0">
                <a:latin typeface="微软雅黑" panose="020B0503020204020204" charset="-122"/>
                <a:ea typeface="微软雅黑" panose="020B0503020204020204" charset="-122"/>
                <a:cs typeface="微软雅黑" panose="020B0503020204020204" charset="-122"/>
                <a:sym typeface="+mn-ea"/>
              </a:rPr>
              <a:t> </a:t>
            </a:r>
            <a:r>
              <a:rPr kumimoji="1" lang="en-US" sz="1900" dirty="0">
                <a:latin typeface="微软雅黑" panose="020B0503020204020204" charset="-122"/>
                <a:ea typeface="微软雅黑" panose="020B0503020204020204" charset="-122"/>
                <a:cs typeface="微软雅黑" panose="020B0503020204020204" charset="-122"/>
                <a:sym typeface="+mn-ea"/>
              </a:rPr>
              <a:t> </a:t>
            </a:r>
            <a:r>
              <a:rPr kumimoji="1" lang="zh-CN" altLang="en-US" sz="1900" dirty="0">
                <a:latin typeface="微软雅黑" panose="020B0503020204020204" charset="-122"/>
                <a:ea typeface="微软雅黑" panose="020B0503020204020204" charset="-122"/>
                <a:cs typeface="微软雅黑" panose="020B0503020204020204" charset="-122"/>
                <a:sym typeface="+mn-ea"/>
              </a:rPr>
              <a:t>了解</a:t>
            </a:r>
            <a:r>
              <a:rPr kumimoji="1" sz="1900" dirty="0">
                <a:latin typeface="微软雅黑" panose="020B0503020204020204" charset="-122"/>
                <a:ea typeface="微软雅黑" panose="020B0503020204020204" charset="-122"/>
                <a:cs typeface="微软雅黑" panose="020B0503020204020204" charset="-122"/>
                <a:sym typeface="+mn-ea"/>
              </a:rPr>
              <a:t>对</a:t>
            </a:r>
            <a:r>
              <a:rPr kumimoji="1" lang="zh-CN" sz="1900" dirty="0">
                <a:latin typeface="微软雅黑" panose="020B0503020204020204" charset="-122"/>
                <a:ea typeface="微软雅黑" panose="020B0503020204020204" charset="-122"/>
                <a:cs typeface="微软雅黑" panose="020B0503020204020204" charset="-122"/>
                <a:sym typeface="+mn-ea"/>
              </a:rPr>
              <a:t>网络安全</a:t>
            </a:r>
            <a:r>
              <a:rPr kumimoji="1" sz="1900" dirty="0">
                <a:latin typeface="微软雅黑" panose="020B0503020204020204" charset="-122"/>
                <a:ea typeface="微软雅黑" panose="020B0503020204020204" charset="-122"/>
                <a:cs typeface="微软雅黑" panose="020B0503020204020204" charset="-122"/>
                <a:sym typeface="+mn-ea"/>
              </a:rPr>
              <a:t>等级保护安全</a:t>
            </a:r>
            <a:r>
              <a:rPr kumimoji="1" lang="zh-CN" sz="1900" dirty="0">
                <a:latin typeface="微软雅黑" panose="020B0503020204020204" charset="-122"/>
                <a:ea typeface="微软雅黑" panose="020B0503020204020204" charset="-122"/>
                <a:cs typeface="微软雅黑" panose="020B0503020204020204" charset="-122"/>
                <a:sym typeface="+mn-ea"/>
              </a:rPr>
              <a:t>计算环境（设备类）建设实践；</a:t>
            </a:r>
            <a:endParaRPr kumimoji="1" lang="zh-CN" sz="1900" dirty="0">
              <a:latin typeface="微软雅黑" panose="020B0503020204020204" charset="-122"/>
              <a:ea typeface="微软雅黑" panose="020B0503020204020204" charset="-122"/>
              <a:cs typeface="微软雅黑" panose="020B0503020204020204" charset="-122"/>
            </a:endParaRPr>
          </a:p>
          <a:p>
            <a:pPr algn="just" eaLnBrk="1" hangingPunct="1">
              <a:lnSpc>
                <a:spcPct val="200000"/>
              </a:lnSpc>
              <a:buClrTx/>
              <a:buSzTx/>
              <a:buFont typeface="Wingdings" panose="05000000000000000000" charset="0"/>
              <a:buChar char="u"/>
            </a:pPr>
            <a:r>
              <a:rPr kumimoji="1" lang="zh-CN" sz="1900" dirty="0">
                <a:latin typeface="微软雅黑" panose="020B0503020204020204" charset="-122"/>
                <a:ea typeface="微软雅黑" panose="020B0503020204020204" charset="-122"/>
                <a:cs typeface="微软雅黑" panose="020B0503020204020204" charset="-122"/>
                <a:sym typeface="+mn-ea"/>
              </a:rPr>
              <a:t> </a:t>
            </a:r>
            <a:r>
              <a:rPr kumimoji="1" lang="en-US" altLang="zh-CN" sz="1900" dirty="0">
                <a:latin typeface="微软雅黑" panose="020B0503020204020204" charset="-122"/>
                <a:ea typeface="微软雅黑" panose="020B0503020204020204" charset="-122"/>
                <a:cs typeface="微软雅黑" panose="020B0503020204020204" charset="-122"/>
                <a:sym typeface="+mn-ea"/>
              </a:rPr>
              <a:t>  </a:t>
            </a:r>
            <a:r>
              <a:rPr kumimoji="1" lang="zh-CN" altLang="en-US" sz="1900" dirty="0">
                <a:latin typeface="微软雅黑" panose="020B0503020204020204" charset="-122"/>
                <a:ea typeface="微软雅黑" panose="020B0503020204020204" charset="-122"/>
                <a:cs typeface="微软雅黑" panose="020B0503020204020204" charset="-122"/>
                <a:sym typeface="+mn-ea"/>
              </a:rPr>
              <a:t>理解安全设备类安全基线</a:t>
            </a:r>
            <a:r>
              <a:rPr kumimoji="1" lang="zh-CN" sz="1900" dirty="0">
                <a:latin typeface="微软雅黑" panose="020B0503020204020204" charset="-122"/>
                <a:ea typeface="微软雅黑" panose="020B0503020204020204" charset="-122"/>
                <a:cs typeface="微软雅黑" panose="020B0503020204020204" charset="-122"/>
                <a:sym typeface="+mn-ea"/>
              </a:rPr>
              <a:t>。</a:t>
            </a:r>
            <a:endParaRPr kumimoji="1" sz="19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52145"/>
            <a:ext cx="10515600" cy="811530"/>
          </a:xfrm>
        </p:spPr>
        <p:txBody>
          <a:bodyPr/>
          <a:lstStyle/>
          <a:p>
            <a:pPr algn="l">
              <a:buClrTx/>
              <a:buSzTx/>
              <a:buFontTx/>
            </a:pPr>
            <a:r>
              <a:rPr sz="3600" b="1" smtClean="0">
                <a:latin typeface="微软雅黑" panose="020B0503020204020204" charset="-122"/>
                <a:ea typeface="微软雅黑" panose="020B0503020204020204" charset="-122"/>
                <a:sym typeface="+mn-ea"/>
              </a:rPr>
              <a:t>作业布置</a:t>
            </a:r>
            <a:endParaRPr sz="3600" b="1" smtClean="0">
              <a:latin typeface="微软雅黑" panose="020B0503020204020204" charset="-122"/>
              <a:ea typeface="微软雅黑" panose="020B0503020204020204" charset="-122"/>
            </a:endParaRPr>
          </a:p>
        </p:txBody>
      </p:sp>
      <p:sp>
        <p:nvSpPr>
          <p:cNvPr id="13" name="矩形 12"/>
          <p:cNvSpPr>
            <a:spLocks noChangeArrowheads="1"/>
          </p:cNvSpPr>
          <p:nvPr/>
        </p:nvSpPr>
        <p:spPr bwMode="auto">
          <a:xfrm>
            <a:off x="911860" y="2132965"/>
            <a:ext cx="1040892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50000"/>
              </a:lnSpc>
              <a:spcBef>
                <a:spcPct val="20000"/>
              </a:spcBef>
              <a:buClr>
                <a:schemeClr val="tx2"/>
              </a:buClr>
              <a:buSzPct val="80000"/>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1pPr>
            <a:lvl2pPr marL="742950" indent="-285750">
              <a:lnSpc>
                <a:spcPct val="150000"/>
              </a:lnSpc>
              <a:spcBef>
                <a:spcPct val="20000"/>
              </a:spcBef>
              <a:buClr>
                <a:schemeClr val="tx2"/>
              </a:buClr>
              <a:buSzPct val="60000"/>
              <a:buFont typeface="Wingdings" panose="05000000000000000000" pitchFamily="2" charset="2"/>
              <a:buChar char="l"/>
              <a:defRPr sz="2200">
                <a:solidFill>
                  <a:schemeClr val="tx1"/>
                </a:solidFill>
                <a:latin typeface="Arial" panose="020B0604020202020204" pitchFamily="34" charset="0"/>
                <a:ea typeface="华文细黑" panose="02010600040101010101" pitchFamily="2" charset="-122"/>
              </a:defRPr>
            </a:lvl2pPr>
            <a:lvl3pPr marL="1143000" indent="-228600">
              <a:lnSpc>
                <a:spcPct val="150000"/>
              </a:lnSpc>
              <a:spcBef>
                <a:spcPct val="20000"/>
              </a:spcBef>
              <a:buClr>
                <a:schemeClr val="tx2"/>
              </a:buClr>
              <a:buSzPct val="45000"/>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3pPr>
            <a:lvl4pPr marL="16002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4pPr>
            <a:lvl5pPr marL="20574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200000"/>
              </a:lnSpc>
              <a:spcBef>
                <a:spcPct val="0"/>
              </a:spcBef>
              <a:buClrTx/>
              <a:buSzTx/>
              <a:buFontTx/>
              <a:buNone/>
            </a:pPr>
            <a:r>
              <a:rPr kumimoji="1" lang="zh-CN" b="1" dirty="0">
                <a:latin typeface="微软雅黑" panose="020B0503020204020204" charset="-122"/>
                <a:ea typeface="微软雅黑" panose="020B0503020204020204" charset="-122"/>
                <a:cs typeface="微软雅黑" panose="020B0503020204020204" charset="-122"/>
              </a:rPr>
              <a:t>思考与练习</a:t>
            </a:r>
            <a:endParaRPr kumimoji="1" lang="zh-CN" b="1" dirty="0">
              <a:latin typeface="微软雅黑" panose="020B0503020204020204" charset="-122"/>
              <a:ea typeface="微软雅黑" panose="020B0503020204020204" charset="-122"/>
              <a:cs typeface="微软雅黑" panose="020B0503020204020204" charset="-122"/>
            </a:endParaRPr>
          </a:p>
          <a:p>
            <a:pPr algn="l" eaLnBrk="1" hangingPunct="1">
              <a:lnSpc>
                <a:spcPct val="200000"/>
              </a:lnSpc>
              <a:spcBef>
                <a:spcPct val="0"/>
              </a:spcBef>
              <a:buClrTx/>
              <a:buSzTx/>
              <a:buFont typeface="Wingdings" panose="05000000000000000000" charset="0"/>
              <a:buChar char="u"/>
            </a:pPr>
            <a:r>
              <a:rPr kumimoji="1" lang="zh-CN" altLang="en-US" dirty="0">
                <a:latin typeface="微软雅黑" panose="020B0503020204020204" charset="-122"/>
                <a:ea typeface="微软雅黑" panose="020B0503020204020204" charset="-122"/>
                <a:cs typeface="微软雅黑" panose="020B0503020204020204" charset="-122"/>
                <a:sym typeface="+mn-ea"/>
              </a:rPr>
              <a:t>简单</a:t>
            </a:r>
            <a:r>
              <a:rPr kumimoji="1" lang="en-US" altLang="zh-CN" dirty="0">
                <a:latin typeface="微软雅黑" panose="020B0503020204020204" charset="-122"/>
                <a:ea typeface="微软雅黑" panose="020B0503020204020204" charset="-122"/>
                <a:cs typeface="微软雅黑" panose="020B0503020204020204" charset="-122"/>
                <a:sym typeface="+mn-ea"/>
              </a:rPr>
              <a:t>1~5</a:t>
            </a:r>
            <a:endParaRPr kumimoji="1" lang="zh-CN"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2887133" y="3007360"/>
            <a:ext cx="3953087" cy="1322493"/>
          </a:xfrm>
          <a:prstGeom prst="rect">
            <a:avLst/>
          </a:prstGeom>
        </p:spPr>
        <p:txBody>
          <a:bodyPr vert="horz" lIns="91454" tIns="45726" rIns="91454" bIns="45726"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zh-CN" altLang="en-US" sz="3200" b="1" dirty="0" smtClean="0">
                <a:solidFill>
                  <a:schemeClr val="tx1"/>
                </a:solidFill>
                <a:latin typeface="幼圆" panose="02010509060101010101" charset="-122"/>
                <a:ea typeface="幼圆" panose="02010509060101010101" charset="-122"/>
                <a:cs typeface="幼圆" panose="02010509060101010101" charset="-122"/>
              </a:rPr>
              <a:t> 感 谢 观 看</a:t>
            </a:r>
            <a:r>
              <a:rPr lang="en-US" altLang="zh-CN" sz="3200" b="1" dirty="0" smtClean="0">
                <a:solidFill>
                  <a:schemeClr val="tx1"/>
                </a:solidFill>
                <a:latin typeface="幼圆" panose="02010509060101010101" charset="-122"/>
                <a:ea typeface="幼圆" panose="02010509060101010101" charset="-122"/>
                <a:cs typeface="幼圆" panose="02010509060101010101" charset="-122"/>
              </a:rPr>
              <a:t>!</a:t>
            </a:r>
            <a:endParaRPr lang="zh-CN" altLang="en-US" sz="3200" b="1" dirty="0" smtClean="0">
              <a:solidFill>
                <a:schemeClr val="tx1"/>
              </a:solidFill>
              <a:latin typeface="幼圆" panose="02010509060101010101" charset="-122"/>
              <a:ea typeface="幼圆" panose="02010509060101010101" charset="-122"/>
              <a:cs typeface="幼圆" panose="02010509060101010101" charset="-122"/>
            </a:endParaRPr>
          </a:p>
          <a:p>
            <a:pPr algn="dist"/>
            <a:endParaRPr lang="zh-CN" altLang="en-US" sz="3200" b="1" dirty="0" smtClean="0">
              <a:solidFill>
                <a:schemeClr val="tx1"/>
              </a:solidFill>
              <a:latin typeface="幼圆" panose="02010509060101010101" charset="-122"/>
              <a:ea typeface="幼圆" panose="02010509060101010101" charset="-122"/>
              <a:cs typeface="幼圆" panose="02010509060101010101" charset="-122"/>
            </a:endParaRPr>
          </a:p>
        </p:txBody>
      </p:sp>
      <p:pic>
        <p:nvPicPr>
          <p:cNvPr id="10" name="图片 9" descr="学院logo"/>
          <p:cNvPicPr>
            <a:picLocks noChangeAspect="1"/>
          </p:cNvPicPr>
          <p:nvPr userDrawn="1"/>
        </p:nvPicPr>
        <p:blipFill>
          <a:blip r:embed="rId1"/>
          <a:stretch>
            <a:fillRect/>
          </a:stretch>
        </p:blipFill>
        <p:spPr>
          <a:xfrm>
            <a:off x="540173" y="377613"/>
            <a:ext cx="2782147" cy="927947"/>
          </a:xfrm>
          <a:prstGeom prst="rect">
            <a:avLst/>
          </a:prstGeom>
        </p:spPr>
      </p:pic>
      <p:pic>
        <p:nvPicPr>
          <p:cNvPr id="17" name="图片 16" descr="C:\Users\Administrator\Desktop\logo 2021-3-17\知白讲堂\png 知白\1000x1000-知白讲堂.png1000x1000-知白讲堂"/>
          <p:cNvPicPr>
            <a:picLocks noChangeAspect="1"/>
          </p:cNvPicPr>
          <p:nvPr/>
        </p:nvPicPr>
        <p:blipFill>
          <a:blip r:embed="rId2"/>
          <a:srcRect/>
          <a:stretch>
            <a:fillRect/>
          </a:stretch>
        </p:blipFill>
        <p:spPr>
          <a:xfrm>
            <a:off x="7207673" y="1216660"/>
            <a:ext cx="4253653" cy="42536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2.xml><?xml version="1.0" encoding="utf-8"?>
<p:tagLst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 name="KSO_WM_UNIT_USESOURCEFORMAT_APPLY" val="0"/>
</p:tagLst>
</file>

<file path=ppt/tags/tag3.xml><?xml version="1.0" encoding="utf-8"?>
<p:tagLst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4.xml><?xml version="1.0" encoding="utf-8"?>
<p:tagLst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5.xml><?xml version="1.0" encoding="utf-8"?>
<p:tagLst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6.xml><?xml version="1.0" encoding="utf-8"?>
<p:tagLst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 name="KSO_WM_UNIT_USESOURCEFORMAT_APPLY" val="0"/>
</p:tagLst>
</file>

<file path=ppt/tags/tag7.xml><?xml version="1.0" encoding="utf-8"?>
<p:tagLst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 name="KSO_WM_UNIT_USESOURCEFORMAT_APPLY" val="0"/>
</p:tagLst>
</file>

<file path=ppt/tags/tag8.xml><?xml version="1.0" encoding="utf-8"?>
<p:tagLst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 name="KSO_WM_UNIT_USESOURCEFORMAT_APPLY" val="0"/>
</p:tagLst>
</file>

<file path=ppt/tags/tag9.xml><?xml version="1.0" encoding="utf-8"?>
<p:tagLst xmlns:p="http://schemas.openxmlformats.org/presentationml/2006/main">
  <p:tag name="KSO_WM_UNIT_TABLE_BEAUTIFY" val="smartTable{bf68e20d-5274-4126-8054-782c058728d0}"/>
  <p:tag name="TABLE_RECT" val="149.475*201.292*661.05*296.1"/>
  <p:tag name="TABLE_EMPHASIZE_COLOR" val="8684935"/>
  <p:tag name="TABLE_ONEKEY_SKIN_IDX" val="0"/>
  <p:tag name="TABLE_SKINIDX" val="0"/>
  <p:tag name="TABLE_COLORIDX" val="l"/>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2"/>
  <p:tag name="KSO_WM_UNIT_ID" val="diagram160440_2*i*1"/>
  <p:tag name="KSO_WM_TEMPLATE_CATEGORY" val="diagram"/>
  <p:tag name="KSO_WM_TEMPLATE_INDEX" val="160440"/>
  <p:tag name="KSO_WM_UNIT_LAYERLEVEL" val="1"/>
  <p:tag name="KSO_WM_TAG_VERSION" val="1.0"/>
  <p:tag name="KSO_WM_BEAUTIFY_FLAG" val="#wm#"/>
  <p:tag name="KSO_WM_UNIT_TYPE" val="i"/>
  <p:tag name="KSO_WM_UNIT_INDEX" val="1"/>
  <p:tag name="KSO_WM_UNIT_USESOURCEFORMAT_APPLY" val="1"/>
</p:tagLst>
</file>

<file path=ppt/tags/tag11.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1_1"/>
  <p:tag name="KSO_WM_UNIT_ID" val="diagram160440_2*m_h_i*1_1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2.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1_2"/>
  <p:tag name="KSO_WM_UNIT_ID" val="diagram160440_2*m_h_i*1_1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5"/>
  <p:tag name="KSO_WM_UNIT_FILL_TYPE" val="1"/>
  <p:tag name="KSO_WM_UNIT_USESOURCEFORMAT_APPLY" val="1"/>
</p:tagLst>
</file>

<file path=ppt/tags/tag13.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1_3"/>
  <p:tag name="KSO_WM_UNIT_ID" val="diagram160440_2*m_h_i*1_1_3"/>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5"/>
  <p:tag name="KSO_WM_UNIT_FILL_TYPE" val="1"/>
  <p:tag name="KSO_WM_UNIT_USESOURCEFORMAT_APPLY" val="1"/>
</p:tagLst>
</file>

<file path=ppt/tags/tag14.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1_4"/>
  <p:tag name="KSO_WM_UNIT_ID" val="diagram160440_2*m_h_i*1_1_4"/>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6"/>
  <p:tag name="KSO_WM_UNIT_FILL_FORE_SCHEMECOLOR_INDEX" val="5"/>
  <p:tag name="KSO_WM_UNIT_FILL_TYPE" val="1"/>
  <p:tag name="KSO_WM_UNIT_USESOURCEFORMAT_APPLY" val="1"/>
</p:tagLst>
</file>

<file path=ppt/tags/tag15.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1_5"/>
  <p:tag name="KSO_WM_UNIT_ID" val="diagram160440_2*m_h_i*1_1_5"/>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4"/>
  <p:tag name="KSO_WM_UNIT_FILL_FORE_SCHEMECOLOR_INDEX" val="5"/>
  <p:tag name="KSO_WM_UNIT_FILL_TYPE" val="1"/>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2"/>
  <p:tag name="KSO_WM_UNIT_ID" val="diagram160440_2*i*2"/>
  <p:tag name="KSO_WM_TEMPLATE_CATEGORY" val="diagram"/>
  <p:tag name="KSO_WM_TEMPLATE_INDEX" val="160440"/>
  <p:tag name="KSO_WM_UNIT_LAYERLEVEL" val="1"/>
  <p:tag name="KSO_WM_TAG_VERSION" val="1.0"/>
  <p:tag name="KSO_WM_BEAUTIFY_FLAG" val="#wm#"/>
  <p:tag name="KSO_WM_UNIT_TYPE" val="i"/>
  <p:tag name="KSO_WM_UNIT_INDEX" val="2"/>
  <p:tag name="KSO_WM_UNIT_USESOURCEFORMAT_APPLY" val="1"/>
</p:tagLst>
</file>

<file path=ppt/tags/tag17.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3_2"/>
  <p:tag name="KSO_WM_UNIT_ID" val="diagram160440_2*m_h_i*1_3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8.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3_3"/>
  <p:tag name="KSO_WM_UNIT_ID" val="diagram160440_2*m_h_i*1_3_3"/>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7"/>
  <p:tag name="KSO_WM_UNIT_FILL_TYPE" val="1"/>
  <p:tag name="KSO_WM_UNIT_USESOURCEFORMAT_APPLY" val="1"/>
</p:tagLst>
</file>

<file path=ppt/tags/tag19.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3_4"/>
  <p:tag name="KSO_WM_UNIT_ID" val="diagram160440_2*m_h_i*1_3_4"/>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7"/>
  <p:tag name="KSO_WM_UNIT_FILL_TYPE" val="1"/>
  <p:tag name="KSO_WM_UNIT_USESOURCEFORMAT_APPLY" val="1"/>
</p:tagLst>
</file>

<file path=ppt/tags/tag20.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3_5"/>
  <p:tag name="KSO_WM_UNIT_ID" val="diagram160440_2*m_h_i*1_3_5"/>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6"/>
  <p:tag name="KSO_WM_UNIT_FILL_FORE_SCHEMECOLOR_INDEX" val="7"/>
  <p:tag name="KSO_WM_UNIT_FILL_TYPE" val="1"/>
  <p:tag name="KSO_WM_UNIT_USESOURCEFORMAT_APPLY" val="1"/>
</p:tagLst>
</file>

<file path=ppt/tags/tag21.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3_1"/>
  <p:tag name="KSO_WM_UNIT_ID" val="diagram160440_2*m_h_i*1_3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4"/>
  <p:tag name="KSO_WM_UNIT_FILL_FORE_SCHEMECOLOR_INDEX" val="7"/>
  <p:tag name="KSO_WM_UNIT_FILL_TYPE" val="1"/>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2"/>
  <p:tag name="KSO_WM_UNIT_ID" val="diagram160440_2*i*3"/>
  <p:tag name="KSO_WM_TEMPLATE_CATEGORY" val="diagram"/>
  <p:tag name="KSO_WM_TEMPLATE_INDEX" val="160440"/>
  <p:tag name="KSO_WM_UNIT_LAYERLEVEL" val="1"/>
  <p:tag name="KSO_WM_TAG_VERSION" val="1.0"/>
  <p:tag name="KSO_WM_BEAUTIFY_FLAG" val="#wm#"/>
  <p:tag name="KSO_WM_UNIT_TYPE" val="i"/>
  <p:tag name="KSO_WM_UNIT_INDEX" val="3"/>
  <p:tag name="KSO_WM_UNIT_USESOURCEFORMAT_APPLY" val="1"/>
</p:tagLst>
</file>

<file path=ppt/tags/tag23.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5_1"/>
  <p:tag name="KSO_WM_UNIT_ID" val="diagram160440_2*m_h_i*1_5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24.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5_2"/>
  <p:tag name="KSO_WM_UNIT_ID" val="diagram160440_2*m_h_i*1_5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9"/>
  <p:tag name="KSO_WM_UNIT_FILL_TYPE" val="1"/>
  <p:tag name="KSO_WM_UNIT_USESOURCEFORMAT_APPLY" val="1"/>
</p:tagLst>
</file>

<file path=ppt/tags/tag25.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5_3"/>
  <p:tag name="KSO_WM_UNIT_ID" val="diagram160440_2*m_h_i*1_5_3"/>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9"/>
  <p:tag name="KSO_WM_UNIT_FILL_TYPE" val="1"/>
  <p:tag name="KSO_WM_UNIT_USESOURCEFORMAT_APPLY" val="1"/>
</p:tagLst>
</file>

<file path=ppt/tags/tag26.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5_4"/>
  <p:tag name="KSO_WM_UNIT_ID" val="diagram160440_2*m_h_i*1_5_4"/>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6"/>
  <p:tag name="KSO_WM_UNIT_FILL_FORE_SCHEMECOLOR_INDEX" val="9"/>
  <p:tag name="KSO_WM_UNIT_FILL_TYPE" val="1"/>
  <p:tag name="KSO_WM_UNIT_USESOURCEFORMAT_APPLY" val="1"/>
</p:tagLst>
</file>

<file path=ppt/tags/tag27.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5_5"/>
  <p:tag name="KSO_WM_UNIT_ID" val="diagram160440_2*m_h_i*1_5_5"/>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6"/>
  <p:tag name="KSO_WM_UNIT_FILL_FORE_SCHEMECOLOR_INDEX" val="9"/>
  <p:tag name="KSO_WM_UNIT_FILL_TYPE" val="1"/>
  <p:tag name="KSO_WM_UNIT_USESOURCEFORMAT_APPLY"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2"/>
  <p:tag name="KSO_WM_UNIT_ID" val="diagram160440_2*i*4"/>
  <p:tag name="KSO_WM_TEMPLATE_CATEGORY" val="diagram"/>
  <p:tag name="KSO_WM_TEMPLATE_INDEX" val="160440"/>
  <p:tag name="KSO_WM_UNIT_LAYERLEVEL" val="1"/>
  <p:tag name="KSO_WM_TAG_VERSION" val="1.0"/>
  <p:tag name="KSO_WM_BEAUTIFY_FLAG" val="#wm#"/>
  <p:tag name="KSO_WM_UNIT_TYPE" val="i"/>
  <p:tag name="KSO_WM_UNIT_INDEX" val="4"/>
  <p:tag name="KSO_WM_UNIT_USESOURCEFORMAT_APPLY" val="1"/>
</p:tagLst>
</file>

<file path=ppt/tags/tag29.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2_1"/>
  <p:tag name="KSO_WM_UNIT_ID" val="diagram160440_2*m_h_i*1_2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30.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2_2"/>
  <p:tag name="KSO_WM_UNIT_ID" val="diagram160440_2*m_h_i*1_2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6"/>
  <p:tag name="KSO_WM_UNIT_FILL_TYPE" val="1"/>
  <p:tag name="KSO_WM_UNIT_USESOURCEFORMAT_APPLY" val="1"/>
</p:tagLst>
</file>

<file path=ppt/tags/tag31.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2_3"/>
  <p:tag name="KSO_WM_UNIT_ID" val="diagram160440_2*m_h_i*1_2_3"/>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6"/>
  <p:tag name="KSO_WM_UNIT_FILL_TYPE" val="1"/>
  <p:tag name="KSO_WM_UNIT_USESOURCEFORMAT_APPLY" val="1"/>
</p:tagLst>
</file>

<file path=ppt/tags/tag32.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2_4"/>
  <p:tag name="KSO_WM_UNIT_ID" val="diagram160440_2*m_h_i*1_2_4"/>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6"/>
  <p:tag name="KSO_WM_UNIT_FILL_FORE_SCHEMECOLOR_INDEX" val="6"/>
  <p:tag name="KSO_WM_UNIT_FILL_TYPE" val="1"/>
  <p:tag name="KSO_WM_UNIT_USESOURCEFORMAT_APPLY" val="1"/>
</p:tagLst>
</file>

<file path=ppt/tags/tag33.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2_5"/>
  <p:tag name="KSO_WM_UNIT_ID" val="diagram160440_2*m_h_i*1_2_5"/>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4"/>
  <p:tag name="KSO_WM_UNIT_FILL_FORE_SCHEMECOLOR_INDEX" val="6"/>
  <p:tag name="KSO_WM_UNIT_FILL_TYPE" val="1"/>
  <p:tag name="KSO_WM_UNIT_USESOURCEFORMAT_APPLY"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2"/>
  <p:tag name="KSO_WM_UNIT_ID" val="diagram160440_2*i*5"/>
  <p:tag name="KSO_WM_TEMPLATE_CATEGORY" val="diagram"/>
  <p:tag name="KSO_WM_TEMPLATE_INDEX" val="160440"/>
  <p:tag name="KSO_WM_UNIT_LAYERLEVEL" val="1"/>
  <p:tag name="KSO_WM_TAG_VERSION" val="1.0"/>
  <p:tag name="KSO_WM_BEAUTIFY_FLAG" val="#wm#"/>
  <p:tag name="KSO_WM_UNIT_TYPE" val="i"/>
  <p:tag name="KSO_WM_UNIT_INDEX" val="5"/>
  <p:tag name="KSO_WM_UNIT_USESOURCEFORMAT_APPLY" val="1"/>
</p:tagLst>
</file>

<file path=ppt/tags/tag35.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4_1"/>
  <p:tag name="KSO_WM_UNIT_ID" val="diagram160440_2*m_h_i*1_4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36.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4_2"/>
  <p:tag name="KSO_WM_UNIT_ID" val="diagram160440_2*m_h_i*1_4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8"/>
  <p:tag name="KSO_WM_UNIT_FILL_TYPE" val="1"/>
  <p:tag name="KSO_WM_UNIT_USESOURCEFORMAT_APPLY" val="1"/>
</p:tagLst>
</file>

<file path=ppt/tags/tag37.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4_3"/>
  <p:tag name="KSO_WM_UNIT_ID" val="diagram160440_2*m_h_i*1_4_3"/>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8"/>
  <p:tag name="KSO_WM_UNIT_FILL_FORE_SCHEMECOLOR_INDEX" val="8"/>
  <p:tag name="KSO_WM_UNIT_FILL_TYPE" val="1"/>
  <p:tag name="KSO_WM_UNIT_USESOURCEFORMAT_APPLY" val="1"/>
</p:tagLst>
</file>

<file path=ppt/tags/tag38.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4_4"/>
  <p:tag name="KSO_WM_UNIT_ID" val="diagram160440_2*m_h_i*1_4_4"/>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6"/>
  <p:tag name="KSO_WM_UNIT_FILL_FORE_SCHEMECOLOR_INDEX" val="8"/>
  <p:tag name="KSO_WM_UNIT_FILL_TYPE" val="1"/>
  <p:tag name="KSO_WM_UNIT_USESOURCEFORMAT_APPLY" val="1"/>
</p:tagLst>
</file>

<file path=ppt/tags/tag39.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i"/>
  <p:tag name="KSO_WM_UNIT_INDEX" val="1_4_5"/>
  <p:tag name="KSO_WM_UNIT_ID" val="diagram160440_2*m_h_i*1_4_5"/>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_BRIGHTNESS" val="0.6"/>
  <p:tag name="KSO_WM_UNIT_FILL_FORE_SCHEMECOLOR_INDEX" val="8"/>
  <p:tag name="KSO_WM_UNIT_FILL_TYPE" val="1"/>
  <p:tag name="KSO_WM_UNIT_USESOURCEFORMAT_APPLY" val="1"/>
</p:tagLst>
</file>

<file path=ppt/tags/tag40.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f"/>
  <p:tag name="KSO_WM_UNIT_INDEX" val="1_1_1"/>
  <p:tag name="KSO_WM_UNIT_ID" val="diagram160440_2*m_h_f*1_1_1"/>
  <p:tag name="KSO_WM_UNIT_LAYERLEVEL" val="1_1_1"/>
  <p:tag name="KSO_WM_UNIT_VALUE" val="56"/>
  <p:tag name="KSO_WM_UNIT_HIGHLIGHT" val="0"/>
  <p:tag name="KSO_WM_UNIT_COMPATIBLE" val="0"/>
  <p:tag name="KSO_WM_DIAGRAM_GROUP_CODE" val="m1-1"/>
  <p:tag name="KSO_WM_UNIT_PRESET_TEXT" val="点击此处添加正文，请言简意赅的阐述您的观点。"/>
  <p:tag name="KSO_WM_UNIT_NOCLEAR" val="0"/>
  <p:tag name="KSO_WM_UNIT_DIAGRAM_ISNUMVISUAL" val="0"/>
  <p:tag name="KSO_WM_UNIT_DIAGRAM_ISREFERUNIT" val="0"/>
  <p:tag name="KSO_WM_UNIT_TEXT_FILL_FORE_SCHEMECOLOR_INDEX_BRIGHTNESS" val="0"/>
  <p:tag name="KSO_WM_UNIT_TEXT_FILL_FORE_SCHEMECOLOR_INDEX" val="13"/>
  <p:tag name="KSO_WM_UNIT_TEXT_FILL_TYPE" val="1"/>
  <p:tag name="KSO_WM_UNIT_USESOURCEFORMAT_APPLY" val="1"/>
</p:tagLst>
</file>

<file path=ppt/tags/tag41.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f"/>
  <p:tag name="KSO_WM_UNIT_INDEX" val="1_3_1"/>
  <p:tag name="KSO_WM_UNIT_ID" val="diagram160440_2*m_h_f*1_3_1"/>
  <p:tag name="KSO_WM_UNIT_LAYERLEVEL" val="1_1_1"/>
  <p:tag name="KSO_WM_UNIT_HIGHLIGHT" val="0"/>
  <p:tag name="KSO_WM_UNIT_COMPATIBLE" val="0"/>
  <p:tag name="KSO_WM_DIAGRAM_GROUP_CODE" val="m1-1"/>
  <p:tag name="KSO_WM_UNIT_PRESET_TEXT" val="点击此处添加正文，请言简意赅的阐述您的观点。"/>
  <p:tag name="KSO_WM_UNIT_NOCLEAR" val="0"/>
  <p:tag name="KSO_WM_UNIT_DIAGRAM_ISNUMVISUAL" val="0"/>
  <p:tag name="KSO_WM_UNIT_DIAGRAM_ISREFERUNIT" val="0"/>
  <p:tag name="KSO_WM_UNIT_VALUE" val="39"/>
  <p:tag name="KSO_WM_UNIT_TEXT_FILL_FORE_SCHEMECOLOR_INDEX_BRIGHTNESS" val="0"/>
  <p:tag name="KSO_WM_UNIT_TEXT_FILL_FORE_SCHEMECOLOR_INDEX" val="13"/>
  <p:tag name="KSO_WM_UNIT_TEXT_FILL_TYPE" val="1"/>
  <p:tag name="KSO_WM_UNIT_USESOURCEFORMAT_APPLY" val="1"/>
</p:tagLst>
</file>

<file path=ppt/tags/tag42.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f"/>
  <p:tag name="KSO_WM_UNIT_INDEX" val="1_5_1"/>
  <p:tag name="KSO_WM_UNIT_ID" val="diagram160440_2*m_h_f*1_5_1"/>
  <p:tag name="KSO_WM_UNIT_LAYERLEVEL" val="1_1_1"/>
  <p:tag name="KSO_WM_UNIT_HIGHLIGHT" val="0"/>
  <p:tag name="KSO_WM_UNIT_COMPATIBLE" val="0"/>
  <p:tag name="KSO_WM_DIAGRAM_GROUP_CODE" val="m1-1"/>
  <p:tag name="KSO_WM_UNIT_PRESET_TEXT" val="点击此处添加正文，请言简意赅的阐述您的观点。"/>
  <p:tag name="KSO_WM_UNIT_NOCLEAR" val="0"/>
  <p:tag name="KSO_WM_UNIT_DIAGRAM_ISNUMVISUAL" val="0"/>
  <p:tag name="KSO_WM_UNIT_DIAGRAM_ISREFERUNIT" val="0"/>
  <p:tag name="KSO_WM_UNIT_VALUE" val="39"/>
  <p:tag name="KSO_WM_UNIT_TEXT_FILL_FORE_SCHEMECOLOR_INDEX_BRIGHTNESS" val="0"/>
  <p:tag name="KSO_WM_UNIT_TEXT_FILL_FORE_SCHEMECOLOR_INDEX" val="13"/>
  <p:tag name="KSO_WM_UNIT_TEXT_FILL_TYPE" val="1"/>
  <p:tag name="KSO_WM_UNIT_USESOURCEFORMAT_APPLY" val="1"/>
</p:tagLst>
</file>

<file path=ppt/tags/tag43.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f"/>
  <p:tag name="KSO_WM_UNIT_INDEX" val="1_2_1"/>
  <p:tag name="KSO_WM_UNIT_ID" val="diagram160440_2*m_h_f*1_2_1"/>
  <p:tag name="KSO_WM_UNIT_LAYERLEVEL" val="1_1_1"/>
  <p:tag name="KSO_WM_UNIT_HIGHLIGHT" val="0"/>
  <p:tag name="KSO_WM_UNIT_COMPATIBLE" val="0"/>
  <p:tag name="KSO_WM_DIAGRAM_GROUP_CODE" val="m1-1"/>
  <p:tag name="KSO_WM_UNIT_PRESET_TEXT" val="点击此处添加正文，请言简意赅的阐述您的观点。"/>
  <p:tag name="KSO_WM_UNIT_NOCLEAR" val="0"/>
  <p:tag name="KSO_WM_UNIT_DIAGRAM_ISNUMVISUAL" val="0"/>
  <p:tag name="KSO_WM_UNIT_DIAGRAM_ISREFERUNIT" val="0"/>
  <p:tag name="KSO_WM_UNIT_VALUE" val="39"/>
  <p:tag name="KSO_WM_UNIT_TEXT_FILL_FORE_SCHEMECOLOR_INDEX_BRIGHTNESS" val="0"/>
  <p:tag name="KSO_WM_UNIT_TEXT_FILL_FORE_SCHEMECOLOR_INDEX" val="13"/>
  <p:tag name="KSO_WM_UNIT_TEXT_FILL_TYPE" val="1"/>
  <p:tag name="KSO_WM_UNIT_USESOURCEFORMAT_APPLY" val="1"/>
</p:tagLst>
</file>

<file path=ppt/tags/tag44.xml><?xml version="1.0" encoding="utf-8"?>
<p:tagLst xmlns:p="http://schemas.openxmlformats.org/presentationml/2006/main">
  <p:tag name="KSO_WM_TAG_VERSION" val="1.0"/>
  <p:tag name="KSO_WM_BEAUTIFY_FLAG" val="#wm#"/>
  <p:tag name="KSO_WM_TEMPLATE_CATEGORY" val="diagram"/>
  <p:tag name="KSO_WM_TEMPLATE_INDEX" val="160440"/>
  <p:tag name="KSO_WM_UNIT_TYPE" val="m_h_f"/>
  <p:tag name="KSO_WM_UNIT_INDEX" val="1_4_1"/>
  <p:tag name="KSO_WM_UNIT_ID" val="diagram160440_2*m_h_f*1_4_1"/>
  <p:tag name="KSO_WM_UNIT_LAYERLEVEL" val="1_1_1"/>
  <p:tag name="KSO_WM_UNIT_HIGHLIGHT" val="0"/>
  <p:tag name="KSO_WM_UNIT_COMPATIBLE" val="0"/>
  <p:tag name="KSO_WM_DIAGRAM_GROUP_CODE" val="m1-1"/>
  <p:tag name="KSO_WM_UNIT_PRESET_TEXT" val="点击此处添加正文，请言简意赅的阐述您的观点。"/>
  <p:tag name="KSO_WM_UNIT_NOCLEAR" val="0"/>
  <p:tag name="KSO_WM_UNIT_DIAGRAM_ISNUMVISUAL" val="0"/>
  <p:tag name="KSO_WM_UNIT_DIAGRAM_ISREFERUNIT" val="0"/>
  <p:tag name="KSO_WM_UNIT_VALUE" val="39"/>
  <p:tag name="KSO_WM_UNIT_TEXT_FILL_FORE_SCHEMECOLOR_INDEX_BRIGHTNESS" val="0"/>
  <p:tag name="KSO_WM_UNIT_TEXT_FILL_FORE_SCHEMECOLOR_INDEX" val="13"/>
  <p:tag name="KSO_WM_UNIT_TEXT_FILL_TYPE" val="1"/>
  <p:tag name="KSO_WM_UNIT_USESOURCEFORMAT_APPLY" val="1"/>
</p:tagLst>
</file>

<file path=ppt/tags/tag45.xml><?xml version="1.0" encoding="utf-8"?>
<p:tagLst xmlns:p="http://schemas.openxmlformats.org/presentationml/2006/main">
  <p:tag name="KSO_WM_SLIDE_ITEM_CNT" val="5"/>
</p:tagLst>
</file>

<file path=ppt/tags/tag46.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
  <p:tag name="KSO_WM_UNIT_ID" val="diagram20174770_2*l_i*1_1"/>
  <p:tag name="KSO_WM_UNIT_LAYERLEVEL" val="1_1"/>
  <p:tag name="KSO_WM_DIAGRAM_GROUP_CODE" val="l1-1"/>
  <p:tag name="KSO_WM_UNIT_FILL_FORE_SCHEMECOLOR_INDEX_BRIGHTNESS" val="-0.25"/>
  <p:tag name="KSO_WM_UNIT_FILL_FORE_SCHEMECOLOR_INDEX" val="6"/>
  <p:tag name="KSO_WM_UNIT_FILL_TYPE" val="1"/>
  <p:tag name="KSO_WM_UNIT_USESOURCEFORMAT_APPLY" val="1"/>
</p:tagLst>
</file>

<file path=ppt/tags/tag47.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
  <p:tag name="KSO_WM_UNIT_ID" val="diagram20174770_2*l_i*1_2"/>
  <p:tag name="KSO_WM_UNIT_LAYERLEVEL" val="1_1"/>
  <p:tag name="KSO_WM_DIAGRAM_GROUP_CODE" val="l1-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48.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3"/>
  <p:tag name="KSO_WM_UNIT_ID" val="diagram20174770_2*l_i*1_3"/>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49.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4"/>
  <p:tag name="KSO_WM_UNIT_ID" val="diagram20174770_2*l_i*1_4"/>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0.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5"/>
  <p:tag name="KSO_WM_UNIT_ID" val="diagram20174770_2*l_i*1_5"/>
  <p:tag name="KSO_WM_UNIT_LAYERLEVEL" val="1_1"/>
  <p:tag name="KSO_WM_DIAGRAM_GROUP_CODE" val="l1-1"/>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1.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6"/>
  <p:tag name="KSO_WM_UNIT_ID" val="diagram20174770_2*l_i*1_6"/>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2.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7"/>
  <p:tag name="KSO_WM_UNIT_ID" val="diagram20174770_2*l_i*1_7"/>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3.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8"/>
  <p:tag name="KSO_WM_UNIT_ID" val="diagram20174770_2*l_i*1_8"/>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4.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9"/>
  <p:tag name="KSO_WM_UNIT_ID" val="diagram20174770_2*l_i*1_9"/>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5.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0"/>
  <p:tag name="KSO_WM_UNIT_ID" val="diagram20174770_2*l_i*1_10"/>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6.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1"/>
  <p:tag name="KSO_WM_UNIT_ID" val="diagram20174770_2*l_i*1_11"/>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7.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2"/>
  <p:tag name="KSO_WM_UNIT_ID" val="diagram20174770_2*l_i*1_12"/>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8.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3"/>
  <p:tag name="KSO_WM_UNIT_ID" val="diagram20174770_2*l_i*1_13"/>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59.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4"/>
  <p:tag name="KSO_WM_UNIT_ID" val="diagram20174770_2*l_i*1_14"/>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0.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5"/>
  <p:tag name="KSO_WM_UNIT_ID" val="diagram20174770_2*l_i*1_15"/>
  <p:tag name="KSO_WM_UNIT_LAYERLEVEL" val="1_1"/>
  <p:tag name="KSO_WM_DIAGRAM_GROUP_CODE" val="l1-1"/>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1.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6"/>
  <p:tag name="KSO_WM_UNIT_ID" val="diagram20174770_2*l_i*1_16"/>
  <p:tag name="KSO_WM_UNIT_LAYERLEVEL" val="1_1"/>
  <p:tag name="KSO_WM_DIAGRAM_GROUP_CODE" val="l1-1"/>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2.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7"/>
  <p:tag name="KSO_WM_UNIT_ID" val="diagram20174770_2*l_i*1_17"/>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3.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8"/>
  <p:tag name="KSO_WM_UNIT_ID" val="diagram20174770_2*l_i*1_18"/>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4.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19"/>
  <p:tag name="KSO_WM_UNIT_ID" val="diagram20174770_2*l_i*1_19"/>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5.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0"/>
  <p:tag name="KSO_WM_UNIT_ID" val="diagram20174770_2*l_i*1_20"/>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6.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1"/>
  <p:tag name="KSO_WM_UNIT_ID" val="diagram20174770_2*l_i*1_21"/>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7.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2"/>
  <p:tag name="KSO_WM_UNIT_ID" val="diagram20174770_2*l_i*1_22"/>
  <p:tag name="KSO_WM_UNIT_LAYERLEVEL" val="1_1"/>
  <p:tag name="KSO_WM_DIAGRAM_GROUP_CODE" val="l1-1"/>
  <p:tag name="KSO_WM_UNIT_TEXT_FILL_FORE_SCHEMECOLOR_INDEX_BRIGHTNESS" val="0"/>
  <p:tag name="KSO_WM_UNIT_TEXT_FILL_FORE_SCHEMECOLOR_INDEX" val="13"/>
  <p:tag name="KSO_WM_UNIT_TEXT_FILL_TYPE" val="1"/>
  <p:tag name="KSO_WM_UNIT_USESOURCEFORMAT_APPLY" val="1"/>
</p:tagLst>
</file>

<file path=ppt/tags/tag68.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3"/>
  <p:tag name="KSO_WM_UNIT_ID" val="diagram20174770_2*l_i*1_23"/>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69.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4"/>
  <p:tag name="KSO_WM_UNIT_ID" val="diagram20174770_2*l_i*1_24"/>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70.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5"/>
  <p:tag name="KSO_WM_UNIT_ID" val="diagram20174770_2*l_i*1_25"/>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71.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6"/>
  <p:tag name="KSO_WM_UNIT_ID" val="diagram20174770_2*l_i*1_26"/>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72.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7"/>
  <p:tag name="KSO_WM_UNIT_ID" val="diagram20174770_2*l_i*1_27"/>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73.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i"/>
  <p:tag name="KSO_WM_UNIT_INDEX" val="1_28"/>
  <p:tag name="KSO_WM_UNIT_ID" val="diagram20174770_2*l_i*1_28"/>
  <p:tag name="KSO_WM_UNIT_LAYERLEVEL" val="1_1"/>
  <p:tag name="KSO_WM_DIAGRAM_GROUP_CODE" val="l1-1"/>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74.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1_6"/>
  <p:tag name="KSO_WM_UNIT_ID" val="diagram20174770_2*l_h_i*1_1_6"/>
  <p:tag name="KSO_WM_UNIT_LAYERLEVEL" val="1_1_1"/>
  <p:tag name="KSO_WM_DIAGRAM_GROUP_CODE" val="l1-1"/>
  <p:tag name="KSO_WM_UNIT_LINE_FORE_SCHEMECOLOR_INDEX_BRIGHTNESS" val="0"/>
  <p:tag name="KSO_WM_UNIT_LINE_FORE_SCHEMECOLOR_INDEX" val="5"/>
  <p:tag name="KSO_WM_UNIT_LINE_FILL_TYPE" val="2"/>
  <p:tag name="KSO_WM_UNIT_USESOURCEFORMAT_APPLY" val="1"/>
</p:tagLst>
</file>

<file path=ppt/tags/tag75.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1_1"/>
  <p:tag name="KSO_WM_UNIT_ID" val="diagram20174770_2*l_h_i*1_1_1"/>
  <p:tag name="KSO_WM_UNIT_LAYERLEVEL" val="1_1_1"/>
  <p:tag name="KSO_WM_DIAGRAM_GROUP_CODE" val="l1-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76.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1_2"/>
  <p:tag name="KSO_WM_UNIT_ID" val="diagram20174770_2*l_h_i*1_1_2"/>
  <p:tag name="KSO_WM_UNIT_LAYERLEVEL" val="1_1_1"/>
  <p:tag name="KSO_WM_DIAGRAM_GROUP_CODE" val="l1-1"/>
  <p:tag name="KSO_WM_UNIT_LINE_FORE_SCHEMECOLOR_INDEX_BRIGHTNESS" val="0"/>
  <p:tag name="KSO_WM_UNIT_LINE_FORE_SCHEMECOLOR_INDEX" val="5"/>
  <p:tag name="KSO_WM_UNIT_LINE_FILL_TYPE" val="2"/>
  <p:tag name="KSO_WM_UNIT_USESOURCEFORMAT_APPLY" val="1"/>
</p:tagLst>
</file>

<file path=ppt/tags/tag77.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2_6"/>
  <p:tag name="KSO_WM_UNIT_ID" val="diagram20174770_2*l_h_i*1_2_6"/>
  <p:tag name="KSO_WM_UNIT_LAYERLEVEL" val="1_1_1"/>
  <p:tag name="KSO_WM_DIAGRAM_GROUP_CODE" val="l1-1"/>
  <p:tag name="KSO_WM_UNIT_LINE_FORE_SCHEMECOLOR_INDEX_BRIGHTNESS" val="0"/>
  <p:tag name="KSO_WM_UNIT_LINE_FORE_SCHEMECOLOR_INDEX" val="7"/>
  <p:tag name="KSO_WM_UNIT_LINE_FILL_TYPE" val="2"/>
  <p:tag name="KSO_WM_UNIT_USESOURCEFORMAT_APPLY" val="1"/>
</p:tagLst>
</file>

<file path=ppt/tags/tag78.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2_1"/>
  <p:tag name="KSO_WM_UNIT_ID" val="diagram20174770_2*l_h_i*1_2_1"/>
  <p:tag name="KSO_WM_UNIT_LAYERLEVEL" val="1_1_1"/>
  <p:tag name="KSO_WM_DIAGRAM_GROUP_CODE" val="l1-1"/>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79.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2_2"/>
  <p:tag name="KSO_WM_UNIT_ID" val="diagram20174770_2*l_h_i*1_2_2"/>
  <p:tag name="KSO_WM_UNIT_LAYERLEVEL" val="1_1_1"/>
  <p:tag name="KSO_WM_DIAGRAM_GROUP_CODE" val="l1-1"/>
  <p:tag name="KSO_WM_UNIT_LINE_FORE_SCHEMECOLOR_INDEX_BRIGHTNESS" val="0"/>
  <p:tag name="KSO_WM_UNIT_LINE_FORE_SCHEMECOLOR_INDEX" val="7"/>
  <p:tag name="KSO_WM_UNIT_LINE_FILL_TYPE" val="2"/>
  <p:tag name="KSO_WM_UNIT_USESOURCEFORMAT_APPLY" val="1"/>
</p:tagLst>
</file>

<file path=ppt/tags/tag80.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1_3"/>
  <p:tag name="KSO_WM_UNIT_ID" val="diagram20174770_2*l_h_i*1_1_3"/>
  <p:tag name="KSO_WM_UNIT_LAYERLEVEL" val="1_1_1"/>
  <p:tag name="KSO_WM_DIAGRAM_GROUP_CODE" val="l1-1"/>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81.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1_4"/>
  <p:tag name="KSO_WM_UNIT_ID" val="diagram20174770_2*l_h_i*1_1_4"/>
  <p:tag name="KSO_WM_UNIT_LAYERLEVEL" val="1_1_1"/>
  <p:tag name="KSO_WM_DIAGRAM_GROUP_CODE" val="l1-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82.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1_5"/>
  <p:tag name="KSO_WM_UNIT_ID" val="diagram20174770_2*l_h_i*1_1_5"/>
  <p:tag name="KSO_WM_UNIT_LAYERLEVEL" val="1_1_1"/>
  <p:tag name="KSO_WM_DIAGRAM_GROUP_CODE" val="l1-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83.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2_3"/>
  <p:tag name="KSO_WM_UNIT_ID" val="diagram20174770_2*l_h_i*1_2_3"/>
  <p:tag name="KSO_WM_UNIT_LAYERLEVEL" val="1_1_1"/>
  <p:tag name="KSO_WM_DIAGRAM_GROUP_CODE" val="l1-1"/>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84.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2_4"/>
  <p:tag name="KSO_WM_UNIT_ID" val="diagram20174770_2*l_h_i*1_2_4"/>
  <p:tag name="KSO_WM_UNIT_LAYERLEVEL" val="1_1_1"/>
  <p:tag name="KSO_WM_DIAGRAM_GROUP_CODE" val="l1-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85.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i"/>
  <p:tag name="KSO_WM_UNIT_INDEX" val="1_2_5"/>
  <p:tag name="KSO_WM_UNIT_ID" val="diagram20174770_2*l_h_i*1_2_5"/>
  <p:tag name="KSO_WM_UNIT_LAYERLEVEL" val="1_1_1"/>
  <p:tag name="KSO_WM_DIAGRAM_GROUP_CODE" val="l1-1"/>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86.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f"/>
  <p:tag name="KSO_WM_UNIT_INDEX" val="1_1_1"/>
  <p:tag name="KSO_WM_UNIT_LAYERLEVEL" val="1_1_1"/>
  <p:tag name="KSO_WM_UNIT_VALUE" val="88"/>
  <p:tag name="KSO_WM_UNIT_HIGHLIGHT" val="0"/>
  <p:tag name="KSO_WM_UNIT_COMPATIBLE" val="0"/>
  <p:tag name="KSO_WM_UNIT_CLEAR" val="0"/>
  <p:tag name="KSO_WM_UNIT_PRESET_TEXT_INDEX" val="2"/>
  <p:tag name="KSO_WM_UNIT_PRESET_TEXT_LEN" val="20"/>
  <p:tag name="KSO_WM_DIAGRAM_GROUP_CODE" val="l1-1"/>
  <p:tag name="KSO_WM_UNIT_ID" val="diagram20174770_2*l_h_f*1_1_1"/>
  <p:tag name="KSO_WM_UNIT_TEXT_FILL_FORE_SCHEMECOLOR_INDEX_BRIGHTNESS" val="0"/>
  <p:tag name="KSO_WM_UNIT_TEXT_FILL_FORE_SCHEMECOLOR_INDEX" val="13"/>
  <p:tag name="KSO_WM_UNIT_TEXT_FILL_TYPE" val="1"/>
  <p:tag name="KSO_WM_UNIT_USESOURCEFORMAT_APPLY" val="1"/>
</p:tagLst>
</file>

<file path=ppt/tags/tag87.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a"/>
  <p:tag name="KSO_WM_UNIT_INDEX" val="1_1_1"/>
  <p:tag name="KSO_WM_UNIT_LAYERLEVEL" val="1_1_1"/>
  <p:tag name="KSO_WM_UNIT_VALUE" val="8"/>
  <p:tag name="KSO_WM_UNIT_HIGHLIGHT" val="0"/>
  <p:tag name="KSO_WM_UNIT_COMPATIBLE" val="0"/>
  <p:tag name="KSO_WM_UNIT_CLEAR" val="0"/>
  <p:tag name="KSO_WM_DIAGRAM_GROUP_CODE" val="l1-1"/>
  <p:tag name="KSO_WM_UNIT_ID" val="diagram20174770_2*l_h_a*1_1_1"/>
  <p:tag name="KSO_WM_UNIT_PRESET_TEXT" val="请替换标题"/>
  <p:tag name="KSO_WM_UNIT_TEXT_FILL_FORE_SCHEMECOLOR_INDEX_BRIGHTNESS" val="0"/>
  <p:tag name="KSO_WM_UNIT_TEXT_FILL_FORE_SCHEMECOLOR_INDEX" val="5"/>
  <p:tag name="KSO_WM_UNIT_TEXT_FILL_TYPE" val="1"/>
  <p:tag name="KSO_WM_UNIT_USESOURCEFORMAT_APPLY" val="1"/>
</p:tagLst>
</file>

<file path=ppt/tags/tag88.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f"/>
  <p:tag name="KSO_WM_UNIT_INDEX" val="1_2_1"/>
  <p:tag name="KSO_WM_UNIT_LAYERLEVEL" val="1_1_1"/>
  <p:tag name="KSO_WM_UNIT_VALUE" val="88"/>
  <p:tag name="KSO_WM_UNIT_HIGHLIGHT" val="0"/>
  <p:tag name="KSO_WM_UNIT_COMPATIBLE" val="0"/>
  <p:tag name="KSO_WM_UNIT_CLEAR" val="0"/>
  <p:tag name="KSO_WM_UNIT_PRESET_TEXT_INDEX" val="2"/>
  <p:tag name="KSO_WM_UNIT_PRESET_TEXT_LEN" val="20"/>
  <p:tag name="KSO_WM_DIAGRAM_GROUP_CODE" val="l1-1"/>
  <p:tag name="KSO_WM_UNIT_ID" val="diagram20174770_2*l_h_f*1_2_1"/>
  <p:tag name="KSO_WM_UNIT_TEXT_FILL_FORE_SCHEMECOLOR_INDEX_BRIGHTNESS" val="0"/>
  <p:tag name="KSO_WM_UNIT_TEXT_FILL_FORE_SCHEMECOLOR_INDEX" val="13"/>
  <p:tag name="KSO_WM_UNIT_TEXT_FILL_TYPE" val="1"/>
  <p:tag name="KSO_WM_UNIT_USESOURCEFORMAT_APPLY" val="1"/>
</p:tagLst>
</file>

<file path=ppt/tags/tag89.xml><?xml version="1.0" encoding="utf-8"?>
<p:tagLst xmlns:p="http://schemas.openxmlformats.org/presentationml/2006/main">
  <p:tag name="KSO_WM_TAG_VERSION" val="1.0"/>
  <p:tag name="KSO_WM_BEAUTIFY_FLAG" val="#wm#"/>
  <p:tag name="KSO_WM_TEMPLATE_CATEGORY" val="diagram"/>
  <p:tag name="KSO_WM_TEMPLATE_INDEX" val="20174770"/>
  <p:tag name="KSO_WM_UNIT_TYPE" val="l_h_a"/>
  <p:tag name="KSO_WM_UNIT_INDEX" val="1_2_1"/>
  <p:tag name="KSO_WM_UNIT_LAYERLEVEL" val="1_1_1"/>
  <p:tag name="KSO_WM_UNIT_VALUE" val="8"/>
  <p:tag name="KSO_WM_UNIT_HIGHLIGHT" val="0"/>
  <p:tag name="KSO_WM_UNIT_COMPATIBLE" val="0"/>
  <p:tag name="KSO_WM_UNIT_CLEAR" val="0"/>
  <p:tag name="KSO_WM_DIAGRAM_GROUP_CODE" val="l1-1"/>
  <p:tag name="KSO_WM_UNIT_ID" val="diagram20174770_2*l_h_a*1_2_1"/>
  <p:tag name="KSO_WM_UNIT_PRESET_TEXT" val="请替换标题"/>
  <p:tag name="KSO_WM_UNIT_TEXT_FILL_FORE_SCHEMECOLOR_INDEX_BRIGHTNESS" val="0"/>
  <p:tag name="KSO_WM_UNIT_TEXT_FILL_FORE_SCHEMECOLOR_INDEX" val="7"/>
  <p:tag name="KSO_WM_UNIT_TEXT_FILL_TYPE" val="1"/>
  <p:tag name="KSO_WM_UNIT_USESOURCEFORMAT_APPLY" val="1"/>
</p:tagLst>
</file>

<file path=ppt/tags/tag90.xml><?xml version="1.0" encoding="utf-8"?>
<p:tagLst xmlns:p="http://schemas.openxmlformats.org/presentationml/2006/main">
  <p:tag name="KSO_WM_SLIDE_ITEM_CNT" val="2"/>
</p:tagLst>
</file>

<file path=ppt/tags/tag91.xml><?xml version="1.0" encoding="utf-8"?>
<p:tagLst xmlns:p="http://schemas.openxmlformats.org/presentationml/2006/main">
  <p:tag name="MH" val="20161117023644"/>
  <p:tag name="MH_LIBRARY" val="GRAPHIC"/>
  <p:tag name="MH_TYPE" val="SubTitle"/>
  <p:tag name="MH_ORDER" val="4"/>
</p:tagLst>
</file>

<file path=ppt/tags/tag92.xml><?xml version="1.0" encoding="utf-8"?>
<p:tagLst xmlns:p="http://schemas.openxmlformats.org/presentationml/2006/main">
  <p:tag name="MH" val="20161117023644"/>
  <p:tag name="MH_LIBRARY" val="GRAPHIC"/>
  <p:tag name="MH_TYPE" val="SubTitle"/>
  <p:tag name="MH_ORDER" val="3"/>
</p:tagLst>
</file>

<file path=ppt/tags/tag93.xml><?xml version="1.0" encoding="utf-8"?>
<p:tagLst xmlns:p="http://schemas.openxmlformats.org/presentationml/2006/main">
  <p:tag name="MH" val="20161117023644"/>
  <p:tag name="MH_LIBRARY" val="GRAPHIC"/>
  <p:tag name="MH_TYPE" val="SubTitle"/>
  <p:tag name="MH_ORDER" val="2"/>
</p:tagLst>
</file>

<file path=ppt/tags/tag94.xml><?xml version="1.0" encoding="utf-8"?>
<p:tagLst xmlns:p="http://schemas.openxmlformats.org/presentationml/2006/main">
  <p:tag name="MH" val="20161117023644"/>
  <p:tag name="MH_LIBRARY" val="GRAPHIC"/>
  <p:tag name="MH_TYPE" val="SubTitle"/>
  <p:tag name="MH_ORDER" val="1"/>
</p:tagLst>
</file>

<file path=ppt/tags/tag95.xml><?xml version="1.0" encoding="utf-8"?>
<p:tagLst xmlns:p="http://schemas.openxmlformats.org/presentationml/2006/main">
  <p:tag name="KSO_WM_SLIDE_ITEM_CNT" val="2"/>
</p:tagLst>
</file>

<file path=ppt/tags/tag96.xml><?xml version="1.0" encoding="utf-8"?>
<p:tagLst xmlns:p="http://schemas.openxmlformats.org/presentationml/2006/main">
  <p:tag name="MH" val="20161117023644"/>
  <p:tag name="MH_LIBRARY" val="GRAPHIC"/>
  <p:tag name="MH_TYPE" val="SubTitle"/>
  <p:tag name="MH_ORDER" val="4"/>
</p:tagLst>
</file>

<file path=ppt/tags/tag97.xml><?xml version="1.0" encoding="utf-8"?>
<p:tagLst xmlns:p="http://schemas.openxmlformats.org/presentationml/2006/main">
  <p:tag name="MH" val="20161117023644"/>
  <p:tag name="MH_LIBRARY" val="GRAPHIC"/>
  <p:tag name="MH_TYPE" val="SubTitle"/>
  <p:tag name="MH_ORDER" val="1"/>
</p:tagLst>
</file>

<file path=ppt/tags/tag98.xml><?xml version="1.0" encoding="utf-8"?>
<p:tagLst xmlns:p="http://schemas.openxmlformats.org/presentationml/2006/main">
  <p:tag name="KSO_WM_SLIDE_ITEM_CNT" val="2"/>
</p:tagLst>
</file>

<file path=ppt/tags/tag99.xml><?xml version="1.0" encoding="utf-8"?>
<p:tagLst xmlns:p="http://schemas.openxmlformats.org/presentationml/2006/main">
  <p:tag name="MH" val="20161117023644"/>
  <p:tag name="MH_LIBRARY" val="GRAPHIC"/>
  <p:tag name="MH_TYPE" val="SubTitle"/>
  <p:tag name="MH_ORDER" val="1"/>
</p:tagLst>
</file>

<file path=ppt/tags/tag100.xml><?xml version="1.0" encoding="utf-8"?>
<p:tagLst xmlns:p="http://schemas.openxmlformats.org/presentationml/2006/main">
  <p:tag name="KSO_WM_SLIDE_ITEM_CNT" val="2"/>
</p:tagLst>
</file>

<file path=ppt/tags/tag101.xml><?xml version="1.0" encoding="utf-8"?>
<p:tagLst xmlns:p="http://schemas.openxmlformats.org/presentationml/2006/main">
  <p:tag name="KSO_WM_UNIT_TABLE_BEAUTIFY" val="smartTable{0828182c-6d8f-44a3-a6a2-dece8fa27b1d}"/>
  <p:tag name="TABLE_RECT" val="17*235.363*926*265.25"/>
  <p:tag name="TABLE_EMPHASIZE_COLOR" val="7768220"/>
  <p:tag name="TABLE_ONEKEY_SKIN_IDX" val="0"/>
  <p:tag name="TABLE_SKINIDX" val="0"/>
  <p:tag name="TABLE_COLORIDX" val="17"/>
  <p:tag name="TABLE_ENDDRAG_ORIGIN_RECT" val="853*253"/>
  <p:tag name="TABLE_ENDDRAG_RECT" val="17*235*853*253"/>
  <p:tag name="TABLE_COLOR_RGB" val="0x000000*0xFFFFFF*0x212121*0xFFFFFF*0x76889C*0x9DB1CA*0x8C9DBB*0x7A9DB3*0xB5CFCE*0xD7ECF1"/>
</p:tagLst>
</file>

<file path=ppt/tags/tag102.xml><?xml version="1.0" encoding="utf-8"?>
<p:tagLst xmlns:p="http://schemas.openxmlformats.org/presentationml/2006/main">
  <p:tag name="KSO_WM_UNIT_TABLE_BEAUTIFY" val="smartTable{29335ebb-3fd0-42a9-b722-f880c980cc21}"/>
  <p:tag name="TABLE_RECT" val="17*88.45*926*363.1"/>
  <p:tag name="TABLE_EMPHASIZE_COLOR" val="7768220"/>
  <p:tag name="TABLE_ONEKEY_SKIN_IDX" val="0"/>
  <p:tag name="TABLE_SKINIDX" val="0"/>
  <p:tag name="TABLE_COLORIDX" val="17"/>
  <p:tag name="TABLE_COLOR_RGB" val="0x000000*0xFFFFFF*0x212121*0xFFFFFF*0x76889C*0x9DB1CA*0x8C9DBB*0x7A9DB3*0xB5CFCE*0xD7ECF1"/>
  <p:tag name="TABLE_ENDDRAG_ORIGIN_RECT" val="926*453"/>
  <p:tag name="TABLE_ENDDRAG_RECT" val="17*65*926*453"/>
</p:tagLst>
</file>

<file path=ppt/tags/tag103.xml><?xml version="1.0" encoding="utf-8"?>
<p:tagLst xmlns:p="http://schemas.openxmlformats.org/presentationml/2006/main">
  <p:tag name="KSO_WM_UNIT_TABLE_BEAUTIFY" val="smartTable{3dc9adb5-a510-447d-bb80-9ba9c9b89b39}"/>
  <p:tag name="TABLE_RECT" val="268.638*206.088*674.35*238.3"/>
  <p:tag name="TABLE_EMPHASIZE_COLOR" val="7768220"/>
  <p:tag name="TABLE_ONEKEY_SKIN_IDX" val="0"/>
  <p:tag name="TABLE_SKINIDX" val="0"/>
  <p:tag name="TABLE_COLORIDX" val="17"/>
  <p:tag name="TABLE_ENDDRAG_ORIGIN_RECT" val="860*280"/>
  <p:tag name="TABLE_ENDDRAG_RECT" val="61*227*860*280"/>
  <p:tag name="TABLE_COLOR_RGB" val="0x000000*0xFFFFFF*0x212121*0xFFFFFF*0x76889C*0x9DB1CA*0x8C9DBB*0x7A9DB3*0xB5CFCE*0xD7ECF1"/>
</p:tagLst>
</file>

<file path=ppt/tags/tag104.xml><?xml version="1.0" encoding="utf-8"?>
<p:tagLst xmlns:p="http://schemas.openxmlformats.org/presentationml/2006/main">
  <p:tag name="KSO_WM_UNIT_TABLE_BEAUTIFY" val="smartTable{78205662-c4ee-4969-a5b0-182bd598ddd7}"/>
  <p:tag name="TABLE_RECT" val="17*116.538*926*332.8"/>
  <p:tag name="TABLE_EMPHASIZE_COLOR" val="7768220"/>
  <p:tag name="TABLE_ONEKEY_SKIN_IDX" val="0"/>
  <p:tag name="TABLE_SKINIDX" val="0"/>
  <p:tag name="TABLE_COLORIDX" val="17"/>
  <p:tag name="TABLE_COLOR_RGB" val="0x000000*0xFFFFFF*0x212121*0xFFFFFF*0x76889C*0x9DB1CA*0x8C9DBB*0x7A9DB3*0xB5CFCE*0xD7ECF1"/>
</p:tagLst>
</file>

<file path=ppt/tags/tag105.xml><?xml version="1.0" encoding="utf-8"?>
<p:tagLst xmlns:p="http://schemas.openxmlformats.org/presentationml/2006/main">
  <p:tag name="KSO_WM_UNIT_TABLE_BEAUTIFY" val="smartTable{92c8d831-db88-463e-8517-94952f3f44db}"/>
  <p:tag name="TABLE_RECT" val="250.638*150.388*692.35*349.7"/>
  <p:tag name="TABLE_EMPHASIZE_COLOR" val="6579300"/>
  <p:tag name="TABLE_ONEKEY_SKIN_IDX" val="0"/>
  <p:tag name="TABLE_SKINIDX" val="-1"/>
  <p:tag name="TABLE_COLORIDX" val="l"/>
  <p:tag name="TABLE_ENDDRAG_ORIGIN_RECT" val="874*244"/>
  <p:tag name="TABLE_ENDDRAG_RECT" val="68*179*874*244"/>
</p:tagLst>
</file>

<file path=ppt/tags/tag106.xml><?xml version="1.0" encoding="utf-8"?>
<p:tagLst xmlns:p="http://schemas.openxmlformats.org/presentationml/2006/main">
  <p:tag name="KSO_WM_UNIT_TABLE_BEAUTIFY" val="smartTable{eb990cf4-b165-4ddf-8ec5-8c0107fa8be1}"/>
  <p:tag name="TABLE_RECT" val="59.475*324.717*841.05*169.8"/>
  <p:tag name="TABLE_EMPHASIZE_COLOR" val="6579300"/>
  <p:tag name="TABLE_ONEKEY_SKIN_IDX" val="0"/>
  <p:tag name="TABLE_SKINIDX" val="-1"/>
  <p:tag name="TABLE_COLORIDX" val="l"/>
  <p:tag name="TABLE_ENDDRAG_ORIGIN_RECT" val="803*169"/>
  <p:tag name="TABLE_ENDDRAG_RECT" val="59*324*803*169"/>
</p:tagLst>
</file>

<file path=ppt/tags/tag107.xml><?xml version="1.0" encoding="utf-8"?>
<p:tagLst xmlns:p="http://schemas.openxmlformats.org/presentationml/2006/main">
  <p:tag name="KSO_WM_UNIT_TABLE_BEAUTIFY" val="smartTable{d73be93f-04e7-4af4-8515-b421efde8df1}"/>
  <p:tag name="TABLE_RECT" val="36*189.967*888*294.3"/>
  <p:tag name="TABLE_EMPHASIZE_COLOR" val="7768220"/>
  <p:tag name="TABLE_ONEKEY_SKIN_IDX" val="0"/>
  <p:tag name="TABLE_SKINIDX" val="0"/>
  <p:tag name="TABLE_COLORIDX" val="17"/>
  <p:tag name="TABLE_ENDDRAG_ORIGIN_RECT" val="496*300"/>
  <p:tag name="TABLE_ENDDRAG_RECT" val="411*126*496*300"/>
  <p:tag name="TABLE_COLOR_RGB" val="0x000000*0xFFFFFF*0x212121*0xFFFFFF*0x76889C*0x9DB1CA*0x8C9DBB*0x7A9DB3*0xB5CFCE*0xD7ECF1"/>
</p:tagLst>
</file>

<file path=ppt/tags/tag108.xml><?xml version="1.0" encoding="utf-8"?>
<p:tagLst xmlns:p="http://schemas.openxmlformats.org/presentationml/2006/main">
  <p:tag name="KSO_WM_UNIT_TABLE_BEAUTIFY" val="smartTable{a1ad491b-e383-4ca6-b06b-dff1817eb45c}"/>
  <p:tag name="TABLE_RECT" val="17*221.038*926*293.9"/>
  <p:tag name="TABLE_EMPHASIZE_COLOR" val="7768220"/>
  <p:tag name="TABLE_ONEKEY_SKIN_IDX" val="0"/>
  <p:tag name="TABLE_SKINIDX" val="0"/>
  <p:tag name="TABLE_COLORIDX" val="17"/>
  <p:tag name="TABLE_ENDDRAG_ORIGIN_RECT" val="875*228"/>
  <p:tag name="TABLE_ENDDRAG_RECT" val="60*219*875*228"/>
  <p:tag name="TABLE_COLOR_RGB" val="0x000000*0xFFFFFF*0x212121*0xFFFFFF*0x76889C*0x9DB1CA*0x8C9DBB*0x7A9DB3*0xB5CFCE*0xD7ECF1"/>
</p:tagLst>
</file>

<file path=ppt/tags/tag109.xml><?xml version="1.0" encoding="utf-8"?>
<p:tagLst xmlns:p="http://schemas.openxmlformats.org/presentationml/2006/main">
  <p:tag name="KSO_WM_UNIT_TABLE_BEAUTIFY" val="smartTable{001a1371-3d87-49a7-ba6d-6086e418d8f7}"/>
  <p:tag name="TABLE_RECT" val="17*101.488*926*362.9"/>
  <p:tag name="TABLE_EMPHASIZE_COLOR" val="7768220"/>
  <p:tag name="TABLE_ONEKEY_SKIN_IDX" val="0"/>
  <p:tag name="TABLE_SKINIDX" val="0"/>
  <p:tag name="TABLE_COLORIDX" val="17"/>
  <p:tag name="TABLE_COLOR_RGB" val="0x000000*0xFFFFFF*0x212121*0xFFFFFF*0x76889C*0x9DB1CA*0x8C9DBB*0x7A9DB3*0xB5CFCE*0xD7ECF1"/>
</p:tagLst>
</file>

<file path=ppt/tags/tag110.xml><?xml version="1.0" encoding="utf-8"?>
<p:tagLst xmlns:p="http://schemas.openxmlformats.org/presentationml/2006/main">
  <p:tag name="KSO_WM_UNIT_TABLE_BEAUTIFY" val="smartTable{53742198-23fa-439e-bbb3-f46b85d8e309}"/>
  <p:tag name="TABLE_RECT" val="17*246.538*926*242.9"/>
  <p:tag name="TABLE_EMPHASIZE_COLOR" val="7768220"/>
  <p:tag name="TABLE_ONEKEY_SKIN_IDX" val="0"/>
  <p:tag name="TABLE_SKINIDX" val="0"/>
  <p:tag name="TABLE_COLORIDX" val="17"/>
  <p:tag name="TABLE_ENDDRAG_ORIGIN_RECT" val="871*239"/>
  <p:tag name="TABLE_ENDDRAG_RECT" val="17*224*871*239"/>
  <p:tag name="TABLE_COLOR_RGB" val="0x000000*0xFFFFFF*0x212121*0xFFFFFF*0x76889C*0x9DB1CA*0x8C9DBB*0x7A9DB3*0xB5CFCE*0xD7ECF1"/>
</p:tagLst>
</file>

<file path=ppt/tags/tag111.xml><?xml version="1.0" encoding="utf-8"?>
<p:tagLst xmlns:p="http://schemas.openxmlformats.org/presentationml/2006/main">
  <p:tag name="KSO_WM_UNIT_TABLE_BEAUTIFY" val="smartTable{e8427051-c92a-40f1-ab48-236722e7fa5d}"/>
  <p:tag name="TABLE_RECT" val="17*141.513*926*316.9"/>
  <p:tag name="TABLE_EMPHASIZE_COLOR" val="7768220"/>
  <p:tag name="TABLE_ONEKEY_SKIN_IDX" val="0"/>
  <p:tag name="TABLE_SKINIDX" val="0"/>
  <p:tag name="TABLE_COLORIDX" val="17"/>
  <p:tag name="TABLE_COLOR_RGB" val="0x000000*0xFFFFFF*0x212121*0xFFFFFF*0x76889C*0x9DB1CA*0x8C9DBB*0x7A9DB3*0xB5CFCE*0xD7ECF1"/>
</p:tagLst>
</file>

<file path=ppt/tags/tag112.xml><?xml version="1.0" encoding="utf-8"?>
<p:tagLst xmlns:p="http://schemas.openxmlformats.org/presentationml/2006/main">
  <p:tag name="KSO_WM_UNIT_TABLE_BEAUTIFY" val="smartTable{5f7e15ce-a9a1-4b7e-ba19-b93e0c46e4a6}"/>
  <p:tag name="TABLE_RECT" val="17*188.713*926*315.8"/>
  <p:tag name="TABLE_EMPHASIZE_COLOR" val="6579300"/>
  <p:tag name="TABLE_ONEKEY_SKIN_IDX" val="0"/>
  <p:tag name="TABLE_SKINIDX" val="-1"/>
  <p:tag name="TABLE_COLORIDX" val="l"/>
  <p:tag name="TABLE_ENDDRAG_ORIGIN_RECT" val="604*317"/>
  <p:tag name="TABLE_ENDDRAG_RECT" val="17*188*604*317"/>
</p:tagLst>
</file>

<file path=ppt/tags/tag113.xml><?xml version="1.0" encoding="utf-8"?>
<p:tagLst xmlns:p="http://schemas.openxmlformats.org/presentationml/2006/main">
  <p:tag name="KSO_WM_UNIT_TABLE_BEAUTIFY" val="smartTable{e7a8eb8c-31bc-4655-bfbb-c21fb5cc4abc}"/>
  <p:tag name="TABLE_RECT" val="321.488*98.9384*621.5*390.9"/>
  <p:tag name="TABLE_EMPHASIZE_COLOR" val="6579300"/>
  <p:tag name="TABLE_ONEKEY_SKIN_IDX" val="0"/>
  <p:tag name="TABLE_SKINIDX" val="-1"/>
  <p:tag name="TABLE_COLORIDX" val="l"/>
  <p:tag name="TABLE_ENDDRAG_ORIGIN_RECT" val="602*284"/>
  <p:tag name="TABLE_ENDDRAG_RECT" val="338*105*602*284"/>
</p:tagLst>
</file>

<file path=ppt/tags/tag114.xml><?xml version="1.0" encoding="utf-8"?>
<p:tagLst xmlns:p="http://schemas.openxmlformats.org/presentationml/2006/main">
  <p:tag name="KSO_WM_UNIT_TABLE_BEAUTIFY" val="smartTable{005f804e-1c77-4495-b0ee-5a4794f7b00d}"/>
  <p:tag name="TABLE_RECT" val="250.638*172.388*692.35*305.7"/>
  <p:tag name="TABLE_EMPHASIZE_COLOR" val="7768220"/>
  <p:tag name="TABLE_ONEKEY_SKIN_IDX" val="0"/>
  <p:tag name="TABLE_SKINIDX" val="0"/>
  <p:tag name="TABLE_COLORIDX" val="17"/>
  <p:tag name="TABLE_ENDDRAG_ORIGIN_RECT" val="856*319"/>
  <p:tag name="TABLE_ENDDRAG_RECT" val="83*173*856*319"/>
  <p:tag name="TABLE_COLOR_RGB" val="0x000000*0xFFFFFF*0x212121*0xFFFFFF*0x76889C*0x9DB1CA*0x8C9DBB*0x7A9DB3*0xB5CFCE*0xD7ECF1"/>
</p:tagLst>
</file>

<file path=ppt/tags/tag115.xml><?xml version="1.0" encoding="utf-8"?>
<p:tagLst xmlns:p="http://schemas.openxmlformats.org/presentationml/2006/main">
  <p:tag name="KSO_WM_UNIT_TABLE_BEAUTIFY" val="smartTable{cb5cff8c-29bf-4f9e-8465-b2f98d298c55}"/>
  <p:tag name="TABLE_RECT" val="222.288*169.838*720.7*351.65"/>
  <p:tag name="TABLE_EMPHASIZE_COLOR" val="7768220"/>
  <p:tag name="TABLE_ONEKEY_SKIN_IDX" val="0"/>
  <p:tag name="TABLE_SKINIDX" val="0"/>
  <p:tag name="TABLE_COLORIDX" val="17"/>
  <p:tag name="TABLE_ENDDRAG_ORIGIN_RECT" val="826*265"/>
  <p:tag name="TABLE_ENDDRAG_RECT" val="144*169*826*265"/>
  <p:tag name="TABLE_COLOR_RGB" val="0x000000*0xFFFFFF*0x212121*0xFFFFFF*0x76889C*0x9DB1CA*0x8C9DBB*0x7A9DB3*0xB5CFCE*0xD7ECF1"/>
</p:tagLst>
</file>

<file path=ppt/tags/tag116.xml><?xml version="1.0" encoding="utf-8"?>
<p:tagLst xmlns:p="http://schemas.openxmlformats.org/presentationml/2006/main">
  <p:tag name="KSO_WM_UNIT_TABLE_BEAUTIFY" val="smartTable{42630c3d-6950-44c6-be2c-0c2bbafd0d9f}"/>
  <p:tag name="TABLE_RECT" val="36*217.417*888*282.5"/>
  <p:tag name="TABLE_EMPHASIZE_COLOR" val="7768220"/>
  <p:tag name="TABLE_ONEKEY_SKIN_IDX" val="0"/>
  <p:tag name="TABLE_SKINIDX" val="0"/>
  <p:tag name="TABLE_COLORIDX" val="17"/>
  <p:tag name="TABLE_ENDDRAG_ORIGIN_RECT" val="847*222"/>
  <p:tag name="TABLE_ENDDRAG_RECT" val="36*217*847*222"/>
  <p:tag name="TABLE_COLOR_RGB" val="0x000000*0xFFFFFF*0x212121*0xFFFFFF*0x76889C*0x9DB1CA*0x8C9DBB*0x7A9DB3*0xB5CFCE*0xD7ECF1"/>
</p:tagLst>
</file>

<file path=ppt/theme/theme1.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charset="-122"/>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gICAiRmlsZUlkIiA6ICIxMTU1NDYyMzA4NzAiLAogICAiR3JvdXBJZCIgOiAiMjEwMzIxMDQyIiwKICAgIkltYWdlIiA6ICJpVkJPUncwS0dnb0FBQUFOU1VoRVVnQUFBL3dBQUFEcENBWUFBQUNaVWp4T0FBQUFDWEJJV1hNQUFBc1RBQUFMRXdFQW1wd1lBQUFnQUVsRVFWUjRuT3pkZDFoVFovc0g4Ry9DWG9vbzRONmpkZFFLRGhTMWFyWFdVYXZpUUZzbnJhdStLbTNWNHFpaVZBVkZCTFNLb3VLbzFvMWJxS3RXYmF0aXhhb1VLeTdFZ1lESUVrT1M4L3NqN3prL1FoSUl3L2wrUDlmbFJYTE9jMVlpaDNNLzQzNEF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o2eVdTditnU0lpSWlJNk8xeDRZTHdKNERXci9vOGlJaGVJNGxxTmR4YnQ1WWx2dXdEeTEvMkFZbUlpSWpvcmNaZ240aElXdzJaREoxZXhZRk5YOFZCaVlpSWlPanQ1dXI2cXMrQWlPalZ1MzRkeU13RUFMejAxbjJBTGZ4RVJFUkVSRVJFYnlVRy9FUkVSRVJFUkVSdklRYjhSRVJFUkVSRVJHOGhCdnhFUkVSRVJFUkVieUVHL0VSRVJFUkVSRVJ2SVFiOFJFUkVSRVJFUkc4aEJ2eEVSRVJFUkVSRWJ5RUcvRVJFUkVSRVJFUnZJUWI4UkVSRVJFUkVSRzhoQnZ4RVJFUkVSRVJFYnlFRy9FUkVSRVJFUkVSdklRYjhSRVJFUkVSbDdNeVpNNGlPamk2eW5LdXJLMzc4OGNkQ3k5eTZkUXYrL3Y0NGVmSmtvZXNmUFhwVTdQTlVxOVVJQ2dyQzVzMmJpNzF0UVpHUmtaZzJiUnF1WHIxcVZQblUxTlFTL1ZPcFZFYnQvK3paczJqZnZqMXUzTGdCaFVJQmIyOXZiTjI2RldxMTJxanRJeUlpY08vZVBRQ2F6Mm42OU9uWXMyZVBVZHU2dXJyaTl1M2JScFVWUFg3OHVGamxpWXhoK3FwUGdJaUlpSWpvZGRLdFd6ZWtwYVVWZTd1WW1CanA5WUVEQjNEMDZGSEk1WEowN2RxMVZPY1RIQnlNbXpkdllzeVlNVnJCcmt3bWcxd3VSMUJRRUZKU1VsQ3BVaVdkWU5qRXhLVFFmY3ZsY3VUbDVTRTRPQmoxNnRWRDI3WnRTM1NPcDA2ZHdnOC8vQUNaVElhVWxCU3NXclVLNXVibWhXN3owVWNmbGVoWW16WnRRdVBHallzc3AxS3A4T3paTTZoVUtwaWJtNk45Ky9aWXVuUXBqaDQ5aXFWTGw2SjgrZklHdC8zbGwxOFFHaG9LWjJkblZLOWVIWEs1SENZbUpsaTNiaDE2OWVwVjVMWHBrNVNVaE56Y1hHUm1aaUlsSlFYSnljbTRjK2NPN3R5NWcvajRlT1RtNXVMWFgzOHQwYjZKREdIQVQwUkVSRVNVejdwMTY0eHVSVFprM3J4NWVQcjBLV2JPbkFrek16Tjg4TUVISmRwUFZGUVVmdnZ0TndEUXFUaXd0YldGajQ4UHpwdzVBd0JvM2JxMXp2YlIwZEdvV0xFaU1qTXprWnFhcXZjWS9mcjF3NmxUcDNEa3lCRlVxVkpGYjVscTFhckJ6TXhNNzdyVHAwOWordlRwY0hOencvang0ekZ1M0RqTW1UTUhmbjUraFZZNDVLOGd5ZS8yN2R2dzhQQXd1TDZrUER3ODBMeDVjeHc2ZEFoMmRuWUd5NldtcGlJZ0lBQnQyN1pGang0OXBPWGp4bzNEd0lFRHNYYnRXb3dmUDc3WXgrL1RwdzhBVFVXTmpZME43T3pzWUc5dkQyZG5aL1RvMFFQT3pzN0l6YzFsd0U5bGlnRS9FUkVSRVZFK05XclVLUFUrek16TTRPL3ZqMUdqUnVIQmd3Y2wya2Q4ZkR6OC9QeXdZTUVDdEduVEJvTUhEOGJRb1VNeFlzUUlBTUNOR3pjd2F0UW9lSHA2WXVyVXFaZytmVHJzN2UweGZmcDB5T1hhSTNlam9xS3djT0hDUW85MzRNQUJIRGh3UU8rNjdkdTNvMTY5ZWpyTGQrN2NpWUNBQUxScTFRcExsaXlCaFlVRmdvS0NNR25TSkhoN2UyUFJva1d3dHJiVzJjN1YxYlhJNnkrc3pJSUZDOUM5ZTNlajlqTjA2RkNkWlJzMmJBQUFWS2xTUmV1YWxVb2xwazJiQnJWYWpkbXpaMnR0VTdObVRZd2FOUXByMTY1Rml4WXQ0T2JtcHJVK056Y1hEeDgrbE40bkpTVkpyMnZYcmcwQW1ETm5EbnIzN3Ezei9SQzlLQXo0aVlpSWlJaGVBRHM3TzJ6ZHV0Vmd5M2hoRkFvRkprK2VqQ0ZEaHFCNzkrNEFnTGx6NTJMWnNtWHc5UFNFaFlVRkZBb0YzTjNkTVhueVpBQ0FqNDhQSms2Y2lMaTRPRFJwMGtUdmZndTJtbCs3ZGczMzc5OUhseTVkOUFhaE1URXhHRE5tak03eXJLd3NMRnk0RUVlT0hNR25uMzZLR1RObXdOUlVFMXE0dXJvaUxDd01reWRQeHNpUkkrSHI2NHQzMzMxWFp4OHpac3hBcDA2ZGRKWW5KaWJDeTh2TFlBNkUvRU1CZHUzYXBiY01BRnk0Y0FFTEZ5NUVZR0NnRkhBWEpKNHpBQWlDQUQ4L1AxeStmQm5MbHkrSHM3T3pUdmt2di93U2YvMzFGNlpPbllyUTBGQzgvLzc3MHJxclY2OXFmVmFUSmsyU1hvdWZ1NFdGQllOOWVxa1k4Qk1SRVJFUmxhR01qQXprNWVWSjcrM3Q3WXNjUzErUXViazVRa05EMGFCQkE3aTZ1bW9GaWUzYnQ5Y3FlK3pZTWEzM3c0Y1BON283Zkdob0tKS1NrdENwVXllakE5RmZmdmtGZ1lHQnlNckt3dXpaczlHM2IxK2RNazJiTnNXR0RSdmc0K09ERVNOR1lPalFvUmc1Y2lUczdlMmxNcmEydHNqTHk4T0FBUU8wdGhVVENLclZhdlRyMTA5cjNhbFRwN1RlMTY1ZEc3bTV1VmkvZmoxR2pSb0ZTMHRMYVYxaVlxSld1Znlpb3FMZzV1WW1qZU1YQkFFLy9QQUQ5dS9majJuVHBxRk5telo2cjkzRXhBU0xGeS9HbURGak1INzhlTXlZTVFPZmZQSUpBRTFGUjB4TURCSVNFakJvMENEczJyWExZRVVEMGN2Q2dKK0lpSWpvRGZQdnY0TEZreWVvOEtyUDQyMmpVQ2h3Ly83OVV1OW55WklsK1AzMzM2WDNXN1pzUWFOR2pReDJQMSs3ZGkzV3JsMnJ0VXdNbUVVN2R1d3dLbmdVeDc4WDFMOS9mMmtNdVNnMk5oYm56cDJEcjYrdlZrdDNmaTFhdE1EdnYvOE9Nek16eE1iR0lqZzRHTEd4c1dqZHVqVm16WnFGYXRXcUdUeVg2dFdyWS8zNjlRZ0xDOFBHalJ1eGMrZE9lSHQ3dzhQREE3dDI3WUtUa3hPc3JhMXgrdlJwbldzQUFFZEhSNTExQUtSdFJZbUppZGk4ZVRPdVhMbUM0T0Jnbld2WnNHR0RWaytDNk9ob3pKdzVFOTI3ZDhjUFAveUE3T3hzekpvMUM2ZE9uY0trU1pNd2VQQmdnOWNFQU9YS2xjUHExYXZoN2UyTnVYUG40c1NKRS9EMjlwYUdncHc5ZXhZQWNQUG1UVGc2T3NMR3hrYmE5dkhqeDRWbTd6Y3hNU21USVNWRUlnYjhSRVJFUkcrWXAwL3hwMXlPNXEvNlBFcnJ3b1VMVWtLNjB2RDI5aTZEczlHTWlSODJiRmlwOTNQNjlHa29sVXBjdTNZTkV5Wk1rSmJyNjM3dTRlR0JBUU1HWU1pUUlWckxMU3dzdE42UEhEblNxQlo0ZlZQT1pXUms2SjExWU1XS0ZYQjBkRVRqeG8yTm1rSXVQVDBkcWFtcDhQZjN4NlZMbDNRcUVBb1RHUm1KNWN1WG8wV0xGZ0QrdjhYOTRjT0hCbHY0SHo5K3JMZUZ2MkRGUjRNR0RUQi8vbnhNbXpZTmZuNSttRHQzcnRiNnk1Y3Y0K1RKaytqVXFSUE9uRG1ET1hQbW9HblRwdkR4OFFFQTdObXpCMmZQbnNYVXFWUFJzV05Ib3l0OVFrTkRzWHIxYXZ6MDAwOW8zcnk1bEZzaEtpb0tnQ1p4WTkyNmRiRml4UXBZV1ZrQkFJS0NnaEFVRkdSd24rWExsOGZ4NDhlTk9qNlJNUmp3RXhFUkViMTV4R0MvK0JPdnYzaTZBNThOdUhMbFNwbk0vMTVXQVgvanhvMzFkb1VQRFExRlJFUUUvUHo4dExLMkY2VmdzanBETGZUbHk1Y3ZzdlUrSWlLaXhDMzhCdzRjUUdCZ29NRnRCZzRjV09SK0FjMDQ5QTRkT2tBdWw4UEZ4VVVuVU4rM2J4ODJiTmlndDJLalJvMGE4UGYzMTFsZXVYSmxuVmI4WjgrZVlkbXlaUVpiK1BYcDBxVUxSbzBhaFEwYk5tRElrQ0ZvMUtpUnRLNU9uVG9JQ0FqQXMyZlA0T3ZyaTJiTm1pRTRPRmo2Zmo3Ly9ITzBiZHNXOGZIeFV2ZDhZMnpjdUJGVHBreUJoNGVIMUNvZkh4OHZKZTd6OWZXRnI2OHZwazZkaXVEZ1lBREF3b1VMdFhJUUhEcDBDTE5uenk3ekdRbUlSQXo0aVlpSWlONVFMVnZLS3IvcWN5am93Z1ZCTUxic3lKRWpNWExreUJkNE5xVVhIeCtQVFpzMm9WdTNibHJCL3NPSEQxRzU4c3Y3K0V2VHdqOTA2RkN0VFBVWkdSbm8xNjhmMnJkdkQxOWZYNTN5NGVIaFdMdDJMUTRmUHF3MTVoNkFkQTRPRGc1d2NIRFFXbGVoZ21hVVNWRVZFNy85OWh1bVRKbFM1TFVVcFdDUVBINzhlSFR1M0JtTkdqVkNXbG9hRGg4K0RBRDQ2cXV2TUd2V0xNeWFOUXNkTzNiRW9rV0xkSHBRMUt0WEQzWHExSkdtUGxRcWxlallzU08rL2ZaYjlPL2ZYNnRzWW1JaUJnMGFKT1VMeU44RmYrUEdqZWphdFN0MjdOaUJXclZxWWZIaXhaZ3laUW91WExnQUFKeHlqMTQ2QnZ4RVJFUkVSSHJrNWVWaDNyeDVjSFIweE15Wk02WGxOMi9lbEtiSEs4bDg3Q1ZSbWhiK2dvS0RnNkZTcWFUcy92bWxwNmRqeTVZdDZObXpwMDZ3WDFiYXRHbGpNQU0vQUlTRWhPRHg0OGVZUDM5K3NmWXJsOHRSdDI1ZHJGdTNEaEVSRWNqT3pnWUFWSzFhRlpNbVRVSkFRQUNhTkdtaUUrem4zMTRNeUI4OWVnUkJFRkNqUmcyZElGMzRiNTFXd2YzRXg4Y2pPam9hVzdac3dZNGRPd0JvRXZrZE9YSUVXVmxaQURUai80bGVKZ2I4UkVSRVJFUjZMRnUyRFAvKyt5OVdyMTROT3pzN2FYbmR1blV4ZVBCZ2hJZUhvMXk1Y3Zqc3M4OWUrTGtZMisyK0tDa3BLVGg1OGlUeTh2SVFIaDRPVDA5UDFLeFpFNENtZDhEMzMzOFBBRnE1Qi9ReGxJRFEwTHJxMWF0ajc5NjlBRFN0M0JVclZvUkNvVUJtWnFaTzJYdjM3cUYrL2ZvRzkxK2hRZ1dkM2c1S3BSS1JrWkZZczJZTjB0TFMwTE5uVHpSdDJoU0xGaTBDQUF3ZVBCaVhMMS9HeXBVcllXbHBpYzgvLzd6UTY3dDgrVElBYUEwTkVEMTc5Z3lBN3BDTisvZnZvME9IRG1qUW9JSFdjaHNiRy96OTk5OEFVR2lTUTZJWGdRRS9FUkVSRVZFQlI0OGV4YzgvLzR4Smt5WnB6YlV1bWp4NU1tN2R1b1dnb0NEWTJka1psY0F1TlRVVmNYRnhPdFBxRlNVaUlnS05HalhDa3lkUDBMTm5UNXc2ZFVvcjh6c0FKQ2NuNDlOUFA4WGh3NGUxcHFNcnFGS2xTamg0OENEMjd0MkxuMzc2Q1R0MjdFREhqaDNoNmVtSkhUdDI0TTgvLzhTeVpjdFFzV0xGUXM5SjN6ajl3c2J3bTVtWjZTdzdjZUlFWnN5WW9YZi9seTVkd3M2ZE93MGVXK3p0b0ZLcGNQRGdRWVNIaHlNcEtRbnU3dTZZUEhreTZ0V3JwNU1RY3M2Y09Yank1QW1DZ29Kdzc5NDlmUDMxMXdhNzJFZEZSYUZodzRhb1ZLbVN6cnFjbkJ3QTBQa09PblRvZ0lZTkcrcmQzNFVMRitEZzRBQm5aNk5UWEJDVkNRYjhSRVJFUlBUR08zMzZORzdmdmwxa3k2MHhqaDQ5aXRtelo2TnIxNjVTNW5XUldxMUdYbDRlbmo5L0RtOXZiL3p6enovdzgvT0RrNU1UM056Y0RPNVRUSnpYclZzM293TitRNjNvSFR0Mk5Mak5oeDkrcVBWKzJiSmw2TkNoZzlZeVMwdExEQjQ4R0FNSERrUjBkRFJDUWtJd2J0dzRBRURmdm4wTnprR2ZuNzdoQmNhTzRTOUlISXN2RGtjUTN5Y21KcUp2Mzc0NGQrNGNURXhNQUdoL0ptbHBhUmd4WWdUdTM3K1BSbzBhWWRXcVZXalZxcFhCNDVpYm0yUFpzbVdZT1hNbWR1ellnVXVYTHNISHh3Zk5tMnRQZUhIKy9IbWNQWHNXMzMzM25kNzlaR1Jrd05UVVZLZEx2Nm1wcWQ0V2ZMVmFqY09IRDhQZDNkMklUNE9vYkRIZ0p5SWlJcUkzM28wYk54QWFHb3FiTjI5aTVzeVpVb0JZWFAvKyt5K21UNThPUUROUGZZOGVQYUJRS0tCUUtKQ1hsNGU4dkR5cHJLbXBLU3d0TFdGaVlvSnAwNlpoN2RxMVd0MjVjM056QVFBelo4N0VyVnUzMEs5ZlA3M2o1ZzNKUDg1ZG9WQmd5cFFwY0haMnhwdzVjM1RLcHFTa1lPalFvZGkzYjUrVVRBNkExbENFL05ScU5jNmRPNGZEaHcvajBhTkhxRisvUGl3c0xCQVpHWW56NTg5ajJMQmg2Tk9uajhIeDdxOERCd2NITkduU0JGNWVYdWpUcDQ5T04zL3h1NUxKWk5JeWMzTnpCQVFFWU4yNmRRZ0xDME5BUUFBMmJkb2tiWHZqeGczTW1ERURqUnMzMXBrU1VIVGp4bzFpSld6Y3VYTW5IajU4YUhCL1JDOFNBMzRpSWlJaWV1T05IRGtTbFNwVmdxK3ZMMUpTVXJCNDhlSVNCYXNOR2pUQXNHSEQ0T1RraEFvVktzRFcxaFkyTmphd3NiR0J0YlUxckt5c3BIOWlrUGpYWDM5aHpKZ3htRDE3TnJaczJTSXQvK1dYWHdCb0F2K1ZLMWVpZGV2V3hUcVhpaFVySWpjM0YyZlBua1Y0ZURoU1VsSVFFQkNndDd1OVVxa0VvR2xsTHppMkhOQUUrSGZ1M0VGY1hCek9uVHVIczJmUElqVTFGZFdxVllPUGp3LzY5KzhQdVZ5T1AvNzRBNnRYcjhhaVJZc1FGaFlHVDA5UERCbzBTRW8yMTdadFd5Z1Vpa0xQdTdEeC9TV1pmaTRyS3dzcWxVb2E3NSsvTWtjY295ODZjK1lNVkNvVlRFeE04UFBQUHdPQVR2SkJtVXdHTHk4dnRHL2ZIdGJXMXBETDVSQUVBZnYyN1VOZ1lDQWNIQnl3ZVBGaW1KaVlJRFUxRlZldlhrV0ZDaFZnYVdtSnUzZnZZdHUyYmVqYnQ2OVI1eDRmSDQrUWtCQzR1N3ZyOUNRZ2Voa1k4Qk1SRVJIUlc2RjM3OTR3TlRYRjBxVkw4ZkRoUTlTcVZhdEUreW51bEhFdFdyVEF3b1VMNGVMaW90WEszSzVkT3p4Ly9oelRwazNUR2U5dERJVkNBUThQRDZTa3BPREREei9FMHFWTFN6d1Y0TmF0VzdGMDZWSUFta3p4SFRwMFFMZHUzZUR1N3E1MXptNXVibkJ6YzhPZmYvNkpWYXRXNlNTNSsvbm5uNlVzOVMvTCtmUG5wVjRYVmF0V0xmUXppSXFLd3NHREI2WDMvZnYzaDVPVGs5NnlZa0srM054Y2pCNDlHdkh4OGZqd3d3OHhjK1pNbEM5ZkhvRG1PNWcrZmJwVXlXRnVibzR1WGJwZzdOaXhScDE3Wm1ZbTdPM3R0V1o1SUhxWlpFVVhJU0lpSXFMWGlUalhmY3VXc3RmdVdVNDh0MElhZVYrNG5Kd2N2YTNjcjZOTGx5NmhjdVhLQm9QWU8zZnV3TUhCd1dEWGZKRktwVUppWWlKcTFhcWwxWVZkcEZBb2NPREFBVFJ0MmhUMTY5Zlg2ZjV1eUI5Ly9JRldyVnFWZUloRVlaS1RrM0h0MmpWMDZ0UUpnS1lML3QyN2QxR3ZYajJ0OTFXclZzV3RXN2NnazhsUXUzWnRXRmxaR2R4bmVubzZuang1QXJWYURYdDcreUtURDRwKy8vMTNXRnRiRzJ5RlY2dlZVQ3FWTURNejAvdjVGcFNhbWlyTkp2RDgrWE9EdlUzRW1RcU1QVTk2ODF5L0RtUm1Bb0tBenExYXlVNis3T08vZG44a2lJaUlpS2h3RFBpSmlONE1yenJnTjY1cWo0aUlpSWlJaUlqZUtBejRpWWlJaUlpSWlONUNEUGlKaUlpSWlJaUkza0lNK0ltSWlJaUlpSWplUWd6NGlZaUlpSWlJaU41Q0RQaUppSWlJaUlpSTNrSU0rSW1JaUlpSWlJamVRZ3o0aVlpSWlJaUlpTjVDcHEvNkJJaUlpSWpvN1hQdDJxcytBeUtpVisvWnMxZDdmQWI4UkVSRVJGU1drZ0JVZTlVUHVVUkVyeE81SEk5ZXhYRVo4Qk1SRVJGUm1URXpRNlBuejlIZ1ZaOEhFZEhyUXEzR0F6YzNHUU4rSWlJaUlucXpOVzh1eXdadzZWV2ZCeEVSTWVBbkl2cWZjZUdDOENlQTFxLzZQSWplTUNkYnRwUjFmdFVuUVVSRVZCTE0wazlFOUwrRHdUNVI4WFY2MVNkQVJFUlVVbXpoSnlMNkgrUHErcXJQZ09qTkVCUHpxcytBaUlpb2ROakNUMFJFUkVSRVJQUVdZc0JQUkVSRVJFUkU5Qlppd0U5RVJFUkVSRVQwRm5xangvQXo0elFSdlVETXpFMUVSRVJFYjdRM3ZZV2Z3VDRSdlNpZFh2VUpFQkVSRVJHVnhodmR3aTlpeG1raUtrdk16RTFFUkVSRWI0TTN2WVdmaUlpSWlJaUlpUFI0SzFyNGlZaUlpT2oxd0J4TFJFUTZFdFZxdUxkdUxVdDgyUWRtd0Ura2gxS3BoRUtoQUFDWW1wckMzTnk4eUcxdTNicUZoSVFFQUlDTGl3c2NIQnkwMXFlbHBlSGl4WXNBZ0taTm02Snk1Y3BsZk5aRWI1YlRwMC9qN3QyN01ERXh3WUFCQTJCaVl2S3FUK20xSVFnQ1pES1oxaktWU3ZYR2ZrWktwUkozN3R3QkFOU3JWMDluL2MyYk41R1hsd2RMUzB2VXFsWHJaWjhlbFQwRyswUkUybXJJWk9nRVlOUExQakFEL2lMY3ZuM2JxSEsydHJhb1ZLblNDejJYMGFOSEF3Q3FWS21DSDM3NDRZVWVxeUJqUHdkRGF0ZXVyZlYrOCtiTkVBUUJ2WHIxMGdtTTE2MWJoN2k0T05TcFV3ZGZmdmtsek16TWpENU9XbG9hd3NQREVSY1hCN2xjanJWcjF4YjdYQVZCd05peFkzSHAwaVVBd096WnM5RzNiOTlDdDFFb0ZQajY2Njl4OSs1ZDFLbFRCMXUzYnRVcEV4RVJnWjkrK2duVzF0Yll2Mysvd1gxbFpHUmcxS2hSNk5HakJ3WU9ISWp5NWNzWCt4cEVNMmJNUU9QR2pkRzVjMmRZV2xvYXRVMjVjdVcwUHZPVWxCUU1HalFJQUxCaHd3YlVxRkZEcTd4S3BjS3NXYk9Ra0pDQURoMDY0RC8vK1UrSno1ZGViMGxKU1lpSWlNQUhIM3lBMXExYkcxVVJac2k1YytmZzdlME50VnFOc1dQSHZyR0JiR0dVU2lYbXo1K1BCdzhlSURjM0Z4RVJFWkRMQ3g5Sjk4c3Z2MkRQbmoxSVNVbkJ0bTNicEtBL056Y1hQWHIwZ0ttcEtSWXRXZ1RYbDVDOEpqTXpFeXRYcmdRQVRKczJUVytaV2JObTRmRGh3d0NBbUVLU1g2eGN1UklSRVJIbzFLa1RBZ01EdGRiRng4ZmpzODgrZ3lBSUdEbHlaTEh2SVdWeDM2Y1hnem1XaUlpQTY5ZUJ6RXdBd0V0djNRY1k4QU1BL1AzOXNYMzdkcDNsKy9mdmg0ZUhoMUg3Nk4yN04zeDlmUUdneEE5aWhUMHNBVUJzYkN3QUlEMDl2VVQ3THcxalB3ZEQ4bDliVmxZV1ZxOWVqZXpzYkdSbloyUGN1SEhTdWp0MzdtRDE2dFhJeTh0RHIxNjlrSnViaTl6Y1hHbTlwYVVsek16TWtKR1JnYXlzTEozanFGUXFIRHg0VUZvWEV4T0RLbFdxNkpTenRiVkZ1WExsOUo1cldGaVlGT3dEd0taTm05Q2xTeGVENVFFZ05EUVVkKy9lQlFBOGVmSUVnd2NQMWxvL1ljSUU3TjI3RndDZ1ZxdWx5cHY4MjFlclZnMEFzSHYzYnR5K2ZSc2JOMjdFZ0FFRHNHM2JOZ1FFQkJnOHRxamcvNTg3ZCs0Z0tpb0tVVkZSTURFeHdaSWxTNHJjaDNndTdkcTFrOTZyVkNvOGZmcFVlbDJRaVlrSmNuSnlrSkNRZ056Y1hMMFA2NElnNFBqeDR6aDQ4Q0N1WExtQzlQUjAyTnJhd3NYRkJXUEdqRUhEaGcyTk9yZno1ODlqL2ZyMXVIYnRHdkx5OGxDM2JsME1HVElFUFh2Mk5HcDdLcDNvNkdqczNyMGJ1M2Z2UmxoWUdMS3lzcENUazRQczdHeGtabVlpSXlNRFQ1OCtSWHA2T3RMUzBwQ1NrZ0ozZDNmTW1ERkRhejhYTGx6QTExOS9EYlZhRFVCVEFmalRUejhWZXV6ZzRHQzgvLzc3TCt6YVNpTW5Kd2VaLy8xTFhsQlNVaEwrK3VzdkFNREpreWZScEVrVG5USjJkbmF3dHJZR0FEeCsvQmgvL3ZrbkFPRHMyYk53ZDNjSEFPemF0UXNaR1Jtd3Q3ZEh4WW9Wa1ppbys4eFFvVUlGMk5yYUF0QU94SXNqLzMwa09EZ1llL2JzQVFDNHU3dEw1MUpjaHc0ZHdvWU5Hd0JvUG9QOGZ5TTNiTmdBUHo4L0NJSUFRRk14R2hFUm9iVjlSRVFFbWpWcjlrTHYrMFJFUkc4ckJ2ejAwdTNZc1FQWjJkbHdjSERBOE9IRHBlVnF0UnJ6NXMxRFhsNGVBT0Rnd1lNNGVQQ2cxclppYS92YXRXdXhlZlBtSW84MVpzd1l2Y3MvLy94emVIdDc2eXpmdVhNbjFxeFpBd0JvMHFRSjR1TGljUHYyYll3Yk53NHJWcXhBaFFvVmRMYUppb3JDbGkxYnBQZnA2ZWs2bFRLclZxMlNIa1p6YzNPbHJxMGk4Wm9WQ29YVU8yRDA2Tkd3dDdjdjhob05PWFBtREFETmtJUVBQL3pRNklEZkdQZnYzOGNubjN5aXN6d3BLVW5yWVg3Ky9Qbm8yYk1uamgwN2h1blRwMnVWZmZyMEtVNmNPSUV6Wjg1Z3pabzFhTnEwYWFISFBIandJT2JNbVNNRkJnQnc3ZG8xeko0OUc0OGVQY0tvVWFOS2VWVlVsRU9IRGdFQUdqWnNDTGxjam0rKythYkliUzVjdUtEMWZ2djI3UWdNRElSU3FaU1daV2RuRjdrZmZaVk5yNHZJeUVpZFZtdDlwazZkcW5mNU45OThnNzU5K3lJek14TXRXN2FFWEM2SGlZa0pybHk1Z3ZyMTY4UEt5a29LZ3RQVDB3MVd3SDd6elRjWU9uUm9pYStqb0xGanh5SXFLZ281T1RudzgvUER6cDA3WVdOalkvVDJnaUJndzRZTldMRmlCUVJCZ0l1TEN5NWZ2Z3lsVW9tT0hUdENyVlpqOXV6WnVIdjNMdVJ5T2JwMzc0NmJOMjhpUGo0ZTl2YjJhTisrUFFCSTk5MFhkZDhuSWlKNm16SGdCOUM5ZTNmVXExY1BDeGN1QkFCOC9QSEhhTkdpQmV6dDdiVmFPd1lQSG93Yk4yNmdiZHUyV0w1OGVaSDdIVFJva0U1TGIwRTdkKzdVMi8zN2RUVi8vbnkwYWRNR2RuWjJNRGMzeDVNblQ1Q1ptUWxiVzF2WTJkbkJ6TXdNQ1FrSk1EVTF4ZFdyVnpGNzlteXQ3Yk96czdGcGsyYm95cmh4NHhBY0hJemMzRndNR3pZTXg0NGQwMnBaZjVrRVFjQ2FOV3NRRmhZR1FCUHNyMXExQ2djT0hJQy92ei9pNCtNeGJOZ3crUHY3YTdYUXFkVnFxZnRvdTNidHNHREJBbmg1ZWVIMjdkdVlOV3NXZXZUb2dZeU1ESXdmUHg0QUVCZ1lpUGo0ZUt4ZXZSb3RXclRBMHFWTHRWcWNkdTdjaVpTVUZGU3JWZzFEaHc1RlVGQVFtalZyaGlWTGx1RGJiNzhGb0JueVVMNThlZVRsNWVITEw3OUVabVltV3JSb29YTk4wZEhSQUlET25UdHJWUndFQmdhaVU2ZE9XbVV6TXpOMWxxbFVLclJ1clQwTVV3dzBDaHVTb0k5S3BZS2RuUjBHRHg2TTFxMWJ3OFRFQk51MmJVTjBkRFFVQ2dWQ1EwT2x6MTZmdExRMExGcTBDSUlnd043ZUhyTm16WklxaUxLeXNoQVdGb2FlUFh2QzJkbTVXT2RGeHJ0MDZSSnUzcndKQU9qVnF4Y2FOMjRNdVZ3T3RWb05Dd3NMQ0lJZzViMzQ0SU1QVUtGQ0JUZzRPS0JpeFlwUXE5VjQ5T2dSRml4WWdMTm56MHI3bE1sazhQVDB4S1JKazdTR0IxeTdkZzN6NTgvSDlldlhBV2g2VUwydXJmdGxwV0NsZ1ZxdHh1clZxN0Y2OVdwMDZ0UUphV2xweGRyZko1OThnbWJObXBYcW5Cd2RIZkhGRjE4Z0pDUUU2ZW5waUkyTjFlcjlVeFNaVElaejU4NUJyVmFqVTZkT0NBZ0l3TlNwVS9IdzRVUDA3OThmRFJzMnhLWk5tNUNjbkl5cFU2ZWliOSsrZVBEZ0FUNzc3RFBVcTFjUDMzenpEVnZraVlpSVNva0JQNEQzMzM4Zjc3Ly92aFR3dDJqUkFnTUdESUJDb2NDalI0OEFhQUpDc1ZXMllzV0swbktSdmtERDN0NWVaK3k2dmpKbFFUeFg4WitUa3hOYXRXcFZKdnZPYjlldVhmRHo4OFBreVpNeGVQQmdSRVpHNHNjZmY0U0ppUWw4Zkh6dzZhZWZZdlhxMVRoMjdCamVlKzg5bmUzWHJGbURwMCtmb243OSttalJvZ1g4L2YyaFVxbVFuWjJOa3lkUEF0QWt2Qk5iMlFWQndOeTVjM0hnd0FHWW01dWpaY3VXT3Z2OC9mZmZwZGNyVjY1RWd3WU4wTEpsUzcyZmJkdTJiWFdXcGFlblk5NjhlZmoxMTE4QmFCTHFoWWFHd3RyYUdvTUdEWUpDb1VCUVVCQWVQSGlBVWFOR1lkU29VUmc5ZWpRc0xDd2dsOHV4ZXZWcWJOaXdBZVBIajRlNXVUa21USmlBSlV1V29GeTVjdGk3ZDYvMC8ycjU4dVZvMjdZdDJyVnJoNHNYTCtLZGQ5N1JDbkxTMDlPbDYvNzY2Njl4OGVKRnFUWHJ1KysrazhwVnFsUUoxYXBWUTJSa3BOU051R0NMVmxKU0V2NysrMjhBUUw5Ky9YU3V1U3l0WExrU1RrNU8wdnU4dkR4NGVucHFsYWxidHk1Mjd0eXBsZWVpY2VQR09IWHFGSEp6YzNIbHlwVkNqN0Z2M3o3azVPUUEwQXlQNk55NU13RE5zSVVWSzFZZ0x5OFAwZEhSR0Rac1dGbGRGaFdRdjJLeWQrL2VzTFMweE5HalIyRmpZd05UVTFPdEx1UkxsMGZ1dyswQUFDQUFTVVJCVkM3VjJUNGpJME9xUUJWellrUkdSbUxyMXEwNGRlb1V2THk4cEFEd2wxOStnVnF0aHJtNU9TWk5tb1FoUTRhOGhDc3NHekV4TWRpN2R5L3k4dkxRdjM5L3lPVnlQSHIwU09vTjhlMjMzMHFWRjhZTy94THZqVE5teklDSGh3ZVdMbDJLM054Y25hRVMrYlZwMHdadDJyUXAzY1VBR0RKa0NHN2V2SWt2di93UzFhdFhML2IyRXlkT2hLbXBLVTZlUEtsVmdUaGx5aFN0Y3ZQbno4ZjgrZk9sOXpFeE1lamN1YlBCb1c2bHZlOFRFUkg5cjJEQVg0Z0xGeTdvSFk5ODRNQUJIRGh3UUd1WnZvY1NzWFdtdERJeU1yUXFHTkxUMDdGdzRVSWtKeWRMQVg3Qkx1UTllL1lzTk9BWHg4eTJhZE1HMzMvL2ZaR0pwRVIyZG5aNC92dzVObXpZZ0g3OSttSHYzcjFRcTlWUXE5WFl0R2tUT25ic2lGT25Ua0VRQkxSbzBVTEtPd0JvV3UzRWNicnZ2UE1PRml4WUlMVWk5K3ZYRHlkT25JQmNMc2ZGaXhjeGYvNThqQjgvSG9HQmdWSkw5Y3laTTZVSHptYk5ta2xCZ3hnMHg4YkdZdVBHalFBMFdhRHpKN3dTZmZqaGh3Q0FCZzBhQU5CMHgxK3laSW5VZXRhcFV5ZjQrZm5CeXNwSzJ1Ynp6ejlIcFVxVk1HL2VQRHgvL2h6aDRlSFl2MzgveG80ZGkxNjllc0hlM2g1WHIxN0Z3SUVEcFcxa01obUNnb0swdWlvdldyUkllaTBJQWg0K2ZJaVRKMDlLWS90RFEwT1JrWkVCS3lzcm5EcDFDdWZPblFNQWRPblNSV3VNKzIrLy9RWlBUMC9wV212VXFBRmJXMXRjdTNZTjc3NzdMbVF5R1hiczJDR1ZMMWdaWlV3M2JFQXpObi9YcmwxSVRVMlZLaFJDUWtLa1hBT2k2dFdybzJyVnF0SjdzWlUzUC9IenpzL2MzQnpXMXRiSXpjMHQ4ditmK0ZrQW10WmpVZHUyYmJGaXhRb0FrQ280cU96ZHZIa1R4NDhmbDk2TFFWVnhFa28yYXRRSU0yYk1nRXdtUTY5ZXZhUmxnWUdCU0VwS3dyeDU4N1RLdTdpNFlNYU1HYWhUcDA0WlhFSHhsUFQrQ0dpRzdDeGZ2aHhwYVduWXZuMDdwaytmamdvVktpQXVMZzZBL3Q4UEFCZzZkQ2pxMWF1SENSTW1vR2JObXRMWStaQ1FFQ2xacHB1YkcxUXFGZmJ1M1l1c3JLeENBLzdTeXN2TGs0YlB6Snc1RTZhbW1zY0ZjVmlINlA3OSs5THJndXRxMWFxRkprMmE0T3V2djVhR0dCbHovMGxMUzhQNjlldDFscGZWZlorSWlPaC9DUVArMTlDaFE0ZXdkKzllSkNjbkl6azVXU3RwSGFBWis3eHo1ODVDOTVHYW1scm8rckN3TU9UazVHRC8vdjBZTldxVTBkTWdkZTNhRlhmdjNzV2RPM2N3YTlZc0pDWW13dHJhR3JhMnRyaDE2eFptekpnQmhVS0JSbzBhNlV5OVpHWm1KaVhwRWl0TXpNM05NV1BHRE5Tb1VRTkJRVUZRS0JTWU1XTUdJaU1qc1cvZlBxalZhc2psY256NzdiZm8zYnUzMW5sMDdkcFZhLy81eDNaT21EQkI1NkVQZ0ZieXV4VXJWbURkdW5VQU5PUGNsVW9sVHA0OEtZMGIxY2ZTMGhLNXVibDQ5T2dSNXMyYkI3bGNqazgrK1FUMzc5L0hnd2NQQ3Yzczd0MjdWK2g2c2ZYNzJiTm5VaVdBalkwTnBrNmRpdmo0ZUtsY1ZGUVVQRDA5cFI0bmlZbUpVc3YyNzcvL0RxVlNLVzFmV3JWcjE5YXEvS2hXclJwcTE2NnQ5WkJmVXJkdTNaSXFXdlFOU2NoUDdFcHVaV1dsMVVzZ2YrVkRVWjh2bFZ4SVNJajB1MXRTT1RrNWVQZmRkNUdZbUlqMTY5ZmpuMy8rd2Q5Ly82MDFsaisveTVjdlk4YU1HYWhWcXhhY25aMWhiMitQZDk1NTU2VzAxaGIzL3ZqKysrOUxsY1BpRUtWTm16WWhJU0VCNDhhTjAycTV6ajhHWHR4R2JQSFBuNmRBN05IeXhSZGZvRW1USnBnMmJScjY5T21EeU1oSXFjelJvMGR4NDhZTkpDUWtJQ0VoQWV2WHIwZjU4dVd4YmR1MlVsMi9qWTBOZnY3NVo2bVNBZ0FXTEZpQTd0Mjc2d3pUeXEvZ09nOFBENTBraGNZTUNVaEtTdEliOEpmRmZaK0lpT2gvRFFOK0l4MDZkRWlucFRReU1sTHJRYTZna283aFQwNU8xa2wwbFo5Y0xrZVZLbFhnNU9Ray9YTjJkdFo2Nytqb1dPaHhQVDA5c1dYTEZyaTV1ZWxNczFZWXVWeU9FU05HWU42OGVUaDI3QmdBVFcrQ0tsV3FJRFEwVkdxSjFkZU52RUdEQmhnMWFoU2VQMytPclZ1M1FoQUVqQmt6QnRXclY4ZnQyN2VSbkp5TTA2ZFBTdzlzWW9CaFltS0NzMmZQUXExVzQ5MTMzMFZDUWdJV0xGaFE2SGthMDRwMCtQQmg3Tml4QXpWcTFNRDMzMyt2MHcxZG40a1RKMEl1bDJQTm1qWG8zNysvbExpdVlJOFAwYzZkTzZVdS9VWE53dEN6WjA4cDYvbStmZnNBQUpNblQ0YVRrNVBXdU9mTGx5L2o5dTNiVXV1cVFxSEFzMmZQcFBXYk5tMUNSa2FHMXI3TnpjMmxuaElBa0pDUUlPVVZFUE15aUFvYk15c0lnazdGeHIxNzk3UmFMY1VFaElWUnE5VmFQUjVHakJoUmFIbHhsb0NDNTVZL2VNci9HVkRaT1hic0dINzc3VGVkNVFXbjZzemZtNlhnT2dzTEN4dzRjQUNyVnEzU2U0d2FOV3Jnd3c4L2hJV0ZCWDc1NVJmY3ZIa1RTcVVTMTY5Zmw4YnhBNUNtSXkzc3Ztc011VnlPbVRObkdseGYzUHRqNDhhTjBiaHhZeVFsSmFGZnYzNW8zYm8xRmk5ZWpJc1hMK0xaczJkYS8yL3p2eDQ1Y3FUV2ZzUjczdDI3ZDlHaFF3ZHB1WmpoSHRDMHRvdVZBUVVUWVlxdDhLVU5jS3RVcVZKbXc4MEtLdW1NTDBYOXZRV011KzhYZFI4bUlpSjYyekRnTDRhYk4yOWk3Tml4a012bGlJcUtLcko4U2NmdzE2bFRCMjV1Ym5CMmRvYWpveU9jblozaDdPeU1TWk1tQWRBOEhPL2V2YnRFMXlENjZxdXY4TlZYWDVWbzI1NDllK0xISDM5RVNrb0taRElaaGd3WkFnY0hCNnhac3dhNXVibXd0clpHcjE2OXBIR24rVTJjT0JIKy92NFFCQUVOR2pUQThPSERzV3ZYTGlrb0JqUVA0MjNhdEVIcjFxMXgrUEJoM0xoeEE2ZFBuOGJwMDZkaGJtNk9yNy8rdXFTWHJjWEp5UW5yMXExRDdkcTFJWmZMc1d2WExtbmR5cFVyY2ZUb1VRQ2FyT0xpSE9FVksxYUVuWjBkK3ZUcEk3VjhmL3JwcHdhUGtUOElLcXpjOU9uVDBhNWRPM2g3ZThQTHl3dUFwcnU2K0hDY2twSUNRRE5VUUJBRWJOdTJUZXBpSFJnWWlDMWJ0cUJhdFdvd056ZlhHa2FSWDhXS0ZhWFg0djRBelRDTi9PdEVlWGw1dUg3OXVsWWl4YzgrK3d5VksxZldTbG9wVmh3VXg4S0ZDNlZLTFU5UHp5TEhNaHRxQmM2dk9OMnV5WGlHQXFUQ0FyZUM2NW8yYllxZ29DQ0VoNGREcFZLaGV2WHFhTnEwcWRTeUhSTVRnL3YzNytPNzc3N0RtREZqa0p5Y2pJc1hMeUl1TGc3Ly92c3Y3dDI3aDJmUG5xRkxseTRBb05YS1hSSkZCZndsdlQvZXZuMGJ0cmEyT0hyMEtJNGVQWW9CQXdiQXg4ZEg2M3oxL2E2Sm5qOS9ybmQ1L3NxeHExZXZTcS9idDIrUDJyVnJTNjNjbHBhV3hUNW5RNVl0V3dhRlFxRXpHMGZCL3cvNWN6Y1lFMHpudjg4YWtwU1VKUDI5SXlJaW90Smh3RjhNNHR6U2RuWjJScGN2Mk5LbHIweEJIM3p3Z2RZNDVkZU5tWmtaYXRldWpaU1VGRGc1T1VtVkdyVnExVUo4ZkR3YU5Xb2t6U2xkMElrVEo3QjkrM1lBbW9SVjY5ZXZ4L1BueitIczdJejY5ZXVqZmZ2MjZOeTVzOVJEWWVUSWtiaHg0d1orL2ZWWG5EOS9IbVptWnVqUm80ZFdmb0tZbUJpcHhkL0R3ME5yV3FyczdHeDg4Y1VYVUNnVXFGV3JsazR5c2JwMTYwcXY4MWZPaUhOWmk4dkZnRitVdjV1N3NWM0pDeXNudHRndFhyd1lWNjVjZ1pXVkZmcjI3WXREaHc2aFhyMTZ1SEhqQmdETmVQNFRKMDVnMzc1OStPS0xMMUMrZkhtcDVWN3NLdnZ1dSsvaTBxVkxXc0ZEWVFGMXdlUlpnQ2FwV3YvKy9iV21UUVEwQVltRmhZWEJ3TVFZaXhjdmxpcXNPblhxWkZTcm5MVzF0ZFQ3SWIvOEZTckcvbDVTOGJpNXVXSDc5dTNvM0xtejFqais0bkp3Y01EMjdkdmg3T3lzRlppR2hvWWlPam9hSmlZbVVndXVrNU1UUHY3NFkzejg4Y2VsUHYrWHlkM2RIWkdSa1lpTWpNVGF0V3VsN3VlSmlZa0FOSzM3aHU2TndQLzNVbW5ac2lYQ3dzTFFwazBiS0pWS3RHalJRdXBlNytQamcrRGdZT1RrNUNBNE9CaEtwUktiTjIrR21abVpkSjhxR0hoZnVYSUZvMGFOZ2xxdGhvMk5EYlpzMllMcTFhdmo4ZVBIZVBMa2lWYU9rQmV0cEMzOFhidDIxWnFwb1RUM2ZTSWlvdjhsRFBpTFFRemU4eWNvSzh6MjdkdWw0UFpsRUFRQnNiR3hMM3o2cXBpWUdLbDE5dEdqUnpoejVnd3NMUzJsY2VhWExsMHlXTkd4ZVBGaTZmWFBQLzhNUVBPUS9PT1BQOExEd3dObnpweUJ2Nzkvb2NjRy9qOGdWNmxVVWdiN0NoVXFZTktrU1ZyQitxcFZxNlR1NW9NR0RkTGI0NktvMXVXQ1U5TUJtbFlxY1YvRjZTSXFIbXZLbENrNkdlVlBuRGdoNVdaNDl1eVoxRjNYMzk5ZjZ0YmNxbFVyQ0lLQTQ4ZVA0OGNmZjhTNzc3NHJ0ZGFMTFhHMWF0WEMyTEZqRVJJU1l2UjU2U09PbFJkN0ZRQ2E3c1JkdTNiVjZtWXRmdjhpaFVKaGNKejE0c1dMcGUrOWUvZnVVaDZFb2xTdFdoWFhyMTlIWm1ZbU1qSXlwRzdSK1N0UlhrVnl0LzhGTFZ1MnhPalJvMUcxYWxXdGdMKzRMYjMzNzk5SC8vNzlEUjVIcFZJVm1sVis2ZEtsVWtYbzY5UXRPejA5WFVvS1Y5QzRjZU8wM21ka1pCaTgzOFRFeE9EeDQ4Y0Evci9ubDlpelpmTGt5ZGl5WlFzQVRmWjk4WGNtTFMxTnFnek1Yd21aWDA1T0RyNy8vbnNwSDRxZm54K3FWNitPN2R1M0l6UTBGS2FtcGdnUEQ5Zkp1ZktpL1BqamowV1dlZlRvRVh4OWZiV1cyZHJhbHVsOW40aUk2SDhGQTM0OW5qOS9qai8vL0JOUG5qelJXaTVtR1M2WWhPaDFrWnFhQ2k4dkw5U3RXeGRlWGw0dnBIVk1yVllqS0NnSXdQOG51bHUvZnIwVUVJckI0ZWJObStIaTRxS3pmZnYyN2JGcjF5NVVyRmdSdFd2WFJxMWF0VW8xZGRUV3JWdng3Ny8vQWdDZVBIbUNpUk1ub25mdjN1amV2VHV1WGJzbUplV3JVYU5Hb2NGR2FkeS9mMS9xaG0rczhQQnc2UUVlME9RVHlKOUIyc0xDQWxXclZvV1RreE1zTEN5a0JIME5HemJFZSsrOWh4TW5UbUR2M3IxUzY3NnJxNnYwLzlMTnpRMlZLbFhTQ3ZqRkFDa3RMUTJqUjQrV1doeEZEUnMyUkZoWW1OYjRZcFZLaFpDUUVGU3RXaFVEQmd3QW9NbWNYcTVjT1NuSUtGZXVuRTQzWWpNek0yemF0QWtBdEtieFdySmtpUlRzRHhnd0FOT25UemU2RzM2elpzMmtTb2JUcDAralo4K2VBS0NWMjZBc3BpQWpYZGJXMXBnd1lVS3B1OUdYMW9zYVUvNDZFU3RLbloyZHBXQmZMcGRMWS9NTEdqTm1ERzdkdWdWQTA0T2lJRUVROFAzMzMwdjNqMG1USnFGang0NEFBRWRIUnp4NzlneUNJR0RDaEFsWXQyNmR6Z3djQmVYazVHRExsaTM0NG9zdlNuUjlnQ2F4WG1tOUR2ZDlJaXBiS3BWS3B6ZGxXY2pKeVlHWm1Sbk16TXpLZk45RWJ3b0cvTkMwdXVTZkIxenMvcGUvcS9PdFc3ZWt4RlVKQ1FtNGQrOGV6TXpNdEZvVkNob3paZ3pHamgxYjZMSER3OE94Y3VYSzBweStKQ2twQ1lBbTE0RDRFR2pJeG8wYnNYWHJWclJyMXc2elpzM1NtOWxZbjkyN2R5TXVMZzRtSmlaWXVIQWhwazJiaHIvKytnc0FwRG16bHl4WmdvTUhEK3B0Y1owd1lRSW1USmlnOWZDdVZxdWxMT3lBN2hqUHdzWnpEaHc0RUE0T0RvaU1qRVJNVEF6Ky92dHYvUDMzM3dnTURJUWdDRkNwVkRBM040ZWZuNS9XblBmNTZSdFRhbWdNdnlqL2c3RktwVUp5Y3JMZWZSdVNsWldGckt3c3JXWFZxMWRIU0VnSTZ0YXRpOHFWSzB2ZmlkanFiMkZoZ2NhTkc4UE16QXk5ZS9mRy92MzdrWk9UQXhNVEU2MXU4VTVPVG5xUG1aU1VoUC84NXo5SVRFeUVzN096Tk5WampSbzFjUDM2ZFF3Yk5nd0xGaXlRS2c1TVRFemc3dTZ1TlNXazZNOC8vd1NndjFWZEpwT2hjZVBHV3NzQ0F3T2w1SlFkT25SQS8vNzlwUWQyVWFOR2pRQUFRVUZCMkwxN043NzY2aXNwa1dMdjNyMmw3eWtrSkFSMmRuYkl6YzJWcHVOeWRIUkVwMDZkOUY0M3ZSNmNuWjJ4Zi85K3JXVUxGaXlRNWxOZnRteVpUaXZ6VHovOUpGVVNGWlpNc3F3VjUvNVlybHc1ZytQU2MzTno4Y01QUCtEYXRXc0FnSTgvL2hqOSsvYzNPSTcvOHVYTEFJQ2FOV3RLTGRTRlBhUzJhZE1HU1VsSnFGU3BFa3hNVEJBYkc0dm16WnRMNjVjdVhZb1RKMDRBME9US3lOK3JxSFBuemhnL2ZyeVVqMlhpeElsWXQyNGRLbFNvb1BkWTU4NmRRMGhJQ05MUzB1RGw1V1gwM3d4QWM3OFVlN3NOSGp3WWdpQWdKQ1FFbFN0WDFpbzNhTkFnQUpwN1FHR1ZEMlZ4M3lkNkdjNmNPWVBzN0d4ODlORkhoWlp6ZFhXRmw1ZFhvUlZpdDI3ZHd2YnQyOUdtVFJ1OWYrL0U5U05IanRSSk1sMFV0VnFONE9CZ09EbzY0dlBQUHkvV3RnVkZSa2JpN05tekdERmloTkVOWkE4ZlBrU3ZYcjN3eHg5L2xEZ3d2MzM3Tmp3OFBIUjZnTzNZc1FNLy8vd3pEaHc0WUZTRnd0T25UMkZxYXFxVkZCZ3dQS1Vxb0xsUDU3OG5sdVgzVGxRV0dQQkRrMEFzZndaelVidDI3ZURoNFlISGp4L2ptMisra2FaTWlvMk54YUJCZ3pCbXpCZ2NQMzdjNEEwa056ZFg3eGo5Z21XTUpiYW9QMzM2Vk9xZW1WLytidFpObXpZdGRGOXIxcXhCVGs0T0lpTWpNWHo0Y0tPbjVSTVR3ZzBjT0JCZHVuUkI2OWF0cGVCUG5KVmcwNlpOVUNxVnVIdjNyczcyNWNxVlEySmlJdjc4ODAvRXhjWGgyclZyaUl1TGc0K1BqMVNtT04wdkxTd3MwTE5uVC9UczJSTW5UcHpBdkhuemtKR1JvWFZqdHJTMHhJa1RKMkJuWjZmM092VWRyNmd4L1BuVnFGRkQrZ096Wk1rU0tiRDE4ZkdSV3NZQlRXdGJ5NVl0QWVqdjBwK2NuQXhUVTFPY1BuMGF0Mi9meG8wYk42QlVLcVZ4dmUzYXRZT1ptUmtTRXhPMUtxZ3NMQ3lLL0grVy83T3BVcVVLWnM2Y2lZa1RKd0xRVk1LRWg0Y2pJU0VCSTBlT1JKOCtmVEJ5NUVpRDJjbkZZUndBakI0K2tyODN3MisvL2FZMzY3djRHZTdjdVJPNXVibll2WHUzRlBDLzk5NTdHREJnQUhidTNJbkhqeDlyVmNhWm1KaGc5dXpaWlpxd2pNcWVpWW1KTkJ4S3FWUWlLQ2hJQ3ZiZDNkMjFzdEtMOGlkckZHZWxlQm1LYzMrVXkrVTY5NUNjbkJ4RVIwZGozYnAxVWtVc0FCdzVjZ1RSMGRGd2RYWEZSeDk5aEs1ZHUwb1ZHWW1KaWRJOXMxR2pSbEsraXNJQzFtKysrUVpUcDA3RjFhdFhNWHo0Y015YU5Rdjc5KytISUFnSURnNldmdSthTjIrT2Z2MzZJVDQrSGlxVkNncUZBcm01dWFoVHB3NnFWYXVHcEtRazNMMTdGNU1uVDhhYU5XdGdZV0doY3l5eGg0ZGNMa2RtWnFiUkZUQ0doakFVbHBUUDI5dGI1enJ6ajlFdmkvcytVVkc2ZGVzbVRSMWJIUGtEemdNSER1RG8wYU9ReStVNlUwb1dWM0J3TUc3ZXZJa3hZOFpvVGVFcGs4a2dsOHNSRkJTRWxKUVVWS3BVU1dzOWdDSURYYmxjanJ5OFBBUUhCNk5ldlhvbG52NzAxS2xUK09HSEh5Q1R5WkNTa29KVnExWVpWZWttM3V2MTlXYkt5OHZUdW8vbVo4enpZblIwTkZ4Y1hJenVQVEI1OG1TbzFXcXNXTEZDS3pkUVlaL0o5dTNidFNxc3kvSjdKeW9MRFBpaDZjNHNCdnkxYXRWQ3ExYXQ0T3JxaWdvVktpQXlNaExoNGVGU2paK3ZyeTkyN2RxRml4Y3ZJalEwRkVlUEhzVzhlZk8wa3IrSk5tN2NLTFZBbG9WcTFhcmh6cDA3U0U5UGg0K1BEMXEyYkNuVktLYW1wa290WVRLWlRLdVZSNS9CZ3dkajY5YXR4WjZXcjBtVEpuajgrTEZVR3psa3lCQ28xV284ZnZ3WVhsNWVlUHIwS1JZdFdvVDY5ZXRMbWR6RjJ0cVRKMC9DeDhkSGJ5MXAvZ2ZNZ3VQL0M5N29WU29WN3QrL2o4VEVSUHo3NzcvNDU1OS9jT25TSloxV2RrZEhSengrL0JnWkdSbUlpSWhBUkVRRW1qZHZqajU5K3VDamp6NkN0Ylcxd1Z3RCtWdmZiOSsrcmZjUGhWd3VSODJhTmJXV2ZmWFZWemgxNmhTU2twS3dkT2xTS2JtZ3BhVWxFaElTcEhMNldzZFdyRmloTTcxZi9nUjV2WHYzbHNiZGlzR0FYQzVIVGs0T0prNmNpSUVEQitMTEw3L1VhYUhidDIrZk5LMlhzN016VnExYXBaWHN6c3JLQ2l0V3JNRDQ4ZU54NjlZdFJFWkdvbWJObWhnK2ZEZ0VRZEJwNFYrNmRLbjBNTkc1YzJkOUgxK3BEQmd3QUx0MzcwYWZQbjIwbGsrZlBoMTE2OWJGbmoxN2NPZk9IWmlibStPOTk5N0RtREZqMEt4WnN6SS9EeXJjK1BIanBXazRDeW9ZNUlrUHdFcWxFaWRPbk1EcTFhdWxYajNWcWxYRDNMbHprWkNRQUtWU0NSc2JHNWlhbWlJcEtVbWE2Y1BLeXVxbGR1a3Y3djB4T3pzYmYvMzFGLzc1NXgvODlkZGZ1SGp4b3RaOTdyUFBQa1AxNnRXeFo4OGVYTDkrSGVmUG44ZjU4K2NSRUJDQTl1M2JvMSsvZnJoNDhTSUF6ZjNTeHNZR3AwNmRBcURic3lFMU5SVy8vdnFyOUY2aFVFaXQ1Mkx5dlgzNzlrbkRhZ0JOUlcxUlU4UUNtaGtBWnMyYWhZQ0FBTWhrTXAzZi9abzFhOExYMTdkWXZTM3lCOXZKeWNsNDl1d1pMQzB0OWJaQWlrTVBxbFdycHZYZ1g2NWN1VEs5NzlQcjU4YU5HM29iWG96eG9scEgxNjFicHhNNEY5ZThlZlB3OU9sVHpKdzVFMlptWmlWT3lCd1ZGU1ZWbEJjTUlHMXRiZUhqNHlOVnhPdkxPeFFkSFkyS0ZTc2lNek1UcWFtcGVvL1JyMTgvbkRwMUNrZU9IRUdWS2xYMGxxbFdyWnJCRnZqVHAwOWordlRwY0hOencvang0ekZ1M0RqTW1UTUhmbjUrQm9QdDBhTkhhODBzSkRhS2lQYnQyNGU4dkR5RHlUNkx5dWNTRnhlSGYvNzVCLzM2OVRQNHZGZHdwaUlmSHg5ODhjVVgrT3FycjdCeTVVclkyTmhJdzFhOXZiMmwyV0lBemYvYmdoV1VRTmw5NzBSbGhRRS9OQzJuZG5aMmNIZDNsMjV5QVFFQm1ETm5qdlRRWm01dWp2bno1Nk5yMTY3NDZLT1BzSDc5ZW9TRmhTRXVMZzZmZmZZWkprMmFoQ0ZEaHJ6UTgvVHc4SkNHRzRqVFB1blRwazJiSWgvSUprNmNLTFh3Rm9lbnB5ZmMzTnlrcms0ZE9uUkFodzRkcEI0SC9mdjNseDdhUk9KRGFNV0tGZlVHKzliVzFscXRzMFZsY1U1T1RzYVFJVVAwenJzdTNsZ0hEUm9FVjFkWHhNVEVZTXVXTFRoMTZoVFVhalZpWTJNUkd4dUx2THc4REJ3NDBLaU0wV0kzMDRKc2JXMjFIcndCVFdEeTNYZmZZZWJNbVpnOGVUS3FWcTJLamgwNzZseTN2cUVnWXUyd3BhVWw2dFdyaDBhTkd1SE1tVE40OU9nUkdqWnNpQk1uVGtnVkFqS1pER1BIamtXN2R1MHdhZElrcEtlblk5dTJiV2pVcUpITzlIODlldlRBbVRObllHNXVqc0RBUURnNU9Va0pGa1dPam81WXYzNDk1cytmajZkUG4yTFlzR0ZRcTlYbzJyVXJNakl5cEdObVpXWGhqei8ra003WDJFQzdPRW5XdkwyOTlmNEJsY3ZsR0R4NHNGR0JDNzEramh3NUFuOS9mK24vRXdDMGFORUNpeFl0Z29PREE3WnQyNGJ3OEhDOTIvYnUzZnVsVHJ0WTNQdWppWWtKRmk5ZXJETVRSOTI2ZFRGbHloUzR1N3NEME54THJsNjlpdDI3ZCtQSWtTUEl6YzNGaVJNblVLMWFOU21IaDV1Ykd3WVBIZ3kxV2cxQU0rc0dvQm1xazV5Y2pDKysrRUxyZ1Z1cFZFcGx4ZTZqYm01dWtNdmwwdkxpT0g3OE9NTEN3akJ1M0RnOGZQaFF5c3ZTcDA4ZlRKczJ6V0J5UUVOMjc5NE50VnFOUFh2MlNFbGJSNDhlclRmdmlWaFJGQklTb3ROeTkrREJneks3NzlQckp5RWhBV3ZYcmkzUnRpOHE0QzlPWTRnaFptWm04UGYzeDZoUm8vRGd3WU1TN1NNK1BoNStmbjVZc0dBQjJyUnBnOEdEQjJQbzBLRVlNV0lFQUUzUU9XclVLSGg2ZW1McTFLbVlQbjA2N08zdDllYkppWXFLMHBvR1daOERCdzdvTkQ2SUNyWmtpM2J1M0ltQWdBQzBhdFVLUzVZc2dZV0ZCWUtDZ2pCcDBpUjRlM3RqMGFKRmVpdmJGaXhZZ056Y1hKdytmUnBidG15UmtucUtRem10ckt5UWw1Y0hRUHM1UXV5K0QyZ3FDZ1ZCa0JxSHhNQytkdTNhVWtOWVlkY3NUcDhxYXRTb0VmejgvTEJ5NVVvOGVmSUVOalkyZVBqd0lRQk5wV2YreE4yR2VsZVd4ZmRPVkpZWThFUHp5eTJPSHhhMWE5Y08yN1p0QXdBMGJ0d1lNMmZPeER2dnZBTkFFM2g0ZVhtaFpjdVc4UEh4d2FOSGovVFdlQTRmUGx5NklSdXllZk5tckYrLzNxanpGTHMwN3RxMUMwbEpTVnJkWGVWeU9aeWNuTkMrZmZzU3pSOWRIUHFTUTRsL1ZONS8vMzJ0Z04vUjBSSGZmdnN0QU0xNGIzZDNkOVNwVXdkMTZ0UkJ6Wm8xVWF0V0xWU3NXTEhJNlF2enExS2xDcnk4dkxCOCtYTElaRExVckZrVExWcTBRSnMyYmVEdTdxNDE3c3JWMVJXdXJxNUlTa3JDMXExYnNXL2ZQcFFyVnc1OSsvWXQ0ZFVYclYyN2RqaDQ4S0QweDYxKy9mclNHRjVBOCtBdUpzN0tyMmZQbnVqUW9RTnExYW9sZlo3eDhmRVlQWG8wdnZ2dU96ZzVPZUg0OGVNb1g3NDhacytlTFNXcDI3QmhBMmJObW9WeTVjcnBCUHVBNWcvUDBxVkw0ZVRrVk9qWU9EczdPd1FFQk9ENTgrZlM4VnUzYm8yalI0L0MxTlFVZ3dZTlF0T21UZkhUVHo5aDRzU0orTTkvL2xQeUQ0bmVPTGEydGxxdHRYUG56dFViZkJuU3BVc1hiTisrSGJHeHNhaGZ2ejVHakJpQkhqMTZTTDFkQ2c0UGtjbGtjSFoyUnMrZVBZdk1oZktxV1ZwYTRydnZ2c1BFaVJOUnNXSkZ0RzNiRmg5Ly9ESGMzTngwZXZNMGFkSUVUWm8wd1pRcFU3QnYzejdzM2JzWG4zLytPUndkSGJGcjF5NTRlWG5oN3QyN3VIUG5EbXJVcUNFRk05T25UOGZpeFl2eDZORWpuUXBFQndjSHFRVWIwUFRrR1QxNk5MS3lzbENwVWlXVUwxOGVkbloyc0xhMmhxMnRMYXlzckdCbFpRVkxTMHRZV0ZqQTB0SlM2b0hsN3U2T0hqMTZBTkFNQmZEeThvS2pvNlBXOEtUaXVuLy9QZzRmUG95OHZEdzBiZHBVWnppVE1WNzMrejZWVHZmdTNkRzllL2RYZlJvdmhKMmRIYlp1M1ZxaXNla0toUUtUSjAvR2tDRkRwTTluN3R5NVdMWnNHVHc5UFdGaFlRR0ZRZ0YzZDNkTW5qd1pnS2FGZXVMRWlZaUxpek00aHI1Z0pmeTFhOWR3Ly81OWRPblNSVy9sYWt4TURNYU1HYU96UENzckN3c1hMc1NSSTBmdzZhZWZZc2FNR1ZMdkhGZFhWNFNGaFdIeTVNa1lPWElrZkgxOXBRcE1rWmpIWTgrZVBhaFhyNTVVMFNmMnNyUzJ0dGFxSk5iSDA5TlQ2NTRvVmdUczNic1hodzhmUmtoSWlGVHBXdENnUVlQMERqbjQ0SU1QMEtGREIrbXoyTEJoQStSeXVjNXdXZkZhazVPVGRTcENTdk85RTFFK0Z5NEl3b1VMd2dzVEVCQWdIRHQyVEZDcFZBYkxQSG55UkZpL2ZyM09zaWRQbmdqUG5qMHI4aGk1dWJsUytkZlpyVnUzaEZ1M2JnbFpXVm1GbGt0TFN4TVNFaEtFTzNmdUNLbXBxWUphclRacS95cVZTc2pJeUJBeU1qS01XdmY4K1hQaDRzV0xRbVptWnJHdUl6czdXL2ozMzMrTHRVMXBYYjkrWFRoLy9yd1FFeE1qWExseXhhai9GL25kdlh0WGVoMGJHeXZrNXVicWxGR3BWTUxUcDA5MXRydDc5NjZRbDVlblUxNmhVRWpyQ3p1ZjFOUlU0ZDY5ZThMejU4KzFsdXY3bnQ0bTRyM2xWZC9qeXRxTHZtY1dKVFUxVllpUGp6ZTQvdG16WjBKbVpxYVFuWjFkNkgzM2RmWHc0Y05TYlorU2tpSUlnaUE4ZmZwVXlNN09Mb3RUS3BhNHVMaGliM1BwMGlYaDRNR0R3c0dEQndzdHAxYXJoVjkrK1VYSXlja3hXT2JNbVRQQ21UTm5ESlo1RmZmOTEvbGU4Q2FjMi8reXAwK2ZDaWtwS2RJL3BWSnBzS3lMaTR1d1lzVUt2ZXV1WDc4dWxXblpzcVhSLzF4Y1hIVDJ0V1BIRHIzTHg0MGJKM3p5eVNkNm54Y0VRUkF1WExnZ3VMaTRDRGR1M0pDV1JVZEhDOTI3ZHhmYzNkMkZQWHYyR0x5MnhNUkU0ZlBQUHhkYXRXb2xCQVVGNlR6djV1VGtDRjI3ZGhXMmI5OHVMZnYxMTErRjFxMWJDNEtnZWY0c2VNNzZsaDAvZmx4cjJkU3BVNFhodzRjTGdpQUlEeDQ4MEhzUDZOdTNyeEFTRWlJSWd1WWVwVlFxcFgrQ29IbEdEd3dNRkZ4Y1hJUjU4K2JwYlAvOCtYT2hiOSsrZ291TGkrRGk0aUwwNjlldnpMNTNlcnZFeDJ2dWllZlBDNTFleFQzWitEUzdyeUh4RDEwUjA2Z1RFUlZMdnNZUDlYLy9xWXI0YVV5WjJpd3k1UUFBSUFCSlJFRlVZdjJVeWFBV0JLaks2S2RhcmNZeHVSd25BZDR6aVl4VnhHZ2tBUUJrTWtDdEJtUXl6WHRCZ0ZEd3RVd0dRYTJXWHFzRkFRSTB2Ky9pei95dlZUS1o1cWNnU1BjRWxmaGVKa1BlZjkrNy92Y1l2bVYvNWFVamsyRU84R2JlYXhRS0JlN2Z2MS9xL1N4WnNrUktUQXBva3RjMmF0VElZQ0pMZlpvMmJTcmw0SEYxZGNXdVhidU1TbFJuS0dPOVdxMkdVcW5VYXRXT2pZM0Y2TkdqNGV2cmk5NjllK3ZkbjdpZG1aa1pMbCsrak9EZ1lNVEd4cUoxNjlhWU5XdFdrVk42S3BWS2hJV0ZZZVBHalRBek00TzN0N2ZVRXI5Z3dRTDgrdXV2MkxGamh6UjkzdEtsUy9ISEgzOWc5KzdkV3QzM0M4cC9mZlBuejBka1pDUXVYTGlBSjArZW9ILy8vZ2dPRGtiejVzMnhhTkVpSEQ5K0hJY09IZExLRDlLclZ5LzA2ZE1IWThlT1JXUmtKT2JQbjYrMTc5OSsrdzFUcGt5QnE2c3Jnb09EOVE1cFVpcVZlUERnQVZRcUZTd3RMZUhuNTFlbTN6dTlIYTVmQnpJekFVRkE1MWF0WkNkZjl2SFpwWitJeURBQmdBbGV3YjFTYkxjcnE1OXlPZkplM05rUy9VK1NBWnJmc2YrTzNKQUIwbXZrZjUydkRJeHBremRVUnQ5c2lHSndUV1hqeG8wYkpScDJVdERwMDZlaFZDcHg3ZG8xclR3RCtxYng5UER3d0lBQkEzUnlRUldjTVdQa3lKRkc1VFBSbDc4akl5TkQ3NndESzFhc2dLT2pJeG8zYm16VThNcjA5SFNrcHFiQzM5OGZseTVkMGttd1c1akl5RWdzWDc0Y0xWcTBnRnF0eHZMbHk3Rm56eDRzVzdZTU9UazU2TldybDFSV0hBNHF5dis1Rlp5dU9UYzNWOHByTldMRUNDeFpza1FheXBPUmtZR0RCdy9DeTh0TFp4WUFoVUloZmNiZHVuV1RoZ0tKUTJNN2RPaUErZlBubzFtelpuank1QW1lUEhtaTk3cE1URXlrbkErTEZ5OHU4KytkcUxRWThCTVJHZEN5cGN3VUFBUkJrSjg4Q1huMTZqQjUvQmp5OHVWaGtwa0p1YlUxVEo0OWc5elNFaWJQbjBOdWFncTVVZ2tUVTFQSVZTcVl5T1dRcTlXbC9pbVh5MkZpekUrWkRDYUNZUERuS1prTTgxNzFaMHIwSnBMSjhCK1ZDaFp5T2N6a2NsZ3BsVEQvNzJzTFFZQ1pJTUJDSm9QWmYxK2J5K1V3VmF0aEtnZ3dOeldGaVZvTlV3Q21NcG5tcHlEQVJDYlRWQ2FLdjZNQVROUnFtTWhra0VOVDBTajc3MCs1SUdobVh4TmZBNURMWkxBQVh1OFcvamRSNDhhTjlTYWFEUTBOUlVSRUJQejgvS1E4RjhZb21Lek9VQXQ5K2ZMbGkyeTlqNGlJS0ZZTGYzNEhEaHhBWUdDZ3dXMk1UV2daRXhNampXOTNjWEhSeWU4aHpneWtMOEN0VWFNRy9QMzlBV2ptdXo5Ly9qeSsvLzU3YVl6OSt2WHJJUWdDS2xldWpBY1BIc0RWMVJYNzl1M0QvdjM3dFpMbDFheFpFOGVPSFpQZUh6cDBTTXFrWDdWcVZVeVlNRUZLQXJsanh3NVlXRmlnVzdkdVdMVnFGY2FPSFN2bFZsRW9GRkp2QnhzYkc5alkyT2pNelBEMzMzOWo5dXpaUm4wdUFLUmVBR1g1dlJPVkZnTitJcUlpeUdReXNjdXRzcWl5cjdNTEYxN0w0YjVFcnoxWFY5bnlWMzBPQlluREdsdTFrczE5eGFlaTQ4SUY0WTBOK1BXSmo0L0hwazJiMEsxYk42MWcvK0hEaDFMaXVaZWhOQzM4UTRjT2xaSS9BNW9XLzM3OStxRjkrL2J3OWRXdE13b1BEOGZhdFd0eCtQQmhuV2xSeFhOd2NIRFFTZVFzVGcxY1ZCQmJ2bng1S1JtZTZMMzMzcE5laTludFRVMU5kYWJ4bE12bDBqbmw1ZVZoM2JwMTZONjlPM2J2M2cxZlgxK01HREVDVVZGUjZOV3JGelp2M295eFk4ZkN5c29LbXpadFFwMDZkYVFFaVBrRGZrTysvZlpiV0ZsWjRmang0OWkyYlp0T0l0WVJJMFpvSlEwbGVoMHg0S2RTVVNxVlVsWitmVk8xM0x4NUUzbDVlYkQ4di9idU82eXBzLzBEK0pkQUlNaFFFUWNpdUtVT1hvdFUxT0txbzQ1YXQ0Z1RyZFk5VUt1K2lqaXBDeGNxSWdxV1ZrV0xvMkJSSEZoeEM0cXpEdFM2VVVGRUJFUklJUG45d1MvbkpTUmhpU0wwKzdrdXI0dWNuSFB5SkpqRHVaOXgzeEtKU29idlR5a3pNMVBJNEtxbnA1ZnZ4ZjNmS0NVbEJZbUppV3IxcjRsS0UzN1hpYWk0eVdReUxGNjhHSlVyVjRhYm01dXcvY0dEQjBKNXZQSGp4MytTdG56SUNIOXVYbDVleU1yS0VyTDc1NVNVbElUQXdFQjA3OTVkTGRndlRzMmJOODkzbis3ZHUydDlUbDlmSDZOR2pVSnljako2OWVxRi9mdjN3OERBQUpzMmJZS1ptUmsyYmRxRWloVXJvbi8vL2tLMUlXOXZiM1RzMkJHNnVycVF5V1Q1VHAvWDFkWEZnQUVERUJnWWlHUEhqcW5rT1RoNDhDRHUzYnRYNUpLU1JKOEs3K3ovaFZKU1V1RGo0d01BbURWcmxzWjk1czJiaDdDd01BQjUxMUQzOGZGQlFFQUEycmR2cnpaVkxDWW1Ca09HRElGQ29jQ0lFU01LWGNZdE1URVJmbjUrdUgzN05rUWlVWkV1cUFxRkFtUEhqc1hWcTFjQkFPN3U3Z1VxemZUUFAvOWcwNlpOc0xDd3dJOC8vb2p5NWNzWCtyWHpFaEVSQVY5Zlh3RFpwUmwxZFhXTGRKNDNiOTdneXBVcnlNek1GRXB5RlphWGx4ZCsrKzAzQU5scnp6cDA2RkNrOHhDVnBLSjgxeFVLQmZidjM0L3k1Y3VqVTZkT3d2YlUxRlFrSkNSb1BhNTY5ZW9xblFuRmVVMEZzcWZlS2tmYzFxMWJwN1drVkdGbFptWml5WklsZVBIaUJkTFQweEVRRUpEbmFLRzJ4R1ZWcWxTQm5wNGUwdExTaEp2Zm9LQWdiTisrSFpVclY4Ymd3WU1MTkFwSlZCcXNXN2NPOSs3ZHc1WXRXMkJpWWlKc3IxT25EZ1lPSEFnL1B6K1ltcHBpeUpBaEg3MHRCWjEybjUrRWhBUkVSRVJBSnBQQno4OFB6czdPc0xhMkJwQTlPMkQrL1BrQW9MSUdYWk84RXRGcGVxNUdqUm9JQ1FrUkhtdWE5aStYeTdGbHl4YmN2WHNYang4L1J2WHExVkd4WWtXNHVibXBCZWR5dVJ3dUxpNXdjWEdCc2JHeHNOM016RXlZbGZIenp6OGpJeU1EeWNuSjZOQ2hBM2JzMklIZzRHQjgvLzMzVUNnVUJWb3ZiMkZoZ1VHREJtSDE2dFd3czdPRHBhVWxuang1Z2xXclZxRlBuejVvMnJScHZ1Y2dLa2tNK0V1Wm5EZU5oWkh6QnRQTHl3dC8vUEVIQU1EUjBiSElONU9IRGgwU3NvaEdSRVNvWE54Ly9mVlhlSGg0Q0d1cUFnSUNFQkFRb0hKOFFFQUFiRzF0a1p5Y0xOUmN6U2tyS3dzSER4NFVub3VPam9hRmhZWGFmc2JHeGpBMU5kWFlSbDlmWHlFQUFJRHQyN2VqUTRjT1d2Y0hzb01BVDA5UFhMeDRFYnE2dWpoMzdwenczTUtGQ3pGcTFDaU4wK1dVbkoyZE1YWHFWQ3hhdEFpMnRyWndkblpXMnljeE1SRjM3OTRGQUxYcFlRV1ZrWkdCbmoxN0lpMHREZVhMbDBlSERoM3lISjN2Mjdldnh1MDVhNmw3ZUhoZzQwYk5NMWRkWFYzUnRtM2JJcldWNkdNcnluZDkxYXBWMkwxN055UVNDYXlzckdCall3TUFDQThQVjhuV25KdnkycVZVWE5kVXBkVFVWT0VhVTVTcG9tbHBhVWhKU2RINFhHeHNMSzVjdVFJZys3cXRxVTYzaVlrSnlwVXJoKysvLzE3ak9aU1p3aVVTQ2Q2K2ZRc2d1NU0wT0RnWXFhbXBDQThQeDVvMWE5U20raEtWTnVIaDRkaTllemVtVEptQ0w3LzhVdTM1cVZPbjR1SERoMWk3ZGkxTVRFd0tsTUR1OWV2WHVIMzdObHEzYmwyb3RnUUVCTURHeGdadjNyeEI5KzdkY2VyVUtiWHJRM3g4UEhyMTZvV3dzREE4ZmZwVTY3bk16YzF4OE9CQmhJU0VZT2ZPbmRpelp3L2F0bTBMWjJkbjdObXpCNUdSa1ZpM2JoMHFWYXFVWjVzMEJleDVyZUhQWFpNKzkyeUYyTmhZTEZteUJDWW1KcGc3ZHk3R2poMkxWYXRXd2MzTkRjdVhMOGVTSlV0UW8wWU5sV09HRGgySzRjT0hxM1ZRYnRpd0FWS3BGRE5uemxScmc3Ky92M0EvazFmQWYvTGtTU2dVQ3JSdjN4N2p4NDlIWkdRa0prK2VERGMzTnl4Y3VCQ1dscFpxeVFXMUtlcnZuYWc0TU9EL0Z4bzdkaXlPSERtQ3RMUTBlSGg0WU8vZXZZVzZxVlFvRlBqMTExL2g3ZTBOaFVLQlpzMmE0ZnIxNjhqTXpFVGJ0bTBobDh2aDd1Nk9KMCtlUUNRU29VdVhMbmp3NEFGaVltSlFvVUlGNFdLblhPZmw3KytQSFR0MjVQdTZZOGFNMGJoOTZOQ2htRFp0bXRyMnZYdjNZdXZXclFDQXhvMGI0L2J0MjNqMDZCSEdqUnNIYjI5djRmVno4L2YzeDhXTEZ3Rmtkem9vbHl3QTJabGd6YzNOOGY3OWUrR0dXbmxUbTVTVUJMbGNEbjE5ZmF4ZnZ4NkhEeC9HNGNPSG9hZW5oLzc5KzZ0a3lJMlBqd2VRSGV3L2VmSkVyUTAxYTlZVU9nTHl5cHByYjIrUDA2ZFA0KzNidHpoMDZKREsramNsUTBORFZLMWFWZVY5YVBQMjdWdmhCajQzVFoweVJKK0RvbjdYWFZ4Y0VCNGVqb1NFQlB6MDAwL1l1WE1uVEUxTnRRYkwybnpvTlRXM25OKzFVYU5HRmZpNDFxMWJ3OHZMQzhIQndYa201MUxLZlNPc05HUEdESlcxdnRxSVJDTG82K3RES3BXaVFvVUsyTDE3TjJiUG5vMUtsU3FoWExseVVQeC9wam1pdkNpWC9uMElaV2ZkbVRObjhPalJJd3dkT3ZTRDJ4VWVIZzUzZDNkMDZ0UUpMaTR1S3MvSjVYTElaREprWkdSZzJyUnB1SFBuRGp3OFBGQ2xTaFcwYk5sUzZ6bVZpZk02ZCs1YzRNQlAyeWg2WGgzd0hUdDJWSG04YnQwNnRHblRSbVdiUkNMQndJRURNV0RBQUJ3OWVoVHIxNi9IdUhIakFBQzllL2RHaXhZdDhtMmJwdVVGQlYzRG4xTmFXaG9DQXdQeHl5Ky93TW5KQ1pNblQ4YjE2OWNCQUJVcVZJQy92ei9telpzSEp5Y25qQmd4QWdNSERoUm1YbzRkTzFiak9TZFBub3pldlh1aldyVnFNRFUxUmZueTVXRmlZb0w0K0hoczM3NGRTVWxKd3VlUWt6SnAzNElGQ3hBYUdpb2s3TlBYMThlNmRldmc1T1NFTVdQR3dNcktDdDdlM2dXYUlWQ1UzenRSY1dMQVg4cDgvLzMzS2lOTFJWRzVjbVdNSGowYTY5ZXZSMUpTRXE1ZHU0YXZ2LzY2d01mcjZPZ2dLaW9LY3JrYzdkdTN4OHFWS3pGejVreThmUGtTZmZ2MlJZTUdEYkI5KzNiRXg4ZGo1c3laNk4yN04xNjhlSUVoUTRhZ2J0MjZtREZqUnA2amJoOUtvVkJnNjlhdHdwVDV4bzBiWS9QbXpRZ05EY1dLRlNzUUV4T0RZY09HWWNXS0ZXcWpXMEZCUWZEeDhZR3VyaTZXTGwyS1RwMDZZY1dLRlFnS0NrSzlldlh3bi8vOEIyRmhZUWdNRE1UcTFhdWhyNitQSTBlT1FDUVNvWFBuemtoTVRJU1JrUkg2OWV1SFU2ZE9JVFkyRml0V3JFRDU4dVh4NnRVcnRadHdoVUtoY1ozZDZkT25oUXl2K2EzRFU5S1VkQWNBV3JWcXBUSnF2M1RwVW5UcDBnVnl1UncvL2ZRVEVoSVM4Si8vL0FkVHAwNVY2MzBIOHA2eVIxU1NQdVM3RG1SUFRWKytmRG5HakJtRGloVXI0dFdyVnpBMU5VVkVSQVNBN0pFZjVReWZuR3RpRXhNVGhSRjRrVWowd2RmVTNONjllMWZrWXorRy9mdjN3OExDQXExYXRRS1FmVU1jSHgrUGhJUUVpTVZpU0tWU2JOdTJEWEs1SEZLcEZKY3ZYMGJyMXEwUkVoS1NiMzF1b29rVEp3cWQ0RVdsbk1WNC8vNTliTml3QVE4ZVBJQ2JtMXVSbDh2ZHUzY1BzMmZQQnBCZHA3NWJ0MjZRU3FXUVNxV1F5V1FxSFJSNmVucVFTQ1RRMWRYRnJGbXo0Ty92ai9yMTZ3dlBwNmVuQXdEYzNOenc4T0ZEOU9uVFIrTzZlVzJPSGowcS9DeVZTdUhxNm9xcVZhdGl3UUwxdklnSkNRa1lQSGd3RGh3NG9CTEk1bHlLa0pOY0xrZFVWQlRDd3NJUUZ4ZUhldlhxd2NEQUFNSEJ3Ymg0OFNLR0RSdUduajE3ZnJReWNjK2ZQMGRJU0FpQ2dvSWdrVWl3ZE9sU3RHdlhUbTIvOHVYTHc4dkxDMEZCUWZEMTlVVkFRQUE2ZE9pQTFxMWJvMlBIamhydlhXeHNiSVNPb0p5cVZhdUdtVE5uQ2pPZGNuY0lLLzh2UlVSRTRPZWZmMGJYcmwyaFVDaHc5dXhaK1ByNklqVTFGYlZyMThhalI0L2c2ZW1Ka1NOSGFzeGg5YUcvZDZMaXhJQy9sR25Sb2tXQmVsM3pNMmpRSUR4NDhBQS8vdmlqMnZTb2dwZzBhUkwwOVBRUUVSRUJCd2NIWWJ1cnE2dktma3VXTEZHWkdoc2RIWTF2dnZsRzZ4clc4K2ZQQ3ovNytQaWdmdjM2K09xcnJ6UW1qVkhlZk9hVWxKU0V4WXNYNCtUSmt3Q0FKazJhWU1PR0RTaFhyaHljbkp3Z2xVcXhkdTFhdkhqeEFpTkhqc1RJa1NQeHd3OC9DSC9NbE8wU2k4WFl0R2tUTm0zYUpJeU1KeVltWXRhc1daZ3hZd1orK2VVWEFFQ0RCZzJRbXBxS1o4K2VDYjNGbFNwVlFzV0tGYkYyN1ZxNHVMamcvZnYzT0hueUpCbzFhcFRQcC9weEtYL1B2cjYrOFBYMWhWUXFGYkxnUG56NFVHWHBncWJqSWlNajgweWVRL1FwZmVoM1hjbk96ZzQ3ZHV4QWd3WU5vS09qZ3kxYnRnaExBM0plMjNJdWw1aytmVG9BWU02Y09VSkpxZys5cHVhVU0rQVBEQXdzOE0yMnNoeFVUdEhSMFFnSkNZRk1Ka1Bmdm4waEVva1FGeGVIR1RObUFNak9RSzJjcXF5dGMwOHNGcXZrTE5pK2ZUdisvUE5QbFgyVU5iQ1ZkSFIwRUI4Zno0Q2Y4clZvMFNKa1pHUVV5N2xHakJnQmMzTnpMRnEwQ0FrSkNmRDA5Q3hTc0ZxL2ZuME1HellNVmFwVVFjV0tGV0ZzYkN5VWJTdFhyaHdNRFEyRmY4cDhGVmV1WE1HWU1XUGc3dTZPd01CQVlmdXhZOGNBWkFlQVBqNCtLdGVWZ3FoVXFSTFMwOU54N3R3NStQbjVJU0VoQVN0WHJ0UTQzVDR6TTd1UVRNV0tGZFhLd2dIWkFmN2p4NDl4Ky9adFJFVkY0ZHk1YzNqOStqVXNMUzB4Wjg0YzRScHg0Y0lGYk5teUJjdVhMNGV2cnkrY25aM2g1T1FrRE5hMGF0VktTSkNxVFY2REJkSFIwVWhPVHNiSWtTT1JscFlHSnljbmpCbzFTbU9ibFVRaUVaeWRuZEd0V3pmczJyVUx3Y0hCa01sazZOcTFhNTd0QUxJei9oOC9maHdWS2xTQW9hRWgwdFBUc1hQblRwaVltS0IyN2RwcXI5T29VU09zV0xFQ1Vxa1VmbjUrT0hqd0lKNDhlWUl2di93Uy92NythTnEwS1lLRGcrSHQ3WTJ3c0REWTJ0cWlmZnYyc0xlM0Z3YmxQdlQzVGxTY0dQRC95OGhrTW1GZHZadWJtM0FUZStqUUlaWDljcTZGeXYxY3pabzEwYmh4WTB5ZlBoMW56NTRGQU9IbU1TK0ppWWxDb0p5VHJhMnRrRnhMZVZONTdkbzFJWkZjM2JwMU5aWkNVVTVaVS9ha0h6bHlCS3RXclJLbXpiZHYzeDRlSGg0cU44RkRodzZGdWJrNUZpOWVqSXlNRFBqNStlSFBQLy9FMkxGajhkMTMzOEhXMWhiaDRlRklUMDlYbXdLZm1KaUlSNDhlWWZMa3lVaE1USVMrdmo3YXRXdUhiNzc1UnRoSFYxY1h6Wm8xRTlvOWI5NDgzTGh4QXpObXpJQklKQktteVhwN2UyUGJ0bTJvV3JXcThQbkd4Y1ZwREtoemQ0NTg5ZFZYVUNnVWFzbHY4dlBzMlRPdHo2V2xwZVU3NVQ5bkRWeWlrbFFjMy9XMHREUmhsTTdjM0J3eW1ReDM3OTRWY28wWUdCaGc0c1NKd3ZtcVY2K094bzBiNCtiTm04SzJKazJhRk9zMVZVazVwVjlIUjBmb2lDaXE5UFIwYk55NEVZbUppUWdLQ3NMczJiTlJzV0pGM0w1OUd3RHl2V2tIc3ZOLzVHekRGMTk4Z1VPSERzSGMzQnhKU1VuSXlNaEF1M2J0NE9qb2lPclZxNk42OWVxd3NMQmdsUVFxa09JT2hIcjA2QUU5UFQyc1diTUdMMSsrTEhLRm9Od0RHUG14czdQRHNtWEwwS3haTTVXa2xWOS8vVFV5TWpJd2E5YXNJaTMxa1VxbDZOZXZIeElTRXRDeFkwZXNXYk9teUtVQWQrM2FoVFZyMWdBQVRFMU4wYVpORzNUdTNCbU9qbzRxYlc3WnNpVmF0bXlKeU1oSWJONjhHVDQrUHBCSUpNSlNpZDI3ZHd2WHZhSXlOVFhGbGkxYlVMRml4VUxOK2l4ZnZqekdqUnVISDMvOFVlamd5SStCZ1FIV3JsMnJzcTFhdFdwWXVIQ2gydXlBL3YzN28xZXZYcmh3NFFKY1hWMGhGb3ZScmwwN3VMdTdDL2QzUVBheWh5NWR1aUFrSkFUNzl1M0RoZzBiTUdIQ0JDSGcvOURmTzFGeEt0V0w2NVExYVA4dE00NS8vLzMzRHpyZXlNZ0l1M2Z2Rm03MGdQOU43eTdNdE8xKy9mcGg3dHk1S2xOY05TVm55UzAyTmhaVHBrd0JrSCtXNnBrelorS3Z2LzRDQUt4ZXZScnQyN2ZQYzM5bEFBMWtqOFFWNUkrQVJDSVJwbHdCMlFuNTZ0V3JoeWxUcGlBeE1SSFIwZEd3dDdkSHpabzFzWC8vZnVIbi8vNzN2MWk2ZENrV0xWb0VHeHNiNFE5bHJWcTFNR3JVcUFMMU5xOWF0UXE3ZHUwU3pnMm9Cdnc1cC9UbmxKbVpLY3p3cUZ1M0xvS0Nndko5cmR4ZXYzNk40Y09INCtYTGx6QTNONGVmbngrc3JLd0FaRThIbkRsekpxNWZ2eTdrSWloSTJaeXlSdm5mODZ1dnl0WUM1TEp3elN5dTcvcWhRNGNRRlJVbGJGTmVDKy9jdVlPNWMrZGl4b3daYXNuMzVISTVuajkvRHFsVUNyRllERXRMU3d3ZlByellycWxLVTZaTXdkbXpaMkZnWUlEQXdNQUNuY1BBd0VCSWFucnIxaTNodmZYdTNSc0hEaHpBOXUzYmtaaVlDSkZJaENWTGxnamx4WDc3N1RlaHMwSFoyZUhnNElCR2pScHBmUTk3OXV4QnJWcTFJQktKTUdiTUdFUkhSMlBtekpsd2RuYUdWQ3JGMDZkUDhlREJBMVNxVkVubEJyazArcHl2QmNydjgrZmN0cEs4MXFTbHBlVTVZdnc1dVhyMUtxcFZxNlkxa0gvOCtESE16TXkwVHMxWHlzckt3dE9uVDFYeUFPVWtsVW9SR2hxS0prMmFvRjY5ZWdXdXBuSGh3Z1UwYjk2OHlFc2tpaW9ySzZ2QXJ5bVh5L0h1M1R1dG4xRkdSZ1l5TWpLUW1aa0pmWDE5bGF6KzJwdzdkdzYydHJiNWZ1NUE5ckl2YTJ2clFsVW95ZS8zVG1YSDNidEFTZ3FnVU9DYjVzMTFJajcxNjNPRXZ4Ulp1WExsQngxdllXSHgwZXFwRm5TZGVXN0J3Y0Y1WnNNR0NqWjdJQ3dzREh2MjdJR1ZsUlhtejUrdk1UTiticE1tVFlKSUpNTFdyVnZSdDI5ZklTTjFmdFAvbEZQMm82S2loQjV1dVZ5T3JWdTNGdmp6VldiRzF6UUZOeTg1ZzVaLy92a256NkJDSkJJSnlRZHoyckZqQjlMUzBnQmtCL2k5ZS9lR21aa1o2dGV2anhzM2JnZzNTV3ZYcnNWWFgzMVZxUFlSZld3REJnd29sdTk2N2xGMkpXVnBMV1hucERaYnRtd1JPc3FLbTNKS2YwWkdSb0d2cmZiMjl0aXlaUXNBb0ZHalJtalVxQkZpWTJQUnAwOGZPRGc0d05QVEU1Y3ZYOGI3OSs5VlJ0TnkvanhpeEFpVmN5bzdacDgvZnk1Y0g1WGJrcE9UOGVUSkUyRXE5dTdkdXhFVUZJU25UNThLK1ExNjlPaFI2Z04rS3IxS1M3QVBRR01GZ0p3S09rdEJWMWMzejJSNSt2cjZXaXYyNUNXdlJJUWZVMkU2R0VRaVVaNkJ1WUdCUWFHWGR4UW1GMHRoa2hRcTVmZDdKeW91RFBqL1pkYXRXd2VwVktwV2JpbjNpSHRoYWtZRGhSL2hMMjVWcWxUQnRtM2JoRkdubk8zeDhmRVIxcGNHQlFVSmYwQXFWYW9rbE5IUkZIZ3JnK25IangrckJOYVhMbDNDOWV2WGNldldMV0haQVFEMDdOa1RPam82Nk5xMUsrYk1tUU1nZXlSTUxwZWpiOSsraUkyTkZmWlYxdmdXaVVSQ0Z2N1hyMThMeno5NThnUlZxMVpWU3lhakxZTytKcm4vc0wxKy9ScXhzYkd3czdPRGxaVVZMbDY4aUZPblRpRTlQUjJKaVltSWpJd1U5azFMUzhQTW1UUFJzR0ZETkd6WUVJMGJOMGFIRGgwSy9OcEVIMHR4ZmRjblRwd0lKeWVuQXBkVTB1WmpYRk9Ma3JRdmQ2WnBJSHZFeWRqWUdPSGg0UWdQRDBmLy92MHhaODRjQkFjSEMvdmtWWGFyYytmT3NMYTJWdXVValltSlVjdmluN01FV0lVS0ZWQzdkbTJWeEdWRVJFUlVNaGp3bHlLNWJ4TC8vdnR2akJ3NUVuSzVIRVpHUmdnTURFU05Halh3NnRVcnZIbnpCZzBhTlBoa2JTdnFDSCtuVHAxVWVqaWpvNk94ZE9sUzRadzVieXJmdlh1SDBhTkhReXFWb21iTm1zSTZOS1U2ZGVvSVArZnNhYzA1YmF0V3JWcHFQY2E1ZzMzbHFIMjNidDBRRmhZR0l5TWp0RzNiVnJoWlAzTGtDSURzNmZVNXB4TXJiOUp6anNJSEJ3Zmp6cDA3dUgvL3ZqQjFQNmRidDI1cC9PeUdEQm1pc2R6Z3k1Y3ZoWjg3ZE9pZ3NzWllhZmp3NFhqMzdwM2ErN3A3OXk0bVRacWt0cjlFSW9HZG5SM2F0V3NISXlNalJFWkdJaW9xQ3ZIeDhZaU1qRVJrWkNTNmRldkdnSjgrRzhYeFhXL1NwSW5HOWV1Ly8vNDdmdi85ZHh3OWVoUmVYbDRxczNZMmJ0eUlFeWRPd01qSUNQWHExUU9RdmY2L3VPM2V2YnZBK3pvNE9DQXJLMHRqcDZXam95T0NnNE1SSEJ3TWYzOS9kT3JVQ2NEL2duTlRVOU04UjBFVEV4UFZSc3pzN2UzaDd1NE9YVjFkVkt4WUVRWUdCb2lOallXbHBTVVdMRmdBTXpNemVIcDZ3dFhWOVpQK0RTSWlJaUxOR1BDWFVtbHBhWmcvZno3a2NqbEVJaEU4UER4UW8wWU5CQVVGWWNPR0RkRFQwNE9mbjUvR1VpRWZ3NlpObS9MZEp5NHVUcTEwbkxHeHNYQ1RucFdWaGYvKzk3OEFzalBNVHBreVJlVUdmdlBtemNJTnVwT1RrOGJwVS9tdG05V1VIR2pmdm4wcTU1SktwZERUMDRPSGh3ZkN3c0pnYm00dS9Qeml4UXM4ZnZ3WXRXclZ3cjU5KzNEMTZsV2hUcll5QTJ6Tzl4c1RFd01nTzZPdHBvQy9zQzVkdWlUODNMUnBVNDJmZ1RJUldlNGIrVmF0V3FGTm16YlExZFdGbFpVVjZ0U3BBeHNiRzlTclZ3OE9EZzQ0Zi80ODl1M2JKK1FSK09lZmYzRDY5R21jTzNkT1kwY0JVVWtxanU5NmJsZXZYa1ZHUmdiKytPTVBLQlFLK1BqNFlNT0dEZERYMTBka1pLUlFFV0QwNk5GQ0RlamlwSnp0VTFEVzF0WkN6V2psQ0g5U1VwSmFEVzRsWlkxdHBlVGtaSzJmWTE2ekVQVDE5WEhxMUNsSUpCS2NPWE1HVTZkT3hkdTNiMUczYmwxTW1USUZOMi9leExKbHl6UW1hU1VpSXFKUGl3Ri9LYVJRS0RCLy9ud2hxL3FVS1ZQUXRtMWJBRURseXBYeC92MTdLQlFLVEpnd0FkdTJiY3UzTEZKYVdob0NBd014ZXZUb0lyZHB3b1FKUlQ1V2FkZXVYYmgzN3g0QTRNMmJONWcwYVJKNjlPaUJMbDI2NE5hdFcwS2lMaXNycXlLdFFTdW9sSlFVWkdabWFwelNiMkZoZ1JrelpoUW9VZGlKRXllZ1VDaGdhR2dJUjBkSDRRWjZ4NDRkS3RsaVc3Um9VYUFPRTJVZ29xU3BMR0ZXVnBiUUtaSTdLNnl5L210bVppWWVQbnlJaHc4ZjR2ang0eXI3TEYyNlZHMmswTkRRRU11V0xZT2RuWjNhR2wraXN1THk1Y3Y0ODg4L2NlellNWXdkT3hhYk4yL0dwVXVYTUgzNmRBd1pNZ1N6WjgrR1hDNkhyYTJ0c001Zm02SmNVN095c2dvOVUwcFpKUVVvZkQ2UW9qcDkralFNREF5RTJSUEthZnVwcWFrWVBIZ3c0dUxpWUdscCtjRTVaNGlJaUtoNE1PQXZoZGFzV1lNVEowNEFBSnlkblRGczJERGh1VysrK1Fiang0L0hwazJia0pDUWdFbVRKbUhidG0xcWE4R1ZvcUtpc0g3OWVpUW1KbUxVcUZHRkt2OWthV2twWklrZk9IQWdGQW9GMXE5ZnI1WnQxTW5KQ1FDd2R1M2FQRHNmQmd3WUFETXpNd1FIQnlNNk9obzNidHpBalJzM3NIcjFhaWdVQ21SbFpVRmZYeDhlSGg1YXl6MXB5aVdnYlYxdnp2ZWhsSmlZQ0psTUJqMDlQVmhhV3VMeDQ4Y1FpOFdvWHIyNjBNR1NNNXUyTWprVjhMODEvRjkvL1RXV0xWc20xR0J0MDZhTnNKNysxYXRYOFBmM0I1QTlRbm5seWhWRVJrYkMzOTlmbUNtZ2pZK1BEMTY5ZWdVQWFOeTRzY2JaR3puWC91WU8rTStjT1pQbitZRzhSL1dLVXN1WTZHUDUwTzk2Ym52MzdnV1FQY3IvNDQ4LzR0MjdkOWkrZlR2T256K1A4K2ZQQThqT0g3Qml4WW84RTBsOXlEVzFzSEorMzVVai9LYW1wbHB6cXFTbnArUG5uMy9HclZ1M0FBQmR1M1pGMzc1OTgxekhuMXZ1bVVOVnExWkYxYXBWRVJjWGg3aTRPTlNxVlF2cjE2L0g1czJiNGVMaUFtdHI2OEsrTFNJaUlpcEdEUGhMRVlWQ0FTOHZMNkZNVTlPbVRkR25UeC9FeE1RSUk3dnA2ZW1vWGJzMkxDMHRFUnNiaXlkUG5tRHExS25ZdW5XcnhvQk5tYnhKSkJJaEpTV2x3TFZRdFUwRHpTc3BYKzcxNkRObXpGQlpvMjlnWUlEdTNidWplL2Z1T0hIaUJCWXZYb3prNUdTVmRiWVNpUVFuVHB5QWlZbUp4cXkxbXFicjVyZXVONmNIRHg0QUFCbzBhSUR0MjdmRDN0NGUxYXRYRjhyeUFmK3JrWjJiOHVZN0xTME44Zkh4dUhidEdnQUk2MlpUVWxJd2ZmcDBKQ2NuUTE5ZkgvUG56OGZPblRzUkZCU0VUWnMySVMwdERSTW1UTkRZdnBDUUVPellzVU40UEg3OGVJMXR5SmtZTVBmdjhzOC8veFMzR2I3cUFBQWNlVWxFUVZSK2Z2MzZOWGJzMklIang0OXJyS1hidEdsVERCNDhHSTBhTlJLMmZhb1JSS0tDK05Edk9nQWh3N3hTM2JwMVViOStmY2hrTWpScDBnVEd4c1lxMy9kcTFhcmgwYU5IcUZ5NXN0YlNTMFc5cHVycTZoWW9RV3BPZi8vOXQvQ3pzb05QV1NJMHA3UzBOQnc5ZWhUYnRtMVR1VVljUG53WVI0OGVoYjI5UGI3OTlsdDA2dFFwMy9hZVBYc1dGaFlXcUZPbkR1N2N1WU5ObXpZaExpNE9BQ0FXaTdGMTYxYkV4Y1VoT0RnWXIxNjl3dnIxNnd2MW5vaUlpS2g0TWVBdlJaUzFsSld1WGJ1R2dRTUg1bnZjelpzM01XL2VQS3hjdVJJNk9qckN6Wm1TdGJVMUZpMWFWT0FiVTBDMVJFeDhmRHpldjM4UGlVU0NxbFdycXUyckhCbTN0TFNFbnQ3Ly9zdVptcG9pS3lzTHo1OC94OU9uVDNIdjNqM2N1WE1IVjY5ZVJYeDh2TW81S2xldWpGZXZYaUU1T1JrQkFRRUlDQWhBMDZaTjBiTm5UM3o3N2Jjb1Y2NmMxdld2T1cvWUh6MTZwREVJRUlsRXNMYTJ4dVhMbHdFQU5XclVVSGxlT2JJdUVvbFVic3ExcmVILzdiZmZoT244clZ1M1JreE1ETnpjM1BEdzRVTUEyV1hDYXRTb0FWZFhWOXk0Y1FPM2I5OUdRRUFBenA0OWk3Rmp4NkpkdTNZUWlVVEl5c3JDNXMyYmhlVU1RUFpNQXVWMC9nTUhEaUFtSmdiNit2cVF5K1U0ZGVxVXNGL3VaR0lLaFFMUjBkR0lpSWpBbVRObmtKV1ZoWExseW1IMjdObFlzR0FCZ094cC96dDI3TUMxYTlkdzdkbzExS2hSQTQ2T2pyQzN0OGNYWDN5aGRhWUkwYWRVSE45MUlQdmFxR1J0YlkwK2ZmcGc0OGFOT0gzNk5KS1RrMVdPa2N2bHVINzlPaVpNbUlBS0ZTckEzdDRlQXdjT2hMMjlmYkZjVS9OejZ0UXAzTDU5R3dZR0JoQ0pSSGozN3AyUVNCVElYbTZrOU83ZE8xeTVjZ1YzN3R6QmxTdFhjUG55WlpXTzB5RkRocUJHalJyNDQ0OC9jUGZ1WFZ5OGVCRVhMMTdFeXBVcjBicDFhL1RwMHdkbVptWUFzcTk5eXR3cVFIYW5icWRPblJBWEY0Y2JOMjZvdEZFbWsySHYzcjFDWndqTGVoSVJFWlU4QnZ5bFNNdVdMWVViejhMNjY2Ky80T3ZyaTNIanh1SGx5NWZRMGRHQlFxRkF6NTQ5TVd2V3JFS1AzdTdmdng5eXVSeC8vUEVIUEQwOUFRQS8vUENEeG1ucHlwSHg5ZXZYcTQwOHZYanhBb01HRFJMcTB1Y2tGb3ZScmwwN09EazV3ZDdlSHRIUjBRZ01ETVNwVTZjZ2w4dUZvRlFtazJIQWdBRUZXditxWEY2UW03R3hNVTZlUENrRUFBMGJOZ1NRUGFvZEd4dUxybDI3QW9ER0RnMU5FaE1UQVFDdFc3ZkdnUU1Ic0hMbFN1SDM1dVRrSkt3Qk5qQXd3TWFORzRWRVYvZnUzY05QUC8wRU16TXo3TnExQ3pLWlRDWFpYN05tellTU2YwRDJGRjF0R2IzYnRHa2ovSnk3akphZW5oNzY5T21EY2VQR3dkemNYQWo0MjdadGkzNzkrbUhuenAzWXRXc1huajE3Sm1RdHIxV3JGdmJzMmFOMVpKUG9VeW1PN3pxUWZXMXEwS0FCSkJJSlBEMDk0ZUxpb2xJSm8yclZxdmpoaHgvd3pUZmZZTXVXTFFnSkNZRk1Ka05TVWhMT256K1AyYk5uQTBDeFhGUHo4L2J0VzJ6WnNrWGpjNmFtcGtJZUZ5Qjd0b0NucHllZVBYdW1zbCtkT25YZzZ1b0tSMGRIQU5tZjBjMmJON0YvLzM0Y1Bud1k2ZW5wT0hIaUJDd3RMWVVPaExTME5KV09FUU1EQTBSRVJBaDVUQm8yYklpWk0yZGkyN1p0T0hQbURIeDlmWVY5VzdkdVhUeHZub2lJaUlxTUFYOHBvcno1VEUxTmhibTVPY3FYTHc4VEV4T1VLMWNPeHNiR01EUTBoS0doSVNRU0NRd01EQ0NSU0JBUkVZRTVjK2JBMGRFUjNicDFBNUE5WFh2VXFGR29YTGt5K3ZmdlgrVDJQSC8rSEdGaFljTDAxNXk1QkFyS3dzSUNvMGFOd3NhTkc2R2pvd05yYTJ2WTJkbWhSWXNXY0hSMFZGbUhibTl2RDN0N2U4VEd4bUxYcmwwNGNPQUFURTFOMGJ0Mzd5Sy9oOXptelp1SG9VT0hDaVBvWjg2Y3dkNjllN0Y2OVdwWVdWbGg3Tml4QlRxUHE2dXJFSERYcmwwYlc3ZHVGZGIwNXA2T1g2RkNCZmo1K2NIYjJ4dTdkKzlHWm1ZbXZ2MzJXMkdFZnZYcTFSZzNiaHkrL3ZwckxGMjZWQ1YvZ2EydHJjcTVSQ0lSTEN3czRPVGtwSEt6YldOamd6cDE2a0JmWHgrZE8zZEd6NTQ5aFJHODNJeU1qREJtekJpTUdERUNmLzMxRjQ0ZE80YW9xQ2k0dUxndzJLY3lSU3dXWS9ueTVhaFVxUktNalkweGJ0dzRMRisrSEE0T0RrSXBTdVdzcERsejVtRDA2TkVJRFExRmVIZzQyclJwSTZ4OUw2NXJhbDZhTm0ycXRzM1kyQmhmZnZrbEprMmFwREtiUUNLUjRMLy8vUzhtVFpxRVNwVXFvVldyVnVqYXRTdGF0bXlwbGxPZ2NlUEdhTnk0TVZ4ZFhYSGd3QUdFaElSZzZOQ2hlUERnQVV4TlRmSEZGMStnWWNPR3NMR3hRWU1HRFZDelprMEVCZ2JpeElrVEdESmtDTnEzYncrUlNJVEZpeGRqOHVUSlF1ZUFnNE9EU3ZsRStuZjYvM1FSUkVUL2FockdOVCtwajVkTjZCTzRkQ2w3OFhFKzFabis5ZTdjdVlNdnZ2aWlVTWRjdTNaTldPdXBMTk9taVVLaHdQSGp4K0hvNktoMVJPdmN1WE1BQURzN080MzdTS1ZTM0x4NUUvWHIxMWRaZzV1ZnRMUTBQSC8rWEtpSFhWd2VQMzZzTVQrQUpzbkp5Y0l5QUVkSFI0akZZbzM3blQxN0ZuSzVYR1hVWFpQbno1OGpKQ1FFdzRjUFYrbnNpSW1KUVlNR0RkUnUxaFVLQlZKVFV5RVNpU0FXaXlFV2k3VW1DY3ZJeU5DYWVDKy8zNUZNSm9OSUpNcDNUWFJab1Z5MThkVlhIekhqV2duZ05UTnZjcmtjV1ZsWldyL0hINktnMTlUaUZCY1hWK0JaU2JrcFM3NFc5cGpMbHk4akpTVUZyVnExRWhJSmxtYWY4N1ZBK1gzK1ROdjJERURlSllLSWlQNWxkSFRReU41ZTUvWW5mOTFQL1lMRmlUZXZSUFF4Zk00MytSK0MxMHlpd3ZtY3J3V2ZjOEIvN1pyQ0tDTUQ5VXU2SFVSRW53dTVIQzlhdHRTSnkzL1A0bGNtcHZUL2YySjFJaUlpSWlwaFRadnF2QU53dGFUYlFVUkVwVC9nVHdWZy9PWk5TVGVEaU1vZ3pmVVhpWWlJaUloS2lWSWQ4T3Zvd0U0dUIrditFRkd4RTRsd3FhVGJRRVJFUkVUMElVcDF3Rzl2cjNNZndQMlNiZ2NSRVJFUkVSSFI1NFkxdG9pSWlJaUlpSWpLSUFiOFJFUkVSRVJFUkdVUUEzNGlJaUlpSWlLaU1xaFVyK0VuSXFMQ1U5WVdKeUlpSXFLeWpTUDhSRVQvSGhFbDNRQ2lVaWlpcEJ0QVJFUlVWQnpoSnlMNmwvanFLNTF2U3JvTlJFUkVSUFRwY0lTZmlJaUlpSWlJcUF4aXdFOUVSRVJFUkVSVUJqSGdKeUlpSWlJaUlpcURHUEFURVJFUkVSRVJsVUZNMmtkRVJFUkV4ZWJTSlVVa0FJZVNiZ2NSMFdma3FWd09Sd2NIbmFlZitvVTV3azlFUkVSRXhZbkJQaEdSS2lzZEhiUXZpUmZtQ0Q4UkVSRVJGVHQ3KzVKdUFSRlJ5YnQ3RjBoSkFRQjg4dEY5Z0NQOFJFUkVSRVJFUkdVU0EzNGlJaUlpSWlLaU1vZ0JQeEVSRVJFUkVWRVp4SUNmaUlpSWlJaUlxQXhpd0U5RVJFUkVSRVJVQmpIZ0p5SWlJaUlpSWlxREdQQVRFUkVSRVJFUmxVRU0rSW1JaUlpSWlJaktJQWI4UkVSRVJFUkVSR1VRQTM0aUlpSWlJaUtpTW9nQlB4RVJFUkVSRVZFWnhJQ2ZpSWlJaUtpWW5UMTdGa2VQSHMxM1AzdDdlMnphdENuUGZSNCtmSWdWSzFZZ0lpSWl6K2ZqNHVJSzNVNjVYSTYxYTlkaXg0NGRoVDQydCtEZ1lNeWFOUXMzYjk3ODRITUJ3T1BIajlHcVZhdDg5M3Y3OWkzZXZYdW50bDBxbFdyOXAxQW9DdFdXckt3c3BLV2xJVEV4RWMrZlA4Yy8vL3lENjlldjQvejU4MGhJU0NqUU9XYk5tb1hqeDQ4WDZuV0pQcFJlU1RlQWlJaUlpT2h6MHJselp5UW1KaGI2dU9qb2FPSG4wTkJRaEllSFF5UVNvVk9uVGgvVUhpOHZMeng0OEFCanhveEJWbGFXc0YxSFJ3Y2lrUWhyMTY1RlFrSUN6TTNOVlo0SEFGMWQzVHpQTFJLSklKUEo0T1hsaGJwMTZ4WW93TmJrMUtsVCtQbm5uNkdqbzRPRWhBUnMzcndaK3ZyNkd2ZVZ5K1ZJVDA5WDIxNnVYRG04Zi85ZUNNYmZ2MzhQcVZTS3RMUTB0ZjF5bWpwMUt1UnlPYnk5dldGaVlpSnN6K3U5QkFVRm9XN2R1c0xqNU9Sa0RCMDZGRmxaV2NqS3lrSm1aaVprTXBud1R5NlhxeHl2bzZNRGlVUUNRME5EekpneEExMjdkdFg2V2tySGp4OUhnd1lOOHQyUHFEZ3g0Q2NpSWlLaUVtVnZiMStrNDFxMWFvV05HemNXYzJ1QWJkdTJxUVhPaGJWNDhXSzhmZnNXYm01dUVJdkZhTmV1WFpIT2MrVElFWncrZlJvQTFEb09qSTJOTVdmT0hKdzlleFlBNE9EZ29IYjgwYU5IVWFsU0phU2twT0QxNjljYVg2TlBuejQ0ZGVvVURoOCtEQXNMQzQzN1dGcGFRaXdXYTN6dXpKa3ptRDE3TmxxMmJJbng0OGRqM0xoeFdMQmdBVHc4UERSMk9OeTVjd2ZEaGcxVDJ4NGRIWTN2dnZzT2I5KytWZG5lcGswYnRmMXltak5uRGthUEhvMkpFeWZDeDhjSFJrWkdRcWZCdEduVDBLRkRCMkhmKy9mdlk5cTBhV3F2YldwcWltblRwa0ZIUndkaXNSaGlzUmo2K3ZvUWk4VjQ5ZW9WWnN5WWdkRFFVRWdrRXVHZmpvNk94czhqTHo0K1B2RHg4ZEg2L05LbFM5R2xTNWRDbjVkSUd3YjhSRVJFUkZTaXhvd1pVNlRqckt5c2lya2x4WGRlc1ZpTUZTdFdZT1RJa1hqeDRrV1J6aEVURXdNUER3OHNYYm9VTFZxMHdNQ0JBekY0OEdDNHVMZ0F5QTVlUjQ0Y0NXZG5aOHljT1JPelo4OUdoUW9WTUh2MmJJaEVxaXQzanh3NWdtWExsdVg1ZXFHaG9RZ05EZFg0WE80UmNhVzllL2RpNWNxVmFONjhPVmF0V2dVREF3T3NYYnNXVTZaTXdiUnAwN0I4K1hLMUVmbDY5ZW9oT0RnWUFKQ2FtZ3BYVjFmWTJka0JBUDc2Nnk5aHYwZVBIcUZmdjM1Q2dLOThuSnVOalEwOFBEemc0K09ETjIvZXdNaklDQzlmdmdRQVdGdGJvM3IxNnNLK1NVbEphc2RyTzI5dVBYcjB5UFA1M0IwUm1nd2FOQWo5Ky9mWCtueVZLbFh5UFFkUllURGdKeUlpSXFJU05YYnMySkp1d2tkaFltS0NYYnQyYVIwWno0dFVLc1hVcVZNeGFOQWdZY1IzNGNLRldMZHVIWnlkbldGZ1lBQ3BWQXBIUjBkTW5Ub1ZRUFpJOTZSSmszRDc5bTAwYnR4WTQzbHpCNlczYnQzQzgrZlAwYUZEQjdWT0F1WCttanBrVWxOVHNXelpNaHcrZkJpOWV2WEMzTGx6b2FlWEhWclkyOXZEMTljWFU2ZE94WWdSSTdCbzBTSTBiTmhRT0ZaZlh4OVdWbGFReStXWVBIa3lLbGV1akVXTEZtbWQ2WkY3dTcyOVBSbzJiS2lTZDZCZHUzWm8wNmFOOEI1Ky9mVlhpRVFpTkduU1JPVllaUnZqNCtPRkRneHJhK3M4OHkwOGZmb1VvMGFOS2xCT2h2eFVxRkFCdFdyVit1RHpFQlVVQTM0aUlpSWlvbUtVbkp3TW1Vd21QSzVRb1VLK2ErbHowOWZYeDRZTkcxQy9mbjNZMjl1ckJPT3RXN2RXMlRkM0lyamh3NGNYYUxRWkFEWnMySURZMkZpMGI5OWVZOEN2eWJGang3QjY5V3FrcHFiQzNkMGR2WHYzVnR1blNaTW0rUFhYWHpGbnpoeTR1TGhnOE9EQkdERmlCQ3BVcUNEczQrbnBpZnYzNzJQNzl1MHdNREJRQzZoekI5bzVIK3ZwNlVHaFVLaXNyZGZWMVVWR1JnYTh2YjJ4Wjg4ZTlPN2RHMlptWmlybnJGV3JGcXl0clRGcDBpUUFRTTJhTmJGLy8zNVVxbFFKQURRdTVWRE9Dc2paOXB4eS8yNlRrNU8xNW9CSVNrckNvMGVQTkQ3SGpnRDZHQXEvOElTSWlJaUlTdFNsUzlrTGxCVUtMQ3JwdHVTbW80TUZBRkRFWmZrbFNpcVY0dm56NXg5OG5sV3JWdUg4K2ZQQzQ4REFRTmpZMkJRcVY0RXlZQWF5UjdUMzdkdFhvSUF3OXpSNEpibGNqc3pNVEpWRWV0ZXVYY01QUC95QVJZc1dhWjJ1cmp4T0xCYmordlhyOFBMeXdyVnIxK0RnNElCNTgrYkIwdEl5ei9aa1ptYkMxOWNYdi8zMkc4UmlNYVpObTRaKy9mb2hLQ2dJYTlldWhaK2ZuOWJaQ05xbTlDc2ZCd2NIWThtU0pjTCswZEhST0gzNk5GeGRYV0Z2Ync4dkx5OFlHaHBxYk5PTEZ5K1FsWlVGaVVTQ2F0V3FxWnkvc0tLaW9sU0Mvc0RBUUt4ZXZiclE1eWxvSncyVkxuZnZBaWtwZ0VLQmI1bzMxNG40MUsvUEVYNGlJaUtpMGljVGdKNHl1Qzd0TWpNejhlelpzMElmVjdObXpTSWxUdFBtL3YzN0dwUEpGZGFaTTJlUW1abUpXN2R1WWNLRUNjTDJmZnYycWUzYnIxOC85Ty9mSDRNR0RWTFpibUJnb1BKNHhJZ1JCUnFCejUxTkh0QSs0dXp0N1kzS2xTdWpVYU5HV2tlZGMwcEtTc0xyMTYreFlzVUtYTDE2RlQxNzlzejNHS1hnNEdCczNMaFJXS3UvZCs5ZVpHVmxxWHcrSjArZVJJY09IZFNTOW1ucktPbmN1VFBzN2UwUkd4dUxpUk1uQXNoTzhMZGt5UkxZMnRyaXpaczNlUFBtamNaamRYVjF0ZVpxeUIxNGErdEVlZnIwcWNiWkRkck9vMDFST3dpSUNvSUJQeEVSRVZFcG8xQ2dQd0M3a202SEprWHBoSWlQankvU3lPcjU4K2UxbG40cmlrYU5HbWtNMGpaczJJQ0FnQUI0ZUhpZ1c3ZHVCVDVmN21SMTJrYm95NWN2bisvb2ZVQkFRS0ZHK0hNS0RRM05NNkFjTUdCQXZ1Y0ZzZ05ZNVRyNVpzMmFxU1dmTzNEZ0FINzk5VmVOSFJ0V1ZsWllzV0tGOE5qZDNWMG90eGNWRllVOWUvWUFBQTRlUENoazJIL3k1QW1HREJraVZDbElURXpFNXMyYmhYTVlHUm5CeU1oSWJScitqUnMzNE83dVhxRDNvMG5PclA3QS96cFJjbTlYdHBQb2M4YUFuNGlJaUtpVWFkNWNKd1JBU0VtM1E1TkxseFNGRHZqTnpNeFVnc0dDVWlaZys1aGlZbUt3ZmZ0MmRPN2NXU1hZZi9ueXBUQVYvRlA0a0JIK3dZTUhZL0Rnd2NMajVPUms5T25UQjYxYnQ4YWlSZXFyUXZ6OC9PRHY3NCt3c0RDMWRldktOcGlabWFtdGo2OVlzU0tBL05laUt4UUtKQ2NubzJuVHBqQTJOc2ExYTlkUXMyWk40VGx0ek16TU1IZnVYRWlsMGp3N2VuNzY2U2NZR2hyaXI3Lyt3dSsvLzY0MkM4VEZ4UVZHUmtaYWo4OVpLUUQ0WHlkSzd1MzVqZkFUZlE0WThCTVJFUkZSaVpKSUpHbzE1ajhITXBrTWl4Y3ZSdVhLbGVIbTVpWnNmL0RnZ1ZBZWIvejQ4WitrTFI4eXdwK2JsNWNYc3JLeWhPeitPU1VsSlNFd01CRGR1M2ZYbXFUdVE4bGtNcmk1dVdINjlPbm8yYk1ucmwyN0JsdGJXd0RaVS9Kenk3MnRSNDhlR2pzcWxIUjFkVEZnd0FBRUJnYmkyTEZqS3ZrSkRoNDhpSHYzN3NIZjMxL3I4YmxuRENnZjU5NnVxWE1scDhMa2JDRDZXQmp3RXhFUkVSRnBzRzdkT3R5N2R3OWJ0bXlCaVltSnNMMU9uVG9ZT0hBZy9QejhZR3BxaWlGRGhuejB0aFIwMm4xK0VoSVNFQkVSQVpsTUJqOC9Qemc3TzhQYTJocEFkZ0E3Zi81OEFGQlpXNjlKWHNHc3B1ZHExS2lCa0pEc1NTbjYrdnJvM3IwN2R1ellnVFp0MmlBNk9scklZWkJ6bXIyMnRmTUZZV0ZoZ1VHREJtSDE2dFd3czdPRHBhVWxuang1Z2xXclZxRlBuejVvMnJTcDFtTWRIQndLdFYwYlRVc2JOQWtORGNVdnYveFNxSE1URlJRRGZpSWlJaUtpWE1MRHc3Rjc5MjVNbVRJRlgzNzVwZHJ6VTZkT3hjT0hEN0YyN1ZxWW1KZ1VLSUhkNjlldmNmdjJiYld5ZXZrSkNBaUFqWTBOM3J4NWcrN2R1K1BVcVZOcVU5TGo0K1BScTFjdmhJV0Y0ZW5UcDFyUFpXNXVqb01IRHlJa0pBUTdkKzdFbmoxNzBMWnRXemc3TzJQUG5qMklqSXpFdW5YcmhESjEybWdLWnZOYXd5OFdpMVVldTdpNElEZzRHT1BHallPSmlRbGF0bXlwdFJOQjAzWnQrUnRPbmp3SmhVS0I5dTNiWS96NDhZaU1qTVRreVpQaDV1YUdoUXNYd3RMU0VqLzk5SlBHMXpFMU5VVy9mdjB3ZCs1Y2xlM2FPaDZTa3BMZzYrdXJ0bVRBenM0T3JxNnV3b3dNdVZ5dXNod2pOVFVWaG9hR1FtYi9UcDA2cWVWN0lDb3VEUGlKaUlpSXFOUTdjK1lNSGoxNmhLRkRoMzd3dWNMRHcrSHU3bzVPblRyQnhjVkY1VG01WEE2WlRJYU1qQXhNbXpZTmQrN2NnWWVIQjZwVXFZS1dMVnRxUGFjeWNWN256cDBMSFBCckM0RGJ0bTJyOVppT0hUdXFQRjYzYnAzYWxIaUpSSUtCQXdkaXdJQUJPSHIwS05hdlg0OXg0OFlCQUhyMzdvMFdMVnJrMnpaTnl3c0t1b1lmQUtwV3JZckpreWRqMWFwVkdEUm9FUFQwOUJBUkVhR3l6NU1uVHpCOCtIQzE3UUJVZ24zbFZQc0ZDeFlnTkRSVVNOaW5yNitQZGV2V3djbkpDV1BHaklHVmxSVzh2YjNWS2lBb2RlN2NHWUQya1hsdHY0K1VsQlI0ZUhnSWozZnYzaTE4QnVmT25jUENoUXNSSEJ5TWN1WEs0ZG16Wnhnd1lBRGMzTnlFcFFaWHIxN0Y0Y09INGVMaW9sTGVqNmc0TU9BbklpSWlvaExqNStmM1FjZUxSQ0w4OE1NUHVILy9QalpzMklBSER4N0F6YzJ0eUlIVHZYdjNNSHYyYkFEWmRlcTdkZXNHcVZRS3FWUUttVXdHbVV3bTdLdW5wd2VKUkFKZFhWM01talVML3Y3K3FGKy92dkI4ZW5vNkFNRE56UTBQSHo1RW56NTlOSzZiMStibzBhUEN6MUtwRks2dXJxaGF0U29XTEZEUGk1aVFrSURCZ3dmandJRURrRWdrd3ZhY1N4Rnlrc3ZsaUlxS1FsaFlHT0xpNGxDdlhqMFlHQmdnT0RnWUZ5OWV4TEJodzlDelowK3R3WEZ4K1B2dnZ5RVdpN0Z2M3o3VXFsVUwvZnIxVXhrdFY4NWkwUFllbEpRajd4RVJFZmo1NTUvUnRXdFhLQlFLbkQxN0ZyNit2a2hOVFVYdDJyWHg2TkVqZUhwNll1VElrYWhidDY3YWVjNmZQNi94L0k4ZlA0YXpzN1BXNTNPTzNrZEZSU0UwTkJSejVzd0JBTlN2WHg5djNyekJvVU9IMEw5L2Y5U29VUU0yTmpiNDVaZGY4TjEzMzBGSFJ3Zk5temZINnRXckVSd2NYS1JxRlVSNVljQlBSRVJFUkNYR3g4Zm5nNDVYQnZ3alJveUF1Yms1RmkxYWhJU0VCSGg2ZWhZcFdLMWZ2ejZHRFJ1R0tsV3FvR0xGaWpBMk5oYkt2NVVyVnc2R2hvYkNQMldnZCtYS0ZZd1pNd2J1N3U0SURBd1V0aDg3ZGd4QWR1RHY0K05UNkRYZ2xTcFZRbnA2T3M2ZE93Yy9QejhrSkNSZzVjcVZHcWZiWjJabUFzZ2VaZGMwUFZ3dWwrUHg0OGU0ZmZzMm9xS2ljTzdjT2J4Ky9ScVdscGFZTTJjTyt2YnRDNUZJaEFzWExtRExsaTFZdm53NWZIMTk0ZXpzRENjbko1aWFtZ0lBV3JWcUJhbFVtbWU3ODFyZnJ3ek8vL2pqRHh3OWVoVGUzdDY0ZnYwNlBEMDlzWFBuVG5UcDBnVzJ0cmFvV3JVcUpCSUovdnp6VDd4NDhRSnl1Unh5dVJ5Wm1abVF5V1RJeXNwQ3c0WU5BV1QvSDJqVXFCRldyRmdCcVZRS1B6OC9IRHg0RUUrZVBNR1hYMzRKZjM5L05HM2FGTUhCd2ZEMjlrWllXQmhzYlczUnZuMTcyTnZibzJIRGhraE5UZFhhWm1YSGpiS01vRFlHQmdidzhQQ0FqWTBOK3ZidEN3Q29YTGt5bWpadGlzT0hEd3RsREFjT0hJaDU4K1loS2lvS0xWcTBRTjI2ZGZIOTk5L0QzOThmdlhyMStpVFZKK2pmZy8rYmlJaUlpS2pFRkNVaG16WTlldlNBbnA0ZTFxeFpnNWN2WHdxbDNnckwxZFcxVVB2YjJkbGgyYkpsYU5hc21jcG83OWRmZjQyTWpBek1talVyenpKdzJraWxVdlRyMXc4SkNRbm8yTEVqMXF4WlUrUlNnTHQyN2NLYU5Xc0FaSzlWYjlPbURUcDM3Z3hIUjBlVk5yZHMyUkl0VzdaRVpHUWtObS9lREI4ZkgwZ2tFbUdweE83ZHV6KzQvbnhNVEF5V0xsMktpUk1ud3NIQkFRNE9EdWpldlR1Q2c0Tng0Y0lGQkFVRjRkMjdkNURMNVZBb0ZCcGZyM3YzN2xpeVpBa0FvSC8vL3VqVnF4Y3VYTGdBVjFkWGlNVml0R3ZYRHU3dTdtaldySmx3VE8vZXZkR2xTeGVFaElSZzM3NTkyTEJoQXlaTW1JQ2twS1FDL2M1ekw1ZkliZnIwNlhqNThpVUNBZ0pVUHRPMmJkdGk3OTY5UWpuQmpoMDdJakF3RU8vZXZSUDJHVFZxRkE0ZVBJaUxGeStpVmF0VytiYUZxS0IwOHQrRmlJaUlpS2hnTGwzS2pzNUtzaUpaV2xwYXFVbUNkdlhxVlZTclZrMXJJUC80OFdPWW1abmxPNjA5S3lzTFQ1OCtSYzJhTmRXU3lBSFpuUWVob2FGbzBxUUo2dFdycHhLUTV1WENoUXRvM3J4NXNhNHRsOHZsT0hic0dMcDA2VktvNDNJRy96bzZPaHJmNTdsejUyQnJhNXZ2NXdWa0orT3p0cll1OEdkUmtQYmR1blVMalJzM1Z0bXVEUFR6ODg4Ly8yaGNha0NsMjkyN1FFb0tvRkRnbStiTmRTSSs5ZXN6NENjaUlpS2lZdk01QlB4RVJKK0xrZzc0aTZjN2k0aUlpSWlJaUlnK0t3ejRpWWlJaUlpSWlNb2dCdnhFUkVSRVJFUkVaUkFEZmlJaUlpSWlJcUl5aUFFL0VSRVJFUkVSVVJuRWdKK0lpSWlJaUlpb0RHTEFUMFJFUkVSRVJGUUdNZUFuSWlJaUlpSWlLb1AwU3JvQlJFUkVSRlQyM0xwVjBpMGdJaXA1NzkrWDdPc3o0Q2NpSWlLaTRoUUx3TEtrYjNLSmlENG5JaEhpU3VKMUdmQVRFUkVSVWJFUmkyR1RrWUg2SmQwT0lxTFBoVnlPRnkxYjZwUkl3RTl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VWF2MGY2MjBpUlY5T0t2VUFBQUFBU1VWT1JLNUNZSUk9IiwKICAgIlRoZW1lIiA6ICIiLAogICAiVHlwZSIgOiAiZmxvdyIsCiAgICJWZXJzaW9uIiA6ICI3Igp9Cg=="/>
    </extobj>
  </extobjs>
</s:customData>
</file>

<file path=customXml/itemProps117.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13433</Words>
  <Application>WPS 演示</Application>
  <PresentationFormat>宽屏</PresentationFormat>
  <Paragraphs>952</Paragraphs>
  <Slides>47</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47</vt:i4>
      </vt:variant>
    </vt:vector>
  </HeadingPairs>
  <TitlesOfParts>
    <vt:vector size="65" baseType="lpstr">
      <vt:lpstr>Arial</vt:lpstr>
      <vt:lpstr>宋体</vt:lpstr>
      <vt:lpstr>Wingdings</vt:lpstr>
      <vt:lpstr>微软雅黑</vt:lpstr>
      <vt:lpstr>幼圆</vt:lpstr>
      <vt:lpstr>U.S. 101</vt:lpstr>
      <vt:lpstr>Segoe Print</vt:lpstr>
      <vt:lpstr>Roboto</vt:lpstr>
      <vt:lpstr>Times New Roman</vt:lpstr>
      <vt:lpstr>Open Sans Light</vt:lpstr>
      <vt:lpstr>微软雅黑 Light</vt:lpstr>
      <vt:lpstr>Corbel</vt:lpstr>
      <vt:lpstr>黑体</vt:lpstr>
      <vt:lpstr>Arial Unicode MS</vt:lpstr>
      <vt:lpstr>Calibri</vt:lpstr>
      <vt:lpstr>Wingdings</vt:lpstr>
      <vt:lpstr>华文细黑</vt:lpstr>
      <vt:lpstr>Office 主题</vt:lpstr>
      <vt:lpstr>PowerPoint 演示文稿</vt:lpstr>
      <vt:lpstr>PowerPoint 演示文稿</vt:lpstr>
      <vt:lpstr>PowerPoint 演示文稿</vt:lpstr>
      <vt:lpstr>小节概要</vt:lpstr>
      <vt:lpstr>7.2、安全计算环境实践 </vt:lpstr>
      <vt:lpstr>安全计算环境 </vt:lpstr>
      <vt:lpstr>安全计算环境 </vt:lpstr>
      <vt:lpstr>网络安全建设时， 针对设备类的身份鉴别如何进行实践？</vt:lpstr>
      <vt:lpstr>身份鉴别实践</vt:lpstr>
      <vt:lpstr>堡垒机介绍 </vt:lpstr>
      <vt:lpstr>网络安全建设时， 针对设备类的访问控制如何进行实践？</vt:lpstr>
      <vt:lpstr>访问控制实践 </vt:lpstr>
      <vt:lpstr>访问控制实践 </vt:lpstr>
      <vt:lpstr>安全计算环境的安全审计主要针对服务器操作系统、数据库和应用组件、安全设备、交换机等设备自身操作日志。 网络安全建设时应关注下列两部分内容：</vt:lpstr>
      <vt:lpstr>安全审计实践 </vt:lpstr>
      <vt:lpstr>安全审计实践 </vt:lpstr>
      <vt:lpstr>PowerPoint 演示文稿</vt:lpstr>
      <vt:lpstr>PowerPoint 演示文稿</vt:lpstr>
      <vt:lpstr>PowerPoint 演示文稿</vt:lpstr>
      <vt:lpstr>PowerPoint 演示文稿</vt:lpstr>
      <vt:lpstr>网络安全建设时， 针对操作系统层面的恶意代码如何进行防范？</vt:lpstr>
      <vt:lpstr>7.3、设备类安全基线 </vt:lpstr>
      <vt:lpstr>7.3、设备类安全基线 </vt:lpstr>
      <vt:lpstr>7.3、设备类安全基线 </vt:lpstr>
      <vt:lpstr>PowerPoint 演示文稿</vt:lpstr>
      <vt:lpstr>7.3、设备类安全基线 </vt:lpstr>
      <vt:lpstr>PowerPoint 演示文稿</vt:lpstr>
      <vt:lpstr>7.3、设备类安全基线 </vt:lpstr>
      <vt:lpstr>7.3、设备类安全基线 </vt:lpstr>
      <vt:lpstr>7.3、设备类安全基线 </vt:lpstr>
      <vt:lpstr>7.3、设备类安全基线 </vt:lpstr>
      <vt:lpstr>7.3、设备类安全基线 </vt:lpstr>
      <vt:lpstr>7.3、设备类安全基线 </vt:lpstr>
      <vt:lpstr>7.3、设备类安全基线</vt:lpstr>
      <vt:lpstr>PowerPoint 演示文稿</vt:lpstr>
      <vt:lpstr>7.3、设备类安全基线 </vt:lpstr>
      <vt:lpstr>2 ）数据库用户及权限管理 </vt:lpstr>
      <vt:lpstr>2 ）数据库用户及权限管理 </vt:lpstr>
      <vt:lpstr>PowerPoint 演示文稿</vt:lpstr>
      <vt:lpstr>7.3、设备类安全基线 </vt:lpstr>
      <vt:lpstr>7.3、设备类安全基线</vt:lpstr>
      <vt:lpstr>7.3、设备类安全基线 </vt:lpstr>
      <vt:lpstr>7.3、设备类安全基线 </vt:lpstr>
      <vt:lpstr>7.3、设备类安全基线 </vt:lpstr>
      <vt:lpstr>课堂小结</vt:lpstr>
      <vt:lpstr>作业布置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模板使用说明页</dc:title>
  <dc:creator>123</dc:creator>
  <cp:lastModifiedBy>202603</cp:lastModifiedBy>
  <cp:revision>136</cp:revision>
  <dcterms:created xsi:type="dcterms:W3CDTF">2019-12-17T06:51:00Z</dcterms:created>
  <dcterms:modified xsi:type="dcterms:W3CDTF">2026-09-22T09:03:08Z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76CC55C1F0034EB1852011D61AA69C72_13</vt:lpwstr>
  </property>
</Properties>
</file>