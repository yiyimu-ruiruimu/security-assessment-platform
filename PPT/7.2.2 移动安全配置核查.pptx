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1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0.svg" ContentType="image/svg+xml"/>
  <Override PartName="/ppt/media/image12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5.svg" ContentType="image/svg+xml"/>
  <Override PartName="/ppt/media/image50.svg" ContentType="image/svg+xml"/>
  <Override PartName="/ppt/media/image52.svg" ContentType="image/svg+xml"/>
  <Override PartName="/ppt/media/image59.svg" ContentType="image/svg+xml"/>
  <Override PartName="/ppt/media/image65.svg" ContentType="image/svg+xml"/>
  <Override PartName="/ppt/media/image68.svg" ContentType="image/svg+xml"/>
  <Override PartName="/ppt/media/image70.svg" ContentType="image/svg+xml"/>
  <Override PartName="/ppt/media/image73.svg" ContentType="image/svg+xml"/>
  <Override PartName="/ppt/media/image75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3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2" r:id="rId5"/>
    <p:sldId id="265" r:id="rId6"/>
    <p:sldId id="268" r:id="rId7"/>
    <p:sldId id="271" r:id="rId8"/>
    <p:sldId id="274" r:id="rId9"/>
    <p:sldId id="277" r:id="rId10"/>
    <p:sldId id="280" r:id="rId11"/>
    <p:sldId id="289" r:id="rId12"/>
    <p:sldId id="283" r:id="rId13"/>
    <p:sldId id="286" r:id="rId14"/>
    <p:sldId id="292" r:id="rId15"/>
    <p:sldId id="295" r:id="rId16"/>
    <p:sldId id="298" r:id="rId17"/>
    <p:sldId id="301" r:id="rId18"/>
    <p:sldId id="304" r:id="rId19"/>
    <p:sldId id="307" r:id="rId20"/>
    <p:sldId id="310" r:id="rId21"/>
    <p:sldId id="313" r:id="rId22"/>
    <p:sldId id="316" r:id="rId23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479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notesMasters/_rels/notes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478.xml"/><Relationship Id="rId5" Type="http://schemas.openxmlformats.org/officeDocument/2006/relationships/tags" Target="../tags/tag477.xml"/><Relationship Id="rId4" Type="http://schemas.openxmlformats.org/officeDocument/2006/relationships/tags" Target="../tags/tag476.xml"/><Relationship Id="rId3" Type="http://schemas.openxmlformats.org/officeDocument/2006/relationships/tags" Target="../tags/tag475.xml"/><Relationship Id="rId2" Type="http://schemas.openxmlformats.org/officeDocument/2006/relationships/tags" Target="../tags/tag474.xml"/><Relationship Id="rId1" Type="http://schemas.openxmlformats.org/officeDocument/2006/relationships/tags" Target="../tags/tag47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2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3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5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5" Type="http://schemas.openxmlformats.org/officeDocument/2006/relationships/tags" Target="../tags/tag300.xml"/><Relationship Id="rId4" Type="http://schemas.openxmlformats.org/officeDocument/2006/relationships/tags" Target="../tags/tag299.xml"/><Relationship Id="rId3" Type="http://schemas.openxmlformats.org/officeDocument/2006/relationships/tags" Target="../tags/tag298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3" Type="http://schemas.openxmlformats.org/officeDocument/2006/relationships/tags" Target="../tags/tag321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5" Type="http://schemas.openxmlformats.org/officeDocument/2006/relationships/tags" Target="../tags/tag345.xml"/><Relationship Id="rId4" Type="http://schemas.openxmlformats.org/officeDocument/2006/relationships/tags" Target="../tags/tag344.xml"/><Relationship Id="rId3" Type="http://schemas.openxmlformats.org/officeDocument/2006/relationships/tags" Target="../tags/tag343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5" Type="http://schemas.openxmlformats.org/officeDocument/2006/relationships/tags" Target="../tags/tag392.xml"/><Relationship Id="rId4" Type="http://schemas.openxmlformats.org/officeDocument/2006/relationships/tags" Target="../tags/tag391.xml"/><Relationship Id="rId3" Type="http://schemas.openxmlformats.org/officeDocument/2006/relationships/tags" Target="../tags/tag39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5" Type="http://schemas.openxmlformats.org/officeDocument/2006/relationships/tags" Target="../tags/tag441.xml"/><Relationship Id="rId4" Type="http://schemas.openxmlformats.org/officeDocument/2006/relationships/tags" Target="../tags/tag440.xml"/><Relationship Id="rId3" Type="http://schemas.openxmlformats.org/officeDocument/2006/relationships/tags" Target="../tags/tag439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5" Type="http://schemas.openxmlformats.org/officeDocument/2006/relationships/tags" Target="../tags/tag467.xml"/><Relationship Id="rId4" Type="http://schemas.openxmlformats.org/officeDocument/2006/relationships/tags" Target="../tags/tag466.xml"/><Relationship Id="rId3" Type="http://schemas.openxmlformats.org/officeDocument/2006/relationships/tags" Target="../tags/tag465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5" Type="http://schemas.openxmlformats.org/officeDocument/2006/relationships/tags" Target="../tags/tag472.xml"/><Relationship Id="rId4" Type="http://schemas.openxmlformats.org/officeDocument/2006/relationships/tags" Target="../tags/tag471.xml"/><Relationship Id="rId3" Type="http://schemas.openxmlformats.org/officeDocument/2006/relationships/tags" Target="../tags/tag470.xm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3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6" Type="http://schemas.openxmlformats.org/officeDocument/2006/relationships/notesSlide" Target="../notesSlides/notesSlide1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tags" Target="../tags/tag13.xml"/><Relationship Id="rId20" Type="http://schemas.openxmlformats.org/officeDocument/2006/relationships/image" Target="../media/image8.png"/><Relationship Id="rId2" Type="http://schemas.openxmlformats.org/officeDocument/2006/relationships/image" Target="../media/image1.png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7.png"/><Relationship Id="rId16" Type="http://schemas.openxmlformats.org/officeDocument/2006/relationships/tags" Target="../tags/tag10.xml"/><Relationship Id="rId15" Type="http://schemas.openxmlformats.org/officeDocument/2006/relationships/image" Target="../media/image6.png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5.png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image" Target="../media/image10.png"/><Relationship Id="rId3" Type="http://schemas.openxmlformats.org/officeDocument/2006/relationships/tags" Target="../tags/tag21.xml"/><Relationship Id="rId2" Type="http://schemas.openxmlformats.org/officeDocument/2006/relationships/image" Target="../media/image9.pn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image" Target="../media/image12.png"/><Relationship Id="rId5" Type="http://schemas.openxmlformats.org/officeDocument/2006/relationships/tags" Target="../tags/tag37.xml"/><Relationship Id="rId4" Type="http://schemas.openxmlformats.org/officeDocument/2006/relationships/image" Target="../media/image11.png"/><Relationship Id="rId36" Type="http://schemas.openxmlformats.org/officeDocument/2006/relationships/notesSlide" Target="../notesSlides/notesSlide3.xml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55.xml"/><Relationship Id="rId33" Type="http://schemas.openxmlformats.org/officeDocument/2006/relationships/tags" Target="../tags/tag54.xml"/><Relationship Id="rId32" Type="http://schemas.openxmlformats.org/officeDocument/2006/relationships/image" Target="../media/image22.svg"/><Relationship Id="rId31" Type="http://schemas.openxmlformats.org/officeDocument/2006/relationships/image" Target="../media/image21.png"/><Relationship Id="rId30" Type="http://schemas.openxmlformats.org/officeDocument/2006/relationships/tags" Target="../tags/tag53.xml"/><Relationship Id="rId3" Type="http://schemas.openxmlformats.org/officeDocument/2006/relationships/tags" Target="../tags/tag36.xml"/><Relationship Id="rId29" Type="http://schemas.openxmlformats.org/officeDocument/2006/relationships/tags" Target="../tags/tag52.xml"/><Relationship Id="rId28" Type="http://schemas.openxmlformats.org/officeDocument/2006/relationships/image" Target="../media/image20.png"/><Relationship Id="rId27" Type="http://schemas.openxmlformats.org/officeDocument/2006/relationships/tags" Target="../tags/tag51.xml"/><Relationship Id="rId26" Type="http://schemas.openxmlformats.org/officeDocument/2006/relationships/image" Target="../media/image19.svg"/><Relationship Id="rId25" Type="http://schemas.openxmlformats.org/officeDocument/2006/relationships/image" Target="../media/image18.png"/><Relationship Id="rId24" Type="http://schemas.openxmlformats.org/officeDocument/2006/relationships/tags" Target="../tags/tag50.xml"/><Relationship Id="rId23" Type="http://schemas.openxmlformats.org/officeDocument/2006/relationships/tags" Target="../tags/tag49.xml"/><Relationship Id="rId22" Type="http://schemas.openxmlformats.org/officeDocument/2006/relationships/tags" Target="../tags/tag48.xml"/><Relationship Id="rId21" Type="http://schemas.openxmlformats.org/officeDocument/2006/relationships/tags" Target="../tags/tag47.xml"/><Relationship Id="rId20" Type="http://schemas.openxmlformats.org/officeDocument/2006/relationships/image" Target="../media/image17.svg"/><Relationship Id="rId2" Type="http://schemas.openxmlformats.org/officeDocument/2006/relationships/image" Target="../media/image9.png"/><Relationship Id="rId19" Type="http://schemas.openxmlformats.org/officeDocument/2006/relationships/image" Target="../media/image16.png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image" Target="../media/image15.svg"/><Relationship Id="rId13" Type="http://schemas.openxmlformats.org/officeDocument/2006/relationships/image" Target="../media/image14.png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image" Target="../media/image12.png"/><Relationship Id="rId5" Type="http://schemas.openxmlformats.org/officeDocument/2006/relationships/tags" Target="../tags/tag61.xml"/><Relationship Id="rId4" Type="http://schemas.openxmlformats.org/officeDocument/2006/relationships/image" Target="../media/image11.png"/><Relationship Id="rId37" Type="http://schemas.openxmlformats.org/officeDocument/2006/relationships/notesSlide" Target="../notesSlides/notesSlide4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83.xml"/><Relationship Id="rId34" Type="http://schemas.openxmlformats.org/officeDocument/2006/relationships/tags" Target="../tags/tag82.xml"/><Relationship Id="rId33" Type="http://schemas.openxmlformats.org/officeDocument/2006/relationships/tags" Target="../tags/tag81.xml"/><Relationship Id="rId32" Type="http://schemas.openxmlformats.org/officeDocument/2006/relationships/tags" Target="../tags/tag80.xml"/><Relationship Id="rId31" Type="http://schemas.openxmlformats.org/officeDocument/2006/relationships/tags" Target="../tags/tag79.xml"/><Relationship Id="rId30" Type="http://schemas.openxmlformats.org/officeDocument/2006/relationships/tags" Target="../tags/tag78.xml"/><Relationship Id="rId3" Type="http://schemas.openxmlformats.org/officeDocument/2006/relationships/tags" Target="../tags/tag60.xml"/><Relationship Id="rId29" Type="http://schemas.openxmlformats.org/officeDocument/2006/relationships/tags" Target="../tags/tag77.xml"/><Relationship Id="rId28" Type="http://schemas.openxmlformats.org/officeDocument/2006/relationships/tags" Target="../tags/tag76.xml"/><Relationship Id="rId27" Type="http://schemas.openxmlformats.org/officeDocument/2006/relationships/tags" Target="../tags/tag75.xml"/><Relationship Id="rId26" Type="http://schemas.openxmlformats.org/officeDocument/2006/relationships/tags" Target="../tags/tag74.xml"/><Relationship Id="rId25" Type="http://schemas.openxmlformats.org/officeDocument/2006/relationships/tags" Target="../tags/tag73.xml"/><Relationship Id="rId24" Type="http://schemas.openxmlformats.org/officeDocument/2006/relationships/image" Target="../media/image29.svg"/><Relationship Id="rId23" Type="http://schemas.openxmlformats.org/officeDocument/2006/relationships/image" Target="../media/image28.png"/><Relationship Id="rId22" Type="http://schemas.openxmlformats.org/officeDocument/2006/relationships/tags" Target="../tags/tag72.xml"/><Relationship Id="rId21" Type="http://schemas.openxmlformats.org/officeDocument/2006/relationships/tags" Target="../tags/tag71.xml"/><Relationship Id="rId20" Type="http://schemas.openxmlformats.org/officeDocument/2006/relationships/tags" Target="../tags/tag70.xml"/><Relationship Id="rId2" Type="http://schemas.openxmlformats.org/officeDocument/2006/relationships/image" Target="../media/image9.png"/><Relationship Id="rId19" Type="http://schemas.openxmlformats.org/officeDocument/2006/relationships/tags" Target="../tags/tag69.xml"/><Relationship Id="rId18" Type="http://schemas.openxmlformats.org/officeDocument/2006/relationships/tags" Target="../tags/tag68.xml"/><Relationship Id="rId17" Type="http://schemas.openxmlformats.org/officeDocument/2006/relationships/image" Target="../media/image27.svg"/><Relationship Id="rId16" Type="http://schemas.openxmlformats.org/officeDocument/2006/relationships/image" Target="../media/image26.png"/><Relationship Id="rId15" Type="http://schemas.openxmlformats.org/officeDocument/2006/relationships/tags" Target="../tags/tag67.xml"/><Relationship Id="rId14" Type="http://schemas.openxmlformats.org/officeDocument/2006/relationships/image" Target="../media/image25.svg"/><Relationship Id="rId13" Type="http://schemas.openxmlformats.org/officeDocument/2006/relationships/image" Target="../media/image24.png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image" Target="../media/image23.png"/><Relationship Id="rId1" Type="http://schemas.openxmlformats.org/officeDocument/2006/relationships/tags" Target="../tags/tag5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image" Target="../media/image12.png"/><Relationship Id="rId5" Type="http://schemas.openxmlformats.org/officeDocument/2006/relationships/tags" Target="../tags/tag89.xml"/><Relationship Id="rId4" Type="http://schemas.openxmlformats.org/officeDocument/2006/relationships/image" Target="../media/image11.png"/><Relationship Id="rId3" Type="http://schemas.openxmlformats.org/officeDocument/2006/relationships/tags" Target="../tags/tag88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100.xml"/><Relationship Id="rId24" Type="http://schemas.openxmlformats.org/officeDocument/2006/relationships/tags" Target="../tags/tag99.xml"/><Relationship Id="rId23" Type="http://schemas.openxmlformats.org/officeDocument/2006/relationships/image" Target="../media/image37.svg"/><Relationship Id="rId22" Type="http://schemas.openxmlformats.org/officeDocument/2006/relationships/image" Target="../media/image36.png"/><Relationship Id="rId21" Type="http://schemas.openxmlformats.org/officeDocument/2006/relationships/tags" Target="../tags/tag98.xml"/><Relationship Id="rId20" Type="http://schemas.openxmlformats.org/officeDocument/2006/relationships/tags" Target="../tags/tag97.xml"/><Relationship Id="rId2" Type="http://schemas.openxmlformats.org/officeDocument/2006/relationships/image" Target="../media/image9.png"/><Relationship Id="rId19" Type="http://schemas.openxmlformats.org/officeDocument/2006/relationships/tags" Target="../tags/tag96.xml"/><Relationship Id="rId18" Type="http://schemas.openxmlformats.org/officeDocument/2006/relationships/image" Target="../media/image35.svg"/><Relationship Id="rId17" Type="http://schemas.openxmlformats.org/officeDocument/2006/relationships/image" Target="../media/image34.png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image" Target="../media/image33.svg"/><Relationship Id="rId12" Type="http://schemas.openxmlformats.org/officeDocument/2006/relationships/image" Target="../media/image32.png"/><Relationship Id="rId11" Type="http://schemas.openxmlformats.org/officeDocument/2006/relationships/tags" Target="../tags/tag92.xml"/><Relationship Id="rId10" Type="http://schemas.openxmlformats.org/officeDocument/2006/relationships/image" Target="../media/image31.svg"/><Relationship Id="rId1" Type="http://schemas.openxmlformats.org/officeDocument/2006/relationships/tags" Target="../tags/tag8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image" Target="../media/image12.png"/><Relationship Id="rId5" Type="http://schemas.openxmlformats.org/officeDocument/2006/relationships/tags" Target="../tags/tag106.xml"/><Relationship Id="rId4" Type="http://schemas.openxmlformats.org/officeDocument/2006/relationships/image" Target="../media/image11.png"/><Relationship Id="rId3" Type="http://schemas.openxmlformats.org/officeDocument/2006/relationships/tags" Target="../tags/tag105.xml"/><Relationship Id="rId2" Type="http://schemas.openxmlformats.org/officeDocument/2006/relationships/image" Target="../media/image9.png"/><Relationship Id="rId18" Type="http://schemas.openxmlformats.org/officeDocument/2006/relationships/notesSlide" Target="../notesSlides/notesSlide6.xml"/><Relationship Id="rId17" Type="http://schemas.openxmlformats.org/officeDocument/2006/relationships/vmlDrawing" Target="../drawings/vmlDrawing1.v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40.wmf"/><Relationship Id="rId14" Type="http://schemas.openxmlformats.org/officeDocument/2006/relationships/package" Target="../embeddings/Document1.docx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image" Target="../media/image39.svg"/><Relationship Id="rId10" Type="http://schemas.openxmlformats.org/officeDocument/2006/relationships/image" Target="../media/image38.png"/><Relationship Id="rId1" Type="http://schemas.openxmlformats.org/officeDocument/2006/relationships/tags" Target="../tags/tag10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image" Target="../media/image12.png"/><Relationship Id="rId5" Type="http://schemas.openxmlformats.org/officeDocument/2006/relationships/tags" Target="../tags/tag117.xml"/><Relationship Id="rId4" Type="http://schemas.openxmlformats.org/officeDocument/2006/relationships/image" Target="../media/image11.png"/><Relationship Id="rId3" Type="http://schemas.openxmlformats.org/officeDocument/2006/relationships/tags" Target="../tags/tag116.xml"/><Relationship Id="rId2" Type="http://schemas.openxmlformats.org/officeDocument/2006/relationships/image" Target="../media/image9.pn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2.xml"/><Relationship Id="rId11" Type="http://schemas.openxmlformats.org/officeDocument/2006/relationships/tags" Target="../tags/tag121.xml"/><Relationship Id="rId10" Type="http://schemas.openxmlformats.org/officeDocument/2006/relationships/tags" Target="../tags/tag120.xml"/><Relationship Id="rId1" Type="http://schemas.openxmlformats.org/officeDocument/2006/relationships/tags" Target="../tags/tag11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image" Target="../media/image12.png"/><Relationship Id="rId53" Type="http://schemas.openxmlformats.org/officeDocument/2006/relationships/notesSlide" Target="../notesSlides/notesSlide8.xml"/><Relationship Id="rId52" Type="http://schemas.openxmlformats.org/officeDocument/2006/relationships/vmlDrawing" Target="../drawings/vmlDrawing2.vml"/><Relationship Id="rId51" Type="http://schemas.openxmlformats.org/officeDocument/2006/relationships/slideLayout" Target="../slideLayouts/slideLayout1.xml"/><Relationship Id="rId50" Type="http://schemas.openxmlformats.org/officeDocument/2006/relationships/image" Target="../media/image47.wmf"/><Relationship Id="rId5" Type="http://schemas.openxmlformats.org/officeDocument/2006/relationships/tags" Target="../tags/tag128.xml"/><Relationship Id="rId49" Type="http://schemas.openxmlformats.org/officeDocument/2006/relationships/package" Target="../embeddings/Document2.docx"/><Relationship Id="rId48" Type="http://schemas.openxmlformats.org/officeDocument/2006/relationships/tags" Target="../tags/tag165.xml"/><Relationship Id="rId47" Type="http://schemas.openxmlformats.org/officeDocument/2006/relationships/image" Target="../media/image46.png"/><Relationship Id="rId46" Type="http://schemas.openxmlformats.org/officeDocument/2006/relationships/tags" Target="../tags/tag164.xml"/><Relationship Id="rId45" Type="http://schemas.openxmlformats.org/officeDocument/2006/relationships/image" Target="../media/image45.svg"/><Relationship Id="rId44" Type="http://schemas.openxmlformats.org/officeDocument/2006/relationships/image" Target="../media/image44.png"/><Relationship Id="rId43" Type="http://schemas.openxmlformats.org/officeDocument/2006/relationships/tags" Target="../tags/tag163.xml"/><Relationship Id="rId42" Type="http://schemas.openxmlformats.org/officeDocument/2006/relationships/tags" Target="../tags/tag162.xml"/><Relationship Id="rId41" Type="http://schemas.openxmlformats.org/officeDocument/2006/relationships/tags" Target="../tags/tag161.xml"/><Relationship Id="rId40" Type="http://schemas.openxmlformats.org/officeDocument/2006/relationships/tags" Target="../tags/tag160.xml"/><Relationship Id="rId4" Type="http://schemas.openxmlformats.org/officeDocument/2006/relationships/image" Target="../media/image11.png"/><Relationship Id="rId39" Type="http://schemas.openxmlformats.org/officeDocument/2006/relationships/tags" Target="../tags/tag159.xml"/><Relationship Id="rId38" Type="http://schemas.openxmlformats.org/officeDocument/2006/relationships/tags" Target="../tags/tag158.xml"/><Relationship Id="rId37" Type="http://schemas.openxmlformats.org/officeDocument/2006/relationships/tags" Target="../tags/tag157.xml"/><Relationship Id="rId36" Type="http://schemas.openxmlformats.org/officeDocument/2006/relationships/tags" Target="../tags/tag156.xml"/><Relationship Id="rId35" Type="http://schemas.openxmlformats.org/officeDocument/2006/relationships/tags" Target="../tags/tag155.xml"/><Relationship Id="rId34" Type="http://schemas.openxmlformats.org/officeDocument/2006/relationships/tags" Target="../tags/tag154.xml"/><Relationship Id="rId33" Type="http://schemas.openxmlformats.org/officeDocument/2006/relationships/tags" Target="../tags/tag153.xml"/><Relationship Id="rId32" Type="http://schemas.openxmlformats.org/officeDocument/2006/relationships/tags" Target="../tags/tag152.xml"/><Relationship Id="rId31" Type="http://schemas.openxmlformats.org/officeDocument/2006/relationships/tags" Target="../tags/tag151.xml"/><Relationship Id="rId30" Type="http://schemas.openxmlformats.org/officeDocument/2006/relationships/tags" Target="../tags/tag150.xml"/><Relationship Id="rId3" Type="http://schemas.openxmlformats.org/officeDocument/2006/relationships/tags" Target="../tags/tag127.xml"/><Relationship Id="rId29" Type="http://schemas.openxmlformats.org/officeDocument/2006/relationships/tags" Target="../tags/tag149.xml"/><Relationship Id="rId28" Type="http://schemas.openxmlformats.org/officeDocument/2006/relationships/tags" Target="../tags/tag148.xml"/><Relationship Id="rId27" Type="http://schemas.openxmlformats.org/officeDocument/2006/relationships/tags" Target="../tags/tag147.xml"/><Relationship Id="rId26" Type="http://schemas.openxmlformats.org/officeDocument/2006/relationships/tags" Target="../tags/tag146.xml"/><Relationship Id="rId25" Type="http://schemas.openxmlformats.org/officeDocument/2006/relationships/tags" Target="../tags/tag145.xml"/><Relationship Id="rId24" Type="http://schemas.openxmlformats.org/officeDocument/2006/relationships/tags" Target="../tags/tag144.xml"/><Relationship Id="rId23" Type="http://schemas.openxmlformats.org/officeDocument/2006/relationships/tags" Target="../tags/tag143.xml"/><Relationship Id="rId22" Type="http://schemas.openxmlformats.org/officeDocument/2006/relationships/tags" Target="../tags/tag142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openxmlformats.org/officeDocument/2006/relationships/image" Target="../media/image9.png"/><Relationship Id="rId19" Type="http://schemas.openxmlformats.org/officeDocument/2006/relationships/tags" Target="../tags/tag139.xml"/><Relationship Id="rId18" Type="http://schemas.openxmlformats.org/officeDocument/2006/relationships/tags" Target="../tags/tag138.xml"/><Relationship Id="rId17" Type="http://schemas.openxmlformats.org/officeDocument/2006/relationships/tags" Target="../tags/tag137.xml"/><Relationship Id="rId16" Type="http://schemas.openxmlformats.org/officeDocument/2006/relationships/tags" Target="../tags/tag136.xml"/><Relationship Id="rId15" Type="http://schemas.openxmlformats.org/officeDocument/2006/relationships/tags" Target="../tags/tag135.xml"/><Relationship Id="rId14" Type="http://schemas.openxmlformats.org/officeDocument/2006/relationships/image" Target="../media/image43.png"/><Relationship Id="rId13" Type="http://schemas.openxmlformats.org/officeDocument/2006/relationships/tags" Target="../tags/tag134.xml"/><Relationship Id="rId12" Type="http://schemas.openxmlformats.org/officeDocument/2006/relationships/image" Target="../media/image42.png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tags" Target="../tags/tag12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package" Target="../embeddings/Document3.docx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image" Target="../media/image12.png"/><Relationship Id="rId5" Type="http://schemas.openxmlformats.org/officeDocument/2006/relationships/tags" Target="../tags/tag171.xml"/><Relationship Id="rId4" Type="http://schemas.openxmlformats.org/officeDocument/2006/relationships/image" Target="../media/image11.png"/><Relationship Id="rId3" Type="http://schemas.openxmlformats.org/officeDocument/2006/relationships/tags" Target="../tags/tag170.xml"/><Relationship Id="rId2" Type="http://schemas.openxmlformats.org/officeDocument/2006/relationships/image" Target="../media/image9.png"/><Relationship Id="rId13" Type="http://schemas.openxmlformats.org/officeDocument/2006/relationships/notesSlide" Target="../notesSlides/notesSlide9.xml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8.wmf"/><Relationship Id="rId1" Type="http://schemas.openxmlformats.org/officeDocument/2006/relationships/tags" Target="../tags/tag16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image" Target="../media/image50.svg"/><Relationship Id="rId7" Type="http://schemas.openxmlformats.org/officeDocument/2006/relationships/image" Target="../media/image49.png"/><Relationship Id="rId6" Type="http://schemas.openxmlformats.org/officeDocument/2006/relationships/tags" Target="../tags/tag180.xml"/><Relationship Id="rId51" Type="http://schemas.openxmlformats.org/officeDocument/2006/relationships/notesSlide" Target="../notesSlides/notesSlide10.xml"/><Relationship Id="rId50" Type="http://schemas.openxmlformats.org/officeDocument/2006/relationships/slideLayout" Target="../slideLayouts/slideLayout1.xml"/><Relationship Id="rId5" Type="http://schemas.openxmlformats.org/officeDocument/2006/relationships/tags" Target="../tags/tag179.xml"/><Relationship Id="rId49" Type="http://schemas.openxmlformats.org/officeDocument/2006/relationships/tags" Target="../tags/tag209.xml"/><Relationship Id="rId48" Type="http://schemas.openxmlformats.org/officeDocument/2006/relationships/tags" Target="../tags/tag208.xml"/><Relationship Id="rId47" Type="http://schemas.openxmlformats.org/officeDocument/2006/relationships/tags" Target="../tags/tag207.xml"/><Relationship Id="rId46" Type="http://schemas.openxmlformats.org/officeDocument/2006/relationships/tags" Target="../tags/tag206.xml"/><Relationship Id="rId45" Type="http://schemas.openxmlformats.org/officeDocument/2006/relationships/tags" Target="../tags/tag205.xml"/><Relationship Id="rId44" Type="http://schemas.openxmlformats.org/officeDocument/2006/relationships/tags" Target="../tags/tag204.xml"/><Relationship Id="rId43" Type="http://schemas.openxmlformats.org/officeDocument/2006/relationships/tags" Target="../tags/tag203.xml"/><Relationship Id="rId42" Type="http://schemas.openxmlformats.org/officeDocument/2006/relationships/tags" Target="../tags/tag202.xml"/><Relationship Id="rId41" Type="http://schemas.openxmlformats.org/officeDocument/2006/relationships/tags" Target="../tags/tag201.xml"/><Relationship Id="rId40" Type="http://schemas.openxmlformats.org/officeDocument/2006/relationships/tags" Target="../tags/tag200.xml"/><Relationship Id="rId4" Type="http://schemas.openxmlformats.org/officeDocument/2006/relationships/image" Target="../media/image11.png"/><Relationship Id="rId39" Type="http://schemas.openxmlformats.org/officeDocument/2006/relationships/image" Target="../media/image62.png"/><Relationship Id="rId38" Type="http://schemas.openxmlformats.org/officeDocument/2006/relationships/tags" Target="../tags/tag199.xml"/><Relationship Id="rId37" Type="http://schemas.openxmlformats.org/officeDocument/2006/relationships/image" Target="../media/image61.png"/><Relationship Id="rId36" Type="http://schemas.openxmlformats.org/officeDocument/2006/relationships/tags" Target="../tags/tag198.xml"/><Relationship Id="rId35" Type="http://schemas.openxmlformats.org/officeDocument/2006/relationships/tags" Target="../tags/tag197.xml"/><Relationship Id="rId34" Type="http://schemas.openxmlformats.org/officeDocument/2006/relationships/image" Target="../media/image60.png"/><Relationship Id="rId33" Type="http://schemas.openxmlformats.org/officeDocument/2006/relationships/tags" Target="../tags/tag196.xml"/><Relationship Id="rId32" Type="http://schemas.openxmlformats.org/officeDocument/2006/relationships/tags" Target="../tags/tag195.xml"/><Relationship Id="rId31" Type="http://schemas.openxmlformats.org/officeDocument/2006/relationships/tags" Target="../tags/tag194.xml"/><Relationship Id="rId30" Type="http://schemas.openxmlformats.org/officeDocument/2006/relationships/image" Target="../media/image59.svg"/><Relationship Id="rId3" Type="http://schemas.openxmlformats.org/officeDocument/2006/relationships/tags" Target="../tags/tag178.xml"/><Relationship Id="rId29" Type="http://schemas.openxmlformats.org/officeDocument/2006/relationships/image" Target="../media/image58.png"/><Relationship Id="rId28" Type="http://schemas.openxmlformats.org/officeDocument/2006/relationships/tags" Target="../tags/tag193.xml"/><Relationship Id="rId27" Type="http://schemas.openxmlformats.org/officeDocument/2006/relationships/tags" Target="../tags/tag192.xml"/><Relationship Id="rId26" Type="http://schemas.openxmlformats.org/officeDocument/2006/relationships/tags" Target="../tags/tag191.xml"/><Relationship Id="rId25" Type="http://schemas.openxmlformats.org/officeDocument/2006/relationships/image" Target="../media/image57.png"/><Relationship Id="rId24" Type="http://schemas.openxmlformats.org/officeDocument/2006/relationships/tags" Target="../tags/tag190.xml"/><Relationship Id="rId23" Type="http://schemas.openxmlformats.org/officeDocument/2006/relationships/image" Target="../media/image56.png"/><Relationship Id="rId22" Type="http://schemas.openxmlformats.org/officeDocument/2006/relationships/tags" Target="../tags/tag189.xml"/><Relationship Id="rId21" Type="http://schemas.openxmlformats.org/officeDocument/2006/relationships/tags" Target="../tags/tag188.xml"/><Relationship Id="rId20" Type="http://schemas.openxmlformats.org/officeDocument/2006/relationships/image" Target="../media/image55.png"/><Relationship Id="rId2" Type="http://schemas.openxmlformats.org/officeDocument/2006/relationships/image" Target="../media/image9.png"/><Relationship Id="rId19" Type="http://schemas.openxmlformats.org/officeDocument/2006/relationships/tags" Target="../tags/tag187.xml"/><Relationship Id="rId18" Type="http://schemas.openxmlformats.org/officeDocument/2006/relationships/image" Target="../media/image54.png"/><Relationship Id="rId17" Type="http://schemas.openxmlformats.org/officeDocument/2006/relationships/tags" Target="../tags/tag186.xml"/><Relationship Id="rId16" Type="http://schemas.openxmlformats.org/officeDocument/2006/relationships/tags" Target="../tags/tag185.xml"/><Relationship Id="rId15" Type="http://schemas.openxmlformats.org/officeDocument/2006/relationships/image" Target="../media/image53.png"/><Relationship Id="rId14" Type="http://schemas.openxmlformats.org/officeDocument/2006/relationships/tags" Target="../tags/tag184.xml"/><Relationship Id="rId13" Type="http://schemas.openxmlformats.org/officeDocument/2006/relationships/image" Target="../media/image52.svg"/><Relationship Id="rId12" Type="http://schemas.openxmlformats.org/officeDocument/2006/relationships/image" Target="../media/image51.png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tags" Target="../tags/tag17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png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image" Target="../media/image12.png"/><Relationship Id="rId50" Type="http://schemas.openxmlformats.org/officeDocument/2006/relationships/notesSlide" Target="../notesSlides/notesSlide11.xml"/><Relationship Id="rId5" Type="http://schemas.openxmlformats.org/officeDocument/2006/relationships/tags" Target="../tags/tag215.xml"/><Relationship Id="rId49" Type="http://schemas.openxmlformats.org/officeDocument/2006/relationships/vmlDrawing" Target="../drawings/vmlDrawing4.vml"/><Relationship Id="rId48" Type="http://schemas.openxmlformats.org/officeDocument/2006/relationships/slideLayout" Target="../slideLayouts/slideLayout1.xml"/><Relationship Id="rId47" Type="http://schemas.openxmlformats.org/officeDocument/2006/relationships/image" Target="../media/image71.wmf"/><Relationship Id="rId46" Type="http://schemas.openxmlformats.org/officeDocument/2006/relationships/package" Target="../embeddings/Document4.docx"/><Relationship Id="rId45" Type="http://schemas.openxmlformats.org/officeDocument/2006/relationships/tags" Target="../tags/tag245.xml"/><Relationship Id="rId44" Type="http://schemas.openxmlformats.org/officeDocument/2006/relationships/tags" Target="../tags/tag244.xml"/><Relationship Id="rId43" Type="http://schemas.openxmlformats.org/officeDocument/2006/relationships/image" Target="../media/image70.svg"/><Relationship Id="rId42" Type="http://schemas.openxmlformats.org/officeDocument/2006/relationships/image" Target="../media/image69.png"/><Relationship Id="rId41" Type="http://schemas.openxmlformats.org/officeDocument/2006/relationships/tags" Target="../tags/tag243.xml"/><Relationship Id="rId40" Type="http://schemas.openxmlformats.org/officeDocument/2006/relationships/tags" Target="../tags/tag242.xml"/><Relationship Id="rId4" Type="http://schemas.openxmlformats.org/officeDocument/2006/relationships/image" Target="../media/image11.png"/><Relationship Id="rId39" Type="http://schemas.openxmlformats.org/officeDocument/2006/relationships/tags" Target="../tags/tag241.xml"/><Relationship Id="rId38" Type="http://schemas.openxmlformats.org/officeDocument/2006/relationships/tags" Target="../tags/tag240.xml"/><Relationship Id="rId37" Type="http://schemas.openxmlformats.org/officeDocument/2006/relationships/tags" Target="../tags/tag239.xml"/><Relationship Id="rId36" Type="http://schemas.openxmlformats.org/officeDocument/2006/relationships/tags" Target="../tags/tag238.xml"/><Relationship Id="rId35" Type="http://schemas.openxmlformats.org/officeDocument/2006/relationships/tags" Target="../tags/tag237.xml"/><Relationship Id="rId34" Type="http://schemas.openxmlformats.org/officeDocument/2006/relationships/tags" Target="../tags/tag236.xml"/><Relationship Id="rId33" Type="http://schemas.openxmlformats.org/officeDocument/2006/relationships/tags" Target="../tags/tag235.xml"/><Relationship Id="rId32" Type="http://schemas.openxmlformats.org/officeDocument/2006/relationships/image" Target="../media/image68.svg"/><Relationship Id="rId31" Type="http://schemas.openxmlformats.org/officeDocument/2006/relationships/image" Target="../media/image67.png"/><Relationship Id="rId30" Type="http://schemas.openxmlformats.org/officeDocument/2006/relationships/tags" Target="../tags/tag234.xml"/><Relationship Id="rId3" Type="http://schemas.openxmlformats.org/officeDocument/2006/relationships/tags" Target="../tags/tag214.xml"/><Relationship Id="rId29" Type="http://schemas.openxmlformats.org/officeDocument/2006/relationships/tags" Target="../tags/tag233.xml"/><Relationship Id="rId28" Type="http://schemas.openxmlformats.org/officeDocument/2006/relationships/image" Target="../media/image66.png"/><Relationship Id="rId27" Type="http://schemas.openxmlformats.org/officeDocument/2006/relationships/tags" Target="../tags/tag232.xml"/><Relationship Id="rId26" Type="http://schemas.openxmlformats.org/officeDocument/2006/relationships/tags" Target="../tags/tag231.xml"/><Relationship Id="rId25" Type="http://schemas.openxmlformats.org/officeDocument/2006/relationships/tags" Target="../tags/tag230.xml"/><Relationship Id="rId24" Type="http://schemas.openxmlformats.org/officeDocument/2006/relationships/tags" Target="../tags/tag229.xml"/><Relationship Id="rId23" Type="http://schemas.openxmlformats.org/officeDocument/2006/relationships/tags" Target="../tags/tag228.xml"/><Relationship Id="rId22" Type="http://schemas.openxmlformats.org/officeDocument/2006/relationships/tags" Target="../tags/tag227.xml"/><Relationship Id="rId21" Type="http://schemas.openxmlformats.org/officeDocument/2006/relationships/tags" Target="../tags/tag226.xml"/><Relationship Id="rId20" Type="http://schemas.openxmlformats.org/officeDocument/2006/relationships/tags" Target="../tags/tag225.xml"/><Relationship Id="rId2" Type="http://schemas.openxmlformats.org/officeDocument/2006/relationships/image" Target="../media/image9.png"/><Relationship Id="rId19" Type="http://schemas.openxmlformats.org/officeDocument/2006/relationships/tags" Target="../tags/tag224.xml"/><Relationship Id="rId18" Type="http://schemas.openxmlformats.org/officeDocument/2006/relationships/tags" Target="../tags/tag223.xml"/><Relationship Id="rId17" Type="http://schemas.openxmlformats.org/officeDocument/2006/relationships/tags" Target="../tags/tag222.xml"/><Relationship Id="rId16" Type="http://schemas.openxmlformats.org/officeDocument/2006/relationships/image" Target="../media/image56.png"/><Relationship Id="rId15" Type="http://schemas.openxmlformats.org/officeDocument/2006/relationships/tags" Target="../tags/tag221.xml"/><Relationship Id="rId14" Type="http://schemas.openxmlformats.org/officeDocument/2006/relationships/tags" Target="../tags/tag220.xml"/><Relationship Id="rId13" Type="http://schemas.openxmlformats.org/officeDocument/2006/relationships/image" Target="../media/image65.svg"/><Relationship Id="rId12" Type="http://schemas.openxmlformats.org/officeDocument/2006/relationships/image" Target="../media/image64.png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tags" Target="../tags/tag21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png"/><Relationship Id="rId8" Type="http://schemas.openxmlformats.org/officeDocument/2006/relationships/tags" Target="../tags/tag253.xml"/><Relationship Id="rId7" Type="http://schemas.openxmlformats.org/officeDocument/2006/relationships/tags" Target="../tags/tag252.xml"/><Relationship Id="rId6" Type="http://schemas.openxmlformats.org/officeDocument/2006/relationships/image" Target="../media/image12.png"/><Relationship Id="rId50" Type="http://schemas.openxmlformats.org/officeDocument/2006/relationships/notesSlide" Target="../notesSlides/notesSlide12.xml"/><Relationship Id="rId5" Type="http://schemas.openxmlformats.org/officeDocument/2006/relationships/tags" Target="../tags/tag251.xml"/><Relationship Id="rId49" Type="http://schemas.openxmlformats.org/officeDocument/2006/relationships/slideLayout" Target="../slideLayouts/slideLayout1.xml"/><Relationship Id="rId48" Type="http://schemas.openxmlformats.org/officeDocument/2006/relationships/tags" Target="../tags/tag286.xml"/><Relationship Id="rId47" Type="http://schemas.openxmlformats.org/officeDocument/2006/relationships/tags" Target="../tags/tag285.xml"/><Relationship Id="rId46" Type="http://schemas.openxmlformats.org/officeDocument/2006/relationships/tags" Target="../tags/tag284.xml"/><Relationship Id="rId45" Type="http://schemas.openxmlformats.org/officeDocument/2006/relationships/tags" Target="../tags/tag283.xml"/><Relationship Id="rId44" Type="http://schemas.openxmlformats.org/officeDocument/2006/relationships/tags" Target="../tags/tag282.xml"/><Relationship Id="rId43" Type="http://schemas.openxmlformats.org/officeDocument/2006/relationships/tags" Target="../tags/tag281.xml"/><Relationship Id="rId42" Type="http://schemas.openxmlformats.org/officeDocument/2006/relationships/tags" Target="../tags/tag280.xml"/><Relationship Id="rId41" Type="http://schemas.openxmlformats.org/officeDocument/2006/relationships/tags" Target="../tags/tag279.xml"/><Relationship Id="rId40" Type="http://schemas.openxmlformats.org/officeDocument/2006/relationships/tags" Target="../tags/tag278.xml"/><Relationship Id="rId4" Type="http://schemas.openxmlformats.org/officeDocument/2006/relationships/image" Target="../media/image11.png"/><Relationship Id="rId39" Type="http://schemas.openxmlformats.org/officeDocument/2006/relationships/tags" Target="../tags/tag277.xml"/><Relationship Id="rId38" Type="http://schemas.openxmlformats.org/officeDocument/2006/relationships/tags" Target="../tags/tag276.xml"/><Relationship Id="rId37" Type="http://schemas.openxmlformats.org/officeDocument/2006/relationships/tags" Target="../tags/tag275.xml"/><Relationship Id="rId36" Type="http://schemas.openxmlformats.org/officeDocument/2006/relationships/tags" Target="../tags/tag274.xml"/><Relationship Id="rId35" Type="http://schemas.openxmlformats.org/officeDocument/2006/relationships/tags" Target="../tags/tag273.xml"/><Relationship Id="rId34" Type="http://schemas.openxmlformats.org/officeDocument/2006/relationships/tags" Target="../tags/tag272.xml"/><Relationship Id="rId33" Type="http://schemas.openxmlformats.org/officeDocument/2006/relationships/tags" Target="../tags/tag271.xml"/><Relationship Id="rId32" Type="http://schemas.openxmlformats.org/officeDocument/2006/relationships/tags" Target="../tags/tag270.xml"/><Relationship Id="rId31" Type="http://schemas.openxmlformats.org/officeDocument/2006/relationships/tags" Target="../tags/tag269.xml"/><Relationship Id="rId30" Type="http://schemas.openxmlformats.org/officeDocument/2006/relationships/tags" Target="../tags/tag268.xml"/><Relationship Id="rId3" Type="http://schemas.openxmlformats.org/officeDocument/2006/relationships/tags" Target="../tags/tag250.xml"/><Relationship Id="rId29" Type="http://schemas.openxmlformats.org/officeDocument/2006/relationships/tags" Target="../tags/tag267.xml"/><Relationship Id="rId28" Type="http://schemas.openxmlformats.org/officeDocument/2006/relationships/tags" Target="../tags/tag266.xml"/><Relationship Id="rId27" Type="http://schemas.openxmlformats.org/officeDocument/2006/relationships/tags" Target="../tags/tag265.xml"/><Relationship Id="rId26" Type="http://schemas.openxmlformats.org/officeDocument/2006/relationships/tags" Target="../tags/tag264.xml"/><Relationship Id="rId25" Type="http://schemas.openxmlformats.org/officeDocument/2006/relationships/tags" Target="../tags/tag263.xml"/><Relationship Id="rId24" Type="http://schemas.openxmlformats.org/officeDocument/2006/relationships/tags" Target="../tags/tag262.xml"/><Relationship Id="rId23" Type="http://schemas.openxmlformats.org/officeDocument/2006/relationships/tags" Target="../tags/tag261.xml"/><Relationship Id="rId22" Type="http://schemas.openxmlformats.org/officeDocument/2006/relationships/tags" Target="../tags/tag260.xml"/><Relationship Id="rId21" Type="http://schemas.openxmlformats.org/officeDocument/2006/relationships/tags" Target="../tags/tag259.xml"/><Relationship Id="rId20" Type="http://schemas.openxmlformats.org/officeDocument/2006/relationships/image" Target="../media/image78.svg"/><Relationship Id="rId2" Type="http://schemas.openxmlformats.org/officeDocument/2006/relationships/image" Target="../media/image9.png"/><Relationship Id="rId19" Type="http://schemas.openxmlformats.org/officeDocument/2006/relationships/image" Target="../media/image77.png"/><Relationship Id="rId18" Type="http://schemas.openxmlformats.org/officeDocument/2006/relationships/tags" Target="../tags/tag258.xml"/><Relationship Id="rId17" Type="http://schemas.openxmlformats.org/officeDocument/2006/relationships/image" Target="../media/image76.png"/><Relationship Id="rId16" Type="http://schemas.openxmlformats.org/officeDocument/2006/relationships/tags" Target="../tags/tag257.xml"/><Relationship Id="rId15" Type="http://schemas.openxmlformats.org/officeDocument/2006/relationships/tags" Target="../tags/tag256.xml"/><Relationship Id="rId14" Type="http://schemas.openxmlformats.org/officeDocument/2006/relationships/tags" Target="../tags/tag255.xml"/><Relationship Id="rId13" Type="http://schemas.openxmlformats.org/officeDocument/2006/relationships/image" Target="../media/image75.svg"/><Relationship Id="rId12" Type="http://schemas.openxmlformats.org/officeDocument/2006/relationships/image" Target="../media/image74.png"/><Relationship Id="rId11" Type="http://schemas.openxmlformats.org/officeDocument/2006/relationships/tags" Target="../tags/tag254.xml"/><Relationship Id="rId10" Type="http://schemas.openxmlformats.org/officeDocument/2006/relationships/image" Target="../media/image73.svg"/><Relationship Id="rId1" Type="http://schemas.openxmlformats.org/officeDocument/2006/relationships/tags" Target="../tags/tag24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95.xml"/><Relationship Id="rId8" Type="http://schemas.openxmlformats.org/officeDocument/2006/relationships/tags" Target="../tags/tag294.xml"/><Relationship Id="rId7" Type="http://schemas.openxmlformats.org/officeDocument/2006/relationships/tags" Target="../tags/tag293.xml"/><Relationship Id="rId6" Type="http://schemas.openxmlformats.org/officeDocument/2006/relationships/image" Target="../media/image12.png"/><Relationship Id="rId5" Type="http://schemas.openxmlformats.org/officeDocument/2006/relationships/tags" Target="../tags/tag292.xml"/><Relationship Id="rId4" Type="http://schemas.openxmlformats.org/officeDocument/2006/relationships/image" Target="../media/image11.png"/><Relationship Id="rId3" Type="http://schemas.openxmlformats.org/officeDocument/2006/relationships/tags" Target="../tags/tag291.xml"/><Relationship Id="rId2" Type="http://schemas.openxmlformats.org/officeDocument/2006/relationships/image" Target="../media/image9.png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97.xml"/><Relationship Id="rId12" Type="http://schemas.openxmlformats.org/officeDocument/2006/relationships/tags" Target="../tags/tag296.xml"/><Relationship Id="rId11" Type="http://schemas.openxmlformats.org/officeDocument/2006/relationships/image" Target="../media/image80.svg"/><Relationship Id="rId10" Type="http://schemas.openxmlformats.org/officeDocument/2006/relationships/image" Target="../media/image79.png"/><Relationship Id="rId1" Type="http://schemas.openxmlformats.org/officeDocument/2006/relationships/tags" Target="../tags/tag29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06.xml"/><Relationship Id="rId8" Type="http://schemas.openxmlformats.org/officeDocument/2006/relationships/tags" Target="../tags/tag305.xml"/><Relationship Id="rId7" Type="http://schemas.openxmlformats.org/officeDocument/2006/relationships/tags" Target="../tags/tag304.xml"/><Relationship Id="rId6" Type="http://schemas.openxmlformats.org/officeDocument/2006/relationships/image" Target="../media/image12.png"/><Relationship Id="rId5" Type="http://schemas.openxmlformats.org/officeDocument/2006/relationships/tags" Target="../tags/tag303.xml"/><Relationship Id="rId4" Type="http://schemas.openxmlformats.org/officeDocument/2006/relationships/image" Target="../media/image11.png"/><Relationship Id="rId35" Type="http://schemas.openxmlformats.org/officeDocument/2006/relationships/notesSlide" Target="../notesSlides/notesSlide14.xml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320.xml"/><Relationship Id="rId32" Type="http://schemas.openxmlformats.org/officeDocument/2006/relationships/tags" Target="../tags/tag319.xml"/><Relationship Id="rId31" Type="http://schemas.openxmlformats.org/officeDocument/2006/relationships/image" Target="../media/image90.svg"/><Relationship Id="rId30" Type="http://schemas.openxmlformats.org/officeDocument/2006/relationships/image" Target="../media/image89.png"/><Relationship Id="rId3" Type="http://schemas.openxmlformats.org/officeDocument/2006/relationships/tags" Target="../tags/tag302.xml"/><Relationship Id="rId29" Type="http://schemas.openxmlformats.org/officeDocument/2006/relationships/tags" Target="../tags/tag318.xml"/><Relationship Id="rId28" Type="http://schemas.openxmlformats.org/officeDocument/2006/relationships/tags" Target="../tags/tag317.xml"/><Relationship Id="rId27" Type="http://schemas.openxmlformats.org/officeDocument/2006/relationships/tags" Target="../tags/tag316.xml"/><Relationship Id="rId26" Type="http://schemas.openxmlformats.org/officeDocument/2006/relationships/tags" Target="../tags/tag315.xml"/><Relationship Id="rId25" Type="http://schemas.openxmlformats.org/officeDocument/2006/relationships/tags" Target="../tags/tag314.xml"/><Relationship Id="rId24" Type="http://schemas.openxmlformats.org/officeDocument/2006/relationships/image" Target="../media/image88.svg"/><Relationship Id="rId23" Type="http://schemas.openxmlformats.org/officeDocument/2006/relationships/image" Target="../media/image87.png"/><Relationship Id="rId22" Type="http://schemas.openxmlformats.org/officeDocument/2006/relationships/tags" Target="../tags/tag313.xml"/><Relationship Id="rId21" Type="http://schemas.openxmlformats.org/officeDocument/2006/relationships/tags" Target="../tags/tag312.xml"/><Relationship Id="rId20" Type="http://schemas.openxmlformats.org/officeDocument/2006/relationships/tags" Target="../tags/tag311.xml"/><Relationship Id="rId2" Type="http://schemas.openxmlformats.org/officeDocument/2006/relationships/image" Target="../media/image9.png"/><Relationship Id="rId19" Type="http://schemas.openxmlformats.org/officeDocument/2006/relationships/tags" Target="../tags/tag310.xml"/><Relationship Id="rId18" Type="http://schemas.openxmlformats.org/officeDocument/2006/relationships/tags" Target="../tags/tag309.xml"/><Relationship Id="rId17" Type="http://schemas.openxmlformats.org/officeDocument/2006/relationships/image" Target="../media/image86.svg"/><Relationship Id="rId16" Type="http://schemas.openxmlformats.org/officeDocument/2006/relationships/image" Target="../media/image85.png"/><Relationship Id="rId15" Type="http://schemas.openxmlformats.org/officeDocument/2006/relationships/tags" Target="../tags/tag308.xml"/><Relationship Id="rId14" Type="http://schemas.openxmlformats.org/officeDocument/2006/relationships/image" Target="../media/image84.svg"/><Relationship Id="rId13" Type="http://schemas.openxmlformats.org/officeDocument/2006/relationships/image" Target="../media/image83.png"/><Relationship Id="rId12" Type="http://schemas.openxmlformats.org/officeDocument/2006/relationships/tags" Target="../tags/tag307.xml"/><Relationship Id="rId11" Type="http://schemas.openxmlformats.org/officeDocument/2006/relationships/image" Target="../media/image82.svg"/><Relationship Id="rId10" Type="http://schemas.openxmlformats.org/officeDocument/2006/relationships/image" Target="../media/image81.png"/><Relationship Id="rId1" Type="http://schemas.openxmlformats.org/officeDocument/2006/relationships/tags" Target="../tags/tag30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png"/><Relationship Id="rId8" Type="http://schemas.openxmlformats.org/officeDocument/2006/relationships/tags" Target="../tags/tag328.xml"/><Relationship Id="rId7" Type="http://schemas.openxmlformats.org/officeDocument/2006/relationships/tags" Target="../tags/tag327.xml"/><Relationship Id="rId6" Type="http://schemas.openxmlformats.org/officeDocument/2006/relationships/image" Target="../media/image12.png"/><Relationship Id="rId5" Type="http://schemas.openxmlformats.org/officeDocument/2006/relationships/tags" Target="../tags/tag326.xml"/><Relationship Id="rId4" Type="http://schemas.openxmlformats.org/officeDocument/2006/relationships/image" Target="../media/image11.png"/><Relationship Id="rId3" Type="http://schemas.openxmlformats.org/officeDocument/2006/relationships/tags" Target="../tags/tag325.xml"/><Relationship Id="rId27" Type="http://schemas.openxmlformats.org/officeDocument/2006/relationships/notesSlide" Target="../notesSlides/notesSlide15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342.xml"/><Relationship Id="rId24" Type="http://schemas.openxmlformats.org/officeDocument/2006/relationships/tags" Target="../tags/tag341.xml"/><Relationship Id="rId23" Type="http://schemas.openxmlformats.org/officeDocument/2006/relationships/tags" Target="../tags/tag340.xml"/><Relationship Id="rId22" Type="http://schemas.openxmlformats.org/officeDocument/2006/relationships/tags" Target="../tags/tag339.xml"/><Relationship Id="rId21" Type="http://schemas.openxmlformats.org/officeDocument/2006/relationships/tags" Target="../tags/tag338.xml"/><Relationship Id="rId20" Type="http://schemas.openxmlformats.org/officeDocument/2006/relationships/tags" Target="../tags/tag337.xml"/><Relationship Id="rId2" Type="http://schemas.openxmlformats.org/officeDocument/2006/relationships/image" Target="../media/image9.png"/><Relationship Id="rId19" Type="http://schemas.openxmlformats.org/officeDocument/2006/relationships/tags" Target="../tags/tag336.xml"/><Relationship Id="rId18" Type="http://schemas.openxmlformats.org/officeDocument/2006/relationships/tags" Target="../tags/tag335.xml"/><Relationship Id="rId17" Type="http://schemas.openxmlformats.org/officeDocument/2006/relationships/tags" Target="../tags/tag334.xml"/><Relationship Id="rId16" Type="http://schemas.openxmlformats.org/officeDocument/2006/relationships/tags" Target="../tags/tag333.xml"/><Relationship Id="rId15" Type="http://schemas.openxmlformats.org/officeDocument/2006/relationships/tags" Target="../tags/tag332.xml"/><Relationship Id="rId14" Type="http://schemas.openxmlformats.org/officeDocument/2006/relationships/tags" Target="../tags/tag331.xml"/><Relationship Id="rId13" Type="http://schemas.openxmlformats.org/officeDocument/2006/relationships/image" Target="../media/image93.svg"/><Relationship Id="rId12" Type="http://schemas.openxmlformats.org/officeDocument/2006/relationships/image" Target="../media/image92.png"/><Relationship Id="rId11" Type="http://schemas.openxmlformats.org/officeDocument/2006/relationships/tags" Target="../tags/tag330.xml"/><Relationship Id="rId10" Type="http://schemas.openxmlformats.org/officeDocument/2006/relationships/tags" Target="../tags/tag329.xml"/><Relationship Id="rId1" Type="http://schemas.openxmlformats.org/officeDocument/2006/relationships/tags" Target="../tags/tag32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png"/><Relationship Id="rId8" Type="http://schemas.openxmlformats.org/officeDocument/2006/relationships/tags" Target="../tags/tag350.xml"/><Relationship Id="rId7" Type="http://schemas.openxmlformats.org/officeDocument/2006/relationships/tags" Target="../tags/tag349.xml"/><Relationship Id="rId6" Type="http://schemas.openxmlformats.org/officeDocument/2006/relationships/image" Target="../media/image12.png"/><Relationship Id="rId58" Type="http://schemas.openxmlformats.org/officeDocument/2006/relationships/notesSlide" Target="../notesSlides/notesSlide16.xml"/><Relationship Id="rId57" Type="http://schemas.openxmlformats.org/officeDocument/2006/relationships/slideLayout" Target="../slideLayouts/slideLayout1.xml"/><Relationship Id="rId56" Type="http://schemas.openxmlformats.org/officeDocument/2006/relationships/tags" Target="../tags/tag389.xml"/><Relationship Id="rId55" Type="http://schemas.openxmlformats.org/officeDocument/2006/relationships/tags" Target="../tags/tag388.xml"/><Relationship Id="rId54" Type="http://schemas.openxmlformats.org/officeDocument/2006/relationships/tags" Target="../tags/tag387.xml"/><Relationship Id="rId53" Type="http://schemas.openxmlformats.org/officeDocument/2006/relationships/tags" Target="../tags/tag386.xml"/><Relationship Id="rId52" Type="http://schemas.openxmlformats.org/officeDocument/2006/relationships/tags" Target="../tags/tag385.xml"/><Relationship Id="rId51" Type="http://schemas.openxmlformats.org/officeDocument/2006/relationships/tags" Target="../tags/tag384.xml"/><Relationship Id="rId50" Type="http://schemas.openxmlformats.org/officeDocument/2006/relationships/tags" Target="../tags/tag383.xml"/><Relationship Id="rId5" Type="http://schemas.openxmlformats.org/officeDocument/2006/relationships/tags" Target="../tags/tag348.xml"/><Relationship Id="rId49" Type="http://schemas.openxmlformats.org/officeDocument/2006/relationships/tags" Target="../tags/tag382.xml"/><Relationship Id="rId48" Type="http://schemas.openxmlformats.org/officeDocument/2006/relationships/tags" Target="../tags/tag381.xml"/><Relationship Id="rId47" Type="http://schemas.openxmlformats.org/officeDocument/2006/relationships/tags" Target="../tags/tag380.xml"/><Relationship Id="rId46" Type="http://schemas.openxmlformats.org/officeDocument/2006/relationships/tags" Target="../tags/tag379.xml"/><Relationship Id="rId45" Type="http://schemas.openxmlformats.org/officeDocument/2006/relationships/tags" Target="../tags/tag378.xml"/><Relationship Id="rId44" Type="http://schemas.openxmlformats.org/officeDocument/2006/relationships/tags" Target="../tags/tag377.xml"/><Relationship Id="rId43" Type="http://schemas.openxmlformats.org/officeDocument/2006/relationships/tags" Target="../tags/tag376.xml"/><Relationship Id="rId42" Type="http://schemas.openxmlformats.org/officeDocument/2006/relationships/tags" Target="../tags/tag375.xml"/><Relationship Id="rId41" Type="http://schemas.openxmlformats.org/officeDocument/2006/relationships/tags" Target="../tags/tag374.xml"/><Relationship Id="rId40" Type="http://schemas.openxmlformats.org/officeDocument/2006/relationships/tags" Target="../tags/tag373.xml"/><Relationship Id="rId4" Type="http://schemas.openxmlformats.org/officeDocument/2006/relationships/image" Target="../media/image11.png"/><Relationship Id="rId39" Type="http://schemas.openxmlformats.org/officeDocument/2006/relationships/tags" Target="../tags/tag372.xml"/><Relationship Id="rId38" Type="http://schemas.openxmlformats.org/officeDocument/2006/relationships/tags" Target="../tags/tag371.xml"/><Relationship Id="rId37" Type="http://schemas.openxmlformats.org/officeDocument/2006/relationships/tags" Target="../tags/tag370.xml"/><Relationship Id="rId36" Type="http://schemas.openxmlformats.org/officeDocument/2006/relationships/tags" Target="../tags/tag369.xml"/><Relationship Id="rId35" Type="http://schemas.openxmlformats.org/officeDocument/2006/relationships/tags" Target="../tags/tag368.xml"/><Relationship Id="rId34" Type="http://schemas.openxmlformats.org/officeDocument/2006/relationships/tags" Target="../tags/tag367.xml"/><Relationship Id="rId33" Type="http://schemas.openxmlformats.org/officeDocument/2006/relationships/tags" Target="../tags/tag366.xml"/><Relationship Id="rId32" Type="http://schemas.openxmlformats.org/officeDocument/2006/relationships/tags" Target="../tags/tag365.xml"/><Relationship Id="rId31" Type="http://schemas.openxmlformats.org/officeDocument/2006/relationships/tags" Target="../tags/tag364.xml"/><Relationship Id="rId30" Type="http://schemas.openxmlformats.org/officeDocument/2006/relationships/tags" Target="../tags/tag363.xml"/><Relationship Id="rId3" Type="http://schemas.openxmlformats.org/officeDocument/2006/relationships/tags" Target="../tags/tag347.xml"/><Relationship Id="rId29" Type="http://schemas.openxmlformats.org/officeDocument/2006/relationships/tags" Target="../tags/tag362.xml"/><Relationship Id="rId28" Type="http://schemas.openxmlformats.org/officeDocument/2006/relationships/tags" Target="../tags/tag361.xml"/><Relationship Id="rId27" Type="http://schemas.openxmlformats.org/officeDocument/2006/relationships/tags" Target="../tags/tag360.xml"/><Relationship Id="rId26" Type="http://schemas.openxmlformats.org/officeDocument/2006/relationships/image" Target="../media/image102.png"/><Relationship Id="rId25" Type="http://schemas.openxmlformats.org/officeDocument/2006/relationships/tags" Target="../tags/tag359.xml"/><Relationship Id="rId24" Type="http://schemas.openxmlformats.org/officeDocument/2006/relationships/tags" Target="../tags/tag358.xml"/><Relationship Id="rId23" Type="http://schemas.openxmlformats.org/officeDocument/2006/relationships/image" Target="../media/image101.svg"/><Relationship Id="rId22" Type="http://schemas.openxmlformats.org/officeDocument/2006/relationships/image" Target="../media/image100.png"/><Relationship Id="rId21" Type="http://schemas.openxmlformats.org/officeDocument/2006/relationships/tags" Target="../tags/tag357.xml"/><Relationship Id="rId20" Type="http://schemas.openxmlformats.org/officeDocument/2006/relationships/image" Target="../media/image99.png"/><Relationship Id="rId2" Type="http://schemas.openxmlformats.org/officeDocument/2006/relationships/image" Target="../media/image9.png"/><Relationship Id="rId19" Type="http://schemas.openxmlformats.org/officeDocument/2006/relationships/tags" Target="../tags/tag356.xml"/><Relationship Id="rId18" Type="http://schemas.openxmlformats.org/officeDocument/2006/relationships/tags" Target="../tags/tag355.xml"/><Relationship Id="rId17" Type="http://schemas.openxmlformats.org/officeDocument/2006/relationships/image" Target="../media/image98.svg"/><Relationship Id="rId16" Type="http://schemas.openxmlformats.org/officeDocument/2006/relationships/image" Target="../media/image97.png"/><Relationship Id="rId15" Type="http://schemas.openxmlformats.org/officeDocument/2006/relationships/tags" Target="../tags/tag354.xml"/><Relationship Id="rId14" Type="http://schemas.openxmlformats.org/officeDocument/2006/relationships/tags" Target="../tags/tag353.xml"/><Relationship Id="rId13" Type="http://schemas.openxmlformats.org/officeDocument/2006/relationships/tags" Target="../tags/tag352.xml"/><Relationship Id="rId12" Type="http://schemas.openxmlformats.org/officeDocument/2006/relationships/image" Target="../media/image96.svg"/><Relationship Id="rId11" Type="http://schemas.openxmlformats.org/officeDocument/2006/relationships/image" Target="../media/image95.png"/><Relationship Id="rId10" Type="http://schemas.openxmlformats.org/officeDocument/2006/relationships/tags" Target="../tags/tag351.xml"/><Relationship Id="rId1" Type="http://schemas.openxmlformats.org/officeDocument/2006/relationships/tags" Target="../tags/tag34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png"/><Relationship Id="rId8" Type="http://schemas.openxmlformats.org/officeDocument/2006/relationships/tags" Target="../tags/tag397.xml"/><Relationship Id="rId7" Type="http://schemas.openxmlformats.org/officeDocument/2006/relationships/tags" Target="../tags/tag396.xml"/><Relationship Id="rId6" Type="http://schemas.openxmlformats.org/officeDocument/2006/relationships/image" Target="../media/image12.png"/><Relationship Id="rId5" Type="http://schemas.openxmlformats.org/officeDocument/2006/relationships/tags" Target="../tags/tag395.xml"/><Relationship Id="rId4" Type="http://schemas.openxmlformats.org/officeDocument/2006/relationships/image" Target="../media/image11.png"/><Relationship Id="rId31" Type="http://schemas.openxmlformats.org/officeDocument/2006/relationships/notesSlide" Target="../notesSlides/notesSlide17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394.xml"/><Relationship Id="rId29" Type="http://schemas.openxmlformats.org/officeDocument/2006/relationships/tags" Target="../tags/tag416.xml"/><Relationship Id="rId28" Type="http://schemas.openxmlformats.org/officeDocument/2006/relationships/tags" Target="../tags/tag415.xml"/><Relationship Id="rId27" Type="http://schemas.openxmlformats.org/officeDocument/2006/relationships/tags" Target="../tags/tag414.xml"/><Relationship Id="rId26" Type="http://schemas.openxmlformats.org/officeDocument/2006/relationships/tags" Target="../tags/tag413.xml"/><Relationship Id="rId25" Type="http://schemas.openxmlformats.org/officeDocument/2006/relationships/tags" Target="../tags/tag412.xml"/><Relationship Id="rId24" Type="http://schemas.openxmlformats.org/officeDocument/2006/relationships/tags" Target="../tags/tag411.xml"/><Relationship Id="rId23" Type="http://schemas.openxmlformats.org/officeDocument/2006/relationships/tags" Target="../tags/tag410.xml"/><Relationship Id="rId22" Type="http://schemas.openxmlformats.org/officeDocument/2006/relationships/tags" Target="../tags/tag409.xml"/><Relationship Id="rId21" Type="http://schemas.openxmlformats.org/officeDocument/2006/relationships/tags" Target="../tags/tag408.xml"/><Relationship Id="rId20" Type="http://schemas.openxmlformats.org/officeDocument/2006/relationships/tags" Target="../tags/tag407.xml"/><Relationship Id="rId2" Type="http://schemas.openxmlformats.org/officeDocument/2006/relationships/image" Target="../media/image9.png"/><Relationship Id="rId19" Type="http://schemas.openxmlformats.org/officeDocument/2006/relationships/tags" Target="../tags/tag406.xml"/><Relationship Id="rId18" Type="http://schemas.openxmlformats.org/officeDocument/2006/relationships/tags" Target="../tags/tag405.xml"/><Relationship Id="rId17" Type="http://schemas.openxmlformats.org/officeDocument/2006/relationships/tags" Target="../tags/tag404.xml"/><Relationship Id="rId16" Type="http://schemas.openxmlformats.org/officeDocument/2006/relationships/tags" Target="../tags/tag403.xml"/><Relationship Id="rId15" Type="http://schemas.openxmlformats.org/officeDocument/2006/relationships/tags" Target="../tags/tag402.xml"/><Relationship Id="rId14" Type="http://schemas.openxmlformats.org/officeDocument/2006/relationships/tags" Target="../tags/tag401.xml"/><Relationship Id="rId13" Type="http://schemas.openxmlformats.org/officeDocument/2006/relationships/tags" Target="../tags/tag400.xml"/><Relationship Id="rId12" Type="http://schemas.openxmlformats.org/officeDocument/2006/relationships/tags" Target="../tags/tag399.xml"/><Relationship Id="rId11" Type="http://schemas.openxmlformats.org/officeDocument/2006/relationships/image" Target="../media/image104.png"/><Relationship Id="rId10" Type="http://schemas.openxmlformats.org/officeDocument/2006/relationships/tags" Target="../tags/tag398.xml"/><Relationship Id="rId1" Type="http://schemas.openxmlformats.org/officeDocument/2006/relationships/tags" Target="../tags/tag39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png"/><Relationship Id="rId8" Type="http://schemas.openxmlformats.org/officeDocument/2006/relationships/tags" Target="../tags/tag425.xml"/><Relationship Id="rId7" Type="http://schemas.openxmlformats.org/officeDocument/2006/relationships/tags" Target="../tags/tag424.xml"/><Relationship Id="rId6" Type="http://schemas.openxmlformats.org/officeDocument/2006/relationships/tags" Target="../tags/tag423.xml"/><Relationship Id="rId5" Type="http://schemas.openxmlformats.org/officeDocument/2006/relationships/tags" Target="../tags/tag422.xml"/><Relationship Id="rId4" Type="http://schemas.openxmlformats.org/officeDocument/2006/relationships/image" Target="../media/image11.png"/><Relationship Id="rId3" Type="http://schemas.openxmlformats.org/officeDocument/2006/relationships/tags" Target="../tags/tag421.xml"/><Relationship Id="rId29" Type="http://schemas.openxmlformats.org/officeDocument/2006/relationships/notesSlide" Target="../notesSlides/notesSlide18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438.xml"/><Relationship Id="rId26" Type="http://schemas.openxmlformats.org/officeDocument/2006/relationships/tags" Target="../tags/tag437.xml"/><Relationship Id="rId25" Type="http://schemas.openxmlformats.org/officeDocument/2006/relationships/tags" Target="../tags/tag436.xml"/><Relationship Id="rId24" Type="http://schemas.openxmlformats.org/officeDocument/2006/relationships/tags" Target="../tags/tag435.xml"/><Relationship Id="rId23" Type="http://schemas.openxmlformats.org/officeDocument/2006/relationships/tags" Target="../tags/tag434.xml"/><Relationship Id="rId22" Type="http://schemas.openxmlformats.org/officeDocument/2006/relationships/tags" Target="../tags/tag433.xml"/><Relationship Id="rId21" Type="http://schemas.openxmlformats.org/officeDocument/2006/relationships/tags" Target="../tags/tag432.xml"/><Relationship Id="rId20" Type="http://schemas.openxmlformats.org/officeDocument/2006/relationships/tags" Target="../tags/tag431.xml"/><Relationship Id="rId2" Type="http://schemas.openxmlformats.org/officeDocument/2006/relationships/image" Target="../media/image9.png"/><Relationship Id="rId19" Type="http://schemas.openxmlformats.org/officeDocument/2006/relationships/tags" Target="../tags/tag430.xml"/><Relationship Id="rId18" Type="http://schemas.openxmlformats.org/officeDocument/2006/relationships/image" Target="../media/image110.svg"/><Relationship Id="rId17" Type="http://schemas.openxmlformats.org/officeDocument/2006/relationships/image" Target="../media/image109.png"/><Relationship Id="rId16" Type="http://schemas.openxmlformats.org/officeDocument/2006/relationships/tags" Target="../tags/tag429.xml"/><Relationship Id="rId15" Type="http://schemas.openxmlformats.org/officeDocument/2006/relationships/tags" Target="../tags/tag428.xml"/><Relationship Id="rId14" Type="http://schemas.openxmlformats.org/officeDocument/2006/relationships/image" Target="../media/image108.svg"/><Relationship Id="rId13" Type="http://schemas.openxmlformats.org/officeDocument/2006/relationships/image" Target="../media/image107.png"/><Relationship Id="rId12" Type="http://schemas.openxmlformats.org/officeDocument/2006/relationships/tags" Target="../tags/tag427.xml"/><Relationship Id="rId11" Type="http://schemas.openxmlformats.org/officeDocument/2006/relationships/tags" Target="../tags/tag426.xml"/><Relationship Id="rId10" Type="http://schemas.openxmlformats.org/officeDocument/2006/relationships/image" Target="../media/image106.svg"/><Relationship Id="rId1" Type="http://schemas.openxmlformats.org/officeDocument/2006/relationships/tags" Target="../tags/tag420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png"/><Relationship Id="rId8" Type="http://schemas.openxmlformats.org/officeDocument/2006/relationships/tags" Target="../tags/tag446.xml"/><Relationship Id="rId7" Type="http://schemas.openxmlformats.org/officeDocument/2006/relationships/tags" Target="../tags/tag445.xml"/><Relationship Id="rId6" Type="http://schemas.openxmlformats.org/officeDocument/2006/relationships/image" Target="../media/image12.png"/><Relationship Id="rId5" Type="http://schemas.openxmlformats.org/officeDocument/2006/relationships/tags" Target="../tags/tag444.xml"/><Relationship Id="rId40" Type="http://schemas.openxmlformats.org/officeDocument/2006/relationships/notesSlide" Target="../notesSlides/notesSlide19.xml"/><Relationship Id="rId4" Type="http://schemas.openxmlformats.org/officeDocument/2006/relationships/image" Target="../media/image11.png"/><Relationship Id="rId39" Type="http://schemas.openxmlformats.org/officeDocument/2006/relationships/slideLayout" Target="../slideLayouts/slideLayout1.xml"/><Relationship Id="rId38" Type="http://schemas.openxmlformats.org/officeDocument/2006/relationships/tags" Target="../tags/tag464.xml"/><Relationship Id="rId37" Type="http://schemas.openxmlformats.org/officeDocument/2006/relationships/tags" Target="../tags/tag463.xml"/><Relationship Id="rId36" Type="http://schemas.openxmlformats.org/officeDocument/2006/relationships/tags" Target="../tags/tag462.xml"/><Relationship Id="rId35" Type="http://schemas.openxmlformats.org/officeDocument/2006/relationships/tags" Target="../tags/tag461.xml"/><Relationship Id="rId34" Type="http://schemas.openxmlformats.org/officeDocument/2006/relationships/tags" Target="../tags/tag460.xml"/><Relationship Id="rId33" Type="http://schemas.openxmlformats.org/officeDocument/2006/relationships/tags" Target="../tags/tag459.xml"/><Relationship Id="rId32" Type="http://schemas.openxmlformats.org/officeDocument/2006/relationships/tags" Target="../tags/tag458.xml"/><Relationship Id="rId31" Type="http://schemas.openxmlformats.org/officeDocument/2006/relationships/tags" Target="../tags/tag457.xml"/><Relationship Id="rId30" Type="http://schemas.openxmlformats.org/officeDocument/2006/relationships/image" Target="../media/image122.svg"/><Relationship Id="rId3" Type="http://schemas.openxmlformats.org/officeDocument/2006/relationships/tags" Target="../tags/tag443.xml"/><Relationship Id="rId29" Type="http://schemas.openxmlformats.org/officeDocument/2006/relationships/image" Target="../media/image121.png"/><Relationship Id="rId28" Type="http://schemas.openxmlformats.org/officeDocument/2006/relationships/tags" Target="../tags/tag456.xml"/><Relationship Id="rId27" Type="http://schemas.openxmlformats.org/officeDocument/2006/relationships/tags" Target="../tags/tag455.xml"/><Relationship Id="rId26" Type="http://schemas.openxmlformats.org/officeDocument/2006/relationships/image" Target="../media/image120.svg"/><Relationship Id="rId25" Type="http://schemas.openxmlformats.org/officeDocument/2006/relationships/image" Target="../media/image119.png"/><Relationship Id="rId24" Type="http://schemas.openxmlformats.org/officeDocument/2006/relationships/tags" Target="../tags/tag454.xml"/><Relationship Id="rId23" Type="http://schemas.openxmlformats.org/officeDocument/2006/relationships/image" Target="../media/image118.svg"/><Relationship Id="rId22" Type="http://schemas.openxmlformats.org/officeDocument/2006/relationships/image" Target="../media/image117.png"/><Relationship Id="rId21" Type="http://schemas.openxmlformats.org/officeDocument/2006/relationships/tags" Target="../tags/tag453.xml"/><Relationship Id="rId20" Type="http://schemas.openxmlformats.org/officeDocument/2006/relationships/tags" Target="../tags/tag452.xml"/><Relationship Id="rId2" Type="http://schemas.openxmlformats.org/officeDocument/2006/relationships/image" Target="../media/image9.png"/><Relationship Id="rId19" Type="http://schemas.openxmlformats.org/officeDocument/2006/relationships/tags" Target="../tags/tag451.xml"/><Relationship Id="rId18" Type="http://schemas.openxmlformats.org/officeDocument/2006/relationships/tags" Target="../tags/tag450.xml"/><Relationship Id="rId17" Type="http://schemas.openxmlformats.org/officeDocument/2006/relationships/image" Target="../media/image116.svg"/><Relationship Id="rId16" Type="http://schemas.openxmlformats.org/officeDocument/2006/relationships/image" Target="../media/image115.png"/><Relationship Id="rId15" Type="http://schemas.openxmlformats.org/officeDocument/2006/relationships/tags" Target="../tags/tag449.xml"/><Relationship Id="rId14" Type="http://schemas.openxmlformats.org/officeDocument/2006/relationships/tags" Target="../tags/tag448.xml"/><Relationship Id="rId13" Type="http://schemas.openxmlformats.org/officeDocument/2006/relationships/image" Target="../media/image114.svg"/><Relationship Id="rId12" Type="http://schemas.openxmlformats.org/officeDocument/2006/relationships/image" Target="../media/image113.png"/><Relationship Id="rId11" Type="http://schemas.openxmlformats.org/officeDocument/2006/relationships/tags" Target="../tags/tag447.xml"/><Relationship Id="rId10" Type="http://schemas.openxmlformats.org/officeDocument/2006/relationships/image" Target="../media/image112.svg"/><Relationship Id="rId1" Type="http://schemas.openxmlformats.org/officeDocument/2006/relationships/tags" Target="../tags/tag44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69.xml"/><Relationship Id="rId2" Type="http://schemas.openxmlformats.org/officeDocument/2006/relationships/image" Target="../media/image9.png"/><Relationship Id="rId1" Type="http://schemas.openxmlformats.org/officeDocument/2006/relationships/tags" Target="../tags/tag4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0" y="-2"/>
            <a:ext cx="1799718" cy="2533649"/>
            <a:chOff x="-635000" y="-635000"/>
            <a:chExt cx="1799718" cy="2533647"/>
          </a:xfrm>
        </p:grpSpPr>
        <p:pic>
          <p:nvPicPr>
            <p:cNvPr id="14" name="Image 2" descr="TEMP_Z_ORDER_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-635000" y="-635000"/>
              <a:ext cx="1799718" cy="1829017"/>
            </a:xfrm>
            <a:prstGeom prst="rect">
              <a:avLst/>
            </a:prstGeom>
          </p:spPr>
        </p:pic>
        <p:pic>
          <p:nvPicPr>
            <p:cNvPr id="1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173903"/>
              <a:ext cx="961132" cy="1724746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>
            <p:custDataLst>
              <p:tags r:id="rId10"/>
            </p:custDataLst>
          </p:nvPr>
        </p:nvGrpSpPr>
        <p:grpSpPr>
          <a:xfrm>
            <a:off x="487069" y="4530971"/>
            <a:ext cx="3482974" cy="637829"/>
            <a:chOff x="-635000" y="-635000"/>
            <a:chExt cx="3482974" cy="637829"/>
          </a:xfrm>
        </p:grpSpPr>
        <p:pic>
          <p:nvPicPr>
            <p:cNvPr id="17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3482974" cy="637829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10101383" y="2273111"/>
            <a:ext cx="2105868" cy="4595809"/>
            <a:chOff x="-635000" y="-635000"/>
            <a:chExt cx="2105868" cy="4595809"/>
          </a:xfrm>
        </p:grpSpPr>
        <p:pic>
          <p:nvPicPr>
            <p:cNvPr id="21" name="Image 5" descr="TEMP_Z_ORDER_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35000" y="-635000"/>
              <a:ext cx="2105868" cy="4595809"/>
            </a:xfrm>
            <a:prstGeom prst="rect">
              <a:avLst/>
            </a:prstGeom>
          </p:spPr>
        </p:pic>
      </p:grpSp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grpSp>
        <p:nvGrpSpPr>
          <p:cNvPr id="22" name="组合 21"/>
          <p:cNvGrpSpPr/>
          <p:nvPr>
            <p:custDataLst>
              <p:tags r:id="rId18"/>
            </p:custDataLst>
          </p:nvPr>
        </p:nvGrpSpPr>
        <p:grpSpPr>
          <a:xfrm>
            <a:off x="9613224" y="2284033"/>
            <a:ext cx="2578776" cy="4584889"/>
            <a:chOff x="-635000" y="-635000"/>
            <a:chExt cx="2578776" cy="4584889"/>
          </a:xfrm>
        </p:grpSpPr>
        <p:pic>
          <p:nvPicPr>
            <p:cNvPr id="23" name="Image 7" descr="TEMP_Z_ORDER_7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635000" y="-635000"/>
              <a:ext cx="2578776" cy="458488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>
            <p:custDataLst>
              <p:tags r:id="rId21"/>
            </p:custDataLst>
          </p:nvPr>
        </p:nvGrpSpPr>
        <p:grpSpPr>
          <a:xfrm>
            <a:off x="577080" y="4694429"/>
            <a:ext cx="3321262" cy="310896"/>
            <a:chOff x="-635000" y="-518334"/>
            <a:chExt cx="3321262" cy="310896"/>
          </a:xfrm>
        </p:grpSpPr>
        <p:sp>
          <p:nvSpPr>
            <p:cNvPr id="19" name="Text 0" descr="TEMP_Z_ORDER_8"/>
            <p:cNvSpPr/>
            <p:nvPr>
              <p:custDataLst>
                <p:tags r:id="rId22"/>
              </p:custDataLst>
            </p:nvPr>
          </p:nvSpPr>
          <p:spPr>
            <a:xfrm>
              <a:off x="-635000" y="-518334"/>
              <a:ext cx="3321262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40">
                  <a:solidFill>
                    <a:srgbClr val="000000"/>
                  </a:solidFill>
                </a:rPr>
                <a:t>授课教师：杨迎</a:t>
              </a:r>
              <a:endParaRPr lang="en-US" sz="2040"/>
            </a:p>
          </p:txBody>
        </p:sp>
      </p:grpSp>
      <p:sp>
        <p:nvSpPr>
          <p:cNvPr id="11" name="Text 1"/>
          <p:cNvSpPr/>
          <p:nvPr>
            <p:custDataLst>
              <p:tags r:id="rId23"/>
            </p:custDataLst>
          </p:nvPr>
        </p:nvSpPr>
        <p:spPr>
          <a:xfrm>
            <a:off x="577068" y="1649785"/>
            <a:ext cx="5490553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6120">
                <a:solidFill>
                  <a:srgbClr val="FFFFFF"/>
                </a:solidFill>
              </a:rPr>
              <a:t>信息安全测评与风险评估</a:t>
            </a:r>
            <a:endParaRPr lang="en-US" sz="6120"/>
          </a:p>
        </p:txBody>
      </p:sp>
      <p:sp>
        <p:nvSpPr>
          <p:cNvPr id="12" name="Text 2"/>
          <p:cNvSpPr/>
          <p:nvPr>
            <p:custDataLst>
              <p:tags r:id="rId24"/>
            </p:custDataLst>
          </p:nvPr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68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7.2.2 移动安全配置核查</a:t>
            </a:r>
            <a:endParaRPr lang="en-US" sz="168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3" presetClass="entr" presetSubtype="16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3" presetClass="entr" presetSubtype="16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2" animBg="1"/>
      <p:bldP spid="12" grpId="5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>
            <p:custDataLst>
              <p:tags r:id="rId5"/>
            </p:custDataLst>
          </p:nvPr>
        </p:nvSpPr>
        <p:spPr>
          <a:xfrm>
            <a:off x="576911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01</a:t>
            </a:r>
            <a:endParaRPr lang="en-US" sz="3360"/>
          </a:p>
        </p:txBody>
      </p:sp>
      <p:sp>
        <p:nvSpPr>
          <p:cNvPr id="5" name="Text 1"/>
          <p:cNvSpPr/>
          <p:nvPr>
            <p:custDataLst>
              <p:tags r:id="rId6"/>
            </p:custDataLst>
          </p:nvPr>
        </p:nvSpPr>
        <p:spPr>
          <a:xfrm>
            <a:off x="576911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02</a:t>
            </a:r>
            <a:endParaRPr lang="en-US" sz="3360"/>
          </a:p>
        </p:txBody>
      </p:sp>
      <p:sp>
        <p:nvSpPr>
          <p:cNvPr id="6" name="Text 2"/>
          <p:cNvSpPr/>
          <p:nvPr>
            <p:custDataLst>
              <p:tags r:id="rId7"/>
            </p:custDataLst>
          </p:nvPr>
        </p:nvSpPr>
        <p:spPr>
          <a:xfrm>
            <a:off x="576911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03</a:t>
            </a:r>
            <a:endParaRPr lang="en-US" sz="3360"/>
          </a:p>
        </p:txBody>
      </p:sp>
      <p:sp>
        <p:nvSpPr>
          <p:cNvPr id="7" name="Text 3"/>
          <p:cNvSpPr/>
          <p:nvPr>
            <p:custDataLst>
              <p:tags r:id="rId8"/>
            </p:custDataLst>
          </p:nvPr>
        </p:nvSpPr>
        <p:spPr>
          <a:xfrm>
            <a:off x="576911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360">
                <a:solidFill>
                  <a:srgbClr val="000000"/>
                </a:solidFill>
              </a:rPr>
              <a:t>04</a:t>
            </a:r>
            <a:endParaRPr lang="en-US" sz="3360"/>
          </a:p>
        </p:txBody>
      </p:sp>
      <p:sp>
        <p:nvSpPr>
          <p:cNvPr id="8" name="Text 4"/>
          <p:cNvSpPr/>
          <p:nvPr>
            <p:custDataLst>
              <p:tags r:id="rId9"/>
            </p:custDataLst>
          </p:nvPr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4800">
                <a:solidFill>
                  <a:srgbClr val="000000"/>
                </a:solidFill>
              </a:rPr>
              <a:t>目录</a:t>
            </a:r>
            <a:endParaRPr lang="en-US" sz="4800"/>
          </a:p>
        </p:txBody>
      </p:sp>
      <p:sp>
        <p:nvSpPr>
          <p:cNvPr id="9" name="Text 5"/>
          <p:cNvSpPr/>
          <p:nvPr>
            <p:custDataLst>
              <p:tags r:id="rId10"/>
            </p:custDataLst>
          </p:nvPr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040">
                <a:solidFill>
                  <a:srgbClr val="000000"/>
                </a:solidFill>
              </a:rPr>
              <a:t>CONTENTS</a:t>
            </a:r>
            <a:endParaRPr lang="en-US" sz="2040"/>
          </a:p>
        </p:txBody>
      </p:sp>
      <p:sp>
        <p:nvSpPr>
          <p:cNvPr id="10" name="Text 6"/>
          <p:cNvSpPr/>
          <p:nvPr>
            <p:custDataLst>
              <p:tags r:id="rId11"/>
            </p:custDataLst>
          </p:nvPr>
        </p:nvSpPr>
        <p:spPr>
          <a:xfrm>
            <a:off x="7064048" y="4727345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核心测评指标速览（重点）</a:t>
            </a:r>
            <a:endParaRPr lang="en-US" sz="3000"/>
          </a:p>
        </p:txBody>
      </p:sp>
      <p:sp>
        <p:nvSpPr>
          <p:cNvPr id="11" name="Text 7"/>
          <p:cNvSpPr/>
          <p:nvPr>
            <p:custDataLst>
              <p:tags r:id="rId12"/>
            </p:custDataLst>
          </p:nvPr>
        </p:nvSpPr>
        <p:spPr>
          <a:xfrm>
            <a:off x="7064048" y="1677568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案例导入——“Wi-Fi万能钥匙”的安全隐患</a:t>
            </a:r>
            <a:endParaRPr lang="en-US" sz="3000"/>
          </a:p>
        </p:txBody>
      </p:sp>
      <p:sp>
        <p:nvSpPr>
          <p:cNvPr id="12" name="Text 8"/>
          <p:cNvSpPr/>
          <p:nvPr>
            <p:custDataLst>
              <p:tags r:id="rId13"/>
            </p:custDataLst>
          </p:nvPr>
        </p:nvSpPr>
        <p:spPr>
          <a:xfrm>
            <a:off x="7064048" y="3710752"/>
            <a:ext cx="4878288" cy="9144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移动互联安全扩展要求——在等保中的位置</a:t>
            </a:r>
            <a:endParaRPr lang="en-US" sz="3000"/>
          </a:p>
        </p:txBody>
      </p:sp>
      <p:sp>
        <p:nvSpPr>
          <p:cNvPr id="13" name="Text 9"/>
          <p:cNvSpPr/>
          <p:nvPr>
            <p:custDataLst>
              <p:tags r:id="rId14"/>
            </p:custDataLst>
          </p:nvPr>
        </p:nvSpPr>
        <p:spPr>
          <a:xfrm>
            <a:off x="7064048" y="2694160"/>
            <a:ext cx="4878288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3000">
                <a:solidFill>
                  <a:srgbClr val="000000"/>
                </a:solidFill>
              </a:rPr>
              <a:t>学习目标</a:t>
            </a:r>
            <a:endParaRPr lang="en-US" sz="30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4" name="组合 23"/>
          <p:cNvGrpSpPr/>
          <p:nvPr>
            <p:custDataLst>
              <p:tags r:id="rId7"/>
            </p:custDataLst>
          </p:nvPr>
        </p:nvGrpSpPr>
        <p:grpSpPr>
          <a:xfrm>
            <a:off x="609600" y="1219200"/>
            <a:ext cx="10972800" cy="609600"/>
            <a:chOff x="-635000" y="-635000"/>
            <a:chExt cx="10972800" cy="609600"/>
          </a:xfrm>
        </p:grpSpPr>
        <p:pic>
          <p:nvPicPr>
            <p:cNvPr id="2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609600"/>
            </a:xfrm>
            <a:prstGeom prst="rect">
              <a:avLst/>
            </a:prstGeom>
          </p:spPr>
        </p:pic>
        <p:sp>
          <p:nvSpPr>
            <p:cNvPr id="26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391160" y="-513080"/>
              <a:ext cx="8613330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引入问题：你用手机连过公共Wi-Fi吗？你知道这个行为可能触犯等保条款吗？</a:t>
              </a:r>
              <a:endParaRPr lang="en-US" sz="1920"/>
            </a:p>
          </p:txBody>
        </p:sp>
      </p:grpSp>
      <p:grpSp>
        <p:nvGrpSpPr>
          <p:cNvPr id="27" name="组合 26"/>
          <p:cNvGrpSpPr/>
          <p:nvPr>
            <p:custDataLst>
              <p:tags r:id="rId11"/>
            </p:custDataLst>
          </p:nvPr>
        </p:nvGrpSpPr>
        <p:grpSpPr>
          <a:xfrm>
            <a:off x="609600" y="2011680"/>
            <a:ext cx="5861304" cy="1386840"/>
            <a:chOff x="-635000" y="-636317"/>
            <a:chExt cx="5861304" cy="1388157"/>
          </a:xfrm>
        </p:grpSpPr>
        <p:pic>
          <p:nvPicPr>
            <p:cNvPr id="28" name="Image 4" descr="TEMP_Z_ORDER_5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243840" cy="243840"/>
            </a:xfrm>
            <a:prstGeom prst="rect">
              <a:avLst/>
            </a:prstGeom>
          </p:spPr>
        </p:pic>
        <p:sp>
          <p:nvSpPr>
            <p:cNvPr id="29" name="Text 1" descr="TEMP_Z_ORDER_6"/>
            <p:cNvSpPr/>
            <p:nvPr>
              <p:custDataLst>
                <p:tags r:id="rId15"/>
              </p:custDataLst>
            </p:nvPr>
          </p:nvSpPr>
          <p:spPr>
            <a:xfrm>
              <a:off x="-299720" y="-636317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案例素材</a:t>
              </a:r>
              <a:endParaRPr lang="en-US" sz="2160"/>
            </a:p>
          </p:txBody>
        </p:sp>
        <p:sp>
          <p:nvSpPr>
            <p:cNvPr id="30" name="Text 2" descr="TEMP_Z_ORDER_7"/>
            <p:cNvSpPr/>
            <p:nvPr>
              <p:custDataLst>
                <p:tags r:id="rId16"/>
              </p:custDataLst>
            </p:nvPr>
          </p:nvSpPr>
          <p:spPr>
            <a:xfrm>
              <a:off x="-635000" y="-162560"/>
              <a:ext cx="5861304" cy="91281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某单位部署Wi-Fi未采取认证措施。员工使用工具分享密码致外部人员接入。安全扫描发现内网OA系统可被直接访问，存在高危漏洞。</a:t>
              </a:r>
              <a:endParaRPr lang="en-US" sz="1920"/>
            </a:p>
          </p:txBody>
        </p:sp>
      </p:grpSp>
      <p:grpSp>
        <p:nvGrpSpPr>
          <p:cNvPr id="31" name="组合 30"/>
          <p:cNvGrpSpPr/>
          <p:nvPr>
            <p:custDataLst>
              <p:tags r:id="rId17"/>
            </p:custDataLst>
          </p:nvPr>
        </p:nvGrpSpPr>
        <p:grpSpPr>
          <a:xfrm>
            <a:off x="609600" y="3581400"/>
            <a:ext cx="5861304" cy="1386840"/>
            <a:chOff x="-635000" y="-636317"/>
            <a:chExt cx="5861304" cy="1388157"/>
          </a:xfrm>
        </p:grpSpPr>
        <p:pic>
          <p:nvPicPr>
            <p:cNvPr id="32" name="Image 5" descr="TEMP_Z_ORDER_8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243840" cy="243840"/>
            </a:xfrm>
            <a:prstGeom prst="rect">
              <a:avLst/>
            </a:prstGeom>
          </p:spPr>
        </p:pic>
        <p:sp>
          <p:nvSpPr>
            <p:cNvPr id="33" name="Text 3" descr="TEMP_Z_ORDER_9"/>
            <p:cNvSpPr/>
            <p:nvPr>
              <p:custDataLst>
                <p:tags r:id="rId21"/>
              </p:custDataLst>
            </p:nvPr>
          </p:nvSpPr>
          <p:spPr>
            <a:xfrm>
              <a:off x="-299720" y="-636317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问题讨论</a:t>
              </a:r>
              <a:endParaRPr lang="en-US" sz="2160"/>
            </a:p>
          </p:txBody>
        </p:sp>
        <p:sp>
          <p:nvSpPr>
            <p:cNvPr id="34" name="Text 4" descr="TEMP_Z_ORDER_10"/>
            <p:cNvSpPr/>
            <p:nvPr>
              <p:custDataLst>
                <p:tags r:id="rId22"/>
              </p:custDataLst>
            </p:nvPr>
          </p:nvSpPr>
          <p:spPr>
            <a:xfrm>
              <a:off x="-330200" y="-162560"/>
              <a:ext cx="5556504" cy="9127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43840" indent="-243840">
                <a:lnSpc>
                  <a:spcPct val="104000"/>
                </a:lnSpc>
                <a:buSzTx/>
                <a:buChar char="•"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无认证接入有哪些风险？</a:t>
              </a:r>
              <a:endParaRPr lang="en-US" sz="1920"/>
            </a:p>
            <a:p>
              <a:pPr marL="243840" indent="-243840">
                <a:lnSpc>
                  <a:spcPct val="104000"/>
                </a:lnSpc>
                <a:buSzTx/>
                <a:buChar char="•"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外部人员接入内网后可能做什么？</a:t>
              </a:r>
              <a:endParaRPr lang="en-US" sz="1920"/>
            </a:p>
            <a:p>
              <a:pPr marL="243840" indent="-243840">
                <a:lnSpc>
                  <a:spcPct val="104000"/>
                </a:lnSpc>
                <a:buSzTx/>
                <a:buChar char="•"/>
              </a:pPr>
              <a:r>
                <a:rPr lang="en-US" sz="192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等保2.0对无线网络有何要求？</a:t>
              </a:r>
              <a:endParaRPr lang="en-US" sz="1920"/>
            </a:p>
          </p:txBody>
        </p:sp>
      </p:grpSp>
      <p:grpSp>
        <p:nvGrpSpPr>
          <p:cNvPr id="18" name="组合 17"/>
          <p:cNvGrpSpPr/>
          <p:nvPr>
            <p:custDataLst>
              <p:tags r:id="rId23"/>
            </p:custDataLst>
          </p:nvPr>
        </p:nvGrpSpPr>
        <p:grpSpPr>
          <a:xfrm>
            <a:off x="6766560" y="2011680"/>
            <a:ext cx="4831080" cy="3749040"/>
            <a:chOff x="-635000" y="-635000"/>
            <a:chExt cx="4831080" cy="3749040"/>
          </a:xfrm>
        </p:grpSpPr>
        <p:pic>
          <p:nvPicPr>
            <p:cNvPr id="19" name="Image 6" descr="TEMP_Z_ORDER_1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831080" cy="3749040"/>
            </a:xfrm>
            <a:prstGeom prst="rect">
              <a:avLst/>
            </a:prstGeom>
          </p:spPr>
        </p:pic>
        <p:pic>
          <p:nvPicPr>
            <p:cNvPr id="20" name="Image 7" descr="TEMP_Z_ORDER_12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-619760" y="-619760"/>
              <a:ext cx="4800600" cy="3718560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>
            <p:custDataLst>
              <p:tags r:id="rId29"/>
            </p:custDataLst>
          </p:nvPr>
        </p:nvGrpSpPr>
        <p:grpSpPr>
          <a:xfrm>
            <a:off x="609600" y="5791200"/>
            <a:ext cx="10972800" cy="609600"/>
            <a:chOff x="-635000" y="-635000"/>
            <a:chExt cx="10972800" cy="609600"/>
          </a:xfrm>
        </p:grpSpPr>
        <p:pic>
          <p:nvPicPr>
            <p:cNvPr id="22" name="Image 8" descr="TEMP_Z_ORDER_13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609600"/>
            </a:xfrm>
            <a:prstGeom prst="rect">
              <a:avLst/>
            </a:prstGeom>
            <a:effectLst>
              <a:outerShdw blurRad="45720" dist="1524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23" name="Text 5" descr="TEMP_Z_ORDER_14"/>
            <p:cNvSpPr/>
            <p:nvPr>
              <p:custDataLst>
                <p:tags r:id="rId33"/>
              </p:custDataLst>
            </p:nvPr>
          </p:nvSpPr>
          <p:spPr>
            <a:xfrm>
              <a:off x="221354" y="-528320"/>
              <a:ext cx="9269235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160" b="1" kern="0" spc="72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结论：移动安全已成为等保测评中“最容易疏忽、最容易被攻击”的环节。</a:t>
              </a:r>
              <a:endParaRPr lang="en-US" sz="2160"/>
            </a:p>
          </p:txBody>
        </p:sp>
      </p:grpSp>
      <p:sp>
        <p:nvSpPr>
          <p:cNvPr id="17" name="Text 6"/>
          <p:cNvSpPr/>
          <p:nvPr>
            <p:custDataLst>
              <p:tags r:id="rId34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案例导入——“Wi-Fi万能钥匙”的安全隐患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16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通过本课学习，你将能够：</a:t>
            </a:r>
            <a:endParaRPr lang="en-US" sz="2160"/>
          </a:p>
        </p:txBody>
      </p:sp>
      <p:grpSp>
        <p:nvGrpSpPr>
          <p:cNvPr id="38" name="组合 37"/>
          <p:cNvGrpSpPr/>
          <p:nvPr>
            <p:custDataLst>
              <p:tags r:id="rId8"/>
            </p:custDataLst>
          </p:nvPr>
        </p:nvGrpSpPr>
        <p:grpSpPr>
          <a:xfrm>
            <a:off x="609600" y="1859280"/>
            <a:ext cx="5334000" cy="2164080"/>
            <a:chOff x="-635000" y="-635000"/>
            <a:chExt cx="5334000" cy="2164080"/>
          </a:xfrm>
        </p:grpSpPr>
        <p:pic>
          <p:nvPicPr>
            <p:cNvPr id="39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406400"/>
              <a:ext cx="5334000" cy="1935480"/>
            </a:xfrm>
            <a:prstGeom prst="rect">
              <a:avLst/>
            </a:prstGeom>
          </p:spPr>
        </p:pic>
        <p:sp>
          <p:nvSpPr>
            <p:cNvPr id="40" name="Text 1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-254000" y="172720"/>
              <a:ext cx="4581144" cy="95312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掌握</a:t>
              </a: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移动互联安全扩展要求</a:t>
              </a: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的测评指标（共9项）</a:t>
              </a:r>
              <a:endParaRPr lang="en-US" sz="2160"/>
            </a:p>
          </p:txBody>
        </p:sp>
        <p:pic>
          <p:nvPicPr>
            <p:cNvPr id="41" name="Image 4" descr="TEMP_Z_ORDER_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375920" y="-635000"/>
              <a:ext cx="609600" cy="609600"/>
            </a:xfrm>
            <a:prstGeom prst="rect">
              <a:avLst/>
            </a:prstGeom>
          </p:spPr>
        </p:pic>
        <p:pic>
          <p:nvPicPr>
            <p:cNvPr id="42" name="Image 5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254000" y="-513080"/>
              <a:ext cx="365760" cy="365760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>
            <p:custDataLst>
              <p:tags r:id="rId18"/>
            </p:custDataLst>
          </p:nvPr>
        </p:nvGrpSpPr>
        <p:grpSpPr>
          <a:xfrm>
            <a:off x="6248400" y="1859280"/>
            <a:ext cx="5334000" cy="2164080"/>
            <a:chOff x="-635000" y="-635000"/>
            <a:chExt cx="5334000" cy="2164080"/>
          </a:xfrm>
        </p:grpSpPr>
        <p:pic>
          <p:nvPicPr>
            <p:cNvPr id="24" name="Image 6" descr="TEMP_Z_ORDER_8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406400"/>
              <a:ext cx="5334000" cy="1935480"/>
            </a:xfrm>
            <a:prstGeom prst="rect">
              <a:avLst/>
            </a:prstGeom>
          </p:spPr>
        </p:pic>
        <p:sp>
          <p:nvSpPr>
            <p:cNvPr id="25" name="Text 2" descr="TEMP_Z_ORDER_9"/>
            <p:cNvSpPr/>
            <p:nvPr>
              <p:custDataLst>
                <p:tags r:id="rId20"/>
              </p:custDataLst>
            </p:nvPr>
          </p:nvSpPr>
          <p:spPr>
            <a:xfrm>
              <a:off x="-254000" y="127000"/>
              <a:ext cx="4581144" cy="10459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能够 对无线接入设备的</a:t>
              </a: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认证、加密、入侵防范</a:t>
              </a: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进行核查</a:t>
              </a:r>
              <a:endParaRPr lang="en-US" sz="2160"/>
            </a:p>
          </p:txBody>
        </p:sp>
        <p:pic>
          <p:nvPicPr>
            <p:cNvPr id="26" name="Image 7" descr="TEMP_Z_ORDER_10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375920" y="-635000"/>
              <a:ext cx="609600" cy="609600"/>
            </a:xfrm>
            <a:prstGeom prst="rect">
              <a:avLst/>
            </a:prstGeom>
          </p:spPr>
        </p:pic>
        <p:pic>
          <p:nvPicPr>
            <p:cNvPr id="27" name="Image 8" descr="TEMP_Z_ORDER_11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254000" y="-513080"/>
              <a:ext cx="365760" cy="365760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>
            <p:custDataLst>
              <p:tags r:id="rId25"/>
            </p:custDataLst>
          </p:nvPr>
        </p:nvGrpSpPr>
        <p:grpSpPr>
          <a:xfrm>
            <a:off x="609600" y="4099560"/>
            <a:ext cx="5334000" cy="2164080"/>
            <a:chOff x="-635000" y="-635000"/>
            <a:chExt cx="5334000" cy="2164080"/>
          </a:xfrm>
        </p:grpSpPr>
        <p:pic>
          <p:nvPicPr>
            <p:cNvPr id="29" name="Image 9" descr="TEMP_Z_ORDER_12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406400"/>
              <a:ext cx="5334000" cy="1935480"/>
            </a:xfrm>
            <a:prstGeom prst="rect">
              <a:avLst/>
            </a:prstGeom>
          </p:spPr>
        </p:pic>
        <p:sp>
          <p:nvSpPr>
            <p:cNvPr id="30" name="Text 3" descr="TEMP_Z_ORDER_13"/>
            <p:cNvSpPr/>
            <p:nvPr>
              <p:custDataLst>
                <p:tags r:id="rId27"/>
              </p:custDataLst>
            </p:nvPr>
          </p:nvSpPr>
          <p:spPr>
            <a:xfrm>
              <a:off x="-254000" y="172720"/>
              <a:ext cx="4581144" cy="95328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能够 识别</a:t>
              </a: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移动终端与应用管控</a:t>
              </a: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中的常见问题</a:t>
              </a:r>
              <a:endParaRPr lang="en-US" sz="2160"/>
            </a:p>
          </p:txBody>
        </p:sp>
        <p:pic>
          <p:nvPicPr>
            <p:cNvPr id="31" name="Image 10" descr="TEMP_Z_ORDER_14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375920" y="-635000"/>
              <a:ext cx="609600" cy="609600"/>
            </a:xfrm>
            <a:prstGeom prst="rect">
              <a:avLst/>
            </a:prstGeom>
          </p:spPr>
        </p:pic>
        <p:pic>
          <p:nvPicPr>
            <p:cNvPr id="32" name="Image 11" descr="TEMP_Z_ORDER_15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254000" y="-513080"/>
              <a:ext cx="365760" cy="365760"/>
            </a:xfrm>
            <a:prstGeom prst="rect">
              <a:avLst/>
            </a:prstGeom>
          </p:spPr>
        </p:pic>
      </p:grpSp>
      <p:grpSp>
        <p:nvGrpSpPr>
          <p:cNvPr id="33" name="组合 32"/>
          <p:cNvGrpSpPr/>
          <p:nvPr>
            <p:custDataLst>
              <p:tags r:id="rId30"/>
            </p:custDataLst>
          </p:nvPr>
        </p:nvGrpSpPr>
        <p:grpSpPr>
          <a:xfrm>
            <a:off x="6248400" y="4099560"/>
            <a:ext cx="5334000" cy="2164080"/>
            <a:chOff x="-635000" y="-635000"/>
            <a:chExt cx="5334000" cy="2164080"/>
          </a:xfrm>
        </p:grpSpPr>
        <p:pic>
          <p:nvPicPr>
            <p:cNvPr id="34" name="Image 12" descr="TEMP_Z_ORDER_16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-635000" y="-406400"/>
              <a:ext cx="5334000" cy="1935480"/>
            </a:xfrm>
            <a:prstGeom prst="rect">
              <a:avLst/>
            </a:prstGeom>
          </p:spPr>
        </p:pic>
        <p:sp>
          <p:nvSpPr>
            <p:cNvPr id="35" name="Text 4" descr="TEMP_Z_ORDER_17"/>
            <p:cNvSpPr/>
            <p:nvPr>
              <p:custDataLst>
                <p:tags r:id="rId32"/>
              </p:custDataLst>
            </p:nvPr>
          </p:nvSpPr>
          <p:spPr>
            <a:xfrm>
              <a:off x="-254000" y="127000"/>
              <a:ext cx="4581144" cy="10459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能够 规范填写</a:t>
              </a: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《移动互联安全测评记录表》</a:t>
              </a:r>
              <a:endParaRPr lang="en-US" sz="2160"/>
            </a:p>
          </p:txBody>
        </p:sp>
        <p:pic>
          <p:nvPicPr>
            <p:cNvPr id="36" name="Image 13" descr="TEMP_Z_ORDER_18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375920" y="-635000"/>
              <a:ext cx="609600" cy="609600"/>
            </a:xfrm>
            <a:prstGeom prst="rect">
              <a:avLst/>
            </a:prstGeom>
          </p:spPr>
        </p:pic>
        <p:pic>
          <p:nvPicPr>
            <p:cNvPr id="37" name="Image 14" descr="TEMP_Z_ORDER_19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254000" y="-513080"/>
              <a:ext cx="365760" cy="365760"/>
            </a:xfrm>
            <a:prstGeom prst="rect">
              <a:avLst/>
            </a:prstGeom>
          </p:spPr>
        </p:pic>
      </p:grpSp>
      <p:sp>
        <p:nvSpPr>
          <p:cNvPr id="22" name="Text 5"/>
          <p:cNvSpPr/>
          <p:nvPr>
            <p:custDataLst>
              <p:tags r:id="rId3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学习目标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1" animBg="1"/>
      <p:bldP spid="5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14" name="组合 13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1066800"/>
            <a:chOff x="-635000" y="-635000"/>
            <a:chExt cx="10972800" cy="1066800"/>
          </a:xfrm>
        </p:grpSpPr>
        <p:pic>
          <p:nvPicPr>
            <p:cNvPr id="1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066800"/>
            </a:xfrm>
            <a:prstGeom prst="rect">
              <a:avLst/>
            </a:prstGeom>
          </p:spPr>
        </p:pic>
        <p:pic>
          <p:nvPicPr>
            <p:cNvPr id="16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330200" y="-254000"/>
              <a:ext cx="304800" cy="304800"/>
            </a:xfrm>
            <a:prstGeom prst="rect">
              <a:avLst/>
            </a:prstGeom>
          </p:spPr>
        </p:pic>
        <p:sp>
          <p:nvSpPr>
            <p:cNvPr id="17" name="Text 0" descr="TEMP_Z_ORDER_5"/>
            <p:cNvSpPr/>
            <p:nvPr>
              <p:custDataLst>
                <p:tags r:id="rId14"/>
              </p:custDataLst>
            </p:nvPr>
          </p:nvSpPr>
          <p:spPr>
            <a:xfrm>
              <a:off x="157480" y="-513080"/>
              <a:ext cx="9945624" cy="8064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GB/T 22239-2019 安全扩展要求 → 移动互联安全扩展要求（第8.3节，适用于第三级系统）</a:t>
              </a:r>
              <a:endParaRPr lang="en-US" sz="2160"/>
            </a:p>
          </p:txBody>
        </p:sp>
      </p:grpSp>
      <p:grpSp>
        <p:nvGrpSpPr>
          <p:cNvPr id="18" name="组合 17"/>
          <p:cNvGrpSpPr/>
          <p:nvPr>
            <p:custDataLst>
              <p:tags r:id="rId15"/>
            </p:custDataLst>
          </p:nvPr>
        </p:nvGrpSpPr>
        <p:grpSpPr>
          <a:xfrm>
            <a:off x="609600" y="2804160"/>
            <a:ext cx="2340864" cy="502920"/>
            <a:chOff x="-635000" y="-635000"/>
            <a:chExt cx="2340864" cy="502920"/>
          </a:xfrm>
        </p:grpSpPr>
        <p:pic>
          <p:nvPicPr>
            <p:cNvPr id="19" name="Image 5" descr="TEMP_Z_ORDER_6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635000" y="-558800"/>
              <a:ext cx="121920" cy="365760"/>
            </a:xfrm>
            <a:prstGeom prst="rect">
              <a:avLst/>
            </a:prstGeom>
          </p:spPr>
        </p:pic>
        <p:sp>
          <p:nvSpPr>
            <p:cNvPr id="20" name="Text 1" descr="TEMP_Z_ORDER_7"/>
            <p:cNvSpPr/>
            <p:nvPr>
              <p:custDataLst>
                <p:tags r:id="rId19"/>
              </p:custDataLst>
            </p:nvPr>
          </p:nvSpPr>
          <p:spPr>
            <a:xfrm>
              <a:off x="-330200" y="-635000"/>
              <a:ext cx="2029873" cy="35225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6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五个测评维度</a:t>
              </a:r>
              <a:endParaRPr lang="en-US" sz="2640"/>
            </a:p>
          </p:txBody>
        </p:sp>
      </p:grpSp>
      <p:grpSp>
        <p:nvGrpSpPr>
          <p:cNvPr id="21" name="组合 20"/>
          <p:cNvGrpSpPr/>
          <p:nvPr>
            <p:custDataLst>
              <p:tags r:id="rId20"/>
            </p:custDataLst>
          </p:nvPr>
        </p:nvGrpSpPr>
        <p:grpSpPr>
          <a:xfrm>
            <a:off x="609600" y="3550920"/>
            <a:ext cx="10972800" cy="2745740"/>
            <a:chOff x="-635000" y="-635000"/>
            <a:chExt cx="10972800" cy="3383280"/>
          </a:xfrm>
        </p:grpSpPr>
        <p:pic>
          <p:nvPicPr>
            <p:cNvPr id="22" name="Image 6" descr="TEMP_Z_ORDER_8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3383280"/>
            </a:xfrm>
            <a:prstGeom prst="rect">
              <a:avLst/>
            </a:prstGeom>
            <a:effectLst>
              <a:outerShdw blurRad="304800" dist="60960" dir="5400000" algn="bl" rotWithShape="0">
                <a:srgbClr val="00234E">
                  <a:alpha val="6000"/>
                </a:srgbClr>
              </a:outerShdw>
            </a:effectLst>
          </p:spPr>
        </p:pic>
      </p:grpSp>
      <p:graphicFrame>
        <p:nvGraphicFramePr>
          <p:cNvPr id="13" name="Table 0"/>
          <p:cNvGraphicFramePr>
            <a:graphicFrameLocks noGrp="1"/>
          </p:cNvGraphicFramePr>
          <p:nvPr>
            <p:custDataLst>
              <p:tags r:id="rId24"/>
            </p:custDataLst>
          </p:nvPr>
        </p:nvGraphicFramePr>
        <p:xfrm>
          <a:off x="798195" y="3505200"/>
          <a:ext cx="10653395" cy="2743200"/>
        </p:xfrm>
        <a:graphic>
          <a:graphicData uri="http://schemas.openxmlformats.org/drawingml/2006/table">
            <a:tbl>
              <a:tblPr/>
              <a:tblGrid>
                <a:gridCol w="2644775"/>
                <a:gridCol w="6909435"/>
                <a:gridCol w="1099185"/>
              </a:tblGrid>
              <a:tr h="4572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</a:rPr>
                        <a:t>维度</a:t>
                      </a:r>
                      <a:endParaRPr lang="en-US" sz="180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</a:rPr>
                        <a:t>控制点</a:t>
                      </a:r>
                      <a:endParaRPr lang="en-US" sz="180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</a:rPr>
                        <a:t>数量</a:t>
                      </a:r>
                      <a:endParaRPr lang="en-US" sz="180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安全物理环境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无线接入点的物理位置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1项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安全区域边界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边界防护、访问控制、入侵防范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3项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安全计算环境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移动终端管控、移动应用管控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安全建设管理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移动应用软件采购、移动应用软件开发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安全运维管理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配置管理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1项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2"/>
          <p:cNvSpPr/>
          <p:nvPr>
            <p:custDataLst>
              <p:tags r:id="rId2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移动互联安全扩展要求——在等保中的位置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81944" cy="4267200"/>
            <a:chOff x="-635000" y="-635000"/>
            <a:chExt cx="10972800" cy="4267200"/>
          </a:xfrm>
        </p:grpSpPr>
        <p:sp>
          <p:nvSpPr>
            <p:cNvPr id="10" name="Text 0" descr="TEMP_Z_ORDER_3"/>
            <p:cNvSpPr/>
            <p:nvPr>
              <p:custDataLst>
                <p:tags r:id="rId8"/>
              </p:custDataLst>
            </p:nvPr>
          </p:nvSpPr>
          <p:spPr>
            <a:xfrm>
              <a:off x="-635000" y="-635000"/>
              <a:ext cx="4171982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333333"/>
                  </a:solidFill>
                </a:rPr>
                <a:t>移动互联安全测评 9大核心指标：</a:t>
              </a:r>
              <a:endParaRPr lang="en-US" sz="2160"/>
            </a:p>
          </p:txBody>
        </p:sp>
        <p:pic>
          <p:nvPicPr>
            <p:cNvPr id="11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20320"/>
              <a:ext cx="10972800" cy="361188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</p:grpSp>
      <p:graphicFrame>
        <p:nvGraphicFramePr>
          <p:cNvPr id="7" name="Table 0"/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869486" y="2042160"/>
          <a:ext cx="10592435" cy="3421380"/>
        </p:xfrm>
        <a:graphic>
          <a:graphicData uri="http://schemas.openxmlformats.org/drawingml/2006/table">
            <a:tbl>
              <a:tblPr/>
              <a:tblGrid>
                <a:gridCol w="688340"/>
                <a:gridCol w="2233295"/>
                <a:gridCol w="6140450"/>
                <a:gridCol w="1530350"/>
              </a:tblGrid>
              <a:tr h="488751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</a:rPr>
                        <a:t>序号</a:t>
                      </a:r>
                      <a:endParaRPr lang="en-US" sz="1600" b="1">
                        <a:solidFill>
                          <a:srgbClr val="000000"/>
                        </a:solidFill>
                      </a:endParaRPr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</a:rPr>
                        <a:t>控制点</a:t>
                      </a:r>
                      <a:endParaRPr lang="en-US" sz="1600" b="1">
                        <a:solidFill>
                          <a:srgbClr val="000000"/>
                        </a:solidFill>
                      </a:endParaRPr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</a:rPr>
                        <a:t>核心要求</a:t>
                      </a:r>
                      <a:endParaRPr lang="en-US" sz="1600" b="1">
                        <a:solidFill>
                          <a:srgbClr val="000000"/>
                        </a:solidFill>
                      </a:endParaRPr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</a:rPr>
                        <a:t>检查方法</a:t>
                      </a:r>
                      <a:endParaRPr lang="en-US" sz="1600" b="1">
                        <a:solidFill>
                          <a:srgbClr val="000000"/>
                        </a:solidFill>
                      </a:endParaRPr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751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无线接入点的物理位置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避免过度覆盖和电磁干扰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现场检查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751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边界防护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有线与无线之间必须通过无线接入网关设备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拓扑核查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751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访问控制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禁止使用WEP认证；口令长度8位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配置核查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751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入侵防范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检测非授权接入；禁用SSID广播、WPS；禁止多个AP共用同一密钥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配置核查+测试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751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移动终端管控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安装终端管理客户端；支持远程锁定/擦除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终端检查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751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移动应用管控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只允许指定证书签名的应用安装运行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</a:rPr>
                        <a:t>策略核查</a:t>
                      </a:r>
                      <a:endParaRPr lang="en-US" sz="1600"/>
                    </a:p>
                  </a:txBody>
                  <a:tcPr marL="87351" marR="87351" marT="87351" marB="87351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1"/>
          <p:cNvSpPr/>
          <p:nvPr>
            <p:custDataLst>
              <p:tags r:id="rId13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核心测评指标速览（重点）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134600" y="106680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4" imgW="971550" imgH="666750" progId="Word.Document.12">
                  <p:embed/>
                </p:oleObj>
              </mc:Choice>
              <mc:Fallback>
                <p:oleObj name="" showAsIcon="1" r:id="rId14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134600" y="106680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10" name="组合 9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1085850"/>
            <a:chOff x="-635000" y="-635000"/>
            <a:chExt cx="10972800" cy="1085850"/>
          </a:xfrm>
        </p:grpSpPr>
        <p:pic>
          <p:nvPicPr>
            <p:cNvPr id="11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1085850"/>
            </a:xfrm>
            <a:prstGeom prst="rect">
              <a:avLst/>
            </a:prstGeom>
          </p:spPr>
        </p:pic>
        <p:sp>
          <p:nvSpPr>
            <p:cNvPr id="12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482600" y="-558800"/>
              <a:ext cx="10250424" cy="87038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 b="1">
                  <a:solidFill>
                    <a:srgbClr val="E74C3C"/>
                  </a:solidFill>
                </a:rPr>
                <a:t>WEP（Wired Equivalent Privacy） 已被证明存在严重安全漏洞，可在数分钟内被破解。</a:t>
              </a:r>
              <a:r>
                <a:rPr lang="en-US" sz="2160">
                  <a:solidFill>
                    <a:srgbClr val="00234E"/>
                  </a:solidFill>
                </a:rPr>
                <a:t>等保2.0明确要求“禁止使用WEP方式进行认证”。</a:t>
              </a:r>
              <a:endParaRPr lang="en-US" sz="2160"/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609600" y="2633980"/>
          <a:ext cx="10972800" cy="3370580"/>
        </p:xfrm>
        <a:graphic>
          <a:graphicData uri="http://schemas.openxmlformats.org/drawingml/2006/table">
            <a:tbl>
              <a:tblPr/>
              <a:tblGrid>
                <a:gridCol w="1739776"/>
                <a:gridCol w="2808060"/>
                <a:gridCol w="3006456"/>
                <a:gridCol w="3418508"/>
              </a:tblGrid>
              <a:tr h="68834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</a:rPr>
                        <a:t>对比项</a:t>
                      </a:r>
                      <a:endParaRPr lang="en-US" sz="180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</a:rPr>
                        <a:t>WEP</a:t>
                      </a:r>
                      <a:endParaRPr lang="en-US" sz="180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</a:rPr>
                        <a:t>WPA/WPA2</a:t>
                      </a:r>
                      <a:endParaRPr lang="en-US" sz="180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</a:rPr>
                        <a:t>WPA3</a:t>
                      </a:r>
                      <a:endParaRPr lang="en-US" sz="180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加密算法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RC4（已破解）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AES（安全）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AES-256（更安全）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密钥管理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静态密钥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动态（4次握手）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动态（SAE）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破解难度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容易（数分钟）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困难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极难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等保合规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不合规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合规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合规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1"/>
          <p:cNvSpPr/>
          <p:nvPr>
            <p:custDataLst>
              <p:tags r:id="rId12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WEP vs WPA——为什么等保明令禁止WEP？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47" name="组合 46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4474464" cy="1341120"/>
            <a:chOff x="-635000" y="-635000"/>
            <a:chExt cx="4474464" cy="1341120"/>
          </a:xfrm>
        </p:grpSpPr>
        <p:sp>
          <p:nvSpPr>
            <p:cNvPr id="48" name="Text 0" descr="TEMP_Z_ORDER_3"/>
            <p:cNvSpPr/>
            <p:nvPr>
              <p:custDataLst>
                <p:tags r:id="rId8"/>
              </p:custDataLst>
            </p:nvPr>
          </p:nvSpPr>
          <p:spPr>
            <a:xfrm>
              <a:off x="-635000" y="-635000"/>
              <a:ext cx="1539240" cy="32023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40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演示场景：</a:t>
              </a:r>
              <a:endParaRPr lang="en-US" sz="2400"/>
            </a:p>
          </p:txBody>
        </p:sp>
        <p:sp>
          <p:nvSpPr>
            <p:cNvPr id="49" name="Text 1" descr="TEMP_Z_ORDER_4"/>
            <p:cNvSpPr/>
            <p:nvPr>
              <p:custDataLst>
                <p:tags r:id="rId9"/>
              </p:custDataLst>
            </p:nvPr>
          </p:nvSpPr>
          <p:spPr>
            <a:xfrm>
              <a:off x="-635000" y="-116840"/>
              <a:ext cx="4474464" cy="8064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模拟企业级无线控制器（AC）配置界面，展示以下内容：</a:t>
              </a:r>
              <a:endParaRPr lang="en-US" sz="2160"/>
            </a:p>
          </p:txBody>
        </p:sp>
      </p:grpSp>
      <p:grpSp>
        <p:nvGrpSpPr>
          <p:cNvPr id="65" name="组合 64"/>
          <p:cNvGrpSpPr/>
          <p:nvPr>
            <p:custDataLst>
              <p:tags r:id="rId10"/>
            </p:custDataLst>
          </p:nvPr>
        </p:nvGrpSpPr>
        <p:grpSpPr>
          <a:xfrm>
            <a:off x="5425440" y="1353186"/>
            <a:ext cx="6156960" cy="738505"/>
            <a:chOff x="-635000" y="-585032"/>
            <a:chExt cx="6156960" cy="723649"/>
          </a:xfrm>
        </p:grpSpPr>
        <p:pic>
          <p:nvPicPr>
            <p:cNvPr id="66" name="Image 3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574040"/>
              <a:ext cx="6156960" cy="701040"/>
            </a:xfrm>
            <a:prstGeom prst="rect">
              <a:avLst/>
            </a:prstGeom>
          </p:spPr>
        </p:pic>
        <p:pic>
          <p:nvPicPr>
            <p:cNvPr id="67" name="Image 4" descr="TEMP_Z_ORDER_6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-574040"/>
              <a:ext cx="701040" cy="701040"/>
            </a:xfrm>
            <a:prstGeom prst="rect">
              <a:avLst/>
            </a:prstGeom>
          </p:spPr>
        </p:pic>
        <p:sp>
          <p:nvSpPr>
            <p:cNvPr id="68" name="Text 2" descr="TEMP_Z_ORDER_7"/>
            <p:cNvSpPr/>
            <p:nvPr>
              <p:custDataLst>
                <p:tags r:id="rId15"/>
              </p:custDataLst>
            </p:nvPr>
          </p:nvSpPr>
          <p:spPr>
            <a:xfrm>
              <a:off x="-467360" y="-467360"/>
              <a:ext cx="429704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01</a:t>
              </a:r>
              <a:endParaRPr lang="en-US" sz="2640"/>
            </a:p>
          </p:txBody>
        </p:sp>
        <p:sp>
          <p:nvSpPr>
            <p:cNvPr id="69" name="Text 3" descr="TEMP_Z_ORDER_8"/>
            <p:cNvSpPr/>
            <p:nvPr>
              <p:custDataLst>
                <p:tags r:id="rId16"/>
              </p:custDataLst>
            </p:nvPr>
          </p:nvSpPr>
          <p:spPr>
            <a:xfrm>
              <a:off x="309880" y="-426987"/>
              <a:ext cx="1838325" cy="40693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查看认证方式：</a:t>
              </a:r>
              <a:endParaRPr lang="en-US" sz="2160"/>
            </a:p>
          </p:txBody>
        </p:sp>
        <p:sp>
          <p:nvSpPr>
            <p:cNvPr id="70" name="Text 4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2414270" y="-585032"/>
              <a:ext cx="2887980" cy="72364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检查是否配置了WPA2-Enterprise认证</a:t>
              </a:r>
              <a:endParaRPr lang="en-US" sz="1920"/>
            </a:p>
          </p:txBody>
        </p:sp>
      </p:grpSp>
      <p:grpSp>
        <p:nvGrpSpPr>
          <p:cNvPr id="53" name="组合 52"/>
          <p:cNvGrpSpPr/>
          <p:nvPr>
            <p:custDataLst>
              <p:tags r:id="rId18"/>
            </p:custDataLst>
          </p:nvPr>
        </p:nvGrpSpPr>
        <p:grpSpPr>
          <a:xfrm>
            <a:off x="5425440" y="2270760"/>
            <a:ext cx="6156960" cy="701040"/>
            <a:chOff x="-635000" y="-635000"/>
            <a:chExt cx="6156960" cy="701040"/>
          </a:xfrm>
        </p:grpSpPr>
        <p:pic>
          <p:nvPicPr>
            <p:cNvPr id="54" name="Image 5" descr="TEMP_Z_ORDER_1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6156960" cy="701040"/>
            </a:xfrm>
            <a:prstGeom prst="rect">
              <a:avLst/>
            </a:prstGeom>
          </p:spPr>
        </p:pic>
        <p:pic>
          <p:nvPicPr>
            <p:cNvPr id="55" name="Image 6" descr="TEMP_Z_ORDER_1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-635000"/>
              <a:ext cx="701040" cy="701040"/>
            </a:xfrm>
            <a:prstGeom prst="rect">
              <a:avLst/>
            </a:prstGeom>
          </p:spPr>
        </p:pic>
        <p:sp>
          <p:nvSpPr>
            <p:cNvPr id="56" name="Text 5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467360" y="-543560"/>
              <a:ext cx="429704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02</a:t>
              </a:r>
              <a:endParaRPr lang="en-US" sz="2640"/>
            </a:p>
          </p:txBody>
        </p:sp>
        <p:sp>
          <p:nvSpPr>
            <p:cNvPr id="57" name="Text 6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309880" y="-497840"/>
              <a:ext cx="1941687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查看加密方式：</a:t>
              </a:r>
              <a:endParaRPr lang="en-US" sz="2160"/>
            </a:p>
          </p:txBody>
        </p:sp>
        <p:sp>
          <p:nvSpPr>
            <p:cNvPr id="58" name="Text 7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2352041" y="-467360"/>
              <a:ext cx="2703290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确认加密算法是否为AES</a:t>
              </a:r>
              <a:endParaRPr lang="en-US" sz="1920"/>
            </a:p>
          </p:txBody>
        </p:sp>
      </p:grpSp>
      <p:grpSp>
        <p:nvGrpSpPr>
          <p:cNvPr id="59" name="组合 58"/>
          <p:cNvGrpSpPr/>
          <p:nvPr>
            <p:custDataLst>
              <p:tags r:id="rId24"/>
            </p:custDataLst>
          </p:nvPr>
        </p:nvGrpSpPr>
        <p:grpSpPr>
          <a:xfrm>
            <a:off x="5425440" y="3154680"/>
            <a:ext cx="6156960" cy="701040"/>
            <a:chOff x="-635000" y="-635000"/>
            <a:chExt cx="6156960" cy="701040"/>
          </a:xfrm>
        </p:grpSpPr>
        <p:pic>
          <p:nvPicPr>
            <p:cNvPr id="60" name="Image 7" descr="TEMP_Z_ORDER_15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6156960" cy="701040"/>
            </a:xfrm>
            <a:prstGeom prst="rect">
              <a:avLst/>
            </a:prstGeom>
          </p:spPr>
        </p:pic>
        <p:pic>
          <p:nvPicPr>
            <p:cNvPr id="61" name="Image 8" descr="TEMP_Z_ORDER_16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-635000"/>
              <a:ext cx="701040" cy="701040"/>
            </a:xfrm>
            <a:prstGeom prst="rect">
              <a:avLst/>
            </a:prstGeom>
          </p:spPr>
        </p:pic>
        <p:sp>
          <p:nvSpPr>
            <p:cNvPr id="62" name="Text 8" descr="TEMP_Z_ORDER_17"/>
            <p:cNvSpPr/>
            <p:nvPr>
              <p:custDataLst>
                <p:tags r:id="rId27"/>
              </p:custDataLst>
            </p:nvPr>
          </p:nvSpPr>
          <p:spPr>
            <a:xfrm>
              <a:off x="-467360" y="-528320"/>
              <a:ext cx="429704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03</a:t>
              </a:r>
              <a:endParaRPr lang="en-US" sz="2640"/>
            </a:p>
          </p:txBody>
        </p:sp>
        <p:sp>
          <p:nvSpPr>
            <p:cNvPr id="63" name="Text 9" descr="TEMP_Z_ORDER_18"/>
            <p:cNvSpPr/>
            <p:nvPr>
              <p:custDataLst>
                <p:tags r:id="rId28"/>
              </p:custDataLst>
            </p:nvPr>
          </p:nvSpPr>
          <p:spPr>
            <a:xfrm>
              <a:off x="309880" y="-482600"/>
              <a:ext cx="2034683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检查SSID广播：</a:t>
              </a:r>
              <a:endParaRPr lang="en-US" sz="2160"/>
            </a:p>
          </p:txBody>
        </p:sp>
        <p:sp>
          <p:nvSpPr>
            <p:cNvPr id="64" name="Text 10" descr="TEMP_Z_ORDER_19"/>
            <p:cNvSpPr/>
            <p:nvPr>
              <p:custDataLst>
                <p:tags r:id="rId29"/>
              </p:custDataLst>
            </p:nvPr>
          </p:nvSpPr>
          <p:spPr>
            <a:xfrm>
              <a:off x="2397760" y="-467360"/>
              <a:ext cx="279788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确认是否禁用了SSID广播</a:t>
              </a:r>
              <a:endParaRPr lang="en-US" sz="1920"/>
            </a:p>
          </p:txBody>
        </p:sp>
      </p:grpSp>
      <p:grpSp>
        <p:nvGrpSpPr>
          <p:cNvPr id="35" name="组合 34"/>
          <p:cNvGrpSpPr/>
          <p:nvPr>
            <p:custDataLst>
              <p:tags r:id="rId30"/>
            </p:custDataLst>
          </p:nvPr>
        </p:nvGrpSpPr>
        <p:grpSpPr>
          <a:xfrm>
            <a:off x="5425440" y="4053840"/>
            <a:ext cx="6156960" cy="701040"/>
            <a:chOff x="-635000" y="-635000"/>
            <a:chExt cx="6156960" cy="701040"/>
          </a:xfrm>
        </p:grpSpPr>
        <p:pic>
          <p:nvPicPr>
            <p:cNvPr id="36" name="Image 9" descr="TEMP_Z_ORDER_20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6156960" cy="701040"/>
            </a:xfrm>
            <a:prstGeom prst="rect">
              <a:avLst/>
            </a:prstGeom>
          </p:spPr>
        </p:pic>
        <p:pic>
          <p:nvPicPr>
            <p:cNvPr id="37" name="Image 10" descr="TEMP_Z_ORDER_21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-635000"/>
              <a:ext cx="701040" cy="701040"/>
            </a:xfrm>
            <a:prstGeom prst="rect">
              <a:avLst/>
            </a:prstGeom>
          </p:spPr>
        </p:pic>
        <p:sp>
          <p:nvSpPr>
            <p:cNvPr id="38" name="Text 11" descr="TEMP_Z_ORDER_22"/>
            <p:cNvSpPr/>
            <p:nvPr>
              <p:custDataLst>
                <p:tags r:id="rId33"/>
              </p:custDataLst>
            </p:nvPr>
          </p:nvSpPr>
          <p:spPr>
            <a:xfrm>
              <a:off x="-467360" y="-543560"/>
              <a:ext cx="429704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04</a:t>
              </a:r>
              <a:endParaRPr lang="en-US" sz="2640"/>
            </a:p>
          </p:txBody>
        </p:sp>
        <p:sp>
          <p:nvSpPr>
            <p:cNvPr id="39" name="Text 12" descr="TEMP_Z_ORDER_23"/>
            <p:cNvSpPr/>
            <p:nvPr>
              <p:custDataLst>
                <p:tags r:id="rId34"/>
              </p:custDataLst>
            </p:nvPr>
          </p:nvSpPr>
          <p:spPr>
            <a:xfrm>
              <a:off x="309881" y="-497840"/>
              <a:ext cx="2004219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检查WPS状态：</a:t>
              </a:r>
              <a:endParaRPr lang="en-US" sz="2160"/>
            </a:p>
          </p:txBody>
        </p:sp>
        <p:sp>
          <p:nvSpPr>
            <p:cNvPr id="40" name="Text 13" descr="TEMP_Z_ORDER_24"/>
            <p:cNvSpPr/>
            <p:nvPr>
              <p:custDataLst>
                <p:tags r:id="rId35"/>
              </p:custDataLst>
            </p:nvPr>
          </p:nvSpPr>
          <p:spPr>
            <a:xfrm>
              <a:off x="2382520" y="-467360"/>
              <a:ext cx="2278396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确认WPS功能已禁用</a:t>
              </a:r>
              <a:endParaRPr lang="en-US" sz="1920"/>
            </a:p>
          </p:txBody>
        </p:sp>
      </p:grpSp>
      <p:grpSp>
        <p:nvGrpSpPr>
          <p:cNvPr id="41" name="组合 40"/>
          <p:cNvGrpSpPr/>
          <p:nvPr>
            <p:custDataLst>
              <p:tags r:id="rId36"/>
            </p:custDataLst>
          </p:nvPr>
        </p:nvGrpSpPr>
        <p:grpSpPr>
          <a:xfrm>
            <a:off x="5425440" y="4876800"/>
            <a:ext cx="6156960" cy="822960"/>
            <a:chOff x="-635000" y="-626723"/>
            <a:chExt cx="6156960" cy="806405"/>
          </a:xfrm>
        </p:grpSpPr>
        <p:pic>
          <p:nvPicPr>
            <p:cNvPr id="42" name="Image 11" descr="TEMP_Z_ORDER_25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574040"/>
              <a:ext cx="6156960" cy="701040"/>
            </a:xfrm>
            <a:prstGeom prst="rect">
              <a:avLst/>
            </a:prstGeom>
          </p:spPr>
        </p:pic>
        <p:pic>
          <p:nvPicPr>
            <p:cNvPr id="43" name="Image 12" descr="TEMP_Z_ORDER_26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-574040"/>
              <a:ext cx="701040" cy="701040"/>
            </a:xfrm>
            <a:prstGeom prst="rect">
              <a:avLst/>
            </a:prstGeom>
          </p:spPr>
        </p:pic>
        <p:sp>
          <p:nvSpPr>
            <p:cNvPr id="44" name="Text 14" descr="TEMP_Z_ORDER_27"/>
            <p:cNvSpPr/>
            <p:nvPr>
              <p:custDataLst>
                <p:tags r:id="rId39"/>
              </p:custDataLst>
            </p:nvPr>
          </p:nvSpPr>
          <p:spPr>
            <a:xfrm>
              <a:off x="-467360" y="-467360"/>
              <a:ext cx="429704" cy="48736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05</a:t>
              </a:r>
              <a:endParaRPr lang="en-US" sz="2640"/>
            </a:p>
          </p:txBody>
        </p:sp>
        <p:sp>
          <p:nvSpPr>
            <p:cNvPr id="45" name="Text 15" descr="TEMP_Z_ORDER_28"/>
            <p:cNvSpPr/>
            <p:nvPr>
              <p:custDataLst>
                <p:tags r:id="rId40"/>
              </p:custDataLst>
            </p:nvPr>
          </p:nvSpPr>
          <p:spPr>
            <a:xfrm>
              <a:off x="309880" y="-626723"/>
              <a:ext cx="1670304" cy="8064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检查密钥管理：</a:t>
              </a:r>
              <a:endParaRPr lang="en-US" sz="2160"/>
            </a:p>
          </p:txBody>
        </p:sp>
        <p:sp>
          <p:nvSpPr>
            <p:cNvPr id="46" name="Text 16" descr="TEMP_Z_ORDER_29"/>
            <p:cNvSpPr/>
            <p:nvPr>
              <p:custDataLst>
                <p:tags r:id="rId41"/>
              </p:custDataLst>
            </p:nvPr>
          </p:nvSpPr>
          <p:spPr>
            <a:xfrm>
              <a:off x="2355850" y="-585034"/>
              <a:ext cx="2946400" cy="72364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确认是否多个AP使用同一认证密钥</a:t>
              </a:r>
              <a:endParaRPr lang="en-US" sz="1920"/>
            </a:p>
          </p:txBody>
        </p:sp>
      </p:grpSp>
      <p:grpSp>
        <p:nvGrpSpPr>
          <p:cNvPr id="50" name="组合 49"/>
          <p:cNvGrpSpPr/>
          <p:nvPr>
            <p:custDataLst>
              <p:tags r:id="rId42"/>
            </p:custDataLst>
          </p:nvPr>
        </p:nvGrpSpPr>
        <p:grpSpPr>
          <a:xfrm>
            <a:off x="609600" y="2895600"/>
            <a:ext cx="4465320" cy="2743200"/>
            <a:chOff x="-635000" y="-635000"/>
            <a:chExt cx="4465320" cy="2743200"/>
          </a:xfrm>
        </p:grpSpPr>
        <p:pic>
          <p:nvPicPr>
            <p:cNvPr id="51" name="Image 13" descr="TEMP_Z_ORDER_30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465320" cy="27432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52" name="Image 14" descr="TEMP_Z_ORDER_31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47"/>
            <a:stretch>
              <a:fillRect/>
            </a:stretch>
          </p:blipFill>
          <p:spPr>
            <a:xfrm>
              <a:off x="-619760" y="-619760"/>
              <a:ext cx="4434840" cy="2712720"/>
            </a:xfrm>
            <a:prstGeom prst="rect">
              <a:avLst/>
            </a:prstGeom>
          </p:spPr>
        </p:pic>
      </p:grpSp>
      <p:sp>
        <p:nvSpPr>
          <p:cNvPr id="34" name="Text 17"/>
          <p:cNvSpPr/>
          <p:nvPr>
            <p:custDataLst>
              <p:tags r:id="rId48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教师演示——无线接入设备配置核查（15分钟）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38400" y="353314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49" imgW="971550" imgH="666750" progId="Word.Document.12">
                  <p:embed/>
                </p:oleObj>
              </mc:Choice>
              <mc:Fallback>
                <p:oleObj name="" showAsIcon="1" r:id="rId49" imgW="971550" imgH="666750" progId="Word.Document.12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2438400" y="353314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0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0"/>
                            </p:stCondLst>
                            <p:childTnLst>
                              <p:par>
                                <p:cTn id="32" presetID="10" presetClass="entr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609600" y="1371600"/>
          <a:ext cx="10972800" cy="4267200"/>
        </p:xfrm>
        <a:graphic>
          <a:graphicData uri="http://schemas.openxmlformats.org/drawingml/2006/table">
            <a:tbl>
              <a:tblPr/>
              <a:tblGrid>
                <a:gridCol w="808843"/>
                <a:gridCol w="10163957"/>
              </a:tblGrid>
              <a:tr h="10668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</a:rPr>
                        <a:t>要素</a:t>
                      </a:r>
                      <a:endParaRPr lang="en-US" sz="200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</a:rPr>
                        <a:t>内容</a:t>
                      </a:r>
                      <a:endParaRPr lang="en-US" sz="200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</a:rPr>
                        <a:t>任务名称</a:t>
                      </a:r>
                      <a:endParaRPr lang="en-US" sz="20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</a:rPr>
                        <a:t>移动终端管控与移动应用管控核查</a:t>
                      </a:r>
                      <a:endParaRPr lang="en-US" sz="20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</a:rPr>
                        <a:t>任务场景</a:t>
                      </a:r>
                      <a:endParaRPr lang="en-US" sz="20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</a:rPr>
                        <a:t>教师提供模拟MDM（移动设备管理）平台界面</a:t>
                      </a:r>
                      <a:endParaRPr lang="en-US" sz="20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</a:rPr>
                        <a:t>任务内容</a:t>
                      </a:r>
                      <a:endParaRPr lang="en-US" sz="20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</a:rPr>
                        <a:t>检查是否安装并运行了终端管理客户端检查是否支持远程锁定/擦除功能检查应用安装是否只允许指定证书签名的应用填写《移动互联安全测评记录表》</a:t>
                      </a:r>
                      <a:endParaRPr lang="en-US" sz="20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>
            <p:custDataLst>
              <p:tags r:id="rId8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实践任务3——移动终端与应用管控核查（15分钟）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591800" y="52959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showAsIcon="1" r:id="rId9" imgW="971550" imgH="666750" progId="Word.Document.12">
                  <p:embed/>
                </p:oleObj>
              </mc:Choice>
              <mc:Fallback>
                <p:oleObj name="" showAsIcon="1" r:id="rId9" imgW="971550" imgH="666750" progId="Word.Document.12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591800" y="52959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grpSp>
        <p:nvGrpSpPr>
          <p:cNvPr id="61" name="组合 60"/>
          <p:cNvGrpSpPr/>
          <p:nvPr>
            <p:custDataLst>
              <p:tags r:id="rId5"/>
            </p:custDataLst>
          </p:nvPr>
        </p:nvGrpSpPr>
        <p:grpSpPr>
          <a:xfrm>
            <a:off x="609600" y="609600"/>
            <a:ext cx="7888224" cy="548640"/>
            <a:chOff x="-635000" y="-635000"/>
            <a:chExt cx="7888224" cy="548640"/>
          </a:xfrm>
        </p:grpSpPr>
        <p:pic>
          <p:nvPicPr>
            <p:cNvPr id="62" name="Image 2" descr="TEMP_Z_ORDER_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91440" cy="365760"/>
            </a:xfrm>
            <a:prstGeom prst="rect">
              <a:avLst/>
            </a:prstGeom>
          </p:spPr>
        </p:pic>
        <p:sp>
          <p:nvSpPr>
            <p:cNvPr id="63" name="Text 0" descr="TEMP_Z_ORDER_3"/>
            <p:cNvSpPr/>
            <p:nvPr>
              <p:custDataLst>
                <p:tags r:id="rId9"/>
              </p:custDataLst>
            </p:nvPr>
          </p:nvSpPr>
          <p:spPr>
            <a:xfrm>
              <a:off x="-360680" y="-635000"/>
              <a:ext cx="7776369" cy="5316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88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实践任务1——无线认证与加密核查（20分钟）</a:t>
              </a:r>
              <a:endParaRPr lang="en-US" sz="2880"/>
            </a:p>
          </p:txBody>
        </p:sp>
      </p:grpSp>
      <p:grpSp>
        <p:nvGrpSpPr>
          <p:cNvPr id="33" name="组合 32"/>
          <p:cNvGrpSpPr/>
          <p:nvPr>
            <p:custDataLst>
              <p:tags r:id="rId10"/>
            </p:custDataLst>
          </p:nvPr>
        </p:nvGrpSpPr>
        <p:grpSpPr>
          <a:xfrm>
            <a:off x="1158240" y="1524000"/>
            <a:ext cx="9875520" cy="4785360"/>
            <a:chOff x="-635000" y="-635000"/>
            <a:chExt cx="9875520" cy="4785360"/>
          </a:xfrm>
        </p:grpSpPr>
        <p:pic>
          <p:nvPicPr>
            <p:cNvPr id="34" name="Image 3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9875520" cy="47853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5" name="Image 4" descr="TEMP_Z_ORDER_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619760" y="-619760"/>
              <a:ext cx="1981200" cy="899160"/>
            </a:xfrm>
            <a:prstGeom prst="rect">
              <a:avLst/>
            </a:prstGeom>
          </p:spPr>
        </p:pic>
        <p:sp>
          <p:nvSpPr>
            <p:cNvPr id="36" name="Text 1" descr="TEMP_Z_ORDER_6"/>
            <p:cNvSpPr/>
            <p:nvPr>
              <p:custDataLst>
                <p:tags r:id="rId16"/>
              </p:custDataLst>
            </p:nvPr>
          </p:nvSpPr>
          <p:spPr>
            <a:xfrm>
              <a:off x="-126048" y="-360680"/>
              <a:ext cx="987679" cy="38013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6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任务名称</a:t>
              </a:r>
              <a:endParaRPr lang="en-US" sz="1920"/>
            </a:p>
          </p:txBody>
        </p:sp>
        <p:pic>
          <p:nvPicPr>
            <p:cNvPr id="37" name="Image 5" descr="TEMP_Z_ORDER_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1329284" y="-627380"/>
              <a:ext cx="15240" cy="899160"/>
            </a:xfrm>
            <a:prstGeom prst="rect">
              <a:avLst/>
            </a:prstGeom>
          </p:spPr>
        </p:pic>
        <p:pic>
          <p:nvPicPr>
            <p:cNvPr id="38" name="Image 6" descr="TEMP_Z_ORDER_8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1346200" y="-619760"/>
              <a:ext cx="7894320" cy="899160"/>
            </a:xfrm>
            <a:prstGeom prst="rect">
              <a:avLst/>
            </a:prstGeom>
          </p:spPr>
        </p:pic>
        <p:sp>
          <p:nvSpPr>
            <p:cNvPr id="39" name="Text 2" descr="TEMP_Z_ORDER_9"/>
            <p:cNvSpPr/>
            <p:nvPr>
              <p:custDataLst>
                <p:tags r:id="rId21"/>
              </p:custDataLst>
            </p:nvPr>
          </p:nvSpPr>
          <p:spPr>
            <a:xfrm>
              <a:off x="1590040" y="-330200"/>
              <a:ext cx="3209957" cy="37997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无线接入认证与加密配置核查</a:t>
              </a:r>
              <a:endParaRPr lang="en-US" sz="1920"/>
            </a:p>
          </p:txBody>
        </p:sp>
        <p:pic>
          <p:nvPicPr>
            <p:cNvPr id="40" name="Image 7" descr="TEMP_Z_ORDER_10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-627380" y="271780"/>
              <a:ext cx="9860280" cy="15240"/>
            </a:xfrm>
            <a:prstGeom prst="rect">
              <a:avLst/>
            </a:prstGeom>
          </p:spPr>
        </p:pic>
        <p:pic>
          <p:nvPicPr>
            <p:cNvPr id="41" name="Image 8" descr="TEMP_Z_ORDER_1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619760" y="279400"/>
              <a:ext cx="1981200" cy="899160"/>
            </a:xfrm>
            <a:prstGeom prst="rect">
              <a:avLst/>
            </a:prstGeom>
          </p:spPr>
        </p:pic>
        <p:sp>
          <p:nvSpPr>
            <p:cNvPr id="42" name="Text 3" descr="TEMP_Z_ORDER_12"/>
            <p:cNvSpPr/>
            <p:nvPr>
              <p:custDataLst>
                <p:tags r:id="rId26"/>
              </p:custDataLst>
            </p:nvPr>
          </p:nvSpPr>
          <p:spPr>
            <a:xfrm>
              <a:off x="-126048" y="538480"/>
              <a:ext cx="987679" cy="38013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6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任务场景</a:t>
              </a:r>
              <a:endParaRPr lang="en-US" sz="1920"/>
            </a:p>
          </p:txBody>
        </p:sp>
        <p:pic>
          <p:nvPicPr>
            <p:cNvPr id="43" name="Image 9" descr="TEMP_Z_ORDER_13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1329284" y="271780"/>
              <a:ext cx="15240" cy="899160"/>
            </a:xfrm>
            <a:prstGeom prst="rect">
              <a:avLst/>
            </a:prstGeom>
          </p:spPr>
        </p:pic>
        <p:pic>
          <p:nvPicPr>
            <p:cNvPr id="44" name="Image 10" descr="TEMP_Z_ORDER_14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346200" y="279400"/>
              <a:ext cx="7894320" cy="899160"/>
            </a:xfrm>
            <a:prstGeom prst="rect">
              <a:avLst/>
            </a:prstGeom>
          </p:spPr>
        </p:pic>
        <p:sp>
          <p:nvSpPr>
            <p:cNvPr id="45" name="Text 4" descr="TEMP_Z_ORDER_15"/>
            <p:cNvSpPr/>
            <p:nvPr>
              <p:custDataLst>
                <p:tags r:id="rId31"/>
              </p:custDataLst>
            </p:nvPr>
          </p:nvSpPr>
          <p:spPr>
            <a:xfrm>
              <a:off x="1590040" y="568960"/>
              <a:ext cx="5095526" cy="37997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教师提供模拟无线控制器配置截图（见素材1）</a:t>
              </a:r>
              <a:endParaRPr lang="en-US" sz="1920"/>
            </a:p>
          </p:txBody>
        </p:sp>
        <p:pic>
          <p:nvPicPr>
            <p:cNvPr id="46" name="Image 11" descr="TEMP_Z_ORDER_16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-627380" y="1170940"/>
              <a:ext cx="9860280" cy="15240"/>
            </a:xfrm>
            <a:prstGeom prst="rect">
              <a:avLst/>
            </a:prstGeom>
          </p:spPr>
        </p:pic>
        <p:pic>
          <p:nvPicPr>
            <p:cNvPr id="47" name="Image 12" descr="TEMP_Z_ORDER_17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/>
            <a:stretch>
              <a:fillRect/>
            </a:stretch>
          </p:blipFill>
          <p:spPr>
            <a:xfrm>
              <a:off x="-619760" y="1178560"/>
              <a:ext cx="1981200" cy="2971800"/>
            </a:xfrm>
            <a:prstGeom prst="rect">
              <a:avLst/>
            </a:prstGeom>
          </p:spPr>
        </p:pic>
        <p:sp>
          <p:nvSpPr>
            <p:cNvPr id="48" name="Text 5" descr="TEMP_Z_ORDER_18"/>
            <p:cNvSpPr/>
            <p:nvPr>
              <p:custDataLst>
                <p:tags r:id="rId35"/>
              </p:custDataLst>
            </p:nvPr>
          </p:nvSpPr>
          <p:spPr>
            <a:xfrm>
              <a:off x="-126048" y="1437640"/>
              <a:ext cx="987679" cy="38013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6000"/>
                </a:lnSpc>
                <a:buNone/>
              </a:pPr>
              <a:r>
                <a:rPr lang="en-US" sz="192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任务内容</a:t>
              </a:r>
              <a:endParaRPr lang="en-US" sz="1920"/>
            </a:p>
          </p:txBody>
        </p:sp>
        <p:pic>
          <p:nvPicPr>
            <p:cNvPr id="49" name="Image 13" descr="TEMP_Z_ORDER_19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1329284" y="1170940"/>
              <a:ext cx="15240" cy="2971800"/>
            </a:xfrm>
            <a:prstGeom prst="rect">
              <a:avLst/>
            </a:prstGeom>
          </p:spPr>
        </p:pic>
        <p:pic>
          <p:nvPicPr>
            <p:cNvPr id="50" name="Image 14" descr="TEMP_Z_ORDER_20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9"/>
            <a:stretch>
              <a:fillRect/>
            </a:stretch>
          </p:blipFill>
          <p:spPr>
            <a:xfrm>
              <a:off x="1346200" y="1178560"/>
              <a:ext cx="7894320" cy="2971800"/>
            </a:xfrm>
            <a:prstGeom prst="rect">
              <a:avLst/>
            </a:prstGeom>
          </p:spPr>
        </p:pic>
        <p:sp>
          <p:nvSpPr>
            <p:cNvPr id="51" name="Text 6" descr="TEMP_Z_ORDER_21"/>
            <p:cNvSpPr/>
            <p:nvPr>
              <p:custDataLst>
                <p:tags r:id="rId40"/>
              </p:custDataLst>
            </p:nvPr>
          </p:nvSpPr>
          <p:spPr>
            <a:xfrm>
              <a:off x="1590040" y="1422400"/>
              <a:ext cx="221266" cy="37997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00234E"/>
                  </a:solidFill>
                </a:rPr>
                <a:t>①</a:t>
              </a:r>
              <a:endParaRPr lang="en-US" sz="1920"/>
            </a:p>
          </p:txBody>
        </p:sp>
        <p:sp>
          <p:nvSpPr>
            <p:cNvPr id="52" name="Text 7" descr="TEMP_Z_ORDER_22"/>
            <p:cNvSpPr/>
            <p:nvPr>
              <p:custDataLst>
                <p:tags r:id="rId41"/>
              </p:custDataLst>
            </p:nvPr>
          </p:nvSpPr>
          <p:spPr>
            <a:xfrm>
              <a:off x="1940560" y="1422400"/>
              <a:ext cx="4745990" cy="37997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检查认证方式是否符合等保要求（非WEP）</a:t>
              </a:r>
              <a:endParaRPr lang="en-US" sz="1920"/>
            </a:p>
          </p:txBody>
        </p:sp>
        <p:sp>
          <p:nvSpPr>
            <p:cNvPr id="53" name="Text 8" descr="TEMP_Z_ORDER_23"/>
            <p:cNvSpPr/>
            <p:nvPr>
              <p:custDataLst>
                <p:tags r:id="rId42"/>
              </p:custDataLst>
            </p:nvPr>
          </p:nvSpPr>
          <p:spPr>
            <a:xfrm>
              <a:off x="1590040" y="1940560"/>
              <a:ext cx="221266" cy="37997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00234E"/>
                  </a:solidFill>
                </a:rPr>
                <a:t>②</a:t>
              </a:r>
              <a:endParaRPr lang="en-US" sz="1920"/>
            </a:p>
          </p:txBody>
        </p:sp>
        <p:sp>
          <p:nvSpPr>
            <p:cNvPr id="54" name="Text 9" descr="TEMP_Z_ORDER_24"/>
            <p:cNvSpPr/>
            <p:nvPr>
              <p:custDataLst>
                <p:tags r:id="rId43"/>
              </p:custDataLst>
            </p:nvPr>
          </p:nvSpPr>
          <p:spPr>
            <a:xfrm>
              <a:off x="1940560" y="1940560"/>
              <a:ext cx="2703290" cy="37997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检查加密算法是否为AES</a:t>
              </a:r>
              <a:endParaRPr lang="en-US" sz="1920"/>
            </a:p>
          </p:txBody>
        </p:sp>
        <p:sp>
          <p:nvSpPr>
            <p:cNvPr id="55" name="Text 10" descr="TEMP_Z_ORDER_25"/>
            <p:cNvSpPr/>
            <p:nvPr>
              <p:custDataLst>
                <p:tags r:id="rId44"/>
              </p:custDataLst>
            </p:nvPr>
          </p:nvSpPr>
          <p:spPr>
            <a:xfrm>
              <a:off x="1590040" y="2458720"/>
              <a:ext cx="221266" cy="37997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00234E"/>
                  </a:solidFill>
                </a:rPr>
                <a:t>③</a:t>
              </a:r>
              <a:endParaRPr lang="en-US" sz="1920"/>
            </a:p>
          </p:txBody>
        </p:sp>
        <p:sp>
          <p:nvSpPr>
            <p:cNvPr id="56" name="Text 11" descr="TEMP_Z_ORDER_26"/>
            <p:cNvSpPr/>
            <p:nvPr>
              <p:custDataLst>
                <p:tags r:id="rId45"/>
              </p:custDataLst>
            </p:nvPr>
          </p:nvSpPr>
          <p:spPr>
            <a:xfrm>
              <a:off x="1940560" y="2458720"/>
              <a:ext cx="2057130" cy="37997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检查SSID广播状态</a:t>
              </a:r>
              <a:endParaRPr lang="en-US" sz="1920"/>
            </a:p>
          </p:txBody>
        </p:sp>
        <p:sp>
          <p:nvSpPr>
            <p:cNvPr id="57" name="Text 12" descr="TEMP_Z_ORDER_27"/>
            <p:cNvSpPr/>
            <p:nvPr>
              <p:custDataLst>
                <p:tags r:id="rId46"/>
              </p:custDataLst>
            </p:nvPr>
          </p:nvSpPr>
          <p:spPr>
            <a:xfrm>
              <a:off x="1590040" y="2976880"/>
              <a:ext cx="221266" cy="37997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00234E"/>
                  </a:solidFill>
                </a:rPr>
                <a:t>④</a:t>
              </a:r>
              <a:endParaRPr lang="en-US" sz="1920"/>
            </a:p>
          </p:txBody>
        </p:sp>
        <p:sp>
          <p:nvSpPr>
            <p:cNvPr id="58" name="Text 13" descr="TEMP_Z_ORDER_28"/>
            <p:cNvSpPr/>
            <p:nvPr>
              <p:custDataLst>
                <p:tags r:id="rId47"/>
              </p:custDataLst>
            </p:nvPr>
          </p:nvSpPr>
          <p:spPr>
            <a:xfrm>
              <a:off x="1940560" y="2976880"/>
              <a:ext cx="2031476" cy="37997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检查WPS功能状态</a:t>
              </a:r>
              <a:endParaRPr lang="en-US" sz="1920"/>
            </a:p>
          </p:txBody>
        </p:sp>
        <p:sp>
          <p:nvSpPr>
            <p:cNvPr id="59" name="Text 14" descr="TEMP_Z_ORDER_29"/>
            <p:cNvSpPr/>
            <p:nvPr>
              <p:custDataLst>
                <p:tags r:id="rId48"/>
              </p:custDataLst>
            </p:nvPr>
          </p:nvSpPr>
          <p:spPr>
            <a:xfrm>
              <a:off x="1590040" y="3495040"/>
              <a:ext cx="221266" cy="37997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00234E"/>
                  </a:solidFill>
                </a:rPr>
                <a:t>⑤</a:t>
              </a:r>
              <a:endParaRPr lang="en-US" sz="1920"/>
            </a:p>
          </p:txBody>
        </p:sp>
        <p:sp>
          <p:nvSpPr>
            <p:cNvPr id="60" name="Text 15" descr="TEMP_Z_ORDER_30"/>
            <p:cNvSpPr/>
            <p:nvPr>
              <p:custDataLst>
                <p:tags r:id="rId49"/>
              </p:custDataLst>
            </p:nvPr>
          </p:nvSpPr>
          <p:spPr>
            <a:xfrm>
              <a:off x="1940560" y="3495040"/>
              <a:ext cx="3703796" cy="37997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1920">
                  <a:solidFill>
                    <a:srgbClr val="333333"/>
                  </a:solidFill>
                </a:rPr>
                <a:t>填写《移动互联安全测评记录表》</a:t>
              </a:r>
              <a:endParaRPr lang="en-US" sz="192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4" name="组合 33"/>
          <p:cNvGrpSpPr/>
          <p:nvPr>
            <p:custDataLst>
              <p:tags r:id="rId7"/>
            </p:custDataLst>
          </p:nvPr>
        </p:nvGrpSpPr>
        <p:grpSpPr>
          <a:xfrm>
            <a:off x="609600" y="1341120"/>
            <a:ext cx="10972800" cy="4328160"/>
            <a:chOff x="-635000" y="-635000"/>
            <a:chExt cx="10972800" cy="4328160"/>
          </a:xfrm>
        </p:grpSpPr>
        <p:pic>
          <p:nvPicPr>
            <p:cNvPr id="3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574040"/>
              <a:ext cx="2743200" cy="731520"/>
            </a:xfrm>
            <a:prstGeom prst="rect">
              <a:avLst/>
            </a:prstGeom>
          </p:spPr>
        </p:pic>
        <p:sp>
          <p:nvSpPr>
            <p:cNvPr id="36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391160" y="-415277"/>
              <a:ext cx="554768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要素</a:t>
              </a:r>
              <a:endParaRPr lang="en-US" sz="2160"/>
            </a:p>
          </p:txBody>
        </p:sp>
        <p:pic>
          <p:nvPicPr>
            <p:cNvPr id="37" name="Image 4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08200" y="-574040"/>
              <a:ext cx="8229600" cy="731520"/>
            </a:xfrm>
            <a:prstGeom prst="rect">
              <a:avLst/>
            </a:prstGeom>
          </p:spPr>
        </p:pic>
        <p:sp>
          <p:nvSpPr>
            <p:cNvPr id="38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2352040" y="-415277"/>
              <a:ext cx="554768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内容</a:t>
              </a:r>
              <a:endParaRPr lang="en-US" sz="2160"/>
            </a:p>
          </p:txBody>
        </p:sp>
        <p:pic>
          <p:nvPicPr>
            <p:cNvPr id="39" name="Image 5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160985"/>
              <a:ext cx="10972800" cy="15240"/>
            </a:xfrm>
            <a:prstGeom prst="rect">
              <a:avLst/>
            </a:prstGeom>
          </p:spPr>
        </p:pic>
        <p:pic>
          <p:nvPicPr>
            <p:cNvPr id="40" name="Image 6" descr="TEMP_Z_ORDER_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157480"/>
              <a:ext cx="2743200" cy="731520"/>
            </a:xfrm>
            <a:prstGeom prst="rect">
              <a:avLst/>
            </a:prstGeom>
          </p:spPr>
        </p:pic>
        <p:sp>
          <p:nvSpPr>
            <p:cNvPr id="41" name="Text 2" descr="TEMP_Z_ORDER_9"/>
            <p:cNvSpPr/>
            <p:nvPr>
              <p:custDataLst>
                <p:tags r:id="rId18"/>
              </p:custDataLst>
            </p:nvPr>
          </p:nvSpPr>
          <p:spPr>
            <a:xfrm>
              <a:off x="-391160" y="316243"/>
              <a:ext cx="1109535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任务名称</a:t>
              </a:r>
              <a:endParaRPr lang="en-US" sz="2160"/>
            </a:p>
          </p:txBody>
        </p:sp>
        <p:pic>
          <p:nvPicPr>
            <p:cNvPr id="42" name="Image 7" descr="TEMP_Z_ORDER_10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08200" y="157480"/>
              <a:ext cx="8229600" cy="731520"/>
            </a:xfrm>
            <a:prstGeom prst="rect">
              <a:avLst/>
            </a:prstGeom>
          </p:spPr>
        </p:pic>
        <p:sp>
          <p:nvSpPr>
            <p:cNvPr id="43" name="Text 3" descr="TEMP_Z_ORDER_11"/>
            <p:cNvSpPr/>
            <p:nvPr>
              <p:custDataLst>
                <p:tags r:id="rId20"/>
              </p:custDataLst>
            </p:nvPr>
          </p:nvSpPr>
          <p:spPr>
            <a:xfrm>
              <a:off x="2352040" y="316243"/>
              <a:ext cx="2219071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</a:rPr>
                <a:t>入侵防范配置核查</a:t>
              </a:r>
              <a:endParaRPr lang="en-US" sz="2160"/>
            </a:p>
          </p:txBody>
        </p:sp>
        <p:pic>
          <p:nvPicPr>
            <p:cNvPr id="44" name="Image 8" descr="TEMP_Z_ORDER_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896163"/>
              <a:ext cx="10972800" cy="15240"/>
            </a:xfrm>
            <a:prstGeom prst="rect">
              <a:avLst/>
            </a:prstGeom>
          </p:spPr>
        </p:pic>
        <p:pic>
          <p:nvPicPr>
            <p:cNvPr id="45" name="Image 9" descr="TEMP_Z_ORDER_13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889000"/>
              <a:ext cx="2743200" cy="731520"/>
            </a:xfrm>
            <a:prstGeom prst="rect">
              <a:avLst/>
            </a:prstGeom>
          </p:spPr>
        </p:pic>
        <p:sp>
          <p:nvSpPr>
            <p:cNvPr id="46" name="Text 4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-391160" y="1063003"/>
              <a:ext cx="1109535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任务场景</a:t>
              </a:r>
              <a:endParaRPr lang="en-US" sz="2160"/>
            </a:p>
          </p:txBody>
        </p:sp>
        <p:pic>
          <p:nvPicPr>
            <p:cNvPr id="47" name="Image 10" descr="TEMP_Z_ORDER_15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08200" y="889000"/>
              <a:ext cx="8229600" cy="731520"/>
            </a:xfrm>
            <a:prstGeom prst="rect">
              <a:avLst/>
            </a:prstGeom>
          </p:spPr>
        </p:pic>
        <p:sp>
          <p:nvSpPr>
            <p:cNvPr id="48" name="Text 5" descr="TEMP_Z_ORDER_16"/>
            <p:cNvSpPr/>
            <p:nvPr>
              <p:custDataLst>
                <p:tags r:id="rId25"/>
              </p:custDataLst>
            </p:nvPr>
          </p:nvSpPr>
          <p:spPr>
            <a:xfrm>
              <a:off x="2352040" y="1063003"/>
              <a:ext cx="4438142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</a:rPr>
                <a:t>教师提供模拟无线入侵检测日志片段</a:t>
              </a:r>
              <a:endParaRPr lang="en-US" sz="2160"/>
            </a:p>
          </p:txBody>
        </p:sp>
        <p:pic>
          <p:nvPicPr>
            <p:cNvPr id="49" name="Image 11" descr="TEMP_Z_ORDER_17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635000" y="1631188"/>
              <a:ext cx="10972800" cy="15240"/>
            </a:xfrm>
            <a:prstGeom prst="rect">
              <a:avLst/>
            </a:prstGeom>
          </p:spPr>
        </p:pic>
        <p:pic>
          <p:nvPicPr>
            <p:cNvPr id="50" name="Image 12" descr="TEMP_Z_ORDER_18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-635000" y="1635759"/>
              <a:ext cx="2743200" cy="2011680"/>
            </a:xfrm>
            <a:prstGeom prst="rect">
              <a:avLst/>
            </a:prstGeom>
          </p:spPr>
        </p:pic>
        <p:sp>
          <p:nvSpPr>
            <p:cNvPr id="51" name="Text 6" descr="TEMP_Z_ORDER_19"/>
            <p:cNvSpPr/>
            <p:nvPr>
              <p:custDataLst>
                <p:tags r:id="rId29"/>
              </p:custDataLst>
            </p:nvPr>
          </p:nvSpPr>
          <p:spPr>
            <a:xfrm>
              <a:off x="-391160" y="1925320"/>
              <a:ext cx="1109535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任务内容</a:t>
              </a:r>
              <a:endParaRPr lang="en-US" sz="2160"/>
            </a:p>
          </p:txBody>
        </p:sp>
        <p:pic>
          <p:nvPicPr>
            <p:cNvPr id="52" name="Image 13" descr="TEMP_Z_ORDER_20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2108200" y="1635759"/>
              <a:ext cx="8229600" cy="2011680"/>
            </a:xfrm>
            <a:prstGeom prst="rect">
              <a:avLst/>
            </a:prstGeom>
          </p:spPr>
        </p:pic>
        <p:sp>
          <p:nvSpPr>
            <p:cNvPr id="53" name="Text 7" descr="TEMP_Z_ORDER_21"/>
            <p:cNvSpPr/>
            <p:nvPr>
              <p:custDataLst>
                <p:tags r:id="rId33"/>
              </p:custDataLst>
            </p:nvPr>
          </p:nvSpPr>
          <p:spPr>
            <a:xfrm>
              <a:off x="2352040" y="1879600"/>
              <a:ext cx="234093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①</a:t>
              </a:r>
              <a:endParaRPr lang="en-US" sz="2160"/>
            </a:p>
          </p:txBody>
        </p:sp>
        <p:sp>
          <p:nvSpPr>
            <p:cNvPr id="54" name="Text 8" descr="TEMP_Z_ORDER_22"/>
            <p:cNvSpPr/>
            <p:nvPr>
              <p:custDataLst>
                <p:tags r:id="rId34"/>
              </p:custDataLst>
            </p:nvPr>
          </p:nvSpPr>
          <p:spPr>
            <a:xfrm>
              <a:off x="2702560" y="1879600"/>
              <a:ext cx="4438142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</a:rPr>
                <a:t>分析日志中是否发现非授权接入行为</a:t>
              </a:r>
              <a:endParaRPr lang="en-US" sz="2160"/>
            </a:p>
          </p:txBody>
        </p:sp>
        <p:sp>
          <p:nvSpPr>
            <p:cNvPr id="55" name="Text 9" descr="TEMP_Z_ORDER_23"/>
            <p:cNvSpPr/>
            <p:nvPr>
              <p:custDataLst>
                <p:tags r:id="rId35"/>
              </p:custDataLst>
            </p:nvPr>
          </p:nvSpPr>
          <p:spPr>
            <a:xfrm>
              <a:off x="2352040" y="2291080"/>
              <a:ext cx="234093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②</a:t>
              </a:r>
              <a:endParaRPr lang="en-US" sz="2160"/>
            </a:p>
          </p:txBody>
        </p:sp>
        <p:sp>
          <p:nvSpPr>
            <p:cNvPr id="56" name="Text 10" descr="TEMP_Z_ORDER_24"/>
            <p:cNvSpPr/>
            <p:nvPr>
              <p:custDataLst>
                <p:tags r:id="rId36"/>
              </p:custDataLst>
            </p:nvPr>
          </p:nvSpPr>
          <p:spPr>
            <a:xfrm>
              <a:off x="2702560" y="2291080"/>
              <a:ext cx="4808522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</a:rPr>
                <a:t>检查是否配置了无线入侵检测/防御功能</a:t>
              </a:r>
              <a:endParaRPr lang="en-US" sz="2160"/>
            </a:p>
          </p:txBody>
        </p:sp>
        <p:sp>
          <p:nvSpPr>
            <p:cNvPr id="57" name="Text 11" descr="TEMP_Z_ORDER_25"/>
            <p:cNvSpPr/>
            <p:nvPr>
              <p:custDataLst>
                <p:tags r:id="rId37"/>
              </p:custDataLst>
            </p:nvPr>
          </p:nvSpPr>
          <p:spPr>
            <a:xfrm>
              <a:off x="2352040" y="2687320"/>
              <a:ext cx="234093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③</a:t>
              </a:r>
              <a:endParaRPr lang="en-US" sz="2160"/>
            </a:p>
          </p:txBody>
        </p:sp>
        <p:sp>
          <p:nvSpPr>
            <p:cNvPr id="58" name="Text 12" descr="TEMP_Z_ORDER_26"/>
            <p:cNvSpPr/>
            <p:nvPr>
              <p:custDataLst>
                <p:tags r:id="rId38"/>
              </p:custDataLst>
            </p:nvPr>
          </p:nvSpPr>
          <p:spPr>
            <a:xfrm>
              <a:off x="2702560" y="2687320"/>
              <a:ext cx="5547677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</a:rPr>
                <a:t>检查是否检测到针对无线接入设备的攻击行为</a:t>
              </a:r>
              <a:endParaRPr lang="en-US" sz="2160"/>
            </a:p>
          </p:txBody>
        </p:sp>
        <p:sp>
          <p:nvSpPr>
            <p:cNvPr id="59" name="Text 13" descr="TEMP_Z_ORDER_27"/>
            <p:cNvSpPr/>
            <p:nvPr>
              <p:custDataLst>
                <p:tags r:id="rId39"/>
              </p:custDataLst>
            </p:nvPr>
          </p:nvSpPr>
          <p:spPr>
            <a:xfrm>
              <a:off x="2352040" y="3098800"/>
              <a:ext cx="234093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</a:rPr>
                <a:t>④</a:t>
              </a:r>
              <a:endParaRPr lang="en-US" sz="2160"/>
            </a:p>
          </p:txBody>
        </p:sp>
        <p:sp>
          <p:nvSpPr>
            <p:cNvPr id="60" name="Text 14" descr="TEMP_Z_ORDER_28"/>
            <p:cNvSpPr/>
            <p:nvPr>
              <p:custDataLst>
                <p:tags r:id="rId40"/>
              </p:custDataLst>
            </p:nvPr>
          </p:nvSpPr>
          <p:spPr>
            <a:xfrm>
              <a:off x="2702560" y="3098800"/>
              <a:ext cx="4160758" cy="3987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00234E"/>
                  </a:solidFill>
                </a:rPr>
                <a:t>填写《移动互联安全测评记录表》</a:t>
              </a:r>
              <a:endParaRPr lang="en-US" sz="2160"/>
            </a:p>
          </p:txBody>
        </p:sp>
        <p:pic>
          <p:nvPicPr>
            <p:cNvPr id="61" name="Image 14" descr="TEMP_Z_ORDER_29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30480"/>
            </a:xfrm>
            <a:prstGeom prst="rect">
              <a:avLst/>
            </a:prstGeom>
          </p:spPr>
        </p:pic>
        <p:pic>
          <p:nvPicPr>
            <p:cNvPr id="62" name="Image 15" descr="TEMP_Z_ORDER_30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-635000" y="3662680"/>
              <a:ext cx="10972800" cy="30480"/>
            </a:xfrm>
            <a:prstGeom prst="rect">
              <a:avLst/>
            </a:prstGeom>
          </p:spPr>
        </p:pic>
      </p:grpSp>
      <p:sp>
        <p:nvSpPr>
          <p:cNvPr id="33" name="Text 15"/>
          <p:cNvSpPr/>
          <p:nvPr>
            <p:custDataLst>
              <p:tags r:id="rId4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实践任务2——入侵防范核查（15分钟）</a:t>
            </a:r>
            <a:endParaRPr lang="en-US" sz="2760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210800" y="152400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showAsIcon="1" r:id="rId46" imgW="971550" imgH="666750" progId="Word.Document.12">
                  <p:embed/>
                </p:oleObj>
              </mc:Choice>
              <mc:Fallback>
                <p:oleObj name="" showAsIcon="1" r:id="rId46" imgW="971550" imgH="666750" progId="Word.Document.12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0210800" y="152400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424"/>
                            </p:stCondLst>
                            <p:childTnLst>
                              <p:par>
                                <p:cTn id="12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58" name="组合 57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777240"/>
            <a:chOff x="-635000" y="-635000"/>
            <a:chExt cx="10972800" cy="777240"/>
          </a:xfrm>
        </p:grpSpPr>
        <p:pic>
          <p:nvPicPr>
            <p:cNvPr id="59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777240"/>
            </a:xfrm>
            <a:prstGeom prst="rect">
              <a:avLst/>
            </a:prstGeom>
          </p:spPr>
        </p:pic>
        <p:pic>
          <p:nvPicPr>
            <p:cNvPr id="60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330200" y="-421640"/>
              <a:ext cx="365760" cy="365760"/>
            </a:xfrm>
            <a:prstGeom prst="rect">
              <a:avLst/>
            </a:prstGeom>
          </p:spPr>
        </p:pic>
        <p:sp>
          <p:nvSpPr>
            <p:cNvPr id="61" name="Text 0" descr="TEMP_Z_ORDER_5"/>
            <p:cNvSpPr/>
            <p:nvPr>
              <p:custDataLst>
                <p:tags r:id="rId14"/>
              </p:custDataLst>
            </p:nvPr>
          </p:nvSpPr>
          <p:spPr>
            <a:xfrm>
              <a:off x="218440" y="-452120"/>
              <a:ext cx="4715526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实战经验：以下问题在测评中反复出现</a:t>
              </a:r>
              <a:endParaRPr lang="en-US" sz="2160"/>
            </a:p>
          </p:txBody>
        </p:sp>
      </p:grpSp>
      <p:grpSp>
        <p:nvGrpSpPr>
          <p:cNvPr id="62" name="组合 61"/>
          <p:cNvGrpSpPr/>
          <p:nvPr>
            <p:custDataLst>
              <p:tags r:id="rId15"/>
            </p:custDataLst>
          </p:nvPr>
        </p:nvGrpSpPr>
        <p:grpSpPr>
          <a:xfrm>
            <a:off x="609600" y="2514600"/>
            <a:ext cx="5364480" cy="883920"/>
            <a:chOff x="-635000" y="-635000"/>
            <a:chExt cx="5364480" cy="883920"/>
          </a:xfrm>
        </p:grpSpPr>
        <p:pic>
          <p:nvPicPr>
            <p:cNvPr id="63" name="Image 5" descr="TEMP_Z_ORDER_6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-635000" y="-635000"/>
              <a:ext cx="5364480" cy="883920"/>
            </a:xfrm>
            <a:prstGeom prst="rect">
              <a:avLst/>
            </a:prstGeom>
          </p:spPr>
        </p:pic>
        <p:pic>
          <p:nvPicPr>
            <p:cNvPr id="64" name="Image 6" descr="TEMP_Z_ORDER_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391160" y="-497840"/>
              <a:ext cx="609600" cy="609600"/>
            </a:xfrm>
            <a:prstGeom prst="rect">
              <a:avLst/>
            </a:prstGeom>
          </p:spPr>
        </p:pic>
        <p:sp>
          <p:nvSpPr>
            <p:cNvPr id="65" name="Text 1" descr="TEMP_Z_ORDER_8"/>
            <p:cNvSpPr/>
            <p:nvPr>
              <p:custDataLst>
                <p:tags r:id="rId21"/>
              </p:custDataLst>
            </p:nvPr>
          </p:nvSpPr>
          <p:spPr>
            <a:xfrm>
              <a:off x="-177800" y="-421640"/>
              <a:ext cx="92996" cy="44000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>
                  <a:solidFill>
                    <a:srgbClr val="FFFFFF"/>
                  </a:solidFill>
                </a:rPr>
                <a:t>❌</a:t>
              </a:r>
              <a:endParaRPr lang="en-US" sz="2400"/>
            </a:p>
          </p:txBody>
        </p:sp>
        <p:sp>
          <p:nvSpPr>
            <p:cNvPr id="66" name="Text 2" descr="TEMP_Z_ORDER_9"/>
            <p:cNvSpPr/>
            <p:nvPr>
              <p:custDataLst>
                <p:tags r:id="rId22"/>
              </p:custDataLst>
            </p:nvPr>
          </p:nvSpPr>
          <p:spPr>
            <a:xfrm>
              <a:off x="401320" y="-574040"/>
              <a:ext cx="4093464" cy="7471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使用WEP认证 → 直接违反8.3.2.2要求</a:t>
              </a:r>
              <a:endParaRPr lang="en-US" sz="2160"/>
            </a:p>
          </p:txBody>
        </p:sp>
      </p:grpSp>
      <p:grpSp>
        <p:nvGrpSpPr>
          <p:cNvPr id="43" name="组合 42"/>
          <p:cNvGrpSpPr/>
          <p:nvPr>
            <p:custDataLst>
              <p:tags r:id="rId23"/>
            </p:custDataLst>
          </p:nvPr>
        </p:nvGrpSpPr>
        <p:grpSpPr>
          <a:xfrm>
            <a:off x="6217920" y="2514600"/>
            <a:ext cx="5364480" cy="883920"/>
            <a:chOff x="-635000" y="-635000"/>
            <a:chExt cx="5364480" cy="883920"/>
          </a:xfrm>
        </p:grpSpPr>
        <p:pic>
          <p:nvPicPr>
            <p:cNvPr id="44" name="Image 7" descr="TEMP_Z_ORDER_10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-635000" y="-635000"/>
              <a:ext cx="5364480" cy="883920"/>
            </a:xfrm>
            <a:prstGeom prst="rect">
              <a:avLst/>
            </a:prstGeom>
          </p:spPr>
        </p:pic>
        <p:pic>
          <p:nvPicPr>
            <p:cNvPr id="45" name="Image 8" descr="TEMP_Z_ORDER_11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391160" y="-497840"/>
              <a:ext cx="609600" cy="609600"/>
            </a:xfrm>
            <a:prstGeom prst="rect">
              <a:avLst/>
            </a:prstGeom>
          </p:spPr>
        </p:pic>
        <p:sp>
          <p:nvSpPr>
            <p:cNvPr id="46" name="Text 3" descr="TEMP_Z_ORDER_12"/>
            <p:cNvSpPr/>
            <p:nvPr>
              <p:custDataLst>
                <p:tags r:id="rId26"/>
              </p:custDataLst>
            </p:nvPr>
          </p:nvSpPr>
          <p:spPr>
            <a:xfrm>
              <a:off x="-177800" y="-421640"/>
              <a:ext cx="92996" cy="44000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>
                  <a:solidFill>
                    <a:srgbClr val="FFFFFF"/>
                  </a:solidFill>
                </a:rPr>
                <a:t>❌</a:t>
              </a:r>
              <a:endParaRPr lang="en-US" sz="2400"/>
            </a:p>
          </p:txBody>
        </p:sp>
        <p:sp>
          <p:nvSpPr>
            <p:cNvPr id="47" name="Text 4" descr="TEMP_Z_ORDER_13"/>
            <p:cNvSpPr/>
            <p:nvPr>
              <p:custDataLst>
                <p:tags r:id="rId27"/>
              </p:custDataLst>
            </p:nvPr>
          </p:nvSpPr>
          <p:spPr>
            <a:xfrm>
              <a:off x="401319" y="-391160"/>
              <a:ext cx="4075779" cy="2722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4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SSID广播未关闭 → 违反8.3.2.3 c)</a:t>
              </a:r>
              <a:endParaRPr lang="en-US" sz="2040"/>
            </a:p>
          </p:txBody>
        </p:sp>
      </p:grpSp>
      <p:grpSp>
        <p:nvGrpSpPr>
          <p:cNvPr id="48" name="组合 47"/>
          <p:cNvGrpSpPr/>
          <p:nvPr>
            <p:custDataLst>
              <p:tags r:id="rId28"/>
            </p:custDataLst>
          </p:nvPr>
        </p:nvGrpSpPr>
        <p:grpSpPr>
          <a:xfrm>
            <a:off x="609600" y="3642360"/>
            <a:ext cx="5364480" cy="883920"/>
            <a:chOff x="-635000" y="-635000"/>
            <a:chExt cx="5364480" cy="883920"/>
          </a:xfrm>
        </p:grpSpPr>
        <p:pic>
          <p:nvPicPr>
            <p:cNvPr id="49" name="Image 9" descr="TEMP_Z_ORDER_14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-635000" y="-635000"/>
              <a:ext cx="5364480" cy="883920"/>
            </a:xfrm>
            <a:prstGeom prst="rect">
              <a:avLst/>
            </a:prstGeom>
          </p:spPr>
        </p:pic>
        <p:pic>
          <p:nvPicPr>
            <p:cNvPr id="50" name="Image 10" descr="TEMP_Z_ORDER_15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391160" y="-497840"/>
              <a:ext cx="609600" cy="609600"/>
            </a:xfrm>
            <a:prstGeom prst="rect">
              <a:avLst/>
            </a:prstGeom>
          </p:spPr>
        </p:pic>
        <p:sp>
          <p:nvSpPr>
            <p:cNvPr id="51" name="Text 5" descr="TEMP_Z_ORDER_16"/>
            <p:cNvSpPr/>
            <p:nvPr>
              <p:custDataLst>
                <p:tags r:id="rId31"/>
              </p:custDataLst>
            </p:nvPr>
          </p:nvSpPr>
          <p:spPr>
            <a:xfrm>
              <a:off x="-177800" y="-421640"/>
              <a:ext cx="92996" cy="44000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>
                  <a:solidFill>
                    <a:srgbClr val="FFFFFF"/>
                  </a:solidFill>
                </a:rPr>
                <a:t>❌</a:t>
              </a:r>
              <a:endParaRPr lang="en-US" sz="2400"/>
            </a:p>
          </p:txBody>
        </p:sp>
        <p:sp>
          <p:nvSpPr>
            <p:cNvPr id="52" name="Text 6" descr="TEMP_Z_ORDER_17"/>
            <p:cNvSpPr/>
            <p:nvPr>
              <p:custDataLst>
                <p:tags r:id="rId32"/>
              </p:custDataLst>
            </p:nvPr>
          </p:nvSpPr>
          <p:spPr>
            <a:xfrm>
              <a:off x="401320" y="-391160"/>
              <a:ext cx="4067762" cy="2722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4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WPS功能未禁用 → 违反8.3.2.3 d)</a:t>
              </a:r>
              <a:endParaRPr lang="en-US" sz="2040"/>
            </a:p>
          </p:txBody>
        </p:sp>
      </p:grpSp>
      <p:grpSp>
        <p:nvGrpSpPr>
          <p:cNvPr id="53" name="组合 52"/>
          <p:cNvGrpSpPr/>
          <p:nvPr>
            <p:custDataLst>
              <p:tags r:id="rId33"/>
            </p:custDataLst>
          </p:nvPr>
        </p:nvGrpSpPr>
        <p:grpSpPr>
          <a:xfrm>
            <a:off x="6217920" y="3642360"/>
            <a:ext cx="5364480" cy="883920"/>
            <a:chOff x="-635000" y="-635000"/>
            <a:chExt cx="5364480" cy="883920"/>
          </a:xfrm>
        </p:grpSpPr>
        <p:pic>
          <p:nvPicPr>
            <p:cNvPr id="54" name="Image 11" descr="TEMP_Z_ORDER_18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-635000" y="-635000"/>
              <a:ext cx="5364480" cy="883920"/>
            </a:xfrm>
            <a:prstGeom prst="rect">
              <a:avLst/>
            </a:prstGeom>
          </p:spPr>
        </p:pic>
        <p:pic>
          <p:nvPicPr>
            <p:cNvPr id="55" name="Image 12" descr="TEMP_Z_ORDER_19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391160" y="-497840"/>
              <a:ext cx="609600" cy="609600"/>
            </a:xfrm>
            <a:prstGeom prst="rect">
              <a:avLst/>
            </a:prstGeom>
          </p:spPr>
        </p:pic>
        <p:sp>
          <p:nvSpPr>
            <p:cNvPr id="56" name="Text 7" descr="TEMP_Z_ORDER_20"/>
            <p:cNvSpPr/>
            <p:nvPr>
              <p:custDataLst>
                <p:tags r:id="rId36"/>
              </p:custDataLst>
            </p:nvPr>
          </p:nvSpPr>
          <p:spPr>
            <a:xfrm>
              <a:off x="-177800" y="-421640"/>
              <a:ext cx="92996" cy="44000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>
                  <a:solidFill>
                    <a:srgbClr val="FFFFFF"/>
                  </a:solidFill>
                </a:rPr>
                <a:t>❌</a:t>
              </a:r>
              <a:endParaRPr lang="en-US" sz="2400"/>
            </a:p>
          </p:txBody>
        </p:sp>
        <p:sp>
          <p:nvSpPr>
            <p:cNvPr id="57" name="Text 8" descr="TEMP_Z_ORDER_21"/>
            <p:cNvSpPr/>
            <p:nvPr>
              <p:custDataLst>
                <p:tags r:id="rId37"/>
              </p:custDataLst>
            </p:nvPr>
          </p:nvSpPr>
          <p:spPr>
            <a:xfrm>
              <a:off x="401320" y="-574040"/>
              <a:ext cx="4093464" cy="7471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多个AP共用认证密钥 → 违反8.3.2.3 e)</a:t>
              </a:r>
              <a:endParaRPr lang="en-US" sz="2160"/>
            </a:p>
          </p:txBody>
        </p:sp>
      </p:grpSp>
      <p:grpSp>
        <p:nvGrpSpPr>
          <p:cNvPr id="33" name="组合 32"/>
          <p:cNvGrpSpPr/>
          <p:nvPr>
            <p:custDataLst>
              <p:tags r:id="rId38"/>
            </p:custDataLst>
          </p:nvPr>
        </p:nvGrpSpPr>
        <p:grpSpPr>
          <a:xfrm>
            <a:off x="609600" y="4754880"/>
            <a:ext cx="5364480" cy="883920"/>
            <a:chOff x="-635000" y="-635000"/>
            <a:chExt cx="5364480" cy="883920"/>
          </a:xfrm>
        </p:grpSpPr>
        <p:pic>
          <p:nvPicPr>
            <p:cNvPr id="34" name="Image 13" descr="TEMP_Z_ORDER_22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-635000" y="-635000"/>
              <a:ext cx="5364480" cy="883920"/>
            </a:xfrm>
            <a:prstGeom prst="rect">
              <a:avLst/>
            </a:prstGeom>
          </p:spPr>
        </p:pic>
        <p:pic>
          <p:nvPicPr>
            <p:cNvPr id="35" name="Image 14" descr="TEMP_Z_ORDER_23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391160" y="-497840"/>
              <a:ext cx="609600" cy="609600"/>
            </a:xfrm>
            <a:prstGeom prst="rect">
              <a:avLst/>
            </a:prstGeom>
          </p:spPr>
        </p:pic>
        <p:sp>
          <p:nvSpPr>
            <p:cNvPr id="36" name="Text 9" descr="TEMP_Z_ORDER_24"/>
            <p:cNvSpPr/>
            <p:nvPr>
              <p:custDataLst>
                <p:tags r:id="rId41"/>
              </p:custDataLst>
            </p:nvPr>
          </p:nvSpPr>
          <p:spPr>
            <a:xfrm>
              <a:off x="-177800" y="-421640"/>
              <a:ext cx="92996" cy="44000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>
                  <a:solidFill>
                    <a:srgbClr val="FFFFFF"/>
                  </a:solidFill>
                </a:rPr>
                <a:t>❌</a:t>
              </a:r>
              <a:endParaRPr lang="en-US" sz="2400"/>
            </a:p>
          </p:txBody>
        </p:sp>
        <p:sp>
          <p:nvSpPr>
            <p:cNvPr id="37" name="Text 10" descr="TEMP_Z_ORDER_25"/>
            <p:cNvSpPr/>
            <p:nvPr>
              <p:custDataLst>
                <p:tags r:id="rId42"/>
              </p:custDataLst>
            </p:nvPr>
          </p:nvSpPr>
          <p:spPr>
            <a:xfrm>
              <a:off x="401320" y="-574040"/>
              <a:ext cx="4093464" cy="7471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未安装终端管控客户端 → 违反8.3.3.1 a)</a:t>
              </a:r>
              <a:endParaRPr lang="en-US" sz="2160"/>
            </a:p>
          </p:txBody>
        </p:sp>
      </p:grpSp>
      <p:grpSp>
        <p:nvGrpSpPr>
          <p:cNvPr id="38" name="组合 37"/>
          <p:cNvGrpSpPr/>
          <p:nvPr>
            <p:custDataLst>
              <p:tags r:id="rId43"/>
            </p:custDataLst>
          </p:nvPr>
        </p:nvGrpSpPr>
        <p:grpSpPr>
          <a:xfrm>
            <a:off x="6217920" y="4754880"/>
            <a:ext cx="5364480" cy="883920"/>
            <a:chOff x="-635000" y="-635000"/>
            <a:chExt cx="5364480" cy="883920"/>
          </a:xfrm>
        </p:grpSpPr>
        <p:pic>
          <p:nvPicPr>
            <p:cNvPr id="39" name="Image 15" descr="TEMP_Z_ORDER_26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-635000" y="-635000"/>
              <a:ext cx="5364480" cy="883920"/>
            </a:xfrm>
            <a:prstGeom prst="rect">
              <a:avLst/>
            </a:prstGeom>
          </p:spPr>
        </p:pic>
        <p:pic>
          <p:nvPicPr>
            <p:cNvPr id="40" name="Image 16" descr="TEMP_Z_ORDER_27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391160" y="-497840"/>
              <a:ext cx="609600" cy="609600"/>
            </a:xfrm>
            <a:prstGeom prst="rect">
              <a:avLst/>
            </a:prstGeom>
          </p:spPr>
        </p:pic>
        <p:sp>
          <p:nvSpPr>
            <p:cNvPr id="41" name="Text 11" descr="TEMP_Z_ORDER_28"/>
            <p:cNvSpPr/>
            <p:nvPr>
              <p:custDataLst>
                <p:tags r:id="rId46"/>
              </p:custDataLst>
            </p:nvPr>
          </p:nvSpPr>
          <p:spPr>
            <a:xfrm>
              <a:off x="-177800" y="-421640"/>
              <a:ext cx="92996" cy="44000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400">
                  <a:solidFill>
                    <a:srgbClr val="FFFFFF"/>
                  </a:solidFill>
                </a:rPr>
                <a:t>❌</a:t>
              </a:r>
              <a:endParaRPr lang="en-US" sz="2400"/>
            </a:p>
          </p:txBody>
        </p:sp>
        <p:sp>
          <p:nvSpPr>
            <p:cNvPr id="42" name="Text 12" descr="TEMP_Z_ORDER_29"/>
            <p:cNvSpPr/>
            <p:nvPr>
              <p:custDataLst>
                <p:tags r:id="rId47"/>
              </p:custDataLst>
            </p:nvPr>
          </p:nvSpPr>
          <p:spPr>
            <a:xfrm>
              <a:off x="401320" y="-574040"/>
              <a:ext cx="4093464" cy="7471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允许安装非证书签名应用 → 违反8.3.3.2 b)</a:t>
              </a:r>
              <a:endParaRPr lang="en-US" sz="2160"/>
            </a:p>
          </p:txBody>
        </p:sp>
      </p:grpSp>
      <p:sp>
        <p:nvSpPr>
          <p:cNvPr id="32" name="Text 13"/>
          <p:cNvSpPr/>
          <p:nvPr>
            <p:custDataLst>
              <p:tags r:id="rId48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移动互联安全测评常见问题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2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2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2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2" presetClass="entr" presetSubtype="2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ID="2" presetClass="entr" presetSubtype="2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2529840" y="1417320"/>
            <a:ext cx="7141464" cy="3886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buNone/>
            </a:pPr>
            <a:r>
              <a:rPr lang="en-US" sz="2040">
                <a:solidFill>
                  <a:srgbClr val="333333"/>
                </a:solidFill>
              </a:rPr>
              <a:t>等保二级也有移动互联要求，但相对简化，三级更加严格。</a:t>
            </a:r>
            <a:endParaRPr lang="en-US" sz="2040"/>
          </a:p>
        </p:txBody>
      </p: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609600" y="2179320"/>
            <a:ext cx="10972800" cy="3474720"/>
            <a:chOff x="-635000" y="-635000"/>
            <a:chExt cx="10972800" cy="3474720"/>
          </a:xfrm>
        </p:grpSpPr>
        <p:pic>
          <p:nvPicPr>
            <p:cNvPr id="16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347472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</p:grpSp>
      <p:graphicFrame>
        <p:nvGraphicFramePr>
          <p:cNvPr id="14" name="Table 0"/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624840" y="2194560"/>
          <a:ext cx="10942320" cy="3499485"/>
        </p:xfrm>
        <a:graphic>
          <a:graphicData uri="http://schemas.openxmlformats.org/drawingml/2006/table">
            <a:tbl>
              <a:tblPr/>
              <a:tblGrid>
                <a:gridCol w="2873123"/>
                <a:gridCol w="4185285"/>
                <a:gridCol w="3883912"/>
              </a:tblGrid>
              <a:tr h="691896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</a:rPr>
                        <a:t>测评指标</a:t>
                      </a:r>
                      <a:endParaRPr lang="en-US" sz="180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</a:rPr>
                        <a:t>等保二级</a:t>
                      </a:r>
                      <a:endParaRPr lang="en-US" sz="180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</a:rPr>
                        <a:t>等保三级（增强）</a:t>
                      </a:r>
                      <a:endParaRPr lang="en-US" sz="1800" b="1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1896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无线接入认证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开启接入认证功能，禁止WEP，口令8位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支持认证服务器认证或密码模块认证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1896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入侵防范阻断非授权设备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未作明确要求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应能够阻断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1896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移动终端管控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具有选择应用安装、运行的功能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增加：只允许指定证书签名的应用安装运行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1896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移动终端管控远程控制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无明确要求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应接受远程锁定、远程擦除等</a:t>
                      </a:r>
                      <a:endParaRPr lang="en-US" sz="180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vert="horz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1"/>
          <p:cNvSpPr/>
          <p:nvPr>
            <p:custDataLst>
              <p:tags r:id="rId13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等保三级 vs 二级 —— 移动互联要求差异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7" presetClass="entr" presetSubtype="1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  <p:bldP spid="5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7"/>
            </p:custDataLst>
          </p:nvPr>
        </p:nvSpPr>
        <p:spPr>
          <a:xfrm>
            <a:off x="609600" y="1371600"/>
            <a:ext cx="10981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64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移动安全与其他扩展要求的交叉融合：</a:t>
            </a:r>
            <a:endParaRPr lang="en-US" sz="2640"/>
          </a:p>
        </p:txBody>
      </p:sp>
      <p:grpSp>
        <p:nvGrpSpPr>
          <p:cNvPr id="29" name="组合 28"/>
          <p:cNvGrpSpPr/>
          <p:nvPr>
            <p:custDataLst>
              <p:tags r:id="rId8"/>
            </p:custDataLst>
          </p:nvPr>
        </p:nvGrpSpPr>
        <p:grpSpPr>
          <a:xfrm>
            <a:off x="609600" y="2179320"/>
            <a:ext cx="10972800" cy="1003935"/>
            <a:chOff x="-635000" y="-635000"/>
            <a:chExt cx="10972800" cy="1003935"/>
          </a:xfrm>
        </p:grpSpPr>
        <p:pic>
          <p:nvPicPr>
            <p:cNvPr id="30" name="Image 3" descr="TEMP_Z_ORDER_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574040"/>
              <a:ext cx="10972800" cy="8991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1" name="Image 4" descr="TEMP_Z_ORDER_5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391160" y="-558800"/>
              <a:ext cx="853440" cy="853440"/>
            </a:xfrm>
            <a:prstGeom prst="rect">
              <a:avLst/>
            </a:prstGeom>
          </p:spPr>
        </p:pic>
        <p:pic>
          <p:nvPicPr>
            <p:cNvPr id="32" name="Image 5" descr="TEMP_Z_ORDER_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208280" y="-375920"/>
              <a:ext cx="487680" cy="487680"/>
            </a:xfrm>
            <a:prstGeom prst="rect">
              <a:avLst/>
            </a:prstGeom>
          </p:spPr>
        </p:pic>
        <p:sp>
          <p:nvSpPr>
            <p:cNvPr id="33" name="Text 1" descr="TEMP_Z_ORDER_7"/>
            <p:cNvSpPr/>
            <p:nvPr>
              <p:custDataLst>
                <p:tags r:id="rId18"/>
              </p:custDataLst>
            </p:nvPr>
          </p:nvSpPr>
          <p:spPr>
            <a:xfrm>
              <a:off x="828040" y="-635000"/>
              <a:ext cx="9275064" cy="10039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移动 + 云：</a:t>
              </a:r>
              <a:r>
                <a:rPr lang="en-US" sz="2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移动应用的数据存储在云端 → 需结合云安全扩展要求（数据保密性、完整性）</a:t>
              </a:r>
              <a:endParaRPr lang="en-US" sz="2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19"/>
            </p:custDataLst>
          </p:nvPr>
        </p:nvGrpSpPr>
        <p:grpSpPr>
          <a:xfrm>
            <a:off x="609600" y="3429000"/>
            <a:ext cx="10972800" cy="1003935"/>
            <a:chOff x="-635000" y="-635000"/>
            <a:chExt cx="10972800" cy="1003935"/>
          </a:xfrm>
        </p:grpSpPr>
        <p:pic>
          <p:nvPicPr>
            <p:cNvPr id="20" name="Image 6" descr="TEMP_Z_ORDER_8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574040"/>
              <a:ext cx="10972800" cy="8991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21" name="Image 7" descr="TEMP_Z_ORDER_9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391160" y="-543560"/>
              <a:ext cx="853440" cy="853440"/>
            </a:xfrm>
            <a:prstGeom prst="rect">
              <a:avLst/>
            </a:prstGeom>
          </p:spPr>
        </p:pic>
        <p:pic>
          <p:nvPicPr>
            <p:cNvPr id="22" name="Image 8" descr="TEMP_Z_ORDER_10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-208280" y="-360680"/>
              <a:ext cx="487680" cy="487680"/>
            </a:xfrm>
            <a:prstGeom prst="rect">
              <a:avLst/>
            </a:prstGeom>
          </p:spPr>
        </p:pic>
        <p:sp>
          <p:nvSpPr>
            <p:cNvPr id="23" name="Text 2" descr="TEMP_Z_ORDER_11"/>
            <p:cNvSpPr/>
            <p:nvPr>
              <p:custDataLst>
                <p:tags r:id="rId25"/>
              </p:custDataLst>
            </p:nvPr>
          </p:nvSpPr>
          <p:spPr>
            <a:xfrm>
              <a:off x="828040" y="-635000"/>
              <a:ext cx="9275064" cy="10039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移动 + 物联网：</a:t>
              </a:r>
              <a:r>
                <a:rPr lang="en-US" sz="2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智能手机作为物联网的“移动终端” → 需结合物联网安全要求</a:t>
              </a:r>
              <a:endParaRPr lang="en-US" sz="2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26"/>
            </p:custDataLst>
          </p:nvPr>
        </p:nvGrpSpPr>
        <p:grpSpPr>
          <a:xfrm>
            <a:off x="609600" y="4693920"/>
            <a:ext cx="10972800" cy="1003935"/>
            <a:chOff x="-635000" y="-635000"/>
            <a:chExt cx="10972800" cy="1003935"/>
          </a:xfrm>
        </p:grpSpPr>
        <p:pic>
          <p:nvPicPr>
            <p:cNvPr id="25" name="Image 9" descr="TEMP_Z_ORDER_12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635000" y="-574040"/>
              <a:ext cx="10972800" cy="8991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26" name="Image 10" descr="TEMP_Z_ORDER_13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391160" y="-558800"/>
              <a:ext cx="853440" cy="853440"/>
            </a:xfrm>
            <a:prstGeom prst="rect">
              <a:avLst/>
            </a:prstGeom>
          </p:spPr>
        </p:pic>
        <p:pic>
          <p:nvPicPr>
            <p:cNvPr id="27" name="Image 11" descr="TEMP_Z_ORDER_14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208280" y="-375920"/>
              <a:ext cx="487680" cy="487680"/>
            </a:xfrm>
            <a:prstGeom prst="rect">
              <a:avLst/>
            </a:prstGeom>
          </p:spPr>
        </p:pic>
        <p:sp>
          <p:nvSpPr>
            <p:cNvPr id="28" name="Text 3" descr="TEMP_Z_ORDER_15"/>
            <p:cNvSpPr/>
            <p:nvPr>
              <p:custDataLst>
                <p:tags r:id="rId32"/>
              </p:custDataLst>
            </p:nvPr>
          </p:nvSpPr>
          <p:spPr>
            <a:xfrm>
              <a:off x="828040" y="-635000"/>
              <a:ext cx="9275064" cy="10039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4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移动 + 工控：</a:t>
              </a:r>
              <a:r>
                <a:rPr lang="en-US" sz="24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移动设备远程操控工控系统 → 需结合工控系统安全要求</a:t>
              </a:r>
              <a:endParaRPr lang="en-US" sz="24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sp>
        <p:nvSpPr>
          <p:cNvPr id="18" name="Text 4"/>
          <p:cNvSpPr/>
          <p:nvPr>
            <p:custDataLst>
              <p:tags r:id="rId33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与云计算/物联网/工控扩展要求的关联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1" animBg="1"/>
      <p:bldP spid="5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3" name="组合 22"/>
          <p:cNvGrpSpPr/>
          <p:nvPr>
            <p:custDataLst>
              <p:tags r:id="rId7"/>
            </p:custDataLst>
          </p:nvPr>
        </p:nvGrpSpPr>
        <p:grpSpPr>
          <a:xfrm>
            <a:off x="609600" y="1478280"/>
            <a:ext cx="3459480" cy="4008120"/>
            <a:chOff x="-635000" y="-635000"/>
            <a:chExt cx="3459480" cy="4008120"/>
          </a:xfrm>
        </p:grpSpPr>
        <p:pic>
          <p:nvPicPr>
            <p:cNvPr id="24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284480"/>
              <a:ext cx="3459480" cy="3657600"/>
            </a:xfrm>
            <a:prstGeom prst="rect">
              <a:avLst/>
            </a:prstGeom>
          </p:spPr>
        </p:pic>
        <p:sp>
          <p:nvSpPr>
            <p:cNvPr id="25" name="Text 0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254000" y="370840"/>
              <a:ext cx="2706624" cy="208978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0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公职人员使用移动办公，处理的是国家事务和公共数据。无线网络不安全，就可能把“秘密”暴露在空气中。</a:t>
              </a:r>
              <a:endParaRPr lang="en-US" sz="20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26" name="Image 4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72720" y="-635000"/>
              <a:ext cx="1828800" cy="74676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27" name="Text 1" descr="TEMP_Z_ORDER_6"/>
            <p:cNvSpPr/>
            <p:nvPr>
              <p:custDataLst>
                <p:tags r:id="rId14"/>
              </p:custDataLst>
            </p:nvPr>
          </p:nvSpPr>
          <p:spPr>
            <a:xfrm>
              <a:off x="761000" y="-512996"/>
              <a:ext cx="676624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守护</a:t>
              </a:r>
              <a:endParaRPr lang="en-US" sz="2640"/>
            </a:p>
          </p:txBody>
        </p:sp>
      </p:grpSp>
      <p:grpSp>
        <p:nvGrpSpPr>
          <p:cNvPr id="28" name="组合 27"/>
          <p:cNvGrpSpPr/>
          <p:nvPr>
            <p:custDataLst>
              <p:tags r:id="rId15"/>
            </p:custDataLst>
          </p:nvPr>
        </p:nvGrpSpPr>
        <p:grpSpPr>
          <a:xfrm>
            <a:off x="4373880" y="1478280"/>
            <a:ext cx="3459480" cy="4008120"/>
            <a:chOff x="-635000" y="-635000"/>
            <a:chExt cx="3459480" cy="4008120"/>
          </a:xfrm>
        </p:grpSpPr>
        <p:pic>
          <p:nvPicPr>
            <p:cNvPr id="29" name="Image 5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284480"/>
              <a:ext cx="3459480" cy="3657600"/>
            </a:xfrm>
            <a:prstGeom prst="rect">
              <a:avLst/>
            </a:prstGeom>
          </p:spPr>
        </p:pic>
        <p:sp>
          <p:nvSpPr>
            <p:cNvPr id="30" name="Text 2" descr="TEMP_Z_ORDER_8"/>
            <p:cNvSpPr/>
            <p:nvPr>
              <p:custDataLst>
                <p:tags r:id="rId17"/>
              </p:custDataLst>
            </p:nvPr>
          </p:nvSpPr>
          <p:spPr>
            <a:xfrm>
              <a:off x="-445135" y="370840"/>
              <a:ext cx="3125470" cy="25082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0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等保标准对移动安全的严格要求，是对国家秘密和工作秘密的保护。不使用WEP、关闭SSID广播、禁用WPS —— 每个要求背后都有真实的安全事故。</a:t>
              </a:r>
              <a:endParaRPr lang="en-US" sz="20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31" name="Image 6" descr="TEMP_Z_ORDER_9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72720" y="-635000"/>
              <a:ext cx="1828800" cy="74676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32" name="Text 3" descr="TEMP_Z_ORDER_10"/>
            <p:cNvSpPr/>
            <p:nvPr>
              <p:custDataLst>
                <p:tags r:id="rId19"/>
              </p:custDataLst>
            </p:nvPr>
          </p:nvSpPr>
          <p:spPr>
            <a:xfrm>
              <a:off x="761000" y="-512996"/>
              <a:ext cx="676624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规范</a:t>
              </a:r>
              <a:endParaRPr lang="en-US" sz="2640"/>
            </a:p>
          </p:txBody>
        </p:sp>
      </p:grpSp>
      <p:grpSp>
        <p:nvGrpSpPr>
          <p:cNvPr id="18" name="组合 17"/>
          <p:cNvGrpSpPr/>
          <p:nvPr>
            <p:custDataLst>
              <p:tags r:id="rId20"/>
            </p:custDataLst>
          </p:nvPr>
        </p:nvGrpSpPr>
        <p:grpSpPr>
          <a:xfrm>
            <a:off x="8122920" y="1478280"/>
            <a:ext cx="3459480" cy="4008120"/>
            <a:chOff x="-635000" y="-635000"/>
            <a:chExt cx="3459480" cy="4008120"/>
          </a:xfrm>
        </p:grpSpPr>
        <p:pic>
          <p:nvPicPr>
            <p:cNvPr id="19" name="Image 7" descr="TEMP_Z_ORDER_1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284480"/>
              <a:ext cx="3459480" cy="3657600"/>
            </a:xfrm>
            <a:prstGeom prst="rect">
              <a:avLst/>
            </a:prstGeom>
          </p:spPr>
        </p:pic>
        <p:sp>
          <p:nvSpPr>
            <p:cNvPr id="20" name="Text 4" descr="TEMP_Z_ORDER_12"/>
            <p:cNvSpPr/>
            <p:nvPr>
              <p:custDataLst>
                <p:tags r:id="rId22"/>
              </p:custDataLst>
            </p:nvPr>
          </p:nvSpPr>
          <p:spPr>
            <a:xfrm>
              <a:off x="-254000" y="370840"/>
              <a:ext cx="2706624" cy="25082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00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测评工程师不仅是“检查者”，也是“安全意识的传播者”。发现移动安全隐患，不仅要记录，更要讲清楚风险、推动整改。</a:t>
              </a:r>
              <a:endParaRPr lang="en-US" sz="200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21" name="Image 8" descr="TEMP_Z_ORDER_1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7960" y="-635000"/>
              <a:ext cx="1828800" cy="74676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22" name="Text 5" descr="TEMP_Z_ORDER_14"/>
            <p:cNvSpPr/>
            <p:nvPr>
              <p:custDataLst>
                <p:tags r:id="rId24"/>
              </p:custDataLst>
            </p:nvPr>
          </p:nvSpPr>
          <p:spPr>
            <a:xfrm>
              <a:off x="776240" y="-512996"/>
              <a:ext cx="676624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自觉</a:t>
              </a:r>
              <a:endParaRPr lang="en-US" sz="2640"/>
            </a:p>
          </p:txBody>
        </p:sp>
      </p:grpSp>
      <p:sp>
        <p:nvSpPr>
          <p:cNvPr id="17" name="Text 6"/>
          <p:cNvSpPr/>
          <p:nvPr>
            <p:custDataLst>
              <p:tags r:id="rId25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思政融入——移动办公安全与国家秘密保护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77" name="组合 76"/>
          <p:cNvGrpSpPr/>
          <p:nvPr>
            <p:custDataLst>
              <p:tags r:id="rId7"/>
            </p:custDataLst>
          </p:nvPr>
        </p:nvGrpSpPr>
        <p:grpSpPr>
          <a:xfrm>
            <a:off x="609600" y="1371600"/>
            <a:ext cx="10972800" cy="4267200"/>
            <a:chOff x="-635000" y="-635000"/>
            <a:chExt cx="10972800" cy="4267200"/>
          </a:xfrm>
        </p:grpSpPr>
        <p:pic>
          <p:nvPicPr>
            <p:cNvPr id="78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4267200"/>
            </a:xfrm>
            <a:prstGeom prst="rect">
              <a:avLst/>
            </a:prstGeom>
          </p:spPr>
        </p:pic>
        <p:pic>
          <p:nvPicPr>
            <p:cNvPr id="79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022600" y="-635000"/>
              <a:ext cx="3672840" cy="85344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80" name="Text 0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3510280" y="-452120"/>
              <a:ext cx="2706497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移动安全配置核查</a:t>
              </a:r>
              <a:endParaRPr lang="en-US" sz="2640"/>
            </a:p>
          </p:txBody>
        </p:sp>
      </p:grpSp>
      <p:grpSp>
        <p:nvGrpSpPr>
          <p:cNvPr id="59" name="组合 58"/>
          <p:cNvGrpSpPr/>
          <p:nvPr>
            <p:custDataLst>
              <p:tags r:id="rId14"/>
            </p:custDataLst>
          </p:nvPr>
        </p:nvGrpSpPr>
        <p:grpSpPr>
          <a:xfrm>
            <a:off x="609600" y="2468880"/>
            <a:ext cx="2560320" cy="3048000"/>
            <a:chOff x="-635000" y="-635000"/>
            <a:chExt cx="2560320" cy="3048000"/>
          </a:xfrm>
        </p:grpSpPr>
        <p:pic>
          <p:nvPicPr>
            <p:cNvPr id="60" name="Image 5" descr="TEMP_Z_ORDER_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560320" cy="30480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61" name="Text 1" descr="TEMP_Z_ORDER_7"/>
            <p:cNvSpPr/>
            <p:nvPr>
              <p:custDataLst>
                <p:tags r:id="rId18"/>
              </p:custDataLst>
            </p:nvPr>
          </p:nvSpPr>
          <p:spPr>
            <a:xfrm>
              <a:off x="-314960" y="-348932"/>
              <a:ext cx="1929384" cy="7689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一、移动互联安全扩展要求</a:t>
              </a:r>
              <a:endParaRPr lang="en-US" sz="20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62" name="Image 6" descr="TEMP_Z_ORDER_8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375920" y="491084"/>
              <a:ext cx="2042160" cy="15240"/>
            </a:xfrm>
            <a:prstGeom prst="rect">
              <a:avLst/>
            </a:prstGeom>
          </p:spPr>
        </p:pic>
        <p:pic>
          <p:nvPicPr>
            <p:cNvPr id="63" name="Image 7" descr="TEMP_Z_ORDER_9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375920" y="706120"/>
              <a:ext cx="91440" cy="91440"/>
            </a:xfrm>
            <a:prstGeom prst="rect">
              <a:avLst/>
            </a:prstGeom>
          </p:spPr>
        </p:pic>
        <p:sp>
          <p:nvSpPr>
            <p:cNvPr id="64" name="Text 2" descr="TEMP_Z_ORDER_10"/>
            <p:cNvSpPr/>
            <p:nvPr>
              <p:custDataLst>
                <p:tags r:id="rId24"/>
              </p:custDataLst>
            </p:nvPr>
          </p:nvSpPr>
          <p:spPr>
            <a:xfrm>
              <a:off x="-162560" y="561975"/>
              <a:ext cx="2050415" cy="138493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五个维度：物理环境/区域边界/计算环境/建设管理/运维管理</a:t>
              </a:r>
              <a:endParaRPr lang="en-US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  <p:pic>
          <p:nvPicPr>
            <p:cNvPr id="65" name="Image 8" descr="TEMP_Z_ORDER_11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375920" y="2108200"/>
              <a:ext cx="91440" cy="45720"/>
            </a:xfrm>
            <a:prstGeom prst="rect">
              <a:avLst/>
            </a:prstGeom>
          </p:spPr>
        </p:pic>
        <p:sp>
          <p:nvSpPr>
            <p:cNvPr id="66" name="Text 3" descr="TEMP_Z_ORDER_12"/>
            <p:cNvSpPr/>
            <p:nvPr>
              <p:custDataLst>
                <p:tags r:id="rId27"/>
              </p:custDataLst>
            </p:nvPr>
          </p:nvSpPr>
          <p:spPr>
            <a:xfrm>
              <a:off x="-162560" y="2016760"/>
              <a:ext cx="1913255" cy="3460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9大核心测评指标</a:t>
              </a:r>
              <a:endParaRPr lang="en-US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</p:txBody>
        </p:sp>
      </p:grpSp>
      <p:grpSp>
        <p:nvGrpSpPr>
          <p:cNvPr id="67" name="组合 66"/>
          <p:cNvGrpSpPr/>
          <p:nvPr>
            <p:custDataLst>
              <p:tags r:id="rId28"/>
            </p:custDataLst>
          </p:nvPr>
        </p:nvGrpSpPr>
        <p:grpSpPr>
          <a:xfrm>
            <a:off x="3413760" y="2468880"/>
            <a:ext cx="2560320" cy="3048000"/>
            <a:chOff x="-635000" y="-635000"/>
            <a:chExt cx="2560320" cy="3048000"/>
          </a:xfrm>
        </p:grpSpPr>
        <p:pic>
          <p:nvPicPr>
            <p:cNvPr id="68" name="Image 9" descr="TEMP_Z_ORDER_13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560320" cy="30480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69" name="Text 4" descr="TEMP_Z_ORDER_14"/>
            <p:cNvSpPr/>
            <p:nvPr>
              <p:custDataLst>
                <p:tags r:id="rId30"/>
              </p:custDataLst>
            </p:nvPr>
          </p:nvSpPr>
          <p:spPr>
            <a:xfrm>
              <a:off x="-314960" y="-348932"/>
              <a:ext cx="1929384" cy="7689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二、无线接入安全核查重点</a:t>
              </a:r>
              <a:endParaRPr lang="en-US" sz="20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70" name="Image 10" descr="TEMP_Z_ORDER_15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375920" y="358038"/>
              <a:ext cx="2042160" cy="15240"/>
            </a:xfrm>
            <a:prstGeom prst="rect">
              <a:avLst/>
            </a:prstGeom>
          </p:spPr>
        </p:pic>
        <p:pic>
          <p:nvPicPr>
            <p:cNvPr id="71" name="Image 11" descr="TEMP_Z_ORDER_16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375920" y="568960"/>
              <a:ext cx="91440" cy="91440"/>
            </a:xfrm>
            <a:prstGeom prst="rect">
              <a:avLst/>
            </a:prstGeom>
          </p:spPr>
        </p:pic>
        <p:sp>
          <p:nvSpPr>
            <p:cNvPr id="72" name="Text 5" descr="TEMP_Z_ORDER_17"/>
            <p:cNvSpPr/>
            <p:nvPr>
              <p:custDataLst>
                <p:tags r:id="rId33"/>
              </p:custDataLst>
            </p:nvPr>
          </p:nvSpPr>
          <p:spPr>
            <a:xfrm>
              <a:off x="-162560" y="484004"/>
              <a:ext cx="1837944" cy="62711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认证方式：禁止WEP，≥WPA2</a:t>
              </a:r>
              <a:endParaRPr lang="en-US" sz="1680"/>
            </a:p>
          </p:txBody>
        </p:sp>
        <p:pic>
          <p:nvPicPr>
            <p:cNvPr id="73" name="Image 12" descr="TEMP_Z_ORDER_18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375920" y="1330960"/>
              <a:ext cx="91440" cy="91440"/>
            </a:xfrm>
            <a:prstGeom prst="rect">
              <a:avLst/>
            </a:prstGeom>
          </p:spPr>
        </p:pic>
        <p:sp>
          <p:nvSpPr>
            <p:cNvPr id="74" name="Text 6" descr="TEMP_Z_ORDER_19"/>
            <p:cNvSpPr/>
            <p:nvPr>
              <p:custDataLst>
                <p:tags r:id="rId35"/>
              </p:custDataLst>
            </p:nvPr>
          </p:nvSpPr>
          <p:spPr>
            <a:xfrm>
              <a:off x="-162560" y="1239520"/>
              <a:ext cx="1494346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加密算法：AES</a:t>
              </a:r>
              <a:endParaRPr lang="en-US" sz="1680"/>
            </a:p>
          </p:txBody>
        </p:sp>
        <p:pic>
          <p:nvPicPr>
            <p:cNvPr id="75" name="Image 13" descr="TEMP_Z_ORDER_20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375920" y="1772920"/>
              <a:ext cx="91440" cy="91440"/>
            </a:xfrm>
            <a:prstGeom prst="rect">
              <a:avLst/>
            </a:prstGeom>
          </p:spPr>
        </p:pic>
        <p:sp>
          <p:nvSpPr>
            <p:cNvPr id="76" name="Text 7" descr="TEMP_Z_ORDER_21"/>
            <p:cNvSpPr/>
            <p:nvPr>
              <p:custDataLst>
                <p:tags r:id="rId37"/>
              </p:custDataLst>
            </p:nvPr>
          </p:nvSpPr>
          <p:spPr>
            <a:xfrm>
              <a:off x="-162560" y="1687918"/>
              <a:ext cx="1837944" cy="6272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SSID广播：必须关闭</a:t>
              </a:r>
              <a:endParaRPr lang="en-US" sz="1680"/>
            </a:p>
          </p:txBody>
        </p:sp>
      </p:grpSp>
      <p:grpSp>
        <p:nvGrpSpPr>
          <p:cNvPr id="41" name="组合 40"/>
          <p:cNvGrpSpPr/>
          <p:nvPr>
            <p:custDataLst>
              <p:tags r:id="rId38"/>
            </p:custDataLst>
          </p:nvPr>
        </p:nvGrpSpPr>
        <p:grpSpPr>
          <a:xfrm>
            <a:off x="6217920" y="2468880"/>
            <a:ext cx="2560320" cy="3048000"/>
            <a:chOff x="-635000" y="-635000"/>
            <a:chExt cx="2560320" cy="3048000"/>
          </a:xfrm>
        </p:grpSpPr>
        <p:pic>
          <p:nvPicPr>
            <p:cNvPr id="42" name="Image 14" descr="TEMP_Z_ORDER_22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560320" cy="30480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43" name="Text 8" descr="TEMP_Z_ORDER_23"/>
            <p:cNvSpPr/>
            <p:nvPr>
              <p:custDataLst>
                <p:tags r:id="rId40"/>
              </p:custDataLst>
            </p:nvPr>
          </p:nvSpPr>
          <p:spPr>
            <a:xfrm>
              <a:off x="-182420" y="-375920"/>
              <a:ext cx="1664303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三、入侵防范</a:t>
              </a:r>
              <a:endParaRPr lang="en-US" sz="2160"/>
            </a:p>
          </p:txBody>
        </p:sp>
        <p:pic>
          <p:nvPicPr>
            <p:cNvPr id="44" name="Image 15" descr="TEMP_Z_ORDER_24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375920" y="168453"/>
              <a:ext cx="2042160" cy="15240"/>
            </a:xfrm>
            <a:prstGeom prst="rect">
              <a:avLst/>
            </a:prstGeom>
          </p:spPr>
        </p:pic>
        <p:pic>
          <p:nvPicPr>
            <p:cNvPr id="45" name="Image 16" descr="TEMP_Z_ORDER_25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375921" y="386080"/>
              <a:ext cx="91440" cy="91440"/>
            </a:xfrm>
            <a:prstGeom prst="rect">
              <a:avLst/>
            </a:prstGeom>
          </p:spPr>
        </p:pic>
        <p:sp>
          <p:nvSpPr>
            <p:cNvPr id="46" name="Text 9" descr="TEMP_Z_ORDER_26"/>
            <p:cNvSpPr/>
            <p:nvPr>
              <p:custDataLst>
                <p:tags r:id="rId43"/>
              </p:custDataLst>
            </p:nvPr>
          </p:nvSpPr>
          <p:spPr>
            <a:xfrm>
              <a:off x="-162560" y="294640"/>
              <a:ext cx="1503966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检测非授权接入</a:t>
              </a:r>
              <a:endParaRPr lang="en-US" sz="1680"/>
            </a:p>
          </p:txBody>
        </p:sp>
        <p:pic>
          <p:nvPicPr>
            <p:cNvPr id="47" name="Image 17" descr="TEMP_Z_ORDER_27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375921" y="828040"/>
              <a:ext cx="91440" cy="91440"/>
            </a:xfrm>
            <a:prstGeom prst="rect">
              <a:avLst/>
            </a:prstGeom>
          </p:spPr>
        </p:pic>
        <p:sp>
          <p:nvSpPr>
            <p:cNvPr id="48" name="Text 10" descr="TEMP_Z_ORDER_28"/>
            <p:cNvSpPr/>
            <p:nvPr>
              <p:custDataLst>
                <p:tags r:id="rId45"/>
              </p:custDataLst>
            </p:nvPr>
          </p:nvSpPr>
          <p:spPr>
            <a:xfrm>
              <a:off x="-162561" y="743038"/>
              <a:ext cx="1837944" cy="62720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阻断非授权设备（三级）</a:t>
              </a:r>
              <a:endParaRPr lang="en-US" sz="1680"/>
            </a:p>
          </p:txBody>
        </p:sp>
      </p:grpSp>
      <p:grpSp>
        <p:nvGrpSpPr>
          <p:cNvPr id="49" name="组合 48"/>
          <p:cNvGrpSpPr/>
          <p:nvPr>
            <p:custDataLst>
              <p:tags r:id="rId46"/>
            </p:custDataLst>
          </p:nvPr>
        </p:nvGrpSpPr>
        <p:grpSpPr>
          <a:xfrm>
            <a:off x="9022080" y="2468880"/>
            <a:ext cx="2560320" cy="3048000"/>
            <a:chOff x="-635000" y="-635000"/>
            <a:chExt cx="2560320" cy="3048000"/>
          </a:xfrm>
        </p:grpSpPr>
        <p:pic>
          <p:nvPicPr>
            <p:cNvPr id="50" name="Image 18" descr="TEMP_Z_ORDER_29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560320" cy="30480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51" name="Text 11" descr="TEMP_Z_ORDER_30"/>
            <p:cNvSpPr/>
            <p:nvPr>
              <p:custDataLst>
                <p:tags r:id="rId48"/>
              </p:custDataLst>
            </p:nvPr>
          </p:nvSpPr>
          <p:spPr>
            <a:xfrm>
              <a:off x="-314960" y="-348932"/>
              <a:ext cx="1929384" cy="7689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00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四、终端与应用管控</a:t>
              </a:r>
              <a:endParaRPr lang="en-US" sz="2000" b="1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52" name="Image 19" descr="TEMP_Z_ORDER_31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-375921" y="579933"/>
              <a:ext cx="2042160" cy="15240"/>
            </a:xfrm>
            <a:prstGeom prst="rect">
              <a:avLst/>
            </a:prstGeom>
          </p:spPr>
        </p:pic>
        <p:pic>
          <p:nvPicPr>
            <p:cNvPr id="53" name="Image 20" descr="TEMP_Z_ORDER_32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375921" y="797560"/>
              <a:ext cx="91440" cy="91440"/>
            </a:xfrm>
            <a:prstGeom prst="rect">
              <a:avLst/>
            </a:prstGeom>
          </p:spPr>
        </p:pic>
        <p:sp>
          <p:nvSpPr>
            <p:cNvPr id="54" name="Text 12" descr="TEMP_Z_ORDER_33"/>
            <p:cNvSpPr/>
            <p:nvPr>
              <p:custDataLst>
                <p:tags r:id="rId51"/>
              </p:custDataLst>
            </p:nvPr>
          </p:nvSpPr>
          <p:spPr>
            <a:xfrm>
              <a:off x="-162560" y="706120"/>
              <a:ext cx="1611392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安装MDM客户端</a:t>
              </a:r>
              <a:endParaRPr lang="en-US" sz="1680"/>
            </a:p>
          </p:txBody>
        </p:sp>
        <p:pic>
          <p:nvPicPr>
            <p:cNvPr id="55" name="Image 21" descr="TEMP_Z_ORDER_34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375920" y="1239520"/>
              <a:ext cx="91440" cy="91440"/>
            </a:xfrm>
            <a:prstGeom prst="rect">
              <a:avLst/>
            </a:prstGeom>
          </p:spPr>
        </p:pic>
        <p:sp>
          <p:nvSpPr>
            <p:cNvPr id="56" name="Text 13" descr="TEMP_Z_ORDER_35"/>
            <p:cNvSpPr/>
            <p:nvPr>
              <p:custDataLst>
                <p:tags r:id="rId53"/>
              </p:custDataLst>
            </p:nvPr>
          </p:nvSpPr>
          <p:spPr>
            <a:xfrm>
              <a:off x="-162560" y="1148080"/>
              <a:ext cx="1361265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远程锁定/擦除</a:t>
              </a:r>
              <a:endParaRPr lang="en-US" sz="1680"/>
            </a:p>
          </p:txBody>
        </p:sp>
        <p:pic>
          <p:nvPicPr>
            <p:cNvPr id="57" name="Image 22" descr="TEMP_Z_ORDER_36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375920" y="1681480"/>
              <a:ext cx="91440" cy="91440"/>
            </a:xfrm>
            <a:prstGeom prst="rect">
              <a:avLst/>
            </a:prstGeom>
          </p:spPr>
        </p:pic>
        <p:sp>
          <p:nvSpPr>
            <p:cNvPr id="58" name="Text 14" descr="TEMP_Z_ORDER_37"/>
            <p:cNvSpPr/>
            <p:nvPr>
              <p:custDataLst>
                <p:tags r:id="rId55"/>
              </p:custDataLst>
            </p:nvPr>
          </p:nvSpPr>
          <p:spPr>
            <a:xfrm>
              <a:off x="-162561" y="1590040"/>
              <a:ext cx="1718818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应用证书签名管理</a:t>
              </a:r>
              <a:endParaRPr lang="en-US" sz="1680"/>
            </a:p>
          </p:txBody>
        </p:sp>
      </p:grpSp>
      <p:sp>
        <p:nvSpPr>
          <p:cNvPr id="40" name="Text 15"/>
          <p:cNvSpPr/>
          <p:nvPr>
            <p:custDataLst>
              <p:tags r:id="rId56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知识点回顾（5分钟）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4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2" name="组合 31"/>
          <p:cNvGrpSpPr/>
          <p:nvPr>
            <p:custDataLst>
              <p:tags r:id="rId7"/>
            </p:custDataLst>
          </p:nvPr>
        </p:nvGrpSpPr>
        <p:grpSpPr>
          <a:xfrm>
            <a:off x="609600" y="1417320"/>
            <a:ext cx="10972800" cy="868680"/>
            <a:chOff x="-635000" y="-635000"/>
            <a:chExt cx="10972800" cy="868680"/>
          </a:xfrm>
        </p:grpSpPr>
        <p:pic>
          <p:nvPicPr>
            <p:cNvPr id="33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868680"/>
            </a:xfrm>
            <a:prstGeom prst="rect">
              <a:avLst/>
            </a:prstGeom>
          </p:spPr>
        </p:pic>
        <p:pic>
          <p:nvPicPr>
            <p:cNvPr id="34" name="Image 4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1676400" cy="868680"/>
            </a:xfrm>
            <a:prstGeom prst="rect">
              <a:avLst/>
            </a:prstGeom>
          </p:spPr>
        </p:pic>
        <p:sp>
          <p:nvSpPr>
            <p:cNvPr id="35" name="Text 0" descr="TEMP_Z_ORDER_5"/>
            <p:cNvSpPr/>
            <p:nvPr>
              <p:custDataLst>
                <p:tags r:id="rId12"/>
              </p:custDataLst>
            </p:nvPr>
          </p:nvSpPr>
          <p:spPr>
            <a:xfrm>
              <a:off x="-132080" y="-467360"/>
              <a:ext cx="676624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必做</a:t>
              </a:r>
              <a:endParaRPr lang="en-US" sz="2640"/>
            </a:p>
          </p:txBody>
        </p:sp>
        <p:sp>
          <p:nvSpPr>
            <p:cNvPr id="36" name="Text 1" descr="TEMP_Z_ORDER_6"/>
            <p:cNvSpPr/>
            <p:nvPr>
              <p:custDataLst>
                <p:tags r:id="rId13"/>
              </p:custDataLst>
            </p:nvPr>
          </p:nvSpPr>
          <p:spPr>
            <a:xfrm>
              <a:off x="1407160" y="-391160"/>
              <a:ext cx="748936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完成《移动互联安全测评记录表》的填写，提交至学习通平台</a:t>
              </a:r>
              <a:endParaRPr lang="en-US" sz="2160"/>
            </a:p>
          </p:txBody>
        </p:sp>
      </p:grpSp>
      <p:grpSp>
        <p:nvGrpSpPr>
          <p:cNvPr id="37" name="组合 36"/>
          <p:cNvGrpSpPr/>
          <p:nvPr>
            <p:custDataLst>
              <p:tags r:id="rId14"/>
            </p:custDataLst>
          </p:nvPr>
        </p:nvGrpSpPr>
        <p:grpSpPr>
          <a:xfrm>
            <a:off x="609600" y="2514600"/>
            <a:ext cx="10972800" cy="868680"/>
            <a:chOff x="-635000" y="-635000"/>
            <a:chExt cx="10972800" cy="868680"/>
          </a:xfrm>
        </p:grpSpPr>
        <p:pic>
          <p:nvPicPr>
            <p:cNvPr id="38" name="Image 5" descr="TEMP_Z_ORDER_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868680"/>
            </a:xfrm>
            <a:prstGeom prst="rect">
              <a:avLst/>
            </a:prstGeom>
          </p:spPr>
        </p:pic>
        <p:pic>
          <p:nvPicPr>
            <p:cNvPr id="39" name="Image 6" descr="TEMP_Z_ORDER_8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1676400" cy="868680"/>
            </a:xfrm>
            <a:prstGeom prst="rect">
              <a:avLst/>
            </a:prstGeom>
          </p:spPr>
        </p:pic>
        <p:sp>
          <p:nvSpPr>
            <p:cNvPr id="40" name="Text 2" descr="TEMP_Z_ORDER_9"/>
            <p:cNvSpPr/>
            <p:nvPr>
              <p:custDataLst>
                <p:tags r:id="rId17"/>
              </p:custDataLst>
            </p:nvPr>
          </p:nvSpPr>
          <p:spPr>
            <a:xfrm>
              <a:off x="-132080" y="-452120"/>
              <a:ext cx="676624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必做</a:t>
              </a:r>
              <a:endParaRPr lang="en-US" sz="2640"/>
            </a:p>
          </p:txBody>
        </p:sp>
        <p:sp>
          <p:nvSpPr>
            <p:cNvPr id="41" name="Text 3" descr="TEMP_Z_ORDER_10"/>
            <p:cNvSpPr/>
            <p:nvPr>
              <p:custDataLst>
                <p:tags r:id="rId18"/>
              </p:custDataLst>
            </p:nvPr>
          </p:nvSpPr>
          <p:spPr>
            <a:xfrm>
              <a:off x="1407160" y="-391160"/>
              <a:ext cx="6185821" cy="27227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04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完成活动7.2.2在线测试（选择题+判断题，共15题）</a:t>
              </a:r>
              <a:endParaRPr lang="en-US" sz="2040"/>
            </a:p>
          </p:txBody>
        </p:sp>
      </p:grpSp>
      <p:grpSp>
        <p:nvGrpSpPr>
          <p:cNvPr id="22" name="组合 21"/>
          <p:cNvGrpSpPr/>
          <p:nvPr>
            <p:custDataLst>
              <p:tags r:id="rId19"/>
            </p:custDataLst>
          </p:nvPr>
        </p:nvGrpSpPr>
        <p:grpSpPr>
          <a:xfrm>
            <a:off x="609600" y="3627120"/>
            <a:ext cx="10972800" cy="868680"/>
            <a:chOff x="-635000" y="-635000"/>
            <a:chExt cx="10972800" cy="868680"/>
          </a:xfrm>
        </p:grpSpPr>
        <p:pic>
          <p:nvPicPr>
            <p:cNvPr id="23" name="Image 7" descr="TEMP_Z_ORDER_1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868680"/>
            </a:xfrm>
            <a:prstGeom prst="rect">
              <a:avLst/>
            </a:prstGeom>
          </p:spPr>
        </p:pic>
        <p:pic>
          <p:nvPicPr>
            <p:cNvPr id="24" name="Image 8" descr="TEMP_Z_ORDER_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1676400" cy="868680"/>
            </a:xfrm>
            <a:prstGeom prst="rect">
              <a:avLst/>
            </a:prstGeom>
          </p:spPr>
        </p:pic>
        <p:sp>
          <p:nvSpPr>
            <p:cNvPr id="25" name="Text 4" descr="TEMP_Z_ORDER_13"/>
            <p:cNvSpPr/>
            <p:nvPr>
              <p:custDataLst>
                <p:tags r:id="rId22"/>
              </p:custDataLst>
            </p:nvPr>
          </p:nvSpPr>
          <p:spPr>
            <a:xfrm>
              <a:off x="-132080" y="-452120"/>
              <a:ext cx="676624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选做</a:t>
              </a:r>
              <a:endParaRPr lang="en-US" sz="2640"/>
            </a:p>
          </p:txBody>
        </p:sp>
        <p:sp>
          <p:nvSpPr>
            <p:cNvPr id="26" name="Text 5" descr="TEMP_Z_ORDER_14"/>
            <p:cNvSpPr/>
            <p:nvPr>
              <p:custDataLst>
                <p:tags r:id="rId23"/>
              </p:custDataLst>
            </p:nvPr>
          </p:nvSpPr>
          <p:spPr>
            <a:xfrm>
              <a:off x="1407161" y="-391160"/>
              <a:ext cx="8660755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在自己手机中检查Wi-Fi设置，确认是否启用了WPA2加密（截图提交）</a:t>
              </a:r>
              <a:endParaRPr lang="en-US" sz="2160"/>
            </a:p>
          </p:txBody>
        </p:sp>
      </p:grpSp>
      <p:grpSp>
        <p:nvGrpSpPr>
          <p:cNvPr id="27" name="组合 26"/>
          <p:cNvGrpSpPr/>
          <p:nvPr>
            <p:custDataLst>
              <p:tags r:id="rId24"/>
            </p:custDataLst>
          </p:nvPr>
        </p:nvGrpSpPr>
        <p:grpSpPr>
          <a:xfrm>
            <a:off x="609600" y="4739640"/>
            <a:ext cx="10972800" cy="868680"/>
            <a:chOff x="-635000" y="-635000"/>
            <a:chExt cx="10972800" cy="868680"/>
          </a:xfrm>
        </p:grpSpPr>
        <p:pic>
          <p:nvPicPr>
            <p:cNvPr id="28" name="Image 9" descr="TEMP_Z_ORDER_15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-635000" y="-635000"/>
              <a:ext cx="10972800" cy="868680"/>
            </a:xfrm>
            <a:prstGeom prst="rect">
              <a:avLst/>
            </a:prstGeom>
          </p:spPr>
        </p:pic>
        <p:pic>
          <p:nvPicPr>
            <p:cNvPr id="29" name="Image 10" descr="TEMP_Z_ORDER_16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-635000" y="-635000"/>
              <a:ext cx="1676400" cy="868680"/>
            </a:xfrm>
            <a:prstGeom prst="rect">
              <a:avLst/>
            </a:prstGeom>
          </p:spPr>
        </p:pic>
        <p:sp>
          <p:nvSpPr>
            <p:cNvPr id="30" name="Text 6" descr="TEMP_Z_ORDER_17"/>
            <p:cNvSpPr/>
            <p:nvPr>
              <p:custDataLst>
                <p:tags r:id="rId27"/>
              </p:custDataLst>
            </p:nvPr>
          </p:nvSpPr>
          <p:spPr>
            <a:xfrm>
              <a:off x="-132080" y="-452120"/>
              <a:ext cx="676624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预习</a:t>
              </a:r>
              <a:endParaRPr lang="en-US" sz="2640"/>
            </a:p>
          </p:txBody>
        </p:sp>
        <p:sp>
          <p:nvSpPr>
            <p:cNvPr id="31" name="Text 7" descr="TEMP_Z_ORDER_18"/>
            <p:cNvSpPr/>
            <p:nvPr>
              <p:custDataLst>
                <p:tags r:id="rId28"/>
              </p:custDataLst>
            </p:nvPr>
          </p:nvSpPr>
          <p:spPr>
            <a:xfrm>
              <a:off x="1407160" y="-391161"/>
              <a:ext cx="4600083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预习7.3.1“物联网架构认知”相关内容</a:t>
              </a:r>
              <a:endParaRPr lang="en-US" sz="2160"/>
            </a:p>
          </p:txBody>
        </p:sp>
      </p:grpSp>
      <p:sp>
        <p:nvSpPr>
          <p:cNvPr id="21" name="Text 8"/>
          <p:cNvSpPr/>
          <p:nvPr>
            <p:custDataLst>
              <p:tags r:id="rId29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课后作业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1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grpSp>
        <p:nvGrpSpPr>
          <p:cNvPr id="32" name="组合 31"/>
          <p:cNvGrpSpPr/>
          <p:nvPr>
            <p:custDataLst>
              <p:tags r:id="rId5"/>
            </p:custDataLst>
          </p:nvPr>
        </p:nvGrpSpPr>
        <p:grpSpPr>
          <a:xfrm>
            <a:off x="3743554" y="609600"/>
            <a:ext cx="4723790" cy="1539240"/>
            <a:chOff x="-635000" y="-635000"/>
            <a:chExt cx="5027256" cy="1539240"/>
          </a:xfrm>
        </p:grpSpPr>
        <p:sp>
          <p:nvSpPr>
            <p:cNvPr id="33" name="Text 0" descr="TEMP_Z_ORDER_2"/>
            <p:cNvSpPr/>
            <p:nvPr>
              <p:custDataLst>
                <p:tags r:id="rId6"/>
              </p:custDataLst>
            </p:nvPr>
          </p:nvSpPr>
          <p:spPr>
            <a:xfrm>
              <a:off x="787805" y="-635000"/>
              <a:ext cx="1917316" cy="48751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640" b="1" kern="0" spc="352">
                  <a:solidFill>
                    <a:srgbClr val="6666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下节课预告</a:t>
              </a:r>
              <a:endParaRPr lang="en-US" sz="2640"/>
            </a:p>
          </p:txBody>
        </p:sp>
        <p:sp>
          <p:nvSpPr>
            <p:cNvPr id="34" name="Text 1" descr="TEMP_Z_ORDER_3"/>
            <p:cNvSpPr/>
            <p:nvPr>
              <p:custDataLst>
                <p:tags r:id="rId7"/>
              </p:custDataLst>
            </p:nvPr>
          </p:nvSpPr>
          <p:spPr>
            <a:xfrm>
              <a:off x="-629514" y="5080"/>
              <a:ext cx="5021771" cy="7088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3840" b="1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7.3.1 物联网架构认知</a:t>
              </a:r>
              <a:endParaRPr lang="en-US" sz="3840"/>
            </a:p>
          </p:txBody>
        </p:sp>
        <p:pic>
          <p:nvPicPr>
            <p:cNvPr id="35" name="Image 2" descr="TEMP_Z_ORDER_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873760"/>
              <a:ext cx="4704893" cy="30480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609600" y="2377440"/>
            <a:ext cx="10972799" cy="3261360"/>
            <a:chOff x="-635000" y="-635000"/>
            <a:chExt cx="10972799" cy="3261360"/>
          </a:xfrm>
        </p:grpSpPr>
        <p:pic>
          <p:nvPicPr>
            <p:cNvPr id="20" name="Image 3" descr="TEMP_Z_ORDER_5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635000" y="-284480"/>
              <a:ext cx="3413760" cy="29108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21" name="Text 2" descr="TEMP_Z_ORDER_6"/>
            <p:cNvSpPr/>
            <p:nvPr>
              <p:custDataLst>
                <p:tags r:id="rId15"/>
              </p:custDataLst>
            </p:nvPr>
          </p:nvSpPr>
          <p:spPr>
            <a:xfrm>
              <a:off x="-254000" y="690880"/>
              <a:ext cx="2660904" cy="12209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物联网三层架构</a:t>
              </a:r>
              <a:r>
                <a:rPr lang="en-US" sz="1920">
                  <a:solidFill>
                    <a:srgbClr val="666666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（感知层、网络传输层、处理应用层）</a:t>
              </a:r>
              <a:endParaRPr lang="en-US" sz="2160"/>
            </a:p>
          </p:txBody>
        </p:sp>
        <p:pic>
          <p:nvPicPr>
            <p:cNvPr id="22" name="Image 4" descr="TEMP_Z_ORDER_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612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23" name="Text 3" descr="TEMP_Z_ORDER_8"/>
            <p:cNvSpPr/>
            <p:nvPr>
              <p:custDataLst>
                <p:tags r:id="rId19"/>
              </p:custDataLst>
            </p:nvPr>
          </p:nvSpPr>
          <p:spPr>
            <a:xfrm>
              <a:off x="827532" y="-542697"/>
              <a:ext cx="513080" cy="53167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8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01</a:t>
              </a:r>
              <a:endParaRPr lang="en-US" sz="2880"/>
            </a:p>
          </p:txBody>
        </p:sp>
        <p:pic>
          <p:nvPicPr>
            <p:cNvPr id="24" name="Image 5" descr="TEMP_Z_ORDER_9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144520" y="-284480"/>
              <a:ext cx="3413760" cy="29108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25" name="Text 4" descr="TEMP_Z_ORDER_10"/>
            <p:cNvSpPr/>
            <p:nvPr>
              <p:custDataLst>
                <p:tags r:id="rId21"/>
              </p:custDataLst>
            </p:nvPr>
          </p:nvSpPr>
          <p:spPr>
            <a:xfrm>
              <a:off x="3525520" y="904240"/>
              <a:ext cx="2660904" cy="87055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物联网安全扩展要求概述</a:t>
              </a:r>
              <a:endParaRPr lang="en-US" sz="2160"/>
            </a:p>
          </p:txBody>
        </p:sp>
        <p:pic>
          <p:nvPicPr>
            <p:cNvPr id="26" name="Image 6" descr="TEMP_Z_ORDER_11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48564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27" name="Text 5" descr="TEMP_Z_ORDER_12"/>
            <p:cNvSpPr/>
            <p:nvPr>
              <p:custDataLst>
                <p:tags r:id="rId23"/>
              </p:custDataLst>
            </p:nvPr>
          </p:nvSpPr>
          <p:spPr>
            <a:xfrm>
              <a:off x="4607052" y="-542697"/>
              <a:ext cx="513080" cy="53167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8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02</a:t>
              </a:r>
              <a:endParaRPr lang="en-US" sz="2880"/>
            </a:p>
          </p:txBody>
        </p:sp>
        <p:pic>
          <p:nvPicPr>
            <p:cNvPr id="28" name="Image 7" descr="TEMP_Z_ORDER_13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924039" y="-284480"/>
              <a:ext cx="3413760" cy="29108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29" name="Text 6" descr="TEMP_Z_ORDER_14"/>
            <p:cNvSpPr/>
            <p:nvPr>
              <p:custDataLst>
                <p:tags r:id="rId25"/>
              </p:custDataLst>
            </p:nvPr>
          </p:nvSpPr>
          <p:spPr>
            <a:xfrm>
              <a:off x="7387265" y="1132840"/>
              <a:ext cx="249645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33333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感知层安全风险分析</a:t>
              </a:r>
              <a:endParaRPr lang="en-US" sz="2160"/>
            </a:p>
          </p:txBody>
        </p:sp>
        <p:pic>
          <p:nvPicPr>
            <p:cNvPr id="30" name="Image 8" descr="TEMP_Z_ORDER_1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265160" y="-635000"/>
              <a:ext cx="731520" cy="7315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31" name="Text 7" descr="TEMP_Z_ORDER_16"/>
            <p:cNvSpPr/>
            <p:nvPr>
              <p:custDataLst>
                <p:tags r:id="rId27"/>
              </p:custDataLst>
            </p:nvPr>
          </p:nvSpPr>
          <p:spPr>
            <a:xfrm>
              <a:off x="8386572" y="-542696"/>
              <a:ext cx="513080" cy="53167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880" b="1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03</a:t>
              </a:r>
              <a:endParaRPr lang="en-US" sz="288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4" name="组合 23"/>
          <p:cNvGrpSpPr/>
          <p:nvPr>
            <p:custDataLst>
              <p:tags r:id="rId7"/>
            </p:custDataLst>
          </p:nvPr>
        </p:nvGrpSpPr>
        <p:grpSpPr>
          <a:xfrm>
            <a:off x="609600" y="975360"/>
            <a:ext cx="10972800" cy="5074920"/>
            <a:chOff x="-635000" y="-635000"/>
            <a:chExt cx="10972800" cy="5074920"/>
          </a:xfrm>
        </p:grpSpPr>
        <p:pic>
          <p:nvPicPr>
            <p:cNvPr id="25" name="Image 3" descr="TEMP_Z_ORDER_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alphaModFix amt="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18288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26" name="Image 4" descr="TEMP_Z_ORDER_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3291840" cy="1828800"/>
            </a:xfrm>
            <a:prstGeom prst="rect">
              <a:avLst/>
            </a:prstGeom>
          </p:spPr>
        </p:pic>
        <p:sp>
          <p:nvSpPr>
            <p:cNvPr id="27" name="Text 0" descr="TEMP_Z_ORDER_5"/>
            <p:cNvSpPr/>
            <p:nvPr>
              <p:custDataLst>
                <p:tags r:id="rId14"/>
              </p:custDataLst>
            </p:nvPr>
          </p:nvSpPr>
          <p:spPr>
            <a:xfrm>
              <a:off x="44648" y="66040"/>
              <a:ext cx="1941687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三个核心知识点</a:t>
              </a:r>
              <a:endParaRPr lang="en-US" sz="2160"/>
            </a:p>
          </p:txBody>
        </p:sp>
        <p:pic>
          <p:nvPicPr>
            <p:cNvPr id="28" name="Image 5" descr="TEMP_Z_ORDER_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656840" y="-635000"/>
              <a:ext cx="7680960" cy="1828800"/>
            </a:xfrm>
            <a:prstGeom prst="rect">
              <a:avLst/>
            </a:prstGeom>
          </p:spPr>
        </p:pic>
        <p:sp>
          <p:nvSpPr>
            <p:cNvPr id="29" name="Text 1" descr="TEMP_Z_ORDER_7"/>
            <p:cNvSpPr/>
            <p:nvPr>
              <p:custDataLst>
                <p:tags r:id="rId18"/>
              </p:custDataLst>
            </p:nvPr>
          </p:nvSpPr>
          <p:spPr>
            <a:xfrm>
              <a:off x="2900679" y="-391160"/>
              <a:ext cx="6450378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1E293B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无线网络是“最容易忽略、最容易被攻击”的入口；</a:t>
              </a:r>
              <a:endParaRPr lang="en-US" sz="2160"/>
            </a:p>
          </p:txBody>
        </p:sp>
        <p:sp>
          <p:nvSpPr>
            <p:cNvPr id="30" name="Text 2" descr="TEMP_Z_ORDER_8"/>
            <p:cNvSpPr/>
            <p:nvPr>
              <p:custDataLst>
                <p:tags r:id="rId19"/>
              </p:custDataLst>
            </p:nvPr>
          </p:nvSpPr>
          <p:spPr>
            <a:xfrm>
              <a:off x="2900680" y="50800"/>
              <a:ext cx="4835779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1E293B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WEP已被破解，等保明令禁止使用；</a:t>
              </a:r>
              <a:endParaRPr lang="en-US" sz="2160"/>
            </a:p>
          </p:txBody>
        </p:sp>
        <p:sp>
          <p:nvSpPr>
            <p:cNvPr id="31" name="Text 3" descr="TEMP_Z_ORDER_9"/>
            <p:cNvSpPr/>
            <p:nvPr>
              <p:custDataLst>
                <p:tags r:id="rId20"/>
              </p:custDataLst>
            </p:nvPr>
          </p:nvSpPr>
          <p:spPr>
            <a:xfrm>
              <a:off x="2900679" y="492760"/>
              <a:ext cx="3942699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1E293B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③ 移动终端必须安装管控客户端</a:t>
              </a:r>
              <a:endParaRPr lang="en-US" sz="2160"/>
            </a:p>
          </p:txBody>
        </p:sp>
        <p:pic>
          <p:nvPicPr>
            <p:cNvPr id="32" name="Image 6" descr="TEMP_Z_ORDER_10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alphaModFix amt="0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635000" y="1422400"/>
              <a:ext cx="10972800" cy="13868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3" name="Image 7" descr="TEMP_Z_ORDER_1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-635000" y="1422400"/>
              <a:ext cx="3291840" cy="1386840"/>
            </a:xfrm>
            <a:prstGeom prst="rect">
              <a:avLst/>
            </a:prstGeom>
          </p:spPr>
        </p:pic>
        <p:sp>
          <p:nvSpPr>
            <p:cNvPr id="34" name="Text 4" descr="TEMP_Z_ORDER_12"/>
            <p:cNvSpPr/>
            <p:nvPr>
              <p:custDataLst>
                <p:tags r:id="rId27"/>
              </p:custDataLst>
            </p:nvPr>
          </p:nvSpPr>
          <p:spPr>
            <a:xfrm>
              <a:off x="183340" y="1910080"/>
              <a:ext cx="1664303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两个关键技能</a:t>
              </a:r>
              <a:endParaRPr lang="en-US" sz="2160"/>
            </a:p>
          </p:txBody>
        </p:sp>
        <p:pic>
          <p:nvPicPr>
            <p:cNvPr id="35" name="Image 8" descr="TEMP_Z_ORDER_13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2656840" y="1422400"/>
              <a:ext cx="7680960" cy="1386840"/>
            </a:xfrm>
            <a:prstGeom prst="rect">
              <a:avLst/>
            </a:prstGeom>
          </p:spPr>
        </p:pic>
        <p:sp>
          <p:nvSpPr>
            <p:cNvPr id="36" name="Text 5" descr="TEMP_Z_ORDER_14"/>
            <p:cNvSpPr/>
            <p:nvPr>
              <p:custDataLst>
                <p:tags r:id="rId31"/>
              </p:custDataLst>
            </p:nvPr>
          </p:nvSpPr>
          <p:spPr>
            <a:xfrm>
              <a:off x="2900680" y="1666240"/>
              <a:ext cx="4853416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1E293B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① 能核查无线AP认证方式及加密配置；</a:t>
              </a:r>
              <a:endParaRPr lang="en-US" sz="2160"/>
            </a:p>
          </p:txBody>
        </p:sp>
        <p:sp>
          <p:nvSpPr>
            <p:cNvPr id="37" name="Text 6" descr="TEMP_Z_ORDER_15"/>
            <p:cNvSpPr/>
            <p:nvPr>
              <p:custDataLst>
                <p:tags r:id="rId32"/>
              </p:custDataLst>
            </p:nvPr>
          </p:nvSpPr>
          <p:spPr>
            <a:xfrm>
              <a:off x="2900680" y="2123440"/>
              <a:ext cx="4220083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000"/>
                </a:lnSpc>
                <a:buNone/>
              </a:pPr>
              <a:r>
                <a:rPr lang="en-US" sz="2160">
                  <a:solidFill>
                    <a:srgbClr val="1E293B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② 能识别常见的移动安全违规配置</a:t>
              </a:r>
              <a:endParaRPr lang="en-US" sz="2160"/>
            </a:p>
          </p:txBody>
        </p:sp>
        <p:pic>
          <p:nvPicPr>
            <p:cNvPr id="38" name="Image 9" descr="TEMP_Z_ORDER_16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22">
              <a:alphaModFix amt="0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-635000" y="3053080"/>
              <a:ext cx="10972800" cy="138684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39" name="Image 10" descr="TEMP_Z_ORDER_17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-635000" y="3053080"/>
              <a:ext cx="3291840" cy="1386840"/>
            </a:xfrm>
            <a:prstGeom prst="rect">
              <a:avLst/>
            </a:prstGeom>
          </p:spPr>
        </p:pic>
        <p:sp>
          <p:nvSpPr>
            <p:cNvPr id="40" name="Text 7" descr="TEMP_Z_ORDER_18"/>
            <p:cNvSpPr/>
            <p:nvPr>
              <p:custDataLst>
                <p:tags r:id="rId35"/>
              </p:custDataLst>
            </p:nvPr>
          </p:nvSpPr>
          <p:spPr>
            <a:xfrm>
              <a:off x="183340" y="3540760"/>
              <a:ext cx="1664303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16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一个核心原则</a:t>
              </a:r>
              <a:endParaRPr lang="en-US" sz="2160"/>
            </a:p>
          </p:txBody>
        </p:sp>
        <p:pic>
          <p:nvPicPr>
            <p:cNvPr id="41" name="Image 11" descr="TEMP_Z_ORDER_19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2656840" y="3053080"/>
              <a:ext cx="7680960" cy="1386840"/>
            </a:xfrm>
            <a:prstGeom prst="rect">
              <a:avLst/>
            </a:prstGeom>
          </p:spPr>
        </p:pic>
        <p:sp>
          <p:nvSpPr>
            <p:cNvPr id="42" name="Text 8" descr="TEMP_Z_ORDER_20"/>
            <p:cNvSpPr/>
            <p:nvPr>
              <p:custDataLst>
                <p:tags r:id="rId37"/>
              </p:custDataLst>
            </p:nvPr>
          </p:nvSpPr>
          <p:spPr>
            <a:xfrm>
              <a:off x="2900680" y="3296920"/>
              <a:ext cx="7202424" cy="87055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6000"/>
                </a:lnSpc>
                <a:buNone/>
              </a:pPr>
              <a:r>
                <a:rPr lang="en-US" sz="2160">
                  <a:solidFill>
                    <a:srgbClr val="1E293B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移动安全不在物理边界内，需通过“认证+加密+管控”三重手段保障</a:t>
              </a:r>
              <a:endParaRPr lang="en-US" sz="2160"/>
            </a:p>
          </p:txBody>
        </p:sp>
      </p:grpSp>
      <p:sp>
        <p:nvSpPr>
          <p:cNvPr id="23" name="Text 9"/>
          <p:cNvSpPr/>
          <p:nvPr>
            <p:custDataLst>
              <p:tags r:id="rId38"/>
            </p:custDataLst>
          </p:nvPr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buNone/>
            </a:pPr>
            <a:r>
              <a:rPr lang="en-US" sz="2760">
                <a:solidFill>
                  <a:srgbClr val="1E1E1E"/>
                </a:solidFill>
              </a:rPr>
              <a:t>课堂小结与答疑</a:t>
            </a:r>
            <a:endParaRPr lang="en-US" sz="27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custDataLst>
              <p:tags r:id="rId3"/>
            </p:custDataLst>
          </p:nvPr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6360">
                <a:solidFill>
                  <a:srgbClr val="FFFFFF"/>
                </a:solidFill>
              </a:rPr>
              <a:t>感谢观看</a:t>
            </a:r>
            <a:endParaRPr lang="en-US" sz="636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</p:bldLst>
  </p:timing>
</p:sld>
</file>

<file path=ppt/tags/tag1.xml><?xml version="1.0" encoding="utf-8"?>
<p:tagLst xmlns:p="http://schemas.openxmlformats.org/presentationml/2006/main">
  <p:tag name="AS_UNIQUEID" val="333"/>
</p:tagLst>
</file>

<file path=ppt/tags/tag2.xml><?xml version="1.0" encoding="utf-8"?>
<p:tagLst xmlns:p="http://schemas.openxmlformats.org/presentationml/2006/main">
  <p:tag name="AS_UNIQUEID" val="334"/>
</p:tagLst>
</file>

<file path=ppt/tags/tag3.xml><?xml version="1.0" encoding="utf-8"?>
<p:tagLst xmlns:p="http://schemas.openxmlformats.org/presentationml/2006/main">
  <p:tag name="AS_UNIQUEID" val="350"/>
</p:tagLst>
</file>

<file path=ppt/tags/tag4.xml><?xml version="1.0" encoding="utf-8"?>
<p:tagLst xmlns:p="http://schemas.openxmlformats.org/presentationml/2006/main">
  <p:tag name="AS_UNIQUEID" val="344"/>
</p:tagLst>
</file>

<file path=ppt/tags/tag5.xml><?xml version="1.0" encoding="utf-8"?>
<p:tagLst xmlns:p="http://schemas.openxmlformats.org/presentationml/2006/main">
  <p:tag name="AS_UNIQUEID" val="345"/>
</p:tagLst>
</file>

<file path=ppt/tags/tag6.xml><?xml version="1.0" encoding="utf-8"?>
<p:tagLst xmlns:p="http://schemas.openxmlformats.org/presentationml/2006/main">
  <p:tag name="AS_UNIQUEID" val="351"/>
</p:tagLst>
</file>

<file path=ppt/tags/tag7.xml><?xml version="1.0" encoding="utf-8"?>
<p:tagLst xmlns:p="http://schemas.openxmlformats.org/presentationml/2006/main">
  <p:tag name="AS_UNIQUEID" val="346"/>
</p:tagLst>
</file>

<file path=ppt/tags/tag8.xml><?xml version="1.0" encoding="utf-8"?>
<p:tagLst xmlns:p="http://schemas.openxmlformats.org/presentationml/2006/main">
  <p:tag name="AS_UNIQUEID" val="352"/>
</p:tagLst>
</file>

<file path=ppt/tags/tag9.xml><?xml version="1.0" encoding="utf-8"?>
<p:tagLst xmlns:p="http://schemas.openxmlformats.org/presentationml/2006/main">
  <p:tag name="AS_UNIQUEID" val="348"/>
</p:tagLst>
</file>

<file path=ppt/tags/tag10.xml><?xml version="1.0" encoding="utf-8"?>
<p:tagLst xmlns:p="http://schemas.openxmlformats.org/presentationml/2006/main">
  <p:tag name="AS_UNIQUEID" val="339"/>
</p:tagLst>
</file>

<file path=ppt/tags/tag11.xml><?xml version="1.0" encoding="utf-8"?>
<p:tagLst xmlns:p="http://schemas.openxmlformats.org/presentationml/2006/main">
  <p:tag name="AS_UNIQUEID" val="353"/>
</p:tagLst>
</file>

<file path=ppt/tags/tag12.xml><?xml version="1.0" encoding="utf-8"?>
<p:tagLst xmlns:p="http://schemas.openxmlformats.org/presentationml/2006/main">
  <p:tag name="AS_UNIQUEID" val="349"/>
</p:tagLst>
</file>

<file path=ppt/tags/tag13.xml><?xml version="1.0" encoding="utf-8"?>
<p:tagLst xmlns:p="http://schemas.openxmlformats.org/presentationml/2006/main">
  <p:tag name="AS_UNIQUEID" val="354"/>
</p:tagLst>
</file>

<file path=ppt/tags/tag14.xml><?xml version="1.0" encoding="utf-8"?>
<p:tagLst xmlns:p="http://schemas.openxmlformats.org/presentationml/2006/main">
  <p:tag name="AS_UNIQUEID" val="347"/>
</p:tagLst>
</file>

<file path=ppt/tags/tag15.xml><?xml version="1.0" encoding="utf-8"?>
<p:tagLst xmlns:p="http://schemas.openxmlformats.org/presentationml/2006/main">
  <p:tag name="AS_UNIQUEID" val="342"/>
</p:tagLst>
</file>

<file path=ppt/tags/tag16.xml><?xml version="1.0" encoding="utf-8"?>
<p:tagLst xmlns:p="http://schemas.openxmlformats.org/presentationml/2006/main">
  <p:tag name="AS_UNIQUEID" val="343"/>
</p:tagLst>
</file>

<file path=ppt/tags/tag17.xml><?xml version="1.0" encoding="utf-8"?>
<p:tagLst xmlns:p="http://schemas.openxmlformats.org/presentationml/2006/main">
  <p:tag name="AS_UNIQUEID" val="688"/>
</p:tagLst>
</file>

<file path=ppt/tags/tag18.xml><?xml version="1.0" encoding="utf-8"?>
<p:tagLst xmlns:p="http://schemas.openxmlformats.org/presentationml/2006/main">
  <p:tag name="AS_UNIQUEID" val="689"/>
</p:tagLst>
</file>

<file path=ppt/tags/tag19.xml><?xml version="1.0" encoding="utf-8"?>
<p:tagLst xmlns:p="http://schemas.openxmlformats.org/presentationml/2006/main">
  <p:tag name="AS_UNIQUEID" val="690"/>
</p:tagLst>
</file>

<file path=ppt/tags/tag20.xml><?xml version="1.0" encoding="utf-8"?>
<p:tagLst xmlns:p="http://schemas.openxmlformats.org/presentationml/2006/main">
  <p:tag name="AS_UNIQUEID" val="355"/>
</p:tagLst>
</file>

<file path=ppt/tags/tag21.xml><?xml version="1.0" encoding="utf-8"?>
<p:tagLst xmlns:p="http://schemas.openxmlformats.org/presentationml/2006/main">
  <p:tag name="AS_UNIQUEID" val="356"/>
</p:tagLst>
</file>

<file path=ppt/tags/tag22.xml><?xml version="1.0" encoding="utf-8"?>
<p:tagLst xmlns:p="http://schemas.openxmlformats.org/presentationml/2006/main">
  <p:tag name="AS_UNIQUEID" val="357"/>
</p:tagLst>
</file>

<file path=ppt/tags/tag23.xml><?xml version="1.0" encoding="utf-8"?>
<p:tagLst xmlns:p="http://schemas.openxmlformats.org/presentationml/2006/main">
  <p:tag name="AS_UNIQUEID" val="358"/>
</p:tagLst>
</file>

<file path=ppt/tags/tag24.xml><?xml version="1.0" encoding="utf-8"?>
<p:tagLst xmlns:p="http://schemas.openxmlformats.org/presentationml/2006/main">
  <p:tag name="AS_UNIQUEID" val="359"/>
</p:tagLst>
</file>

<file path=ppt/tags/tag25.xml><?xml version="1.0" encoding="utf-8"?>
<p:tagLst xmlns:p="http://schemas.openxmlformats.org/presentationml/2006/main">
  <p:tag name="AS_UNIQUEID" val="360"/>
</p:tagLst>
</file>

<file path=ppt/tags/tag26.xml><?xml version="1.0" encoding="utf-8"?>
<p:tagLst xmlns:p="http://schemas.openxmlformats.org/presentationml/2006/main">
  <p:tag name="AS_UNIQUEID" val="361"/>
</p:tagLst>
</file>

<file path=ppt/tags/tag27.xml><?xml version="1.0" encoding="utf-8"?>
<p:tagLst xmlns:p="http://schemas.openxmlformats.org/presentationml/2006/main">
  <p:tag name="AS_UNIQUEID" val="362"/>
</p:tagLst>
</file>

<file path=ppt/tags/tag28.xml><?xml version="1.0" encoding="utf-8"?>
<p:tagLst xmlns:p="http://schemas.openxmlformats.org/presentationml/2006/main">
  <p:tag name="AS_UNIQUEID" val="363"/>
</p:tagLst>
</file>

<file path=ppt/tags/tag29.xml><?xml version="1.0" encoding="utf-8"?>
<p:tagLst xmlns:p="http://schemas.openxmlformats.org/presentationml/2006/main">
  <p:tag name="AS_UNIQUEID" val="364"/>
</p:tagLst>
</file>

<file path=ppt/tags/tag30.xml><?xml version="1.0" encoding="utf-8"?>
<p:tagLst xmlns:p="http://schemas.openxmlformats.org/presentationml/2006/main">
  <p:tag name="AS_UNIQUEID" val="365"/>
</p:tagLst>
</file>

<file path=ppt/tags/tag31.xml><?xml version="1.0" encoding="utf-8"?>
<p:tagLst xmlns:p="http://schemas.openxmlformats.org/presentationml/2006/main">
  <p:tag name="AS_UNIQUEID" val="366"/>
</p:tagLst>
</file>

<file path=ppt/tags/tag32.xml><?xml version="1.0" encoding="utf-8"?>
<p:tagLst xmlns:p="http://schemas.openxmlformats.org/presentationml/2006/main">
  <p:tag name="AS_UNIQUEID" val="693"/>
</p:tagLst>
</file>

<file path=ppt/tags/tag33.xml><?xml version="1.0" encoding="utf-8"?>
<p:tagLst xmlns:p="http://schemas.openxmlformats.org/presentationml/2006/main">
  <p:tag name="AS_UNIQUEID" val="694"/>
</p:tagLst>
</file>

<file path=ppt/tags/tag34.xml><?xml version="1.0" encoding="utf-8"?>
<p:tagLst xmlns:p="http://schemas.openxmlformats.org/presentationml/2006/main">
  <p:tag name="AS_UNIQUEID" val="695"/>
</p:tagLst>
</file>

<file path=ppt/tags/tag35.xml><?xml version="1.0" encoding="utf-8"?>
<p:tagLst xmlns:p="http://schemas.openxmlformats.org/presentationml/2006/main">
  <p:tag name="AS_UNIQUEID" val="367"/>
</p:tagLst>
</file>

<file path=ppt/tags/tag36.xml><?xml version="1.0" encoding="utf-8"?>
<p:tagLst xmlns:p="http://schemas.openxmlformats.org/presentationml/2006/main">
  <p:tag name="AS_UNIQUEID" val="368"/>
</p:tagLst>
</file>

<file path=ppt/tags/tag37.xml><?xml version="1.0" encoding="utf-8"?>
<p:tagLst xmlns:p="http://schemas.openxmlformats.org/presentationml/2006/main">
  <p:tag name="AS_UNIQUEID" val="369"/>
</p:tagLst>
</file>

<file path=ppt/tags/tag38.xml><?xml version="1.0" encoding="utf-8"?>
<p:tagLst xmlns:p="http://schemas.openxmlformats.org/presentationml/2006/main">
  <p:tag name="AS_UNIQUEID" val="395"/>
</p:tagLst>
</file>

<file path=ppt/tags/tag39.xml><?xml version="1.0" encoding="utf-8"?>
<p:tagLst xmlns:p="http://schemas.openxmlformats.org/presentationml/2006/main">
  <p:tag name="AS_UNIQUEID" val="387"/>
</p:tagLst>
</file>

<file path=ppt/tags/tag40.xml><?xml version="1.0" encoding="utf-8"?>
<p:tagLst xmlns:p="http://schemas.openxmlformats.org/presentationml/2006/main">
  <p:tag name="AS_UNIQUEID" val="388"/>
</p:tagLst>
</file>

<file path=ppt/tags/tag41.xml><?xml version="1.0" encoding="utf-8"?>
<p:tagLst xmlns:p="http://schemas.openxmlformats.org/presentationml/2006/main">
  <p:tag name="AS_UNIQUEID" val="396"/>
</p:tagLst>
</file>

<file path=ppt/tags/tag42.xml><?xml version="1.0" encoding="utf-8"?>
<p:tagLst xmlns:p="http://schemas.openxmlformats.org/presentationml/2006/main">
  <p:tag name="AS_UNIQUEID" val="389"/>
</p:tagLst>
</file>

<file path=ppt/tags/tag43.xml><?xml version="1.0" encoding="utf-8"?>
<p:tagLst xmlns:p="http://schemas.openxmlformats.org/presentationml/2006/main">
  <p:tag name="AS_UNIQUEID" val="390"/>
</p:tagLst>
</file>

<file path=ppt/tags/tag44.xml><?xml version="1.0" encoding="utf-8"?>
<p:tagLst xmlns:p="http://schemas.openxmlformats.org/presentationml/2006/main">
  <p:tag name="AS_UNIQUEID" val="391"/>
</p:tagLst>
</file>

<file path=ppt/tags/tag45.xml><?xml version="1.0" encoding="utf-8"?>
<p:tagLst xmlns:p="http://schemas.openxmlformats.org/presentationml/2006/main">
  <p:tag name="AS_UNIQUEID" val="397"/>
</p:tagLst>
</file>

<file path=ppt/tags/tag46.xml><?xml version="1.0" encoding="utf-8"?>
<p:tagLst xmlns:p="http://schemas.openxmlformats.org/presentationml/2006/main">
  <p:tag name="AS_UNIQUEID" val="392"/>
</p:tagLst>
</file>

<file path=ppt/tags/tag47.xml><?xml version="1.0" encoding="utf-8"?>
<p:tagLst xmlns:p="http://schemas.openxmlformats.org/presentationml/2006/main">
  <p:tag name="AS_UNIQUEID" val="393"/>
</p:tagLst>
</file>

<file path=ppt/tags/tag48.xml><?xml version="1.0" encoding="utf-8"?>
<p:tagLst xmlns:p="http://schemas.openxmlformats.org/presentationml/2006/main">
  <p:tag name="AS_UNIQUEID" val="394"/>
</p:tagLst>
</file>

<file path=ppt/tags/tag49.xml><?xml version="1.0" encoding="utf-8"?>
<p:tagLst xmlns:p="http://schemas.openxmlformats.org/presentationml/2006/main">
  <p:tag name="AS_UNIQUEID" val="398"/>
</p:tagLst>
</file>

<file path=ppt/tags/tag50.xml><?xml version="1.0" encoding="utf-8"?>
<p:tagLst xmlns:p="http://schemas.openxmlformats.org/presentationml/2006/main">
  <p:tag name="AS_UNIQUEID" val="383"/>
</p:tagLst>
</file>

<file path=ppt/tags/tag51.xml><?xml version="1.0" encoding="utf-8"?>
<p:tagLst xmlns:p="http://schemas.openxmlformats.org/presentationml/2006/main">
  <p:tag name="AS_UNIQUEID" val="384"/>
</p:tagLst>
</file>

<file path=ppt/tags/tag52.xml><?xml version="1.0" encoding="utf-8"?>
<p:tagLst xmlns:p="http://schemas.openxmlformats.org/presentationml/2006/main">
  <p:tag name="AS_UNIQUEID" val="399"/>
</p:tagLst>
</file>

<file path=ppt/tags/tag53.xml><?xml version="1.0" encoding="utf-8"?>
<p:tagLst xmlns:p="http://schemas.openxmlformats.org/presentationml/2006/main">
  <p:tag name="AS_UNIQUEID" val="385"/>
</p:tagLst>
</file>

<file path=ppt/tags/tag54.xml><?xml version="1.0" encoding="utf-8"?>
<p:tagLst xmlns:p="http://schemas.openxmlformats.org/presentationml/2006/main">
  <p:tag name="AS_UNIQUEID" val="386"/>
</p:tagLst>
</file>

<file path=ppt/tags/tag55.xml><?xml version="1.0" encoding="utf-8"?>
<p:tagLst xmlns:p="http://schemas.openxmlformats.org/presentationml/2006/main">
  <p:tag name="AS_UNIQUEID" val="382"/>
</p:tagLst>
</file>

<file path=ppt/tags/tag56.xml><?xml version="1.0" encoding="utf-8"?>
<p:tagLst xmlns:p="http://schemas.openxmlformats.org/presentationml/2006/main">
  <p:tag name="AS_UNIQUEID" val="698"/>
</p:tagLst>
</file>

<file path=ppt/tags/tag57.xml><?xml version="1.0" encoding="utf-8"?>
<p:tagLst xmlns:p="http://schemas.openxmlformats.org/presentationml/2006/main">
  <p:tag name="AS_UNIQUEID" val="699"/>
</p:tagLst>
</file>

<file path=ppt/tags/tag58.xml><?xml version="1.0" encoding="utf-8"?>
<p:tagLst xmlns:p="http://schemas.openxmlformats.org/presentationml/2006/main">
  <p:tag name="AS_UNIQUEID" val="700"/>
</p:tagLst>
</file>

<file path=ppt/tags/tag59.xml><?xml version="1.0" encoding="utf-8"?>
<p:tagLst xmlns:p="http://schemas.openxmlformats.org/presentationml/2006/main">
  <p:tag name="AS_UNIQUEID" val="400"/>
</p:tagLst>
</file>

<file path=ppt/tags/tag60.xml><?xml version="1.0" encoding="utf-8"?>
<p:tagLst xmlns:p="http://schemas.openxmlformats.org/presentationml/2006/main">
  <p:tag name="AS_UNIQUEID" val="401"/>
</p:tagLst>
</file>

<file path=ppt/tags/tag61.xml><?xml version="1.0" encoding="utf-8"?>
<p:tagLst xmlns:p="http://schemas.openxmlformats.org/presentationml/2006/main">
  <p:tag name="AS_UNIQUEID" val="402"/>
</p:tagLst>
</file>

<file path=ppt/tags/tag62.xml><?xml version="1.0" encoding="utf-8"?>
<p:tagLst xmlns:p="http://schemas.openxmlformats.org/presentationml/2006/main">
  <p:tag name="AS_UNIQUEID" val="403"/>
</p:tagLst>
</file>

<file path=ppt/tags/tag63.xml><?xml version="1.0" encoding="utf-8"?>
<p:tagLst xmlns:p="http://schemas.openxmlformats.org/presentationml/2006/main">
  <p:tag name="AS_UNIQUEID" val="437"/>
</p:tagLst>
</file>

<file path=ppt/tags/tag64.xml><?xml version="1.0" encoding="utf-8"?>
<p:tagLst xmlns:p="http://schemas.openxmlformats.org/presentationml/2006/main">
  <p:tag name="AS_UNIQUEID" val="433"/>
</p:tagLst>
</file>

<file path=ppt/tags/tag65.xml><?xml version="1.0" encoding="utf-8"?>
<p:tagLst xmlns:p="http://schemas.openxmlformats.org/presentationml/2006/main">
  <p:tag name="AS_UNIQUEID" val="434"/>
</p:tagLst>
</file>

<file path=ppt/tags/tag66.xml><?xml version="1.0" encoding="utf-8"?>
<p:tagLst xmlns:p="http://schemas.openxmlformats.org/presentationml/2006/main">
  <p:tag name="AS_UNIQUEID" val="435"/>
</p:tagLst>
</file>

<file path=ppt/tags/tag67.xml><?xml version="1.0" encoding="utf-8"?>
<p:tagLst xmlns:p="http://schemas.openxmlformats.org/presentationml/2006/main">
  <p:tag name="AS_UNIQUEID" val="436"/>
</p:tagLst>
</file>

<file path=ppt/tags/tag68.xml><?xml version="1.0" encoding="utf-8"?>
<p:tagLst xmlns:p="http://schemas.openxmlformats.org/presentationml/2006/main">
  <p:tag name="AS_UNIQUEID" val="438"/>
</p:tagLst>
</file>

<file path=ppt/tags/tag69.xml><?xml version="1.0" encoding="utf-8"?>
<p:tagLst xmlns:p="http://schemas.openxmlformats.org/presentationml/2006/main">
  <p:tag name="AS_UNIQUEID" val="421"/>
</p:tagLst>
</file>

<file path=ppt/tags/tag70.xml><?xml version="1.0" encoding="utf-8"?>
<p:tagLst xmlns:p="http://schemas.openxmlformats.org/presentationml/2006/main">
  <p:tag name="AS_UNIQUEID" val="422"/>
</p:tagLst>
</file>

<file path=ppt/tags/tag71.xml><?xml version="1.0" encoding="utf-8"?>
<p:tagLst xmlns:p="http://schemas.openxmlformats.org/presentationml/2006/main">
  <p:tag name="AS_UNIQUEID" val="423"/>
</p:tagLst>
</file>

<file path=ppt/tags/tag72.xml><?xml version="1.0" encoding="utf-8"?>
<p:tagLst xmlns:p="http://schemas.openxmlformats.org/presentationml/2006/main">
  <p:tag name="AS_UNIQUEID" val="424"/>
</p:tagLst>
</file>

<file path=ppt/tags/tag73.xml><?xml version="1.0" encoding="utf-8"?>
<p:tagLst xmlns:p="http://schemas.openxmlformats.org/presentationml/2006/main">
  <p:tag name="AS_UNIQUEID" val="439"/>
</p:tagLst>
</file>

<file path=ppt/tags/tag74.xml><?xml version="1.0" encoding="utf-8"?>
<p:tagLst xmlns:p="http://schemas.openxmlformats.org/presentationml/2006/main">
  <p:tag name="AS_UNIQUEID" val="425"/>
</p:tagLst>
</file>

<file path=ppt/tags/tag75.xml><?xml version="1.0" encoding="utf-8"?>
<p:tagLst xmlns:p="http://schemas.openxmlformats.org/presentationml/2006/main">
  <p:tag name="AS_UNIQUEID" val="426"/>
</p:tagLst>
</file>

<file path=ppt/tags/tag76.xml><?xml version="1.0" encoding="utf-8"?>
<p:tagLst xmlns:p="http://schemas.openxmlformats.org/presentationml/2006/main">
  <p:tag name="AS_UNIQUEID" val="427"/>
</p:tagLst>
</file>

<file path=ppt/tags/tag77.xml><?xml version="1.0" encoding="utf-8"?>
<p:tagLst xmlns:p="http://schemas.openxmlformats.org/presentationml/2006/main">
  <p:tag name="AS_UNIQUEID" val="428"/>
</p:tagLst>
</file>

<file path=ppt/tags/tag78.xml><?xml version="1.0" encoding="utf-8"?>
<p:tagLst xmlns:p="http://schemas.openxmlformats.org/presentationml/2006/main">
  <p:tag name="AS_UNIQUEID" val="440"/>
</p:tagLst>
</file>

<file path=ppt/tags/tag79.xml><?xml version="1.0" encoding="utf-8"?>
<p:tagLst xmlns:p="http://schemas.openxmlformats.org/presentationml/2006/main">
  <p:tag name="AS_UNIQUEID" val="429"/>
</p:tagLst>
</file>

<file path=ppt/tags/tag80.xml><?xml version="1.0" encoding="utf-8"?>
<p:tagLst xmlns:p="http://schemas.openxmlformats.org/presentationml/2006/main">
  <p:tag name="AS_UNIQUEID" val="430"/>
</p:tagLst>
</file>

<file path=ppt/tags/tag81.xml><?xml version="1.0" encoding="utf-8"?>
<p:tagLst xmlns:p="http://schemas.openxmlformats.org/presentationml/2006/main">
  <p:tag name="AS_UNIQUEID" val="431"/>
</p:tagLst>
</file>

<file path=ppt/tags/tag82.xml><?xml version="1.0" encoding="utf-8"?>
<p:tagLst xmlns:p="http://schemas.openxmlformats.org/presentationml/2006/main">
  <p:tag name="AS_UNIQUEID" val="432"/>
</p:tagLst>
</file>

<file path=ppt/tags/tag83.xml><?xml version="1.0" encoding="utf-8"?>
<p:tagLst xmlns:p="http://schemas.openxmlformats.org/presentationml/2006/main">
  <p:tag name="AS_UNIQUEID" val="420"/>
</p:tagLst>
</file>

<file path=ppt/tags/tag84.xml><?xml version="1.0" encoding="utf-8"?>
<p:tagLst xmlns:p="http://schemas.openxmlformats.org/presentationml/2006/main">
  <p:tag name="AS_UNIQUEID" val="703"/>
</p:tagLst>
</file>

<file path=ppt/tags/tag85.xml><?xml version="1.0" encoding="utf-8"?>
<p:tagLst xmlns:p="http://schemas.openxmlformats.org/presentationml/2006/main">
  <p:tag name="AS_UNIQUEID" val="704"/>
</p:tagLst>
</file>

<file path=ppt/tags/tag86.xml><?xml version="1.0" encoding="utf-8"?>
<p:tagLst xmlns:p="http://schemas.openxmlformats.org/presentationml/2006/main">
  <p:tag name="AS_UNIQUEID" val="705"/>
</p:tagLst>
</file>

<file path=ppt/tags/tag87.xml><?xml version="1.0" encoding="utf-8"?>
<p:tagLst xmlns:p="http://schemas.openxmlformats.org/presentationml/2006/main">
  <p:tag name="AS_UNIQUEID" val="441"/>
</p:tagLst>
</file>

<file path=ppt/tags/tag88.xml><?xml version="1.0" encoding="utf-8"?>
<p:tagLst xmlns:p="http://schemas.openxmlformats.org/presentationml/2006/main">
  <p:tag name="AS_UNIQUEID" val="442"/>
</p:tagLst>
</file>

<file path=ppt/tags/tag89.xml><?xml version="1.0" encoding="utf-8"?>
<p:tagLst xmlns:p="http://schemas.openxmlformats.org/presentationml/2006/main">
  <p:tag name="AS_UNIQUEID" val="443"/>
</p:tagLst>
</file>

<file path=ppt/tags/tag90.xml><?xml version="1.0" encoding="utf-8"?>
<p:tagLst xmlns:p="http://schemas.openxmlformats.org/presentationml/2006/main">
  <p:tag name="AS_UNIQUEID" val="458"/>
</p:tagLst>
</file>

<file path=ppt/tags/tag91.xml><?xml version="1.0" encoding="utf-8"?>
<p:tagLst xmlns:p="http://schemas.openxmlformats.org/presentationml/2006/main">
  <p:tag name="AS_UNIQUEID" val="452"/>
</p:tagLst>
</file>

<file path=ppt/tags/tag92.xml><?xml version="1.0" encoding="utf-8"?>
<p:tagLst xmlns:p="http://schemas.openxmlformats.org/presentationml/2006/main">
  <p:tag name="AS_UNIQUEID" val="453"/>
</p:tagLst>
</file>

<file path=ppt/tags/tag93.xml><?xml version="1.0" encoding="utf-8"?>
<p:tagLst xmlns:p="http://schemas.openxmlformats.org/presentationml/2006/main">
  <p:tag name="AS_UNIQUEID" val="454"/>
</p:tagLst>
</file>

<file path=ppt/tags/tag94.xml><?xml version="1.0" encoding="utf-8"?>
<p:tagLst xmlns:p="http://schemas.openxmlformats.org/presentationml/2006/main">
  <p:tag name="AS_UNIQUEID" val="459"/>
</p:tagLst>
</file>

<file path=ppt/tags/tag95.xml><?xml version="1.0" encoding="utf-8"?>
<p:tagLst xmlns:p="http://schemas.openxmlformats.org/presentationml/2006/main">
  <p:tag name="AS_UNIQUEID" val="455"/>
</p:tagLst>
</file>

<file path=ppt/tags/tag96.xml><?xml version="1.0" encoding="utf-8"?>
<p:tagLst xmlns:p="http://schemas.openxmlformats.org/presentationml/2006/main">
  <p:tag name="AS_UNIQUEID" val="456"/>
</p:tagLst>
</file>

<file path=ppt/tags/tag97.xml><?xml version="1.0" encoding="utf-8"?>
<p:tagLst xmlns:p="http://schemas.openxmlformats.org/presentationml/2006/main">
  <p:tag name="AS_UNIQUEID" val="460"/>
</p:tagLst>
</file>

<file path=ppt/tags/tag98.xml><?xml version="1.0" encoding="utf-8"?>
<p:tagLst xmlns:p="http://schemas.openxmlformats.org/presentationml/2006/main">
  <p:tag name="AS_UNIQUEID" val="457"/>
</p:tagLst>
</file>

<file path=ppt/tags/tag99.xml><?xml version="1.0" encoding="utf-8"?>
<p:tagLst xmlns:p="http://schemas.openxmlformats.org/presentationml/2006/main">
  <p:tag name="AS_UNIQUEID" val="450"/>
  <p:tag name="TABLE_ENDDRAG_ORIGIN_RECT" val="838*214"/>
  <p:tag name="TABLE_ENDDRAG_RECT" val="62*277*838*214"/>
</p:tagLst>
</file>

<file path=ppt/tags/tag100.xml><?xml version="1.0" encoding="utf-8"?>
<p:tagLst xmlns:p="http://schemas.openxmlformats.org/presentationml/2006/main">
  <p:tag name="AS_UNIQUEID" val="451"/>
</p:tagLst>
</file>

<file path=ppt/tags/tag101.xml><?xml version="1.0" encoding="utf-8"?>
<p:tagLst xmlns:p="http://schemas.openxmlformats.org/presentationml/2006/main">
  <p:tag name="AS_UNIQUEID" val="708"/>
</p:tagLst>
</file>

<file path=ppt/tags/tag102.xml><?xml version="1.0" encoding="utf-8"?>
<p:tagLst xmlns:p="http://schemas.openxmlformats.org/presentationml/2006/main">
  <p:tag name="AS_UNIQUEID" val="709"/>
</p:tagLst>
</file>

<file path=ppt/tags/tag103.xml><?xml version="1.0" encoding="utf-8"?>
<p:tagLst xmlns:p="http://schemas.openxmlformats.org/presentationml/2006/main">
  <p:tag name="AS_UNIQUEID" val="710"/>
</p:tagLst>
</file>

<file path=ppt/tags/tag104.xml><?xml version="1.0" encoding="utf-8"?>
<p:tagLst xmlns:p="http://schemas.openxmlformats.org/presentationml/2006/main">
  <p:tag name="AS_UNIQUEID" val="461"/>
</p:tagLst>
</file>

<file path=ppt/tags/tag105.xml><?xml version="1.0" encoding="utf-8"?>
<p:tagLst xmlns:p="http://schemas.openxmlformats.org/presentationml/2006/main">
  <p:tag name="AS_UNIQUEID" val="462"/>
</p:tagLst>
</file>

<file path=ppt/tags/tag106.xml><?xml version="1.0" encoding="utf-8"?>
<p:tagLst xmlns:p="http://schemas.openxmlformats.org/presentationml/2006/main">
  <p:tag name="AS_UNIQUEID" val="463"/>
</p:tagLst>
</file>

<file path=ppt/tags/tag107.xml><?xml version="1.0" encoding="utf-8"?>
<p:tagLst xmlns:p="http://schemas.openxmlformats.org/presentationml/2006/main">
  <p:tag name="AS_UNIQUEID" val="470"/>
</p:tagLst>
</file>

<file path=ppt/tags/tag108.xml><?xml version="1.0" encoding="utf-8"?>
<p:tagLst xmlns:p="http://schemas.openxmlformats.org/presentationml/2006/main">
  <p:tag name="AS_UNIQUEID" val="468"/>
</p:tagLst>
</file>

<file path=ppt/tags/tag109.xml><?xml version="1.0" encoding="utf-8"?>
<p:tagLst xmlns:p="http://schemas.openxmlformats.org/presentationml/2006/main">
  <p:tag name="AS_UNIQUEID" val="469"/>
</p:tagLst>
</file>

<file path=ppt/tags/tag110.xml><?xml version="1.0" encoding="utf-8"?>
<p:tagLst xmlns:p="http://schemas.openxmlformats.org/presentationml/2006/main">
  <p:tag name="AS_UNIQUEID" val="466"/>
</p:tagLst>
</file>

<file path=ppt/tags/tag111.xml><?xml version="1.0" encoding="utf-8"?>
<p:tagLst xmlns:p="http://schemas.openxmlformats.org/presentationml/2006/main">
  <p:tag name="AS_UNIQUEID" val="467"/>
</p:tagLst>
</file>

<file path=ppt/tags/tag112.xml><?xml version="1.0" encoding="utf-8"?>
<p:tagLst xmlns:p="http://schemas.openxmlformats.org/presentationml/2006/main">
  <p:tag name="AS_UNIQUEID" val="713"/>
</p:tagLst>
</file>

<file path=ppt/tags/tag113.xml><?xml version="1.0" encoding="utf-8"?>
<p:tagLst xmlns:p="http://schemas.openxmlformats.org/presentationml/2006/main">
  <p:tag name="AS_UNIQUEID" val="714"/>
</p:tagLst>
</file>

<file path=ppt/tags/tag114.xml><?xml version="1.0" encoding="utf-8"?>
<p:tagLst xmlns:p="http://schemas.openxmlformats.org/presentationml/2006/main">
  <p:tag name="AS_UNIQUEID" val="715"/>
</p:tagLst>
</file>

<file path=ppt/tags/tag115.xml><?xml version="1.0" encoding="utf-8"?>
<p:tagLst xmlns:p="http://schemas.openxmlformats.org/presentationml/2006/main">
  <p:tag name="AS_UNIQUEID" val="471"/>
</p:tagLst>
</file>

<file path=ppt/tags/tag116.xml><?xml version="1.0" encoding="utf-8"?>
<p:tagLst xmlns:p="http://schemas.openxmlformats.org/presentationml/2006/main">
  <p:tag name="AS_UNIQUEID" val="472"/>
</p:tagLst>
</file>

<file path=ppt/tags/tag117.xml><?xml version="1.0" encoding="utf-8"?>
<p:tagLst xmlns:p="http://schemas.openxmlformats.org/presentationml/2006/main">
  <p:tag name="AS_UNIQUEID" val="473"/>
</p:tagLst>
</file>

<file path=ppt/tags/tag118.xml><?xml version="1.0" encoding="utf-8"?>
<p:tagLst xmlns:p="http://schemas.openxmlformats.org/presentationml/2006/main">
  <p:tag name="AS_UNIQUEID" val="480"/>
</p:tagLst>
</file>

<file path=ppt/tags/tag119.xml><?xml version="1.0" encoding="utf-8"?>
<p:tagLst xmlns:p="http://schemas.openxmlformats.org/presentationml/2006/main">
  <p:tag name="AS_UNIQUEID" val="478"/>
</p:tagLst>
</file>

<file path=ppt/tags/tag120.xml><?xml version="1.0" encoding="utf-8"?>
<p:tagLst xmlns:p="http://schemas.openxmlformats.org/presentationml/2006/main">
  <p:tag name="AS_UNIQUEID" val="479"/>
</p:tagLst>
</file>

<file path=ppt/tags/tag121.xml><?xml version="1.0" encoding="utf-8"?>
<p:tagLst xmlns:p="http://schemas.openxmlformats.org/presentationml/2006/main">
  <p:tag name="AS_UNIQUEID" val="476"/>
</p:tagLst>
</file>

<file path=ppt/tags/tag122.xml><?xml version="1.0" encoding="utf-8"?>
<p:tagLst xmlns:p="http://schemas.openxmlformats.org/presentationml/2006/main">
  <p:tag name="AS_UNIQUEID" val="477"/>
</p:tagLst>
</file>

<file path=ppt/tags/tag123.xml><?xml version="1.0" encoding="utf-8"?>
<p:tagLst xmlns:p="http://schemas.openxmlformats.org/presentationml/2006/main">
  <p:tag name="AS_UNIQUEID" val="718"/>
</p:tagLst>
</file>

<file path=ppt/tags/tag124.xml><?xml version="1.0" encoding="utf-8"?>
<p:tagLst xmlns:p="http://schemas.openxmlformats.org/presentationml/2006/main">
  <p:tag name="AS_UNIQUEID" val="719"/>
</p:tagLst>
</file>

<file path=ppt/tags/tag125.xml><?xml version="1.0" encoding="utf-8"?>
<p:tagLst xmlns:p="http://schemas.openxmlformats.org/presentationml/2006/main">
  <p:tag name="AS_UNIQUEID" val="720"/>
</p:tagLst>
</file>

<file path=ppt/tags/tag126.xml><?xml version="1.0" encoding="utf-8"?>
<p:tagLst xmlns:p="http://schemas.openxmlformats.org/presentationml/2006/main">
  <p:tag name="AS_UNIQUEID" val="481"/>
</p:tagLst>
</file>

<file path=ppt/tags/tag127.xml><?xml version="1.0" encoding="utf-8"?>
<p:tagLst xmlns:p="http://schemas.openxmlformats.org/presentationml/2006/main">
  <p:tag name="AS_UNIQUEID" val="482"/>
</p:tagLst>
</file>

<file path=ppt/tags/tag128.xml><?xml version="1.0" encoding="utf-8"?>
<p:tagLst xmlns:p="http://schemas.openxmlformats.org/presentationml/2006/main">
  <p:tag name="AS_UNIQUEID" val="483"/>
</p:tagLst>
</file>

<file path=ppt/tags/tag129.xml><?xml version="1.0" encoding="utf-8"?>
<p:tagLst xmlns:p="http://schemas.openxmlformats.org/presentationml/2006/main">
  <p:tag name="AS_UNIQUEID" val="543"/>
</p:tagLst>
</file>

<file path=ppt/tags/tag130.xml><?xml version="1.0" encoding="utf-8"?>
<p:tagLst xmlns:p="http://schemas.openxmlformats.org/presentationml/2006/main">
  <p:tag name="AS_UNIQUEID" val="524"/>
</p:tagLst>
</file>

<file path=ppt/tags/tag131.xml><?xml version="1.0" encoding="utf-8"?>
<p:tagLst xmlns:p="http://schemas.openxmlformats.org/presentationml/2006/main">
  <p:tag name="AS_UNIQUEID" val="525"/>
</p:tagLst>
</file>

<file path=ppt/tags/tag132.xml><?xml version="1.0" encoding="utf-8"?>
<p:tagLst xmlns:p="http://schemas.openxmlformats.org/presentationml/2006/main">
  <p:tag name="AS_UNIQUEID" val="544"/>
</p:tagLst>
</file>

<file path=ppt/tags/tag133.xml><?xml version="1.0" encoding="utf-8"?>
<p:tagLst xmlns:p="http://schemas.openxmlformats.org/presentationml/2006/main">
  <p:tag name="AS_UNIQUEID" val="538"/>
</p:tagLst>
</file>

<file path=ppt/tags/tag134.xml><?xml version="1.0" encoding="utf-8"?>
<p:tagLst xmlns:p="http://schemas.openxmlformats.org/presentationml/2006/main">
  <p:tag name="AS_UNIQUEID" val="539"/>
</p:tagLst>
</file>

<file path=ppt/tags/tag135.xml><?xml version="1.0" encoding="utf-8"?>
<p:tagLst xmlns:p="http://schemas.openxmlformats.org/presentationml/2006/main">
  <p:tag name="AS_UNIQUEID" val="540"/>
</p:tagLst>
</file>

<file path=ppt/tags/tag136.xml><?xml version="1.0" encoding="utf-8"?>
<p:tagLst xmlns:p="http://schemas.openxmlformats.org/presentationml/2006/main">
  <p:tag name="AS_UNIQUEID" val="541"/>
</p:tagLst>
</file>

<file path=ppt/tags/tag137.xml><?xml version="1.0" encoding="utf-8"?>
<p:tagLst xmlns:p="http://schemas.openxmlformats.org/presentationml/2006/main">
  <p:tag name="AS_UNIQUEID" val="542"/>
</p:tagLst>
</file>

<file path=ppt/tags/tag138.xml><?xml version="1.0" encoding="utf-8"?>
<p:tagLst xmlns:p="http://schemas.openxmlformats.org/presentationml/2006/main">
  <p:tag name="AS_UNIQUEID" val="545"/>
</p:tagLst>
</file>

<file path=ppt/tags/tag139.xml><?xml version="1.0" encoding="utf-8"?>
<p:tagLst xmlns:p="http://schemas.openxmlformats.org/presentationml/2006/main">
  <p:tag name="AS_UNIQUEID" val="528"/>
</p:tagLst>
</file>

<file path=ppt/tags/tag140.xml><?xml version="1.0" encoding="utf-8"?>
<p:tagLst xmlns:p="http://schemas.openxmlformats.org/presentationml/2006/main">
  <p:tag name="AS_UNIQUEID" val="529"/>
</p:tagLst>
</file>

<file path=ppt/tags/tag141.xml><?xml version="1.0" encoding="utf-8"?>
<p:tagLst xmlns:p="http://schemas.openxmlformats.org/presentationml/2006/main">
  <p:tag name="AS_UNIQUEID" val="530"/>
</p:tagLst>
</file>

<file path=ppt/tags/tag142.xml><?xml version="1.0" encoding="utf-8"?>
<p:tagLst xmlns:p="http://schemas.openxmlformats.org/presentationml/2006/main">
  <p:tag name="AS_UNIQUEID" val="531"/>
</p:tagLst>
</file>

<file path=ppt/tags/tag143.xml><?xml version="1.0" encoding="utf-8"?>
<p:tagLst xmlns:p="http://schemas.openxmlformats.org/presentationml/2006/main">
  <p:tag name="AS_UNIQUEID" val="532"/>
</p:tagLst>
</file>

<file path=ppt/tags/tag144.xml><?xml version="1.0" encoding="utf-8"?>
<p:tagLst xmlns:p="http://schemas.openxmlformats.org/presentationml/2006/main">
  <p:tag name="AS_UNIQUEID" val="546"/>
</p:tagLst>
</file>

<file path=ppt/tags/tag145.xml><?xml version="1.0" encoding="utf-8"?>
<p:tagLst xmlns:p="http://schemas.openxmlformats.org/presentationml/2006/main">
  <p:tag name="AS_UNIQUEID" val="533"/>
</p:tagLst>
</file>

<file path=ppt/tags/tag146.xml><?xml version="1.0" encoding="utf-8"?>
<p:tagLst xmlns:p="http://schemas.openxmlformats.org/presentationml/2006/main">
  <p:tag name="AS_UNIQUEID" val="534"/>
</p:tagLst>
</file>

<file path=ppt/tags/tag147.xml><?xml version="1.0" encoding="utf-8"?>
<p:tagLst xmlns:p="http://schemas.openxmlformats.org/presentationml/2006/main">
  <p:tag name="AS_UNIQUEID" val="535"/>
</p:tagLst>
</file>

<file path=ppt/tags/tag148.xml><?xml version="1.0" encoding="utf-8"?>
<p:tagLst xmlns:p="http://schemas.openxmlformats.org/presentationml/2006/main">
  <p:tag name="AS_UNIQUEID" val="536"/>
</p:tagLst>
</file>

<file path=ppt/tags/tag149.xml><?xml version="1.0" encoding="utf-8"?>
<p:tagLst xmlns:p="http://schemas.openxmlformats.org/presentationml/2006/main">
  <p:tag name="AS_UNIQUEID" val="537"/>
</p:tagLst>
</file>

<file path=ppt/tags/tag150.xml><?xml version="1.0" encoding="utf-8"?>
<p:tagLst xmlns:p="http://schemas.openxmlformats.org/presentationml/2006/main">
  <p:tag name="AS_UNIQUEID" val="547"/>
</p:tagLst>
</file>

<file path=ppt/tags/tag151.xml><?xml version="1.0" encoding="utf-8"?>
<p:tagLst xmlns:p="http://schemas.openxmlformats.org/presentationml/2006/main">
  <p:tag name="AS_UNIQUEID" val="514"/>
</p:tagLst>
</file>

<file path=ppt/tags/tag152.xml><?xml version="1.0" encoding="utf-8"?>
<p:tagLst xmlns:p="http://schemas.openxmlformats.org/presentationml/2006/main">
  <p:tag name="AS_UNIQUEID" val="515"/>
</p:tagLst>
</file>

<file path=ppt/tags/tag153.xml><?xml version="1.0" encoding="utf-8"?>
<p:tagLst xmlns:p="http://schemas.openxmlformats.org/presentationml/2006/main">
  <p:tag name="AS_UNIQUEID" val="516"/>
</p:tagLst>
</file>

<file path=ppt/tags/tag154.xml><?xml version="1.0" encoding="utf-8"?>
<p:tagLst xmlns:p="http://schemas.openxmlformats.org/presentationml/2006/main">
  <p:tag name="AS_UNIQUEID" val="517"/>
</p:tagLst>
</file>

<file path=ppt/tags/tag155.xml><?xml version="1.0" encoding="utf-8"?>
<p:tagLst xmlns:p="http://schemas.openxmlformats.org/presentationml/2006/main">
  <p:tag name="AS_UNIQUEID" val="518"/>
</p:tagLst>
</file>

<file path=ppt/tags/tag156.xml><?xml version="1.0" encoding="utf-8"?>
<p:tagLst xmlns:p="http://schemas.openxmlformats.org/presentationml/2006/main">
  <p:tag name="AS_UNIQUEID" val="548"/>
</p:tagLst>
</file>

<file path=ppt/tags/tag157.xml><?xml version="1.0" encoding="utf-8"?>
<p:tagLst xmlns:p="http://schemas.openxmlformats.org/presentationml/2006/main">
  <p:tag name="AS_UNIQUEID" val="519"/>
</p:tagLst>
</file>

<file path=ppt/tags/tag158.xml><?xml version="1.0" encoding="utf-8"?>
<p:tagLst xmlns:p="http://schemas.openxmlformats.org/presentationml/2006/main">
  <p:tag name="AS_UNIQUEID" val="520"/>
</p:tagLst>
</file>

<file path=ppt/tags/tag159.xml><?xml version="1.0" encoding="utf-8"?>
<p:tagLst xmlns:p="http://schemas.openxmlformats.org/presentationml/2006/main">
  <p:tag name="AS_UNIQUEID" val="521"/>
</p:tagLst>
</file>

<file path=ppt/tags/tag160.xml><?xml version="1.0" encoding="utf-8"?>
<p:tagLst xmlns:p="http://schemas.openxmlformats.org/presentationml/2006/main">
  <p:tag name="AS_UNIQUEID" val="522"/>
</p:tagLst>
</file>

<file path=ppt/tags/tag161.xml><?xml version="1.0" encoding="utf-8"?>
<p:tagLst xmlns:p="http://schemas.openxmlformats.org/presentationml/2006/main">
  <p:tag name="AS_UNIQUEID" val="523"/>
</p:tagLst>
</file>

<file path=ppt/tags/tag162.xml><?xml version="1.0" encoding="utf-8"?>
<p:tagLst xmlns:p="http://schemas.openxmlformats.org/presentationml/2006/main">
  <p:tag name="AS_UNIQUEID" val="549"/>
</p:tagLst>
</file>

<file path=ppt/tags/tag163.xml><?xml version="1.0" encoding="utf-8"?>
<p:tagLst xmlns:p="http://schemas.openxmlformats.org/presentationml/2006/main">
  <p:tag name="AS_UNIQUEID" val="526"/>
</p:tagLst>
</file>

<file path=ppt/tags/tag164.xml><?xml version="1.0" encoding="utf-8"?>
<p:tagLst xmlns:p="http://schemas.openxmlformats.org/presentationml/2006/main">
  <p:tag name="AS_UNIQUEID" val="527"/>
</p:tagLst>
</file>

<file path=ppt/tags/tag165.xml><?xml version="1.0" encoding="utf-8"?>
<p:tagLst xmlns:p="http://schemas.openxmlformats.org/presentationml/2006/main">
  <p:tag name="AS_UNIQUEID" val="513"/>
</p:tagLst>
</file>

<file path=ppt/tags/tag166.xml><?xml version="1.0" encoding="utf-8"?>
<p:tagLst xmlns:p="http://schemas.openxmlformats.org/presentationml/2006/main">
  <p:tag name="AS_UNIQUEID" val="723"/>
</p:tagLst>
</file>

<file path=ppt/tags/tag167.xml><?xml version="1.0" encoding="utf-8"?>
<p:tagLst xmlns:p="http://schemas.openxmlformats.org/presentationml/2006/main">
  <p:tag name="AS_UNIQUEID" val="724"/>
</p:tagLst>
</file>

<file path=ppt/tags/tag168.xml><?xml version="1.0" encoding="utf-8"?>
<p:tagLst xmlns:p="http://schemas.openxmlformats.org/presentationml/2006/main">
  <p:tag name="AS_UNIQUEID" val="725"/>
</p:tagLst>
</file>

<file path=ppt/tags/tag169.xml><?xml version="1.0" encoding="utf-8"?>
<p:tagLst xmlns:p="http://schemas.openxmlformats.org/presentationml/2006/main">
  <p:tag name="AS_UNIQUEID" val="673"/>
</p:tagLst>
</file>

<file path=ppt/tags/tag170.xml><?xml version="1.0" encoding="utf-8"?>
<p:tagLst xmlns:p="http://schemas.openxmlformats.org/presentationml/2006/main">
  <p:tag name="AS_UNIQUEID" val="674"/>
</p:tagLst>
</file>

<file path=ppt/tags/tag171.xml><?xml version="1.0" encoding="utf-8"?>
<p:tagLst xmlns:p="http://schemas.openxmlformats.org/presentationml/2006/main">
  <p:tag name="AS_UNIQUEID" val="675"/>
</p:tagLst>
</file>

<file path=ppt/tags/tag172.xml><?xml version="1.0" encoding="utf-8"?>
<p:tagLst xmlns:p="http://schemas.openxmlformats.org/presentationml/2006/main">
  <p:tag name="AS_UNIQUEID" val="676"/>
</p:tagLst>
</file>

<file path=ppt/tags/tag173.xml><?xml version="1.0" encoding="utf-8"?>
<p:tagLst xmlns:p="http://schemas.openxmlformats.org/presentationml/2006/main">
  <p:tag name="AS_UNIQUEID" val="677"/>
</p:tagLst>
</file>

<file path=ppt/tags/tag174.xml><?xml version="1.0" encoding="utf-8"?>
<p:tagLst xmlns:p="http://schemas.openxmlformats.org/presentationml/2006/main">
  <p:tag name="AS_UNIQUEID" val="738"/>
</p:tagLst>
</file>

<file path=ppt/tags/tag175.xml><?xml version="1.0" encoding="utf-8"?>
<p:tagLst xmlns:p="http://schemas.openxmlformats.org/presentationml/2006/main">
  <p:tag name="AS_UNIQUEID" val="739"/>
</p:tagLst>
</file>

<file path=ppt/tags/tag176.xml><?xml version="1.0" encoding="utf-8"?>
<p:tagLst xmlns:p="http://schemas.openxmlformats.org/presentationml/2006/main">
  <p:tag name="AS_UNIQUEID" val="740"/>
</p:tagLst>
</file>

<file path=ppt/tags/tag177.xml><?xml version="1.0" encoding="utf-8"?>
<p:tagLst xmlns:p="http://schemas.openxmlformats.org/presentationml/2006/main">
  <p:tag name="AS_UNIQUEID" val="550"/>
</p:tagLst>
</file>

<file path=ppt/tags/tag178.xml><?xml version="1.0" encoding="utf-8"?>
<p:tagLst xmlns:p="http://schemas.openxmlformats.org/presentationml/2006/main">
  <p:tag name="AS_UNIQUEID" val="551"/>
</p:tagLst>
</file>

<file path=ppt/tags/tag179.xml><?xml version="1.0" encoding="utf-8"?>
<p:tagLst xmlns:p="http://schemas.openxmlformats.org/presentationml/2006/main">
  <p:tag name="AS_UNIQUEID" val="610"/>
</p:tagLst>
</file>

<file path=ppt/tags/tag180.xml><?xml version="1.0" encoding="utf-8"?>
<p:tagLst xmlns:p="http://schemas.openxmlformats.org/presentationml/2006/main">
  <p:tag name="AS_UNIQUEID" val="608"/>
</p:tagLst>
</file>

<file path=ppt/tags/tag181.xml><?xml version="1.0" encoding="utf-8"?>
<p:tagLst xmlns:p="http://schemas.openxmlformats.org/presentationml/2006/main">
  <p:tag name="AS_UNIQUEID" val="609"/>
</p:tagLst>
</file>

<file path=ppt/tags/tag182.xml><?xml version="1.0" encoding="utf-8"?>
<p:tagLst xmlns:p="http://schemas.openxmlformats.org/presentationml/2006/main">
  <p:tag name="AS_UNIQUEID" val="611"/>
</p:tagLst>
</file>

<file path=ppt/tags/tag183.xml><?xml version="1.0" encoding="utf-8"?>
<p:tagLst xmlns:p="http://schemas.openxmlformats.org/presentationml/2006/main">
  <p:tag name="AS_UNIQUEID" val="581"/>
</p:tagLst>
</file>

<file path=ppt/tags/tag184.xml><?xml version="1.0" encoding="utf-8"?>
<p:tagLst xmlns:p="http://schemas.openxmlformats.org/presentationml/2006/main">
  <p:tag name="AS_UNIQUEID" val="582"/>
</p:tagLst>
</file>

<file path=ppt/tags/tag185.xml><?xml version="1.0" encoding="utf-8"?>
<p:tagLst xmlns:p="http://schemas.openxmlformats.org/presentationml/2006/main">
  <p:tag name="AS_UNIQUEID" val="583"/>
</p:tagLst>
</file>

<file path=ppt/tags/tag186.xml><?xml version="1.0" encoding="utf-8"?>
<p:tagLst xmlns:p="http://schemas.openxmlformats.org/presentationml/2006/main">
  <p:tag name="AS_UNIQUEID" val="584"/>
</p:tagLst>
</file>

<file path=ppt/tags/tag187.xml><?xml version="1.0" encoding="utf-8"?>
<p:tagLst xmlns:p="http://schemas.openxmlformats.org/presentationml/2006/main">
  <p:tag name="AS_UNIQUEID" val="585"/>
</p:tagLst>
</file>

<file path=ppt/tags/tag188.xml><?xml version="1.0" encoding="utf-8"?>
<p:tagLst xmlns:p="http://schemas.openxmlformats.org/presentationml/2006/main">
  <p:tag name="AS_UNIQUEID" val="586"/>
</p:tagLst>
</file>

<file path=ppt/tags/tag189.xml><?xml version="1.0" encoding="utf-8"?>
<p:tagLst xmlns:p="http://schemas.openxmlformats.org/presentationml/2006/main">
  <p:tag name="AS_UNIQUEID" val="587"/>
</p:tagLst>
</file>

<file path=ppt/tags/tag190.xml><?xml version="1.0" encoding="utf-8"?>
<p:tagLst xmlns:p="http://schemas.openxmlformats.org/presentationml/2006/main">
  <p:tag name="AS_UNIQUEID" val="588"/>
</p:tagLst>
</file>

<file path=ppt/tags/tag191.xml><?xml version="1.0" encoding="utf-8"?>
<p:tagLst xmlns:p="http://schemas.openxmlformats.org/presentationml/2006/main">
  <p:tag name="AS_UNIQUEID" val="589"/>
</p:tagLst>
</file>

<file path=ppt/tags/tag192.xml><?xml version="1.0" encoding="utf-8"?>
<p:tagLst xmlns:p="http://schemas.openxmlformats.org/presentationml/2006/main">
  <p:tag name="AS_UNIQUEID" val="590"/>
</p:tagLst>
</file>

<file path=ppt/tags/tag193.xml><?xml version="1.0" encoding="utf-8"?>
<p:tagLst xmlns:p="http://schemas.openxmlformats.org/presentationml/2006/main">
  <p:tag name="AS_UNIQUEID" val="591"/>
</p:tagLst>
</file>

<file path=ppt/tags/tag194.xml><?xml version="1.0" encoding="utf-8"?>
<p:tagLst xmlns:p="http://schemas.openxmlformats.org/presentationml/2006/main">
  <p:tag name="AS_UNIQUEID" val="592"/>
</p:tagLst>
</file>

<file path=ppt/tags/tag195.xml><?xml version="1.0" encoding="utf-8"?>
<p:tagLst xmlns:p="http://schemas.openxmlformats.org/presentationml/2006/main">
  <p:tag name="AS_UNIQUEID" val="593"/>
</p:tagLst>
</file>

<file path=ppt/tags/tag196.xml><?xml version="1.0" encoding="utf-8"?>
<p:tagLst xmlns:p="http://schemas.openxmlformats.org/presentationml/2006/main">
  <p:tag name="AS_UNIQUEID" val="594"/>
</p:tagLst>
</file>

<file path=ppt/tags/tag197.xml><?xml version="1.0" encoding="utf-8"?>
<p:tagLst xmlns:p="http://schemas.openxmlformats.org/presentationml/2006/main">
  <p:tag name="AS_UNIQUEID" val="595"/>
</p:tagLst>
</file>

<file path=ppt/tags/tag198.xml><?xml version="1.0" encoding="utf-8"?>
<p:tagLst xmlns:p="http://schemas.openxmlformats.org/presentationml/2006/main">
  <p:tag name="AS_UNIQUEID" val="596"/>
</p:tagLst>
</file>

<file path=ppt/tags/tag199.xml><?xml version="1.0" encoding="utf-8"?>
<p:tagLst xmlns:p="http://schemas.openxmlformats.org/presentationml/2006/main">
  <p:tag name="AS_UNIQUEID" val="597"/>
</p:tagLst>
</file>

<file path=ppt/tags/tag200.xml><?xml version="1.0" encoding="utf-8"?>
<p:tagLst xmlns:p="http://schemas.openxmlformats.org/presentationml/2006/main">
  <p:tag name="AS_UNIQUEID" val="598"/>
</p:tagLst>
</file>

<file path=ppt/tags/tag201.xml><?xml version="1.0" encoding="utf-8"?>
<p:tagLst xmlns:p="http://schemas.openxmlformats.org/presentationml/2006/main">
  <p:tag name="AS_UNIQUEID" val="599"/>
</p:tagLst>
</file>

<file path=ppt/tags/tag202.xml><?xml version="1.0" encoding="utf-8"?>
<p:tagLst xmlns:p="http://schemas.openxmlformats.org/presentationml/2006/main">
  <p:tag name="AS_UNIQUEID" val="600"/>
</p:tagLst>
</file>

<file path=ppt/tags/tag203.xml><?xml version="1.0" encoding="utf-8"?>
<p:tagLst xmlns:p="http://schemas.openxmlformats.org/presentationml/2006/main">
  <p:tag name="AS_UNIQUEID" val="601"/>
</p:tagLst>
</file>

<file path=ppt/tags/tag204.xml><?xml version="1.0" encoding="utf-8"?>
<p:tagLst xmlns:p="http://schemas.openxmlformats.org/presentationml/2006/main">
  <p:tag name="AS_UNIQUEID" val="602"/>
</p:tagLst>
</file>

<file path=ppt/tags/tag205.xml><?xml version="1.0" encoding="utf-8"?>
<p:tagLst xmlns:p="http://schemas.openxmlformats.org/presentationml/2006/main">
  <p:tag name="AS_UNIQUEID" val="603"/>
</p:tagLst>
</file>

<file path=ppt/tags/tag206.xml><?xml version="1.0" encoding="utf-8"?>
<p:tagLst xmlns:p="http://schemas.openxmlformats.org/presentationml/2006/main">
  <p:tag name="AS_UNIQUEID" val="604"/>
</p:tagLst>
</file>

<file path=ppt/tags/tag207.xml><?xml version="1.0" encoding="utf-8"?>
<p:tagLst xmlns:p="http://schemas.openxmlformats.org/presentationml/2006/main">
  <p:tag name="AS_UNIQUEID" val="605"/>
</p:tagLst>
</file>

<file path=ppt/tags/tag208.xml><?xml version="1.0" encoding="utf-8"?>
<p:tagLst xmlns:p="http://schemas.openxmlformats.org/presentationml/2006/main">
  <p:tag name="AS_UNIQUEID" val="606"/>
</p:tagLst>
</file>

<file path=ppt/tags/tag209.xml><?xml version="1.0" encoding="utf-8"?>
<p:tagLst xmlns:p="http://schemas.openxmlformats.org/presentationml/2006/main">
  <p:tag name="AS_UNIQUEID" val="607"/>
</p:tagLst>
</file>

<file path=ppt/tags/tag210.xml><?xml version="1.0" encoding="utf-8"?>
<p:tagLst xmlns:p="http://schemas.openxmlformats.org/presentationml/2006/main">
  <p:tag name="AS_UNIQUEID" val="728"/>
</p:tagLst>
</file>

<file path=ppt/tags/tag211.xml><?xml version="1.0" encoding="utf-8"?>
<p:tagLst xmlns:p="http://schemas.openxmlformats.org/presentationml/2006/main">
  <p:tag name="AS_UNIQUEID" val="729"/>
</p:tagLst>
</file>

<file path=ppt/tags/tag212.xml><?xml version="1.0" encoding="utf-8"?>
<p:tagLst xmlns:p="http://schemas.openxmlformats.org/presentationml/2006/main">
  <p:tag name="AS_UNIQUEID" val="730"/>
</p:tagLst>
</file>

<file path=ppt/tags/tag213.xml><?xml version="1.0" encoding="utf-8"?>
<p:tagLst xmlns:p="http://schemas.openxmlformats.org/presentationml/2006/main">
  <p:tag name="AS_UNIQUEID" val="612"/>
</p:tagLst>
</file>

<file path=ppt/tags/tag214.xml><?xml version="1.0" encoding="utf-8"?>
<p:tagLst xmlns:p="http://schemas.openxmlformats.org/presentationml/2006/main">
  <p:tag name="AS_UNIQUEID" val="613"/>
</p:tagLst>
</file>

<file path=ppt/tags/tag215.xml><?xml version="1.0" encoding="utf-8"?>
<p:tagLst xmlns:p="http://schemas.openxmlformats.org/presentationml/2006/main">
  <p:tag name="AS_UNIQUEID" val="614"/>
</p:tagLst>
</file>

<file path=ppt/tags/tag216.xml><?xml version="1.0" encoding="utf-8"?>
<p:tagLst xmlns:p="http://schemas.openxmlformats.org/presentationml/2006/main">
  <p:tag name="AS_UNIQUEID" val="672"/>
</p:tagLst>
</file>

<file path=ppt/tags/tag217.xml><?xml version="1.0" encoding="utf-8"?>
<p:tagLst xmlns:p="http://schemas.openxmlformats.org/presentationml/2006/main">
  <p:tag name="AS_UNIQUEID" val="644"/>
</p:tagLst>
</file>

<file path=ppt/tags/tag218.xml><?xml version="1.0" encoding="utf-8"?>
<p:tagLst xmlns:p="http://schemas.openxmlformats.org/presentationml/2006/main">
  <p:tag name="AS_UNIQUEID" val="645"/>
</p:tagLst>
</file>

<file path=ppt/tags/tag219.xml><?xml version="1.0" encoding="utf-8"?>
<p:tagLst xmlns:p="http://schemas.openxmlformats.org/presentationml/2006/main">
  <p:tag name="AS_UNIQUEID" val="646"/>
</p:tagLst>
</file>

<file path=ppt/tags/tag220.xml><?xml version="1.0" encoding="utf-8"?>
<p:tagLst xmlns:p="http://schemas.openxmlformats.org/presentationml/2006/main">
  <p:tag name="AS_UNIQUEID" val="647"/>
</p:tagLst>
</file>

<file path=ppt/tags/tag221.xml><?xml version="1.0" encoding="utf-8"?>
<p:tagLst xmlns:p="http://schemas.openxmlformats.org/presentationml/2006/main">
  <p:tag name="AS_UNIQUEID" val="648"/>
</p:tagLst>
</file>

<file path=ppt/tags/tag222.xml><?xml version="1.0" encoding="utf-8"?>
<p:tagLst xmlns:p="http://schemas.openxmlformats.org/presentationml/2006/main">
  <p:tag name="AS_UNIQUEID" val="649"/>
</p:tagLst>
</file>

<file path=ppt/tags/tag223.xml><?xml version="1.0" encoding="utf-8"?>
<p:tagLst xmlns:p="http://schemas.openxmlformats.org/presentationml/2006/main">
  <p:tag name="AS_UNIQUEID" val="650"/>
</p:tagLst>
</file>

<file path=ppt/tags/tag224.xml><?xml version="1.0" encoding="utf-8"?>
<p:tagLst xmlns:p="http://schemas.openxmlformats.org/presentationml/2006/main">
  <p:tag name="AS_UNIQUEID" val="651"/>
</p:tagLst>
</file>

<file path=ppt/tags/tag225.xml><?xml version="1.0" encoding="utf-8"?>
<p:tagLst xmlns:p="http://schemas.openxmlformats.org/presentationml/2006/main">
  <p:tag name="AS_UNIQUEID" val="652"/>
</p:tagLst>
</file>

<file path=ppt/tags/tag226.xml><?xml version="1.0" encoding="utf-8"?>
<p:tagLst xmlns:p="http://schemas.openxmlformats.org/presentationml/2006/main">
  <p:tag name="AS_UNIQUEID" val="653"/>
</p:tagLst>
</file>

<file path=ppt/tags/tag227.xml><?xml version="1.0" encoding="utf-8"?>
<p:tagLst xmlns:p="http://schemas.openxmlformats.org/presentationml/2006/main">
  <p:tag name="AS_UNIQUEID" val="654"/>
</p:tagLst>
</file>

<file path=ppt/tags/tag228.xml><?xml version="1.0" encoding="utf-8"?>
<p:tagLst xmlns:p="http://schemas.openxmlformats.org/presentationml/2006/main">
  <p:tag name="AS_UNIQUEID" val="655"/>
</p:tagLst>
</file>

<file path=ppt/tags/tag229.xml><?xml version="1.0" encoding="utf-8"?>
<p:tagLst xmlns:p="http://schemas.openxmlformats.org/presentationml/2006/main">
  <p:tag name="AS_UNIQUEID" val="656"/>
</p:tagLst>
</file>

<file path=ppt/tags/tag230.xml><?xml version="1.0" encoding="utf-8"?>
<p:tagLst xmlns:p="http://schemas.openxmlformats.org/presentationml/2006/main">
  <p:tag name="AS_UNIQUEID" val="657"/>
</p:tagLst>
</file>

<file path=ppt/tags/tag231.xml><?xml version="1.0" encoding="utf-8"?>
<p:tagLst xmlns:p="http://schemas.openxmlformats.org/presentationml/2006/main">
  <p:tag name="AS_UNIQUEID" val="658"/>
</p:tagLst>
</file>

<file path=ppt/tags/tag232.xml><?xml version="1.0" encoding="utf-8"?>
<p:tagLst xmlns:p="http://schemas.openxmlformats.org/presentationml/2006/main">
  <p:tag name="AS_UNIQUEID" val="659"/>
</p:tagLst>
</file>

<file path=ppt/tags/tag233.xml><?xml version="1.0" encoding="utf-8"?>
<p:tagLst xmlns:p="http://schemas.openxmlformats.org/presentationml/2006/main">
  <p:tag name="AS_UNIQUEID" val="660"/>
</p:tagLst>
</file>

<file path=ppt/tags/tag234.xml><?xml version="1.0" encoding="utf-8"?>
<p:tagLst xmlns:p="http://schemas.openxmlformats.org/presentationml/2006/main">
  <p:tag name="AS_UNIQUEID" val="661"/>
</p:tagLst>
</file>

<file path=ppt/tags/tag235.xml><?xml version="1.0" encoding="utf-8"?>
<p:tagLst xmlns:p="http://schemas.openxmlformats.org/presentationml/2006/main">
  <p:tag name="AS_UNIQUEID" val="662"/>
</p:tagLst>
</file>

<file path=ppt/tags/tag236.xml><?xml version="1.0" encoding="utf-8"?>
<p:tagLst xmlns:p="http://schemas.openxmlformats.org/presentationml/2006/main">
  <p:tag name="AS_UNIQUEID" val="663"/>
</p:tagLst>
</file>

<file path=ppt/tags/tag237.xml><?xml version="1.0" encoding="utf-8"?>
<p:tagLst xmlns:p="http://schemas.openxmlformats.org/presentationml/2006/main">
  <p:tag name="AS_UNIQUEID" val="664"/>
</p:tagLst>
</file>

<file path=ppt/tags/tag238.xml><?xml version="1.0" encoding="utf-8"?>
<p:tagLst xmlns:p="http://schemas.openxmlformats.org/presentationml/2006/main">
  <p:tag name="AS_UNIQUEID" val="665"/>
</p:tagLst>
</file>

<file path=ppt/tags/tag239.xml><?xml version="1.0" encoding="utf-8"?>
<p:tagLst xmlns:p="http://schemas.openxmlformats.org/presentationml/2006/main">
  <p:tag name="AS_UNIQUEID" val="666"/>
</p:tagLst>
</file>

<file path=ppt/tags/tag240.xml><?xml version="1.0" encoding="utf-8"?>
<p:tagLst xmlns:p="http://schemas.openxmlformats.org/presentationml/2006/main">
  <p:tag name="AS_UNIQUEID" val="667"/>
</p:tagLst>
</file>

<file path=ppt/tags/tag241.xml><?xml version="1.0" encoding="utf-8"?>
<p:tagLst xmlns:p="http://schemas.openxmlformats.org/presentationml/2006/main">
  <p:tag name="AS_UNIQUEID" val="668"/>
</p:tagLst>
</file>

<file path=ppt/tags/tag242.xml><?xml version="1.0" encoding="utf-8"?>
<p:tagLst xmlns:p="http://schemas.openxmlformats.org/presentationml/2006/main">
  <p:tag name="AS_UNIQUEID" val="669"/>
</p:tagLst>
</file>

<file path=ppt/tags/tag243.xml><?xml version="1.0" encoding="utf-8"?>
<p:tagLst xmlns:p="http://schemas.openxmlformats.org/presentationml/2006/main">
  <p:tag name="AS_UNIQUEID" val="670"/>
</p:tagLst>
</file>

<file path=ppt/tags/tag244.xml><?xml version="1.0" encoding="utf-8"?>
<p:tagLst xmlns:p="http://schemas.openxmlformats.org/presentationml/2006/main">
  <p:tag name="AS_UNIQUEID" val="671"/>
</p:tagLst>
</file>

<file path=ppt/tags/tag245.xml><?xml version="1.0" encoding="utf-8"?>
<p:tagLst xmlns:p="http://schemas.openxmlformats.org/presentationml/2006/main">
  <p:tag name="AS_UNIQUEID" val="643"/>
</p:tagLst>
</file>

<file path=ppt/tags/tag246.xml><?xml version="1.0" encoding="utf-8"?>
<p:tagLst xmlns:p="http://schemas.openxmlformats.org/presentationml/2006/main">
  <p:tag name="AS_UNIQUEID" val="733"/>
</p:tagLst>
</file>

<file path=ppt/tags/tag247.xml><?xml version="1.0" encoding="utf-8"?>
<p:tagLst xmlns:p="http://schemas.openxmlformats.org/presentationml/2006/main">
  <p:tag name="AS_UNIQUEID" val="734"/>
</p:tagLst>
</file>

<file path=ppt/tags/tag248.xml><?xml version="1.0" encoding="utf-8"?>
<p:tagLst xmlns:p="http://schemas.openxmlformats.org/presentationml/2006/main">
  <p:tag name="AS_UNIQUEID" val="735"/>
</p:tagLst>
</file>

<file path=ppt/tags/tag249.xml><?xml version="1.0" encoding="utf-8"?>
<p:tagLst xmlns:p="http://schemas.openxmlformats.org/presentationml/2006/main">
  <p:tag name="AS_UNIQUEID" val="0"/>
</p:tagLst>
</file>

<file path=ppt/tags/tag250.xml><?xml version="1.0" encoding="utf-8"?>
<p:tagLst xmlns:p="http://schemas.openxmlformats.org/presentationml/2006/main">
  <p:tag name="AS_UNIQUEID" val="1"/>
</p:tagLst>
</file>

<file path=ppt/tags/tag251.xml><?xml version="1.0" encoding="utf-8"?>
<p:tagLst xmlns:p="http://schemas.openxmlformats.org/presentationml/2006/main">
  <p:tag name="AS_UNIQUEID" val="2"/>
</p:tagLst>
</file>

<file path=ppt/tags/tag252.xml><?xml version="1.0" encoding="utf-8"?>
<p:tagLst xmlns:p="http://schemas.openxmlformats.org/presentationml/2006/main">
  <p:tag name="AS_UNIQUEID" val="58"/>
</p:tagLst>
</file>

<file path=ppt/tags/tag253.xml><?xml version="1.0" encoding="utf-8"?>
<p:tagLst xmlns:p="http://schemas.openxmlformats.org/presentationml/2006/main">
  <p:tag name="AS_UNIQUEID" val="51"/>
</p:tagLst>
</file>

<file path=ppt/tags/tag254.xml><?xml version="1.0" encoding="utf-8"?>
<p:tagLst xmlns:p="http://schemas.openxmlformats.org/presentationml/2006/main">
  <p:tag name="AS_UNIQUEID" val="52"/>
</p:tagLst>
</file>

<file path=ppt/tags/tag255.xml><?xml version="1.0" encoding="utf-8"?>
<p:tagLst xmlns:p="http://schemas.openxmlformats.org/presentationml/2006/main">
  <p:tag name="AS_UNIQUEID" val="53"/>
</p:tagLst>
</file>

<file path=ppt/tags/tag256.xml><?xml version="1.0" encoding="utf-8"?>
<p:tagLst xmlns:p="http://schemas.openxmlformats.org/presentationml/2006/main">
  <p:tag name="AS_UNIQUEID" val="59"/>
</p:tagLst>
</file>

<file path=ppt/tags/tag257.xml><?xml version="1.0" encoding="utf-8"?>
<p:tagLst xmlns:p="http://schemas.openxmlformats.org/presentationml/2006/main">
  <p:tag name="AS_UNIQUEID" val="54"/>
</p:tagLst>
</file>

<file path=ppt/tags/tag258.xml><?xml version="1.0" encoding="utf-8"?>
<p:tagLst xmlns:p="http://schemas.openxmlformats.org/presentationml/2006/main">
  <p:tag name="AS_UNIQUEID" val="55"/>
</p:tagLst>
</file>

<file path=ppt/tags/tag259.xml><?xml version="1.0" encoding="utf-8"?>
<p:tagLst xmlns:p="http://schemas.openxmlformats.org/presentationml/2006/main">
  <p:tag name="AS_UNIQUEID" val="56"/>
</p:tagLst>
</file>

<file path=ppt/tags/tag260.xml><?xml version="1.0" encoding="utf-8"?>
<p:tagLst xmlns:p="http://schemas.openxmlformats.org/presentationml/2006/main">
  <p:tag name="AS_UNIQUEID" val="57"/>
</p:tagLst>
</file>

<file path=ppt/tags/tag261.xml><?xml version="1.0" encoding="utf-8"?>
<p:tagLst xmlns:p="http://schemas.openxmlformats.org/presentationml/2006/main">
  <p:tag name="AS_UNIQUEID" val="60"/>
</p:tagLst>
</file>

<file path=ppt/tags/tag262.xml><?xml version="1.0" encoding="utf-8"?>
<p:tagLst xmlns:p="http://schemas.openxmlformats.org/presentationml/2006/main">
  <p:tag name="AS_UNIQUEID" val="39"/>
</p:tagLst>
</file>

<file path=ppt/tags/tag263.xml><?xml version="1.0" encoding="utf-8"?>
<p:tagLst xmlns:p="http://schemas.openxmlformats.org/presentationml/2006/main">
  <p:tag name="AS_UNIQUEID" val="40"/>
</p:tagLst>
</file>

<file path=ppt/tags/tag264.xml><?xml version="1.0" encoding="utf-8"?>
<p:tagLst xmlns:p="http://schemas.openxmlformats.org/presentationml/2006/main">
  <p:tag name="AS_UNIQUEID" val="41"/>
</p:tagLst>
</file>

<file path=ppt/tags/tag265.xml><?xml version="1.0" encoding="utf-8"?>
<p:tagLst xmlns:p="http://schemas.openxmlformats.org/presentationml/2006/main">
  <p:tag name="AS_UNIQUEID" val="42"/>
</p:tagLst>
</file>

<file path=ppt/tags/tag266.xml><?xml version="1.0" encoding="utf-8"?>
<p:tagLst xmlns:p="http://schemas.openxmlformats.org/presentationml/2006/main">
  <p:tag name="AS_UNIQUEID" val="61"/>
</p:tagLst>
</file>

<file path=ppt/tags/tag267.xml><?xml version="1.0" encoding="utf-8"?>
<p:tagLst xmlns:p="http://schemas.openxmlformats.org/presentationml/2006/main">
  <p:tag name="AS_UNIQUEID" val="43"/>
</p:tagLst>
</file>

<file path=ppt/tags/tag268.xml><?xml version="1.0" encoding="utf-8"?>
<p:tagLst xmlns:p="http://schemas.openxmlformats.org/presentationml/2006/main">
  <p:tag name="AS_UNIQUEID" val="44"/>
</p:tagLst>
</file>

<file path=ppt/tags/tag269.xml><?xml version="1.0" encoding="utf-8"?>
<p:tagLst xmlns:p="http://schemas.openxmlformats.org/presentationml/2006/main">
  <p:tag name="AS_UNIQUEID" val="45"/>
</p:tagLst>
</file>

<file path=ppt/tags/tag270.xml><?xml version="1.0" encoding="utf-8"?>
<p:tagLst xmlns:p="http://schemas.openxmlformats.org/presentationml/2006/main">
  <p:tag name="AS_UNIQUEID" val="46"/>
</p:tagLst>
</file>

<file path=ppt/tags/tag271.xml><?xml version="1.0" encoding="utf-8"?>
<p:tagLst xmlns:p="http://schemas.openxmlformats.org/presentationml/2006/main">
  <p:tag name="AS_UNIQUEID" val="62"/>
</p:tagLst>
</file>

<file path=ppt/tags/tag272.xml><?xml version="1.0" encoding="utf-8"?>
<p:tagLst xmlns:p="http://schemas.openxmlformats.org/presentationml/2006/main">
  <p:tag name="AS_UNIQUEID" val="47"/>
</p:tagLst>
</file>

<file path=ppt/tags/tag273.xml><?xml version="1.0" encoding="utf-8"?>
<p:tagLst xmlns:p="http://schemas.openxmlformats.org/presentationml/2006/main">
  <p:tag name="AS_UNIQUEID" val="48"/>
</p:tagLst>
</file>

<file path=ppt/tags/tag274.xml><?xml version="1.0" encoding="utf-8"?>
<p:tagLst xmlns:p="http://schemas.openxmlformats.org/presentationml/2006/main">
  <p:tag name="AS_UNIQUEID" val="49"/>
</p:tagLst>
</file>

<file path=ppt/tags/tag275.xml><?xml version="1.0" encoding="utf-8"?>
<p:tagLst xmlns:p="http://schemas.openxmlformats.org/presentationml/2006/main">
  <p:tag name="AS_UNIQUEID" val="50"/>
</p:tagLst>
</file>

<file path=ppt/tags/tag276.xml><?xml version="1.0" encoding="utf-8"?>
<p:tagLst xmlns:p="http://schemas.openxmlformats.org/presentationml/2006/main">
  <p:tag name="AS_UNIQUEID" val="63"/>
</p:tagLst>
</file>

<file path=ppt/tags/tag277.xml><?xml version="1.0" encoding="utf-8"?>
<p:tagLst xmlns:p="http://schemas.openxmlformats.org/presentationml/2006/main">
  <p:tag name="AS_UNIQUEID" val="31"/>
</p:tagLst>
</file>

<file path=ppt/tags/tag278.xml><?xml version="1.0" encoding="utf-8"?>
<p:tagLst xmlns:p="http://schemas.openxmlformats.org/presentationml/2006/main">
  <p:tag name="AS_UNIQUEID" val="32"/>
</p:tagLst>
</file>

<file path=ppt/tags/tag279.xml><?xml version="1.0" encoding="utf-8"?>
<p:tagLst xmlns:p="http://schemas.openxmlformats.org/presentationml/2006/main">
  <p:tag name="AS_UNIQUEID" val="33"/>
</p:tagLst>
</file>

<file path=ppt/tags/tag280.xml><?xml version="1.0" encoding="utf-8"?>
<p:tagLst xmlns:p="http://schemas.openxmlformats.org/presentationml/2006/main">
  <p:tag name="AS_UNIQUEID" val="34"/>
</p:tagLst>
</file>

<file path=ppt/tags/tag281.xml><?xml version="1.0" encoding="utf-8"?>
<p:tagLst xmlns:p="http://schemas.openxmlformats.org/presentationml/2006/main">
  <p:tag name="AS_UNIQUEID" val="64"/>
</p:tagLst>
</file>

<file path=ppt/tags/tag282.xml><?xml version="1.0" encoding="utf-8"?>
<p:tagLst xmlns:p="http://schemas.openxmlformats.org/presentationml/2006/main">
  <p:tag name="AS_UNIQUEID" val="35"/>
</p:tagLst>
</file>

<file path=ppt/tags/tag283.xml><?xml version="1.0" encoding="utf-8"?>
<p:tagLst xmlns:p="http://schemas.openxmlformats.org/presentationml/2006/main">
  <p:tag name="AS_UNIQUEID" val="36"/>
</p:tagLst>
</file>

<file path=ppt/tags/tag284.xml><?xml version="1.0" encoding="utf-8"?>
<p:tagLst xmlns:p="http://schemas.openxmlformats.org/presentationml/2006/main">
  <p:tag name="AS_UNIQUEID" val="37"/>
</p:tagLst>
</file>

<file path=ppt/tags/tag285.xml><?xml version="1.0" encoding="utf-8"?>
<p:tagLst xmlns:p="http://schemas.openxmlformats.org/presentationml/2006/main">
  <p:tag name="AS_UNIQUEID" val="38"/>
</p:tagLst>
</file>

<file path=ppt/tags/tag286.xml><?xml version="1.0" encoding="utf-8"?>
<p:tagLst xmlns:p="http://schemas.openxmlformats.org/presentationml/2006/main">
  <p:tag name="AS_UNIQUEID" val="30"/>
</p:tagLst>
</file>

<file path=ppt/tags/tag287.xml><?xml version="1.0" encoding="utf-8"?>
<p:tagLst xmlns:p="http://schemas.openxmlformats.org/presentationml/2006/main">
  <p:tag name="AS_UNIQUEID" val="743"/>
</p:tagLst>
</file>

<file path=ppt/tags/tag288.xml><?xml version="1.0" encoding="utf-8"?>
<p:tagLst xmlns:p="http://schemas.openxmlformats.org/presentationml/2006/main">
  <p:tag name="AS_UNIQUEID" val="744"/>
</p:tagLst>
</file>

<file path=ppt/tags/tag289.xml><?xml version="1.0" encoding="utf-8"?>
<p:tagLst xmlns:p="http://schemas.openxmlformats.org/presentationml/2006/main">
  <p:tag name="AS_UNIQUEID" val="745"/>
</p:tagLst>
</file>

<file path=ppt/tags/tag290.xml><?xml version="1.0" encoding="utf-8"?>
<p:tagLst xmlns:p="http://schemas.openxmlformats.org/presentationml/2006/main">
  <p:tag name="AS_UNIQUEID" val="65"/>
</p:tagLst>
</file>

<file path=ppt/tags/tag291.xml><?xml version="1.0" encoding="utf-8"?>
<p:tagLst xmlns:p="http://schemas.openxmlformats.org/presentationml/2006/main">
  <p:tag name="AS_UNIQUEID" val="66"/>
</p:tagLst>
</file>

<file path=ppt/tags/tag292.xml><?xml version="1.0" encoding="utf-8"?>
<p:tagLst xmlns:p="http://schemas.openxmlformats.org/presentationml/2006/main">
  <p:tag name="AS_UNIQUEID" val="67"/>
</p:tagLst>
</file>

<file path=ppt/tags/tag293.xml><?xml version="1.0" encoding="utf-8"?>
<p:tagLst xmlns:p="http://schemas.openxmlformats.org/presentationml/2006/main">
  <p:tag name="AS_UNIQUEID" val="68"/>
</p:tagLst>
</file>

<file path=ppt/tags/tag294.xml><?xml version="1.0" encoding="utf-8"?>
<p:tagLst xmlns:p="http://schemas.openxmlformats.org/presentationml/2006/main">
  <p:tag name="AS_UNIQUEID" val="73"/>
</p:tagLst>
</file>

<file path=ppt/tags/tag295.xml><?xml version="1.0" encoding="utf-8"?>
<p:tagLst xmlns:p="http://schemas.openxmlformats.org/presentationml/2006/main">
  <p:tag name="AS_UNIQUEID" val="72"/>
</p:tagLst>
</file>

<file path=ppt/tags/tag296.xml><?xml version="1.0" encoding="utf-8"?>
<p:tagLst xmlns:p="http://schemas.openxmlformats.org/presentationml/2006/main">
  <p:tag name="AS_UNIQUEID" val="70"/>
</p:tagLst>
</file>

<file path=ppt/tags/tag297.xml><?xml version="1.0" encoding="utf-8"?>
<p:tagLst xmlns:p="http://schemas.openxmlformats.org/presentationml/2006/main">
  <p:tag name="AS_UNIQUEID" val="71"/>
</p:tagLst>
</file>

<file path=ppt/tags/tag298.xml><?xml version="1.0" encoding="utf-8"?>
<p:tagLst xmlns:p="http://schemas.openxmlformats.org/presentationml/2006/main">
  <p:tag name="AS_UNIQUEID" val="748"/>
</p:tagLst>
</file>

<file path=ppt/tags/tag299.xml><?xml version="1.0" encoding="utf-8"?>
<p:tagLst xmlns:p="http://schemas.openxmlformats.org/presentationml/2006/main">
  <p:tag name="AS_UNIQUEID" val="749"/>
</p:tagLst>
</file>

<file path=ppt/tags/tag300.xml><?xml version="1.0" encoding="utf-8"?>
<p:tagLst xmlns:p="http://schemas.openxmlformats.org/presentationml/2006/main">
  <p:tag name="AS_UNIQUEID" val="750"/>
</p:tagLst>
</file>

<file path=ppt/tags/tag301.xml><?xml version="1.0" encoding="utf-8"?>
<p:tagLst xmlns:p="http://schemas.openxmlformats.org/presentationml/2006/main">
  <p:tag name="AS_UNIQUEID" val="74"/>
</p:tagLst>
</file>

<file path=ppt/tags/tag302.xml><?xml version="1.0" encoding="utf-8"?>
<p:tagLst xmlns:p="http://schemas.openxmlformats.org/presentationml/2006/main">
  <p:tag name="AS_UNIQUEID" val="75"/>
</p:tagLst>
</file>

<file path=ppt/tags/tag303.xml><?xml version="1.0" encoding="utf-8"?>
<p:tagLst xmlns:p="http://schemas.openxmlformats.org/presentationml/2006/main">
  <p:tag name="AS_UNIQUEID" val="76"/>
</p:tagLst>
</file>

<file path=ppt/tags/tag304.xml><?xml version="1.0" encoding="utf-8"?>
<p:tagLst xmlns:p="http://schemas.openxmlformats.org/presentationml/2006/main">
  <p:tag name="AS_UNIQUEID" val="77"/>
</p:tagLst>
</file>

<file path=ppt/tags/tag305.xml><?xml version="1.0" encoding="utf-8"?>
<p:tagLst xmlns:p="http://schemas.openxmlformats.org/presentationml/2006/main">
  <p:tag name="AS_UNIQUEID" val="103"/>
</p:tagLst>
</file>

<file path=ppt/tags/tag306.xml><?xml version="1.0" encoding="utf-8"?>
<p:tagLst xmlns:p="http://schemas.openxmlformats.org/presentationml/2006/main">
  <p:tag name="AS_UNIQUEID" val="99"/>
</p:tagLst>
</file>

<file path=ppt/tags/tag307.xml><?xml version="1.0" encoding="utf-8"?>
<p:tagLst xmlns:p="http://schemas.openxmlformats.org/presentationml/2006/main">
  <p:tag name="AS_UNIQUEID" val="100"/>
</p:tagLst>
</file>

<file path=ppt/tags/tag308.xml><?xml version="1.0" encoding="utf-8"?>
<p:tagLst xmlns:p="http://schemas.openxmlformats.org/presentationml/2006/main">
  <p:tag name="AS_UNIQUEID" val="101"/>
</p:tagLst>
</file>

<file path=ppt/tags/tag309.xml><?xml version="1.0" encoding="utf-8"?>
<p:tagLst xmlns:p="http://schemas.openxmlformats.org/presentationml/2006/main">
  <p:tag name="AS_UNIQUEID" val="102"/>
</p:tagLst>
</file>

<file path=ppt/tags/tag310.xml><?xml version="1.0" encoding="utf-8"?>
<p:tagLst xmlns:p="http://schemas.openxmlformats.org/presentationml/2006/main">
  <p:tag name="AS_UNIQUEID" val="104"/>
</p:tagLst>
</file>

<file path=ppt/tags/tag311.xml><?xml version="1.0" encoding="utf-8"?>
<p:tagLst xmlns:p="http://schemas.openxmlformats.org/presentationml/2006/main">
  <p:tag name="AS_UNIQUEID" val="91"/>
</p:tagLst>
</file>

<file path=ppt/tags/tag312.xml><?xml version="1.0" encoding="utf-8"?>
<p:tagLst xmlns:p="http://schemas.openxmlformats.org/presentationml/2006/main">
  <p:tag name="AS_UNIQUEID" val="92"/>
</p:tagLst>
</file>

<file path=ppt/tags/tag313.xml><?xml version="1.0" encoding="utf-8"?>
<p:tagLst xmlns:p="http://schemas.openxmlformats.org/presentationml/2006/main">
  <p:tag name="AS_UNIQUEID" val="93"/>
</p:tagLst>
</file>

<file path=ppt/tags/tag314.xml><?xml version="1.0" encoding="utf-8"?>
<p:tagLst xmlns:p="http://schemas.openxmlformats.org/presentationml/2006/main">
  <p:tag name="AS_UNIQUEID" val="94"/>
</p:tagLst>
</file>

<file path=ppt/tags/tag315.xml><?xml version="1.0" encoding="utf-8"?>
<p:tagLst xmlns:p="http://schemas.openxmlformats.org/presentationml/2006/main">
  <p:tag name="AS_UNIQUEID" val="105"/>
</p:tagLst>
</file>

<file path=ppt/tags/tag316.xml><?xml version="1.0" encoding="utf-8"?>
<p:tagLst xmlns:p="http://schemas.openxmlformats.org/presentationml/2006/main">
  <p:tag name="AS_UNIQUEID" val="95"/>
</p:tagLst>
</file>

<file path=ppt/tags/tag317.xml><?xml version="1.0" encoding="utf-8"?>
<p:tagLst xmlns:p="http://schemas.openxmlformats.org/presentationml/2006/main">
  <p:tag name="AS_UNIQUEID" val="96"/>
</p:tagLst>
</file>

<file path=ppt/tags/tag318.xml><?xml version="1.0" encoding="utf-8"?>
<p:tagLst xmlns:p="http://schemas.openxmlformats.org/presentationml/2006/main">
  <p:tag name="AS_UNIQUEID" val="97"/>
</p:tagLst>
</file>

<file path=ppt/tags/tag319.xml><?xml version="1.0" encoding="utf-8"?>
<p:tagLst xmlns:p="http://schemas.openxmlformats.org/presentationml/2006/main">
  <p:tag name="AS_UNIQUEID" val="98"/>
</p:tagLst>
</file>

<file path=ppt/tags/tag320.xml><?xml version="1.0" encoding="utf-8"?>
<p:tagLst xmlns:p="http://schemas.openxmlformats.org/presentationml/2006/main">
  <p:tag name="AS_UNIQUEID" val="90"/>
</p:tagLst>
</file>

<file path=ppt/tags/tag321.xml><?xml version="1.0" encoding="utf-8"?>
<p:tagLst xmlns:p="http://schemas.openxmlformats.org/presentationml/2006/main">
  <p:tag name="AS_UNIQUEID" val="753"/>
</p:tagLst>
</file>

<file path=ppt/tags/tag322.xml><?xml version="1.0" encoding="utf-8"?>
<p:tagLst xmlns:p="http://schemas.openxmlformats.org/presentationml/2006/main">
  <p:tag name="AS_UNIQUEID" val="754"/>
</p:tagLst>
</file>

<file path=ppt/tags/tag323.xml><?xml version="1.0" encoding="utf-8"?>
<p:tagLst xmlns:p="http://schemas.openxmlformats.org/presentationml/2006/main">
  <p:tag name="AS_UNIQUEID" val="755"/>
</p:tagLst>
</file>

<file path=ppt/tags/tag324.xml><?xml version="1.0" encoding="utf-8"?>
<p:tagLst xmlns:p="http://schemas.openxmlformats.org/presentationml/2006/main">
  <p:tag name="AS_UNIQUEID" val="106"/>
</p:tagLst>
</file>

<file path=ppt/tags/tag325.xml><?xml version="1.0" encoding="utf-8"?>
<p:tagLst xmlns:p="http://schemas.openxmlformats.org/presentationml/2006/main">
  <p:tag name="AS_UNIQUEID" val="107"/>
</p:tagLst>
</file>

<file path=ppt/tags/tag326.xml><?xml version="1.0" encoding="utf-8"?>
<p:tagLst xmlns:p="http://schemas.openxmlformats.org/presentationml/2006/main">
  <p:tag name="AS_UNIQUEID" val="108"/>
</p:tagLst>
</file>

<file path=ppt/tags/tag327.xml><?xml version="1.0" encoding="utf-8"?>
<p:tagLst xmlns:p="http://schemas.openxmlformats.org/presentationml/2006/main">
  <p:tag name="AS_UNIQUEID" val="134"/>
</p:tagLst>
</file>

<file path=ppt/tags/tag328.xml><?xml version="1.0" encoding="utf-8"?>
<p:tagLst xmlns:p="http://schemas.openxmlformats.org/presentationml/2006/main">
  <p:tag name="AS_UNIQUEID" val="126"/>
</p:tagLst>
</file>

<file path=ppt/tags/tag329.xml><?xml version="1.0" encoding="utf-8"?>
<p:tagLst xmlns:p="http://schemas.openxmlformats.org/presentationml/2006/main">
  <p:tag name="AS_UNIQUEID" val="127"/>
</p:tagLst>
</file>

<file path=ppt/tags/tag330.xml><?xml version="1.0" encoding="utf-8"?>
<p:tagLst xmlns:p="http://schemas.openxmlformats.org/presentationml/2006/main">
  <p:tag name="AS_UNIQUEID" val="128"/>
</p:tagLst>
</file>

<file path=ppt/tags/tag331.xml><?xml version="1.0" encoding="utf-8"?>
<p:tagLst xmlns:p="http://schemas.openxmlformats.org/presentationml/2006/main">
  <p:tag name="AS_UNIQUEID" val="129"/>
</p:tagLst>
</file>

<file path=ppt/tags/tag332.xml><?xml version="1.0" encoding="utf-8"?>
<p:tagLst xmlns:p="http://schemas.openxmlformats.org/presentationml/2006/main">
  <p:tag name="AS_UNIQUEID" val="135"/>
</p:tagLst>
</file>

<file path=ppt/tags/tag333.xml><?xml version="1.0" encoding="utf-8"?>
<p:tagLst xmlns:p="http://schemas.openxmlformats.org/presentationml/2006/main">
  <p:tag name="AS_UNIQUEID" val="130"/>
</p:tagLst>
</file>

<file path=ppt/tags/tag334.xml><?xml version="1.0" encoding="utf-8"?>
<p:tagLst xmlns:p="http://schemas.openxmlformats.org/presentationml/2006/main">
  <p:tag name="AS_UNIQUEID" val="131"/>
</p:tagLst>
</file>

<file path=ppt/tags/tag335.xml><?xml version="1.0" encoding="utf-8"?>
<p:tagLst xmlns:p="http://schemas.openxmlformats.org/presentationml/2006/main">
  <p:tag name="AS_UNIQUEID" val="132"/>
</p:tagLst>
</file>

<file path=ppt/tags/tag336.xml><?xml version="1.0" encoding="utf-8"?>
<p:tagLst xmlns:p="http://schemas.openxmlformats.org/presentationml/2006/main">
  <p:tag name="AS_UNIQUEID" val="133"/>
</p:tagLst>
</file>

<file path=ppt/tags/tag337.xml><?xml version="1.0" encoding="utf-8"?>
<p:tagLst xmlns:p="http://schemas.openxmlformats.org/presentationml/2006/main">
  <p:tag name="AS_UNIQUEID" val="136"/>
</p:tagLst>
</file>

<file path=ppt/tags/tag338.xml><?xml version="1.0" encoding="utf-8"?>
<p:tagLst xmlns:p="http://schemas.openxmlformats.org/presentationml/2006/main">
  <p:tag name="AS_UNIQUEID" val="122"/>
</p:tagLst>
</file>

<file path=ppt/tags/tag339.xml><?xml version="1.0" encoding="utf-8"?>
<p:tagLst xmlns:p="http://schemas.openxmlformats.org/presentationml/2006/main">
  <p:tag name="AS_UNIQUEID" val="123"/>
</p:tagLst>
</file>

<file path=ppt/tags/tag340.xml><?xml version="1.0" encoding="utf-8"?>
<p:tagLst xmlns:p="http://schemas.openxmlformats.org/presentationml/2006/main">
  <p:tag name="AS_UNIQUEID" val="124"/>
</p:tagLst>
</file>

<file path=ppt/tags/tag341.xml><?xml version="1.0" encoding="utf-8"?>
<p:tagLst xmlns:p="http://schemas.openxmlformats.org/presentationml/2006/main">
  <p:tag name="AS_UNIQUEID" val="125"/>
</p:tagLst>
</file>

<file path=ppt/tags/tag342.xml><?xml version="1.0" encoding="utf-8"?>
<p:tagLst xmlns:p="http://schemas.openxmlformats.org/presentationml/2006/main">
  <p:tag name="AS_UNIQUEID" val="121"/>
</p:tagLst>
</file>

<file path=ppt/tags/tag343.xml><?xml version="1.0" encoding="utf-8"?>
<p:tagLst xmlns:p="http://schemas.openxmlformats.org/presentationml/2006/main">
  <p:tag name="AS_UNIQUEID" val="758"/>
</p:tagLst>
</file>

<file path=ppt/tags/tag344.xml><?xml version="1.0" encoding="utf-8"?>
<p:tagLst xmlns:p="http://schemas.openxmlformats.org/presentationml/2006/main">
  <p:tag name="AS_UNIQUEID" val="759"/>
</p:tagLst>
</file>

<file path=ppt/tags/tag345.xml><?xml version="1.0" encoding="utf-8"?>
<p:tagLst xmlns:p="http://schemas.openxmlformats.org/presentationml/2006/main">
  <p:tag name="AS_UNIQUEID" val="760"/>
</p:tagLst>
</file>

<file path=ppt/tags/tag346.xml><?xml version="1.0" encoding="utf-8"?>
<p:tagLst xmlns:p="http://schemas.openxmlformats.org/presentationml/2006/main">
  <p:tag name="AS_UNIQUEID" val="137"/>
</p:tagLst>
</file>

<file path=ppt/tags/tag347.xml><?xml version="1.0" encoding="utf-8"?>
<p:tagLst xmlns:p="http://schemas.openxmlformats.org/presentationml/2006/main">
  <p:tag name="AS_UNIQUEID" val="138"/>
</p:tagLst>
</file>

<file path=ppt/tags/tag348.xml><?xml version="1.0" encoding="utf-8"?>
<p:tagLst xmlns:p="http://schemas.openxmlformats.org/presentationml/2006/main">
  <p:tag name="AS_UNIQUEID" val="139"/>
</p:tagLst>
</file>

<file path=ppt/tags/tag349.xml><?xml version="1.0" encoding="utf-8"?>
<p:tagLst xmlns:p="http://schemas.openxmlformats.org/presentationml/2006/main">
  <p:tag name="AS_UNIQUEID" val="211"/>
</p:tagLst>
</file>

<file path=ppt/tags/tag350.xml><?xml version="1.0" encoding="utf-8"?>
<p:tagLst xmlns:p="http://schemas.openxmlformats.org/presentationml/2006/main">
  <p:tag name="AS_UNIQUEID" val="208"/>
</p:tagLst>
</file>

<file path=ppt/tags/tag351.xml><?xml version="1.0" encoding="utf-8"?>
<p:tagLst xmlns:p="http://schemas.openxmlformats.org/presentationml/2006/main">
  <p:tag name="AS_UNIQUEID" val="209"/>
</p:tagLst>
</file>

<file path=ppt/tags/tag352.xml><?xml version="1.0" encoding="utf-8"?>
<p:tagLst xmlns:p="http://schemas.openxmlformats.org/presentationml/2006/main">
  <p:tag name="AS_UNIQUEID" val="210"/>
</p:tagLst>
</file>

<file path=ppt/tags/tag353.xml><?xml version="1.0" encoding="utf-8"?>
<p:tagLst xmlns:p="http://schemas.openxmlformats.org/presentationml/2006/main">
  <p:tag name="AS_UNIQUEID" val="212"/>
</p:tagLst>
</file>

<file path=ppt/tags/tag354.xml><?xml version="1.0" encoding="utf-8"?>
<p:tagLst xmlns:p="http://schemas.openxmlformats.org/presentationml/2006/main">
  <p:tag name="AS_UNIQUEID" val="192"/>
</p:tagLst>
</file>

<file path=ppt/tags/tag355.xml><?xml version="1.0" encoding="utf-8"?>
<p:tagLst xmlns:p="http://schemas.openxmlformats.org/presentationml/2006/main">
  <p:tag name="AS_UNIQUEID" val="193"/>
</p:tagLst>
</file>

<file path=ppt/tags/tag356.xml><?xml version="1.0" encoding="utf-8"?>
<p:tagLst xmlns:p="http://schemas.openxmlformats.org/presentationml/2006/main">
  <p:tag name="AS_UNIQUEID" val="194"/>
</p:tagLst>
</file>

<file path=ppt/tags/tag357.xml><?xml version="1.0" encoding="utf-8"?>
<p:tagLst xmlns:p="http://schemas.openxmlformats.org/presentationml/2006/main">
  <p:tag name="AS_UNIQUEID" val="195"/>
</p:tagLst>
</file>

<file path=ppt/tags/tag358.xml><?xml version="1.0" encoding="utf-8"?>
<p:tagLst xmlns:p="http://schemas.openxmlformats.org/presentationml/2006/main">
  <p:tag name="AS_UNIQUEID" val="196"/>
</p:tagLst>
</file>

<file path=ppt/tags/tag359.xml><?xml version="1.0" encoding="utf-8"?>
<p:tagLst xmlns:p="http://schemas.openxmlformats.org/presentationml/2006/main">
  <p:tag name="AS_UNIQUEID" val="197"/>
</p:tagLst>
</file>

<file path=ppt/tags/tag360.xml><?xml version="1.0" encoding="utf-8"?>
<p:tagLst xmlns:p="http://schemas.openxmlformats.org/presentationml/2006/main">
  <p:tag name="AS_UNIQUEID" val="198"/>
</p:tagLst>
</file>

<file path=ppt/tags/tag361.xml><?xml version="1.0" encoding="utf-8"?>
<p:tagLst xmlns:p="http://schemas.openxmlformats.org/presentationml/2006/main">
  <p:tag name="AS_UNIQUEID" val="213"/>
</p:tagLst>
</file>

<file path=ppt/tags/tag362.xml><?xml version="1.0" encoding="utf-8"?>
<p:tagLst xmlns:p="http://schemas.openxmlformats.org/presentationml/2006/main">
  <p:tag name="AS_UNIQUEID" val="199"/>
</p:tagLst>
</file>

<file path=ppt/tags/tag363.xml><?xml version="1.0" encoding="utf-8"?>
<p:tagLst xmlns:p="http://schemas.openxmlformats.org/presentationml/2006/main">
  <p:tag name="AS_UNIQUEID" val="200"/>
</p:tagLst>
</file>

<file path=ppt/tags/tag364.xml><?xml version="1.0" encoding="utf-8"?>
<p:tagLst xmlns:p="http://schemas.openxmlformats.org/presentationml/2006/main">
  <p:tag name="AS_UNIQUEID" val="201"/>
</p:tagLst>
</file>

<file path=ppt/tags/tag365.xml><?xml version="1.0" encoding="utf-8"?>
<p:tagLst xmlns:p="http://schemas.openxmlformats.org/presentationml/2006/main">
  <p:tag name="AS_UNIQUEID" val="202"/>
</p:tagLst>
</file>

<file path=ppt/tags/tag366.xml><?xml version="1.0" encoding="utf-8"?>
<p:tagLst xmlns:p="http://schemas.openxmlformats.org/presentationml/2006/main">
  <p:tag name="AS_UNIQUEID" val="203"/>
</p:tagLst>
</file>

<file path=ppt/tags/tag367.xml><?xml version="1.0" encoding="utf-8"?>
<p:tagLst xmlns:p="http://schemas.openxmlformats.org/presentationml/2006/main">
  <p:tag name="AS_UNIQUEID" val="204"/>
</p:tagLst>
</file>

<file path=ppt/tags/tag368.xml><?xml version="1.0" encoding="utf-8"?>
<p:tagLst xmlns:p="http://schemas.openxmlformats.org/presentationml/2006/main">
  <p:tag name="AS_UNIQUEID" val="205"/>
</p:tagLst>
</file>

<file path=ppt/tags/tag369.xml><?xml version="1.0" encoding="utf-8"?>
<p:tagLst xmlns:p="http://schemas.openxmlformats.org/presentationml/2006/main">
  <p:tag name="AS_UNIQUEID" val="206"/>
</p:tagLst>
</file>

<file path=ppt/tags/tag370.xml><?xml version="1.0" encoding="utf-8"?>
<p:tagLst xmlns:p="http://schemas.openxmlformats.org/presentationml/2006/main">
  <p:tag name="AS_UNIQUEID" val="207"/>
</p:tagLst>
</file>

<file path=ppt/tags/tag371.xml><?xml version="1.0" encoding="utf-8"?>
<p:tagLst xmlns:p="http://schemas.openxmlformats.org/presentationml/2006/main">
  <p:tag name="AS_UNIQUEID" val="214"/>
</p:tagLst>
</file>

<file path=ppt/tags/tag372.xml><?xml version="1.0" encoding="utf-8"?>
<p:tagLst xmlns:p="http://schemas.openxmlformats.org/presentationml/2006/main">
  <p:tag name="AS_UNIQUEID" val="176"/>
</p:tagLst>
</file>

<file path=ppt/tags/tag373.xml><?xml version="1.0" encoding="utf-8"?>
<p:tagLst xmlns:p="http://schemas.openxmlformats.org/presentationml/2006/main">
  <p:tag name="AS_UNIQUEID" val="177"/>
</p:tagLst>
</file>

<file path=ppt/tags/tag374.xml><?xml version="1.0" encoding="utf-8"?>
<p:tagLst xmlns:p="http://schemas.openxmlformats.org/presentationml/2006/main">
  <p:tag name="AS_UNIQUEID" val="178"/>
</p:tagLst>
</file>

<file path=ppt/tags/tag375.xml><?xml version="1.0" encoding="utf-8"?>
<p:tagLst xmlns:p="http://schemas.openxmlformats.org/presentationml/2006/main">
  <p:tag name="AS_UNIQUEID" val="179"/>
</p:tagLst>
</file>

<file path=ppt/tags/tag376.xml><?xml version="1.0" encoding="utf-8"?>
<p:tagLst xmlns:p="http://schemas.openxmlformats.org/presentationml/2006/main">
  <p:tag name="AS_UNIQUEID" val="180"/>
</p:tagLst>
</file>

<file path=ppt/tags/tag377.xml><?xml version="1.0" encoding="utf-8"?>
<p:tagLst xmlns:p="http://schemas.openxmlformats.org/presentationml/2006/main">
  <p:tag name="AS_UNIQUEID" val="181"/>
</p:tagLst>
</file>

<file path=ppt/tags/tag378.xml><?xml version="1.0" encoding="utf-8"?>
<p:tagLst xmlns:p="http://schemas.openxmlformats.org/presentationml/2006/main">
  <p:tag name="AS_UNIQUEID" val="182"/>
</p:tagLst>
</file>

<file path=ppt/tags/tag379.xml><?xml version="1.0" encoding="utf-8"?>
<p:tagLst xmlns:p="http://schemas.openxmlformats.org/presentationml/2006/main">
  <p:tag name="AS_UNIQUEID" val="215"/>
</p:tagLst>
</file>

<file path=ppt/tags/tag380.xml><?xml version="1.0" encoding="utf-8"?>
<p:tagLst xmlns:p="http://schemas.openxmlformats.org/presentationml/2006/main">
  <p:tag name="AS_UNIQUEID" val="183"/>
</p:tagLst>
</file>

<file path=ppt/tags/tag381.xml><?xml version="1.0" encoding="utf-8"?>
<p:tagLst xmlns:p="http://schemas.openxmlformats.org/presentationml/2006/main">
  <p:tag name="AS_UNIQUEID" val="184"/>
</p:tagLst>
</file>

<file path=ppt/tags/tag382.xml><?xml version="1.0" encoding="utf-8"?>
<p:tagLst xmlns:p="http://schemas.openxmlformats.org/presentationml/2006/main">
  <p:tag name="AS_UNIQUEID" val="185"/>
</p:tagLst>
</file>

<file path=ppt/tags/tag383.xml><?xml version="1.0" encoding="utf-8"?>
<p:tagLst xmlns:p="http://schemas.openxmlformats.org/presentationml/2006/main">
  <p:tag name="AS_UNIQUEID" val="186"/>
</p:tagLst>
</file>

<file path=ppt/tags/tag384.xml><?xml version="1.0" encoding="utf-8"?>
<p:tagLst xmlns:p="http://schemas.openxmlformats.org/presentationml/2006/main">
  <p:tag name="AS_UNIQUEID" val="187"/>
</p:tagLst>
</file>

<file path=ppt/tags/tag385.xml><?xml version="1.0" encoding="utf-8"?>
<p:tagLst xmlns:p="http://schemas.openxmlformats.org/presentationml/2006/main">
  <p:tag name="AS_UNIQUEID" val="188"/>
</p:tagLst>
</file>

<file path=ppt/tags/tag386.xml><?xml version="1.0" encoding="utf-8"?>
<p:tagLst xmlns:p="http://schemas.openxmlformats.org/presentationml/2006/main">
  <p:tag name="AS_UNIQUEID" val="189"/>
</p:tagLst>
</file>

<file path=ppt/tags/tag387.xml><?xml version="1.0" encoding="utf-8"?>
<p:tagLst xmlns:p="http://schemas.openxmlformats.org/presentationml/2006/main">
  <p:tag name="AS_UNIQUEID" val="190"/>
</p:tagLst>
</file>

<file path=ppt/tags/tag388.xml><?xml version="1.0" encoding="utf-8"?>
<p:tagLst xmlns:p="http://schemas.openxmlformats.org/presentationml/2006/main">
  <p:tag name="AS_UNIQUEID" val="191"/>
</p:tagLst>
</file>

<file path=ppt/tags/tag389.xml><?xml version="1.0" encoding="utf-8"?>
<p:tagLst xmlns:p="http://schemas.openxmlformats.org/presentationml/2006/main">
  <p:tag name="AS_UNIQUEID" val="175"/>
</p:tagLst>
</file>

<file path=ppt/tags/tag390.xml><?xml version="1.0" encoding="utf-8"?>
<p:tagLst xmlns:p="http://schemas.openxmlformats.org/presentationml/2006/main">
  <p:tag name="AS_UNIQUEID" val="763"/>
</p:tagLst>
</file>

<file path=ppt/tags/tag391.xml><?xml version="1.0" encoding="utf-8"?>
<p:tagLst xmlns:p="http://schemas.openxmlformats.org/presentationml/2006/main">
  <p:tag name="AS_UNIQUEID" val="764"/>
</p:tagLst>
</file>

<file path=ppt/tags/tag392.xml><?xml version="1.0" encoding="utf-8"?>
<p:tagLst xmlns:p="http://schemas.openxmlformats.org/presentationml/2006/main">
  <p:tag name="AS_UNIQUEID" val="765"/>
</p:tagLst>
</file>

<file path=ppt/tags/tag393.xml><?xml version="1.0" encoding="utf-8"?>
<p:tagLst xmlns:p="http://schemas.openxmlformats.org/presentationml/2006/main">
  <p:tag name="AS_UNIQUEID" val="216"/>
</p:tagLst>
</file>

<file path=ppt/tags/tag394.xml><?xml version="1.0" encoding="utf-8"?>
<p:tagLst xmlns:p="http://schemas.openxmlformats.org/presentationml/2006/main">
  <p:tag name="AS_UNIQUEID" val="217"/>
</p:tagLst>
</file>

<file path=ppt/tags/tag395.xml><?xml version="1.0" encoding="utf-8"?>
<p:tagLst xmlns:p="http://schemas.openxmlformats.org/presentationml/2006/main">
  <p:tag name="AS_UNIQUEID" val="218"/>
</p:tagLst>
</file>

<file path=ppt/tags/tag396.xml><?xml version="1.0" encoding="utf-8"?>
<p:tagLst xmlns:p="http://schemas.openxmlformats.org/presentationml/2006/main">
  <p:tag name="AS_UNIQUEID" val="252"/>
</p:tagLst>
</file>

<file path=ppt/tags/tag397.xml><?xml version="1.0" encoding="utf-8"?>
<p:tagLst xmlns:p="http://schemas.openxmlformats.org/presentationml/2006/main">
  <p:tag name="AS_UNIQUEID" val="244"/>
</p:tagLst>
</file>

<file path=ppt/tags/tag398.xml><?xml version="1.0" encoding="utf-8"?>
<p:tagLst xmlns:p="http://schemas.openxmlformats.org/presentationml/2006/main">
  <p:tag name="AS_UNIQUEID" val="245"/>
</p:tagLst>
</file>

<file path=ppt/tags/tag399.xml><?xml version="1.0" encoding="utf-8"?>
<p:tagLst xmlns:p="http://schemas.openxmlformats.org/presentationml/2006/main">
  <p:tag name="AS_UNIQUEID" val="246"/>
</p:tagLst>
</file>

<file path=ppt/tags/tag400.xml><?xml version="1.0" encoding="utf-8"?>
<p:tagLst xmlns:p="http://schemas.openxmlformats.org/presentationml/2006/main">
  <p:tag name="AS_UNIQUEID" val="247"/>
</p:tagLst>
</file>

<file path=ppt/tags/tag401.xml><?xml version="1.0" encoding="utf-8"?>
<p:tagLst xmlns:p="http://schemas.openxmlformats.org/presentationml/2006/main">
  <p:tag name="AS_UNIQUEID" val="253"/>
</p:tagLst>
</file>

<file path=ppt/tags/tag402.xml><?xml version="1.0" encoding="utf-8"?>
<p:tagLst xmlns:p="http://schemas.openxmlformats.org/presentationml/2006/main">
  <p:tag name="AS_UNIQUEID" val="248"/>
</p:tagLst>
</file>

<file path=ppt/tags/tag403.xml><?xml version="1.0" encoding="utf-8"?>
<p:tagLst xmlns:p="http://schemas.openxmlformats.org/presentationml/2006/main">
  <p:tag name="AS_UNIQUEID" val="249"/>
</p:tagLst>
</file>

<file path=ppt/tags/tag404.xml><?xml version="1.0" encoding="utf-8"?>
<p:tagLst xmlns:p="http://schemas.openxmlformats.org/presentationml/2006/main">
  <p:tag name="AS_UNIQUEID" val="250"/>
</p:tagLst>
</file>

<file path=ppt/tags/tag405.xml><?xml version="1.0" encoding="utf-8"?>
<p:tagLst xmlns:p="http://schemas.openxmlformats.org/presentationml/2006/main">
  <p:tag name="AS_UNIQUEID" val="251"/>
</p:tagLst>
</file>

<file path=ppt/tags/tag406.xml><?xml version="1.0" encoding="utf-8"?>
<p:tagLst xmlns:p="http://schemas.openxmlformats.org/presentationml/2006/main">
  <p:tag name="AS_UNIQUEID" val="254"/>
</p:tagLst>
</file>

<file path=ppt/tags/tag407.xml><?xml version="1.0" encoding="utf-8"?>
<p:tagLst xmlns:p="http://schemas.openxmlformats.org/presentationml/2006/main">
  <p:tag name="AS_UNIQUEID" val="236"/>
</p:tagLst>
</file>

<file path=ppt/tags/tag408.xml><?xml version="1.0" encoding="utf-8"?>
<p:tagLst xmlns:p="http://schemas.openxmlformats.org/presentationml/2006/main">
  <p:tag name="AS_UNIQUEID" val="237"/>
</p:tagLst>
</file>

<file path=ppt/tags/tag409.xml><?xml version="1.0" encoding="utf-8"?>
<p:tagLst xmlns:p="http://schemas.openxmlformats.org/presentationml/2006/main">
  <p:tag name="AS_UNIQUEID" val="238"/>
</p:tagLst>
</file>

<file path=ppt/tags/tag410.xml><?xml version="1.0" encoding="utf-8"?>
<p:tagLst xmlns:p="http://schemas.openxmlformats.org/presentationml/2006/main">
  <p:tag name="AS_UNIQUEID" val="239"/>
</p:tagLst>
</file>

<file path=ppt/tags/tag411.xml><?xml version="1.0" encoding="utf-8"?>
<p:tagLst xmlns:p="http://schemas.openxmlformats.org/presentationml/2006/main">
  <p:tag name="AS_UNIQUEID" val="255"/>
</p:tagLst>
</file>

<file path=ppt/tags/tag412.xml><?xml version="1.0" encoding="utf-8"?>
<p:tagLst xmlns:p="http://schemas.openxmlformats.org/presentationml/2006/main">
  <p:tag name="AS_UNIQUEID" val="240"/>
</p:tagLst>
</file>

<file path=ppt/tags/tag413.xml><?xml version="1.0" encoding="utf-8"?>
<p:tagLst xmlns:p="http://schemas.openxmlformats.org/presentationml/2006/main">
  <p:tag name="AS_UNIQUEID" val="241"/>
</p:tagLst>
</file>

<file path=ppt/tags/tag414.xml><?xml version="1.0" encoding="utf-8"?>
<p:tagLst xmlns:p="http://schemas.openxmlformats.org/presentationml/2006/main">
  <p:tag name="AS_UNIQUEID" val="242"/>
</p:tagLst>
</file>

<file path=ppt/tags/tag415.xml><?xml version="1.0" encoding="utf-8"?>
<p:tagLst xmlns:p="http://schemas.openxmlformats.org/presentationml/2006/main">
  <p:tag name="AS_UNIQUEID" val="243"/>
</p:tagLst>
</file>

<file path=ppt/tags/tag416.xml><?xml version="1.0" encoding="utf-8"?>
<p:tagLst xmlns:p="http://schemas.openxmlformats.org/presentationml/2006/main">
  <p:tag name="AS_UNIQUEID" val="235"/>
</p:tagLst>
</file>

<file path=ppt/tags/tag417.xml><?xml version="1.0" encoding="utf-8"?>
<p:tagLst xmlns:p="http://schemas.openxmlformats.org/presentationml/2006/main">
  <p:tag name="AS_UNIQUEID" val="768"/>
</p:tagLst>
</file>

<file path=ppt/tags/tag418.xml><?xml version="1.0" encoding="utf-8"?>
<p:tagLst xmlns:p="http://schemas.openxmlformats.org/presentationml/2006/main">
  <p:tag name="AS_UNIQUEID" val="769"/>
</p:tagLst>
</file>

<file path=ppt/tags/tag419.xml><?xml version="1.0" encoding="utf-8"?>
<p:tagLst xmlns:p="http://schemas.openxmlformats.org/presentationml/2006/main">
  <p:tag name="AS_UNIQUEID" val="770"/>
</p:tagLst>
</file>

<file path=ppt/tags/tag420.xml><?xml version="1.0" encoding="utf-8"?>
<p:tagLst xmlns:p="http://schemas.openxmlformats.org/presentationml/2006/main">
  <p:tag name="AS_UNIQUEID" val="256"/>
</p:tagLst>
</file>

<file path=ppt/tags/tag421.xml><?xml version="1.0" encoding="utf-8"?>
<p:tagLst xmlns:p="http://schemas.openxmlformats.org/presentationml/2006/main">
  <p:tag name="AS_UNIQUEID" val="257"/>
</p:tagLst>
</file>

<file path=ppt/tags/tag422.xml><?xml version="1.0" encoding="utf-8"?>
<p:tagLst xmlns:p="http://schemas.openxmlformats.org/presentationml/2006/main">
  <p:tag name="AS_UNIQUEID" val="288"/>
</p:tagLst>
</file>

<file path=ppt/tags/tag423.xml><?xml version="1.0" encoding="utf-8"?>
<p:tagLst xmlns:p="http://schemas.openxmlformats.org/presentationml/2006/main">
  <p:tag name="AS_UNIQUEID" val="285"/>
</p:tagLst>
</file>

<file path=ppt/tags/tag424.xml><?xml version="1.0" encoding="utf-8"?>
<p:tagLst xmlns:p="http://schemas.openxmlformats.org/presentationml/2006/main">
  <p:tag name="AS_UNIQUEID" val="286"/>
</p:tagLst>
</file>

<file path=ppt/tags/tag425.xml><?xml version="1.0" encoding="utf-8"?>
<p:tagLst xmlns:p="http://schemas.openxmlformats.org/presentationml/2006/main">
  <p:tag name="AS_UNIQUEID" val="287"/>
</p:tagLst>
</file>

<file path=ppt/tags/tag426.xml><?xml version="1.0" encoding="utf-8"?>
<p:tagLst xmlns:p="http://schemas.openxmlformats.org/presentationml/2006/main">
  <p:tag name="AS_UNIQUEID" val="289"/>
</p:tagLst>
</file>

<file path=ppt/tags/tag427.xml><?xml version="1.0" encoding="utf-8"?>
<p:tagLst xmlns:p="http://schemas.openxmlformats.org/presentationml/2006/main">
  <p:tag name="AS_UNIQUEID" val="273"/>
</p:tagLst>
</file>

<file path=ppt/tags/tag428.xml><?xml version="1.0" encoding="utf-8"?>
<p:tagLst xmlns:p="http://schemas.openxmlformats.org/presentationml/2006/main">
  <p:tag name="AS_UNIQUEID" val="274"/>
</p:tagLst>
</file>

<file path=ppt/tags/tag429.xml><?xml version="1.0" encoding="utf-8"?>
<p:tagLst xmlns:p="http://schemas.openxmlformats.org/presentationml/2006/main">
  <p:tag name="AS_UNIQUEID" val="275"/>
</p:tagLst>
</file>

<file path=ppt/tags/tag430.xml><?xml version="1.0" encoding="utf-8"?>
<p:tagLst xmlns:p="http://schemas.openxmlformats.org/presentationml/2006/main">
  <p:tag name="AS_UNIQUEID" val="276"/>
</p:tagLst>
</file>

<file path=ppt/tags/tag431.xml><?xml version="1.0" encoding="utf-8"?>
<p:tagLst xmlns:p="http://schemas.openxmlformats.org/presentationml/2006/main">
  <p:tag name="AS_UNIQUEID" val="277"/>
</p:tagLst>
</file>

<file path=ppt/tags/tag432.xml><?xml version="1.0" encoding="utf-8"?>
<p:tagLst xmlns:p="http://schemas.openxmlformats.org/presentationml/2006/main">
  <p:tag name="AS_UNIQUEID" val="278"/>
</p:tagLst>
</file>

<file path=ppt/tags/tag433.xml><?xml version="1.0" encoding="utf-8"?>
<p:tagLst xmlns:p="http://schemas.openxmlformats.org/presentationml/2006/main">
  <p:tag name="AS_UNIQUEID" val="279"/>
</p:tagLst>
</file>

<file path=ppt/tags/tag434.xml><?xml version="1.0" encoding="utf-8"?>
<p:tagLst xmlns:p="http://schemas.openxmlformats.org/presentationml/2006/main">
  <p:tag name="AS_UNIQUEID" val="280"/>
</p:tagLst>
</file>

<file path=ppt/tags/tag435.xml><?xml version="1.0" encoding="utf-8"?>
<p:tagLst xmlns:p="http://schemas.openxmlformats.org/presentationml/2006/main">
  <p:tag name="AS_UNIQUEID" val="281"/>
</p:tagLst>
</file>

<file path=ppt/tags/tag436.xml><?xml version="1.0" encoding="utf-8"?>
<p:tagLst xmlns:p="http://schemas.openxmlformats.org/presentationml/2006/main">
  <p:tag name="AS_UNIQUEID" val="282"/>
</p:tagLst>
</file>

<file path=ppt/tags/tag437.xml><?xml version="1.0" encoding="utf-8"?>
<p:tagLst xmlns:p="http://schemas.openxmlformats.org/presentationml/2006/main">
  <p:tag name="AS_UNIQUEID" val="283"/>
</p:tagLst>
</file>

<file path=ppt/tags/tag438.xml><?xml version="1.0" encoding="utf-8"?>
<p:tagLst xmlns:p="http://schemas.openxmlformats.org/presentationml/2006/main">
  <p:tag name="AS_UNIQUEID" val="284"/>
</p:tagLst>
</file>

<file path=ppt/tags/tag439.xml><?xml version="1.0" encoding="utf-8"?>
<p:tagLst xmlns:p="http://schemas.openxmlformats.org/presentationml/2006/main">
  <p:tag name="AS_UNIQUEID" val="773"/>
</p:tagLst>
</file>

<file path=ppt/tags/tag440.xml><?xml version="1.0" encoding="utf-8"?>
<p:tagLst xmlns:p="http://schemas.openxmlformats.org/presentationml/2006/main">
  <p:tag name="AS_UNIQUEID" val="774"/>
</p:tagLst>
</file>

<file path=ppt/tags/tag441.xml><?xml version="1.0" encoding="utf-8"?>
<p:tagLst xmlns:p="http://schemas.openxmlformats.org/presentationml/2006/main">
  <p:tag name="AS_UNIQUEID" val="775"/>
</p:tagLst>
</file>

<file path=ppt/tags/tag442.xml><?xml version="1.0" encoding="utf-8"?>
<p:tagLst xmlns:p="http://schemas.openxmlformats.org/presentationml/2006/main">
  <p:tag name="AS_UNIQUEID" val="290"/>
</p:tagLst>
</file>

<file path=ppt/tags/tag443.xml><?xml version="1.0" encoding="utf-8"?>
<p:tagLst xmlns:p="http://schemas.openxmlformats.org/presentationml/2006/main">
  <p:tag name="AS_UNIQUEID" val="291"/>
</p:tagLst>
</file>

<file path=ppt/tags/tag444.xml><?xml version="1.0" encoding="utf-8"?>
<p:tagLst xmlns:p="http://schemas.openxmlformats.org/presentationml/2006/main">
  <p:tag name="AS_UNIQUEID" val="292"/>
</p:tagLst>
</file>

<file path=ppt/tags/tag445.xml><?xml version="1.0" encoding="utf-8"?>
<p:tagLst xmlns:p="http://schemas.openxmlformats.org/presentationml/2006/main">
  <p:tag name="AS_UNIQUEID" val="330"/>
</p:tagLst>
</file>

<file path=ppt/tags/tag446.xml><?xml version="1.0" encoding="utf-8"?>
<p:tagLst xmlns:p="http://schemas.openxmlformats.org/presentationml/2006/main">
  <p:tag name="AS_UNIQUEID" val="312"/>
</p:tagLst>
</file>

<file path=ppt/tags/tag447.xml><?xml version="1.0" encoding="utf-8"?>
<p:tagLst xmlns:p="http://schemas.openxmlformats.org/presentationml/2006/main">
  <p:tag name="AS_UNIQUEID" val="313"/>
</p:tagLst>
</file>

<file path=ppt/tags/tag448.xml><?xml version="1.0" encoding="utf-8"?>
<p:tagLst xmlns:p="http://schemas.openxmlformats.org/presentationml/2006/main">
  <p:tag name="AS_UNIQUEID" val="314"/>
</p:tagLst>
</file>

<file path=ppt/tags/tag449.xml><?xml version="1.0" encoding="utf-8"?>
<p:tagLst xmlns:p="http://schemas.openxmlformats.org/presentationml/2006/main">
  <p:tag name="AS_UNIQUEID" val="315"/>
</p:tagLst>
</file>

<file path=ppt/tags/tag450.xml><?xml version="1.0" encoding="utf-8"?>
<p:tagLst xmlns:p="http://schemas.openxmlformats.org/presentationml/2006/main">
  <p:tag name="AS_UNIQUEID" val="316"/>
</p:tagLst>
</file>

<file path=ppt/tags/tag451.xml><?xml version="1.0" encoding="utf-8"?>
<p:tagLst xmlns:p="http://schemas.openxmlformats.org/presentationml/2006/main">
  <p:tag name="AS_UNIQUEID" val="317"/>
</p:tagLst>
</file>

<file path=ppt/tags/tag452.xml><?xml version="1.0" encoding="utf-8"?>
<p:tagLst xmlns:p="http://schemas.openxmlformats.org/presentationml/2006/main">
  <p:tag name="AS_UNIQUEID" val="318"/>
</p:tagLst>
</file>

<file path=ppt/tags/tag453.xml><?xml version="1.0" encoding="utf-8"?>
<p:tagLst xmlns:p="http://schemas.openxmlformats.org/presentationml/2006/main">
  <p:tag name="AS_UNIQUEID" val="319"/>
</p:tagLst>
</file>

<file path=ppt/tags/tag454.xml><?xml version="1.0" encoding="utf-8"?>
<p:tagLst xmlns:p="http://schemas.openxmlformats.org/presentationml/2006/main">
  <p:tag name="AS_UNIQUEID" val="320"/>
</p:tagLst>
</file>

<file path=ppt/tags/tag455.xml><?xml version="1.0" encoding="utf-8"?>
<p:tagLst xmlns:p="http://schemas.openxmlformats.org/presentationml/2006/main">
  <p:tag name="AS_UNIQUEID" val="321"/>
</p:tagLst>
</file>

<file path=ppt/tags/tag456.xml><?xml version="1.0" encoding="utf-8"?>
<p:tagLst xmlns:p="http://schemas.openxmlformats.org/presentationml/2006/main">
  <p:tag name="AS_UNIQUEID" val="322"/>
</p:tagLst>
</file>

<file path=ppt/tags/tag457.xml><?xml version="1.0" encoding="utf-8"?>
<p:tagLst xmlns:p="http://schemas.openxmlformats.org/presentationml/2006/main">
  <p:tag name="AS_UNIQUEID" val="323"/>
</p:tagLst>
</file>

<file path=ppt/tags/tag458.xml><?xml version="1.0" encoding="utf-8"?>
<p:tagLst xmlns:p="http://schemas.openxmlformats.org/presentationml/2006/main">
  <p:tag name="AS_UNIQUEID" val="324"/>
</p:tagLst>
</file>

<file path=ppt/tags/tag459.xml><?xml version="1.0" encoding="utf-8"?>
<p:tagLst xmlns:p="http://schemas.openxmlformats.org/presentationml/2006/main">
  <p:tag name="AS_UNIQUEID" val="325"/>
</p:tagLst>
</file>

<file path=ppt/tags/tag460.xml><?xml version="1.0" encoding="utf-8"?>
<p:tagLst xmlns:p="http://schemas.openxmlformats.org/presentationml/2006/main">
  <p:tag name="AS_UNIQUEID" val="326"/>
</p:tagLst>
</file>

<file path=ppt/tags/tag461.xml><?xml version="1.0" encoding="utf-8"?>
<p:tagLst xmlns:p="http://schemas.openxmlformats.org/presentationml/2006/main">
  <p:tag name="AS_UNIQUEID" val="327"/>
</p:tagLst>
</file>

<file path=ppt/tags/tag462.xml><?xml version="1.0" encoding="utf-8"?>
<p:tagLst xmlns:p="http://schemas.openxmlformats.org/presentationml/2006/main">
  <p:tag name="AS_UNIQUEID" val="328"/>
</p:tagLst>
</file>

<file path=ppt/tags/tag463.xml><?xml version="1.0" encoding="utf-8"?>
<p:tagLst xmlns:p="http://schemas.openxmlformats.org/presentationml/2006/main">
  <p:tag name="AS_UNIQUEID" val="329"/>
</p:tagLst>
</file>

<file path=ppt/tags/tag464.xml><?xml version="1.0" encoding="utf-8"?>
<p:tagLst xmlns:p="http://schemas.openxmlformats.org/presentationml/2006/main">
  <p:tag name="AS_UNIQUEID" val="311"/>
</p:tagLst>
</file>

<file path=ppt/tags/tag465.xml><?xml version="1.0" encoding="utf-8"?>
<p:tagLst xmlns:p="http://schemas.openxmlformats.org/presentationml/2006/main">
  <p:tag name="AS_UNIQUEID" val="778"/>
</p:tagLst>
</file>

<file path=ppt/tags/tag466.xml><?xml version="1.0" encoding="utf-8"?>
<p:tagLst xmlns:p="http://schemas.openxmlformats.org/presentationml/2006/main">
  <p:tag name="AS_UNIQUEID" val="779"/>
</p:tagLst>
</file>

<file path=ppt/tags/tag467.xml><?xml version="1.0" encoding="utf-8"?>
<p:tagLst xmlns:p="http://schemas.openxmlformats.org/presentationml/2006/main">
  <p:tag name="AS_UNIQUEID" val="780"/>
</p:tagLst>
</file>

<file path=ppt/tags/tag468.xml><?xml version="1.0" encoding="utf-8"?>
<p:tagLst xmlns:p="http://schemas.openxmlformats.org/presentationml/2006/main">
  <p:tag name="AS_UNIQUEID" val="331"/>
</p:tagLst>
</file>

<file path=ppt/tags/tag469.xml><?xml version="1.0" encoding="utf-8"?>
<p:tagLst xmlns:p="http://schemas.openxmlformats.org/presentationml/2006/main">
  <p:tag name="AS_UNIQUEID" val="332"/>
</p:tagLst>
</file>

<file path=ppt/tags/tag470.xml><?xml version="1.0" encoding="utf-8"?>
<p:tagLst xmlns:p="http://schemas.openxmlformats.org/presentationml/2006/main">
  <p:tag name="AS_UNIQUEID" val="783"/>
</p:tagLst>
</file>

<file path=ppt/tags/tag471.xml><?xml version="1.0" encoding="utf-8"?>
<p:tagLst xmlns:p="http://schemas.openxmlformats.org/presentationml/2006/main">
  <p:tag name="AS_UNIQUEID" val="784"/>
</p:tagLst>
</file>

<file path=ppt/tags/tag472.xml><?xml version="1.0" encoding="utf-8"?>
<p:tagLst xmlns:p="http://schemas.openxmlformats.org/presentationml/2006/main">
  <p:tag name="AS_UNIQUEID" val="785"/>
</p:tagLst>
</file>

<file path=ppt/tags/tag473.xml><?xml version="1.0" encoding="utf-8"?>
<p:tagLst xmlns:p="http://schemas.openxmlformats.org/presentationml/2006/main">
  <p:tag name="AS_UNIQUEID" val="681"/>
</p:tagLst>
</file>

<file path=ppt/tags/tag474.xml><?xml version="1.0" encoding="utf-8"?>
<p:tagLst xmlns:p="http://schemas.openxmlformats.org/presentationml/2006/main">
  <p:tag name="AS_UNIQUEID" val="682"/>
</p:tagLst>
</file>

<file path=ppt/tags/tag475.xml><?xml version="1.0" encoding="utf-8"?>
<p:tagLst xmlns:p="http://schemas.openxmlformats.org/presentationml/2006/main">
  <p:tag name="AS_UNIQUEID" val="683"/>
</p:tagLst>
</file>

<file path=ppt/tags/tag476.xml><?xml version="1.0" encoding="utf-8"?>
<p:tagLst xmlns:p="http://schemas.openxmlformats.org/presentationml/2006/main">
  <p:tag name="AS_UNIQUEID" val="684"/>
</p:tagLst>
</file>

<file path=ppt/tags/tag477.xml><?xml version="1.0" encoding="utf-8"?>
<p:tagLst xmlns:p="http://schemas.openxmlformats.org/presentationml/2006/main">
  <p:tag name="AS_UNIQUEID" val="685"/>
</p:tagLst>
</file>

<file path=ppt/tags/tag478.xml><?xml version="1.0" encoding="utf-8"?>
<p:tagLst xmlns:p="http://schemas.openxmlformats.org/presentationml/2006/main">
  <p:tag name="AS_UNIQUEID" val="686"/>
</p:tagLst>
</file>

<file path=ppt/tags/tag479.xml><?xml version="1.0" encoding="utf-8"?>
<p:tagLst xmlns:p="http://schemas.openxmlformats.org/presentationml/2006/main">
  <p:tag name="AS_OS" val="Unix 5.10.134.13"/>
  <p:tag name="AS_RELEASE_DATE" val="2025.05.31"/>
  <p:tag name="AS_TITLE" val="Aspose.Slides for Java"/>
  <p:tag name="AS_VERSION" val="25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2845</Words>
  <Application>WPS 演示</Application>
  <PresentationFormat>On-screen Show (4:3)</PresentationFormat>
  <Paragraphs>492</Paragraphs>
  <Slides>20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20</vt:i4>
      </vt:variant>
    </vt:vector>
  </HeadingPairs>
  <TitlesOfParts>
    <vt:vector size="42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Calibri</vt:lpstr>
      <vt:lpstr>微软雅黑</vt:lpstr>
      <vt:lpstr>Arial Unicode MS</vt:lpstr>
      <vt:lpstr>等线</vt:lpstr>
      <vt:lpstr>KSOFD72470BC</vt:lpstr>
      <vt:lpstr>FFont-Family</vt:lpstr>
      <vt:lpstr>KSOFD723FC5D</vt:lpstr>
      <vt:lpstr>Office Theme</vt:lpstr>
      <vt:lpstr>Word.Document.12</vt:lpstr>
      <vt:lpstr>Word.Document.12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杨传筠</cp:lastModifiedBy>
  <cp:revision>4</cp:revision>
  <cp:lastPrinted>2026-08-31T00:17:00Z</cp:lastPrinted>
  <dcterms:created xsi:type="dcterms:W3CDTF">2026-08-30T16:17:00Z</dcterms:created>
  <dcterms:modified xsi:type="dcterms:W3CDTF">2026-09-06T00:58:15Z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4E55254D4BCF4BD5AC297372BDC89969_12</vt:lpwstr>
  </property>
</Properties>
</file>