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4.svg" ContentType="image/svg+xml"/>
  <Override PartName="/ppt/media/image106.svg" ContentType="image/svg+xml"/>
  <Override PartName="/ppt/media/image110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7.svg" ContentType="image/svg+xml"/>
  <Override PartName="/ppt/media/image130.svg" ContentType="image/svg+xml"/>
  <Override PartName="/ppt/media/image132.svg" ContentType="image/svg+xml"/>
  <Override PartName="/ppt/media/image137.svg" ContentType="image/svg+xml"/>
  <Override PartName="/ppt/media/image141.svg" ContentType="image/svg+xml"/>
  <Override PartName="/ppt/media/image146.svg" ContentType="image/svg+xml"/>
  <Override PartName="/ppt/media/image149.svg" ContentType="image/svg+xml"/>
  <Override PartName="/ppt/media/image15.svg" ContentType="image/svg+xml"/>
  <Override PartName="/ppt/media/image151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1.svg" ContentType="image/svg+xml"/>
  <Override PartName="/ppt/media/image166.svg" ContentType="image/svg+xml"/>
  <Override PartName="/ppt/media/image168.svg" ContentType="image/svg+xml"/>
  <Override PartName="/ppt/media/image17.svg" ContentType="image/svg+xml"/>
  <Override PartName="/ppt/media/image171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0.svg" ContentType="image/svg+xml"/>
  <Override PartName="/ppt/media/image183.svg" ContentType="image/svg+xml"/>
  <Override PartName="/ppt/media/image21.svg" ContentType="image/svg+xml"/>
  <Override PartName="/ppt/media/image25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2.svg" ContentType="image/svg+xml"/>
  <Override PartName="/ppt/media/image55.svg" ContentType="image/svg+xml"/>
  <Override PartName="/ppt/media/image58.svg" ContentType="image/svg+xml"/>
  <Override PartName="/ppt/media/image62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1.svg" ContentType="image/svg+xml"/>
  <Override PartName="/ppt/media/image84.svg" ContentType="image/svg+xml"/>
  <Override PartName="/ppt/media/image87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  <p:sldId id="319" r:id="rId24"/>
    <p:sldId id="322" r:id="rId25"/>
    <p:sldId id="325" r:id="rId26"/>
    <p:sldId id="328" r:id="rId27"/>
    <p:sldId id="331" r:id="rId28"/>
    <p:sldId id="334" r:id="rId29"/>
    <p:sldId id="337" r:id="rId30"/>
    <p:sldId id="340" r:id="rId31"/>
    <p:sldId id="343" r:id="rId32"/>
    <p:sldId id="344" r:id="rId33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837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836.xml"/><Relationship Id="rId5" Type="http://schemas.openxmlformats.org/officeDocument/2006/relationships/tags" Target="../tags/tag835.xml"/><Relationship Id="rId4" Type="http://schemas.openxmlformats.org/officeDocument/2006/relationships/tags" Target="../tags/tag834.xml"/><Relationship Id="rId3" Type="http://schemas.openxmlformats.org/officeDocument/2006/relationships/tags" Target="../tags/tag833.xml"/><Relationship Id="rId2" Type="http://schemas.openxmlformats.org/officeDocument/2006/relationships/tags" Target="../tags/tag832.xml"/><Relationship Id="rId1" Type="http://schemas.openxmlformats.org/officeDocument/2006/relationships/tags" Target="../tags/tag8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" Type="http://schemas.openxmlformats.org/officeDocument/2006/relationships/tags" Target="../tags/tag44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504.xml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535.xml"/><Relationship Id="rId4" Type="http://schemas.openxmlformats.org/officeDocument/2006/relationships/tags" Target="../tags/tag534.xml"/><Relationship Id="rId3" Type="http://schemas.openxmlformats.org/officeDocument/2006/relationships/tags" Target="../tags/tag53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568.xml"/><Relationship Id="rId4" Type="http://schemas.openxmlformats.org/officeDocument/2006/relationships/tags" Target="../tags/tag567.xml"/><Relationship Id="rId3" Type="http://schemas.openxmlformats.org/officeDocument/2006/relationships/tags" Target="../tags/tag56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5" Type="http://schemas.openxmlformats.org/officeDocument/2006/relationships/tags" Target="../tags/tag578.xml"/><Relationship Id="rId4" Type="http://schemas.openxmlformats.org/officeDocument/2006/relationships/tags" Target="../tags/tag577.xml"/><Relationship Id="rId3" Type="http://schemas.openxmlformats.org/officeDocument/2006/relationships/tags" Target="../tags/tag57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5" Type="http://schemas.openxmlformats.org/officeDocument/2006/relationships/tags" Target="../tags/tag619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5" Type="http://schemas.openxmlformats.org/officeDocument/2006/relationships/tags" Target="../tags/tag709.xml"/><Relationship Id="rId4" Type="http://schemas.openxmlformats.org/officeDocument/2006/relationships/tags" Target="../tags/tag708.xml"/><Relationship Id="rId3" Type="http://schemas.openxmlformats.org/officeDocument/2006/relationships/tags" Target="../tags/tag70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5" Type="http://schemas.openxmlformats.org/officeDocument/2006/relationships/tags" Target="../tags/tag770.xml"/><Relationship Id="rId4" Type="http://schemas.openxmlformats.org/officeDocument/2006/relationships/tags" Target="../tags/tag769.xml"/><Relationship Id="rId3" Type="http://schemas.openxmlformats.org/officeDocument/2006/relationships/tags" Target="../tags/tag76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5" Type="http://schemas.openxmlformats.org/officeDocument/2006/relationships/tags" Target="../tags/tag799.xml"/><Relationship Id="rId4" Type="http://schemas.openxmlformats.org/officeDocument/2006/relationships/tags" Target="../tags/tag798.xml"/><Relationship Id="rId3" Type="http://schemas.openxmlformats.org/officeDocument/2006/relationships/tags" Target="../tags/tag79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5" Type="http://schemas.openxmlformats.org/officeDocument/2006/relationships/tags" Target="../tags/tag830.xml"/><Relationship Id="rId4" Type="http://schemas.openxmlformats.org/officeDocument/2006/relationships/tags" Target="../tags/tag829.xml"/><Relationship Id="rId3" Type="http://schemas.openxmlformats.org/officeDocument/2006/relationships/tags" Target="../tags/tag82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9.png"/><Relationship Id="rId3" Type="http://schemas.openxmlformats.org/officeDocument/2006/relationships/tags" Target="../tags/tag21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image" Target="../media/image1.png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image" Target="../media/image1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image" Target="../media/image12.png"/><Relationship Id="rId5" Type="http://schemas.openxmlformats.org/officeDocument/2006/relationships/tags" Target="../tags/tag55.xml"/><Relationship Id="rId4" Type="http://schemas.openxmlformats.org/officeDocument/2006/relationships/image" Target="../media/image11.png"/><Relationship Id="rId36" Type="http://schemas.openxmlformats.org/officeDocument/2006/relationships/notesSlide" Target="../notesSlides/notesSlide4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image" Target="../media/image19.png"/><Relationship Id="rId31" Type="http://schemas.openxmlformats.org/officeDocument/2006/relationships/tags" Target="../tags/tag74.xml"/><Relationship Id="rId30" Type="http://schemas.openxmlformats.org/officeDocument/2006/relationships/image" Target="../media/image18.png"/><Relationship Id="rId3" Type="http://schemas.openxmlformats.org/officeDocument/2006/relationships/tags" Target="../tags/tag54.xml"/><Relationship Id="rId29" Type="http://schemas.openxmlformats.org/officeDocument/2006/relationships/tags" Target="../tags/tag73.xml"/><Relationship Id="rId28" Type="http://schemas.openxmlformats.org/officeDocument/2006/relationships/image" Target="../media/image17.svg"/><Relationship Id="rId27" Type="http://schemas.openxmlformats.org/officeDocument/2006/relationships/image" Target="../media/image16.png"/><Relationship Id="rId26" Type="http://schemas.openxmlformats.org/officeDocument/2006/relationships/tags" Target="../tags/tag72.xml"/><Relationship Id="rId25" Type="http://schemas.openxmlformats.org/officeDocument/2006/relationships/tags" Target="../tags/tag71.xml"/><Relationship Id="rId24" Type="http://schemas.openxmlformats.org/officeDocument/2006/relationships/tags" Target="../tags/tag70.xml"/><Relationship Id="rId23" Type="http://schemas.openxmlformats.org/officeDocument/2006/relationships/tags" Target="../tags/tag69.xml"/><Relationship Id="rId22" Type="http://schemas.openxmlformats.org/officeDocument/2006/relationships/tags" Target="../tags/tag68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image" Target="../media/image10.png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tags" Target="../tags/tag58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image" Target="../media/image12.png"/><Relationship Id="rId5" Type="http://schemas.openxmlformats.org/officeDocument/2006/relationships/tags" Target="../tags/tag82.xml"/><Relationship Id="rId4" Type="http://schemas.openxmlformats.org/officeDocument/2006/relationships/image" Target="../media/image11.png"/><Relationship Id="rId38" Type="http://schemas.openxmlformats.org/officeDocument/2006/relationships/notesSlide" Target="../notesSlides/notesSlide5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106.xml"/><Relationship Id="rId35" Type="http://schemas.openxmlformats.org/officeDocument/2006/relationships/tags" Target="../tags/tag105.xml"/><Relationship Id="rId34" Type="http://schemas.openxmlformats.org/officeDocument/2006/relationships/tags" Target="../tags/tag104.xml"/><Relationship Id="rId33" Type="http://schemas.openxmlformats.org/officeDocument/2006/relationships/tags" Target="../tags/tag103.xml"/><Relationship Id="rId32" Type="http://schemas.openxmlformats.org/officeDocument/2006/relationships/tags" Target="../tags/tag102.xml"/><Relationship Id="rId31" Type="http://schemas.openxmlformats.org/officeDocument/2006/relationships/tags" Target="../tags/tag101.xml"/><Relationship Id="rId30" Type="http://schemas.openxmlformats.org/officeDocument/2006/relationships/tags" Target="../tags/tag100.xml"/><Relationship Id="rId3" Type="http://schemas.openxmlformats.org/officeDocument/2006/relationships/tags" Target="../tags/tag81.xml"/><Relationship Id="rId29" Type="http://schemas.openxmlformats.org/officeDocument/2006/relationships/tags" Target="../tags/tag99.xml"/><Relationship Id="rId28" Type="http://schemas.openxmlformats.org/officeDocument/2006/relationships/image" Target="../media/image25.svg"/><Relationship Id="rId27" Type="http://schemas.openxmlformats.org/officeDocument/2006/relationships/image" Target="../media/image24.png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image" Target="../media/image23.png"/><Relationship Id="rId23" Type="http://schemas.openxmlformats.org/officeDocument/2006/relationships/tags" Target="../tags/tag96.xml"/><Relationship Id="rId22" Type="http://schemas.openxmlformats.org/officeDocument/2006/relationships/tags" Target="../tags/tag95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image" Target="../media/image10.png"/><Relationship Id="rId19" Type="http://schemas.openxmlformats.org/officeDocument/2006/relationships/image" Target="../media/image22.png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image" Target="../media/image21.svg"/><Relationship Id="rId1" Type="http://schemas.openxmlformats.org/officeDocument/2006/relationships/tags" Target="../tags/tag8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image" Target="../media/image1.png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image" Target="../media/image12.png"/><Relationship Id="rId5" Type="http://schemas.openxmlformats.org/officeDocument/2006/relationships/tags" Target="../tags/tag121.xml"/><Relationship Id="rId4" Type="http://schemas.openxmlformats.org/officeDocument/2006/relationships/image" Target="../media/image11.png"/><Relationship Id="rId33" Type="http://schemas.openxmlformats.org/officeDocument/2006/relationships/notesSlide" Target="../notesSlides/notesSlide7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143.xml"/><Relationship Id="rId30" Type="http://schemas.openxmlformats.org/officeDocument/2006/relationships/tags" Target="../tags/tag142.xml"/><Relationship Id="rId3" Type="http://schemas.openxmlformats.org/officeDocument/2006/relationships/tags" Target="../tags/tag120.xml"/><Relationship Id="rId29" Type="http://schemas.openxmlformats.org/officeDocument/2006/relationships/tags" Target="../tags/tag141.xml"/><Relationship Id="rId28" Type="http://schemas.openxmlformats.org/officeDocument/2006/relationships/tags" Target="../tags/tag140.xml"/><Relationship Id="rId27" Type="http://schemas.openxmlformats.org/officeDocument/2006/relationships/tags" Target="../tags/tag139.xml"/><Relationship Id="rId26" Type="http://schemas.openxmlformats.org/officeDocument/2006/relationships/tags" Target="../tags/tag138.xml"/><Relationship Id="rId25" Type="http://schemas.openxmlformats.org/officeDocument/2006/relationships/tags" Target="../tags/tag137.xml"/><Relationship Id="rId24" Type="http://schemas.openxmlformats.org/officeDocument/2006/relationships/tags" Target="../tags/tag136.xml"/><Relationship Id="rId23" Type="http://schemas.openxmlformats.org/officeDocument/2006/relationships/tags" Target="../tags/tag135.xml"/><Relationship Id="rId22" Type="http://schemas.openxmlformats.org/officeDocument/2006/relationships/tags" Target="../tags/tag134.xml"/><Relationship Id="rId21" Type="http://schemas.openxmlformats.org/officeDocument/2006/relationships/tags" Target="../tags/tag133.xml"/><Relationship Id="rId20" Type="http://schemas.openxmlformats.org/officeDocument/2006/relationships/tags" Target="../tags/tag132.xml"/><Relationship Id="rId2" Type="http://schemas.openxmlformats.org/officeDocument/2006/relationships/image" Target="../media/image10.png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tags" Target="../tags/tag125.xml"/><Relationship Id="rId10" Type="http://schemas.openxmlformats.org/officeDocument/2006/relationships/image" Target="../media/image26.png"/><Relationship Id="rId1" Type="http://schemas.openxmlformats.org/officeDocument/2006/relationships/tags" Target="../tags/tag1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image" Target="../media/image12.png"/><Relationship Id="rId5" Type="http://schemas.openxmlformats.org/officeDocument/2006/relationships/tags" Target="../tags/tag149.xml"/><Relationship Id="rId4" Type="http://schemas.openxmlformats.org/officeDocument/2006/relationships/image" Target="../media/image11.png"/><Relationship Id="rId3" Type="http://schemas.openxmlformats.org/officeDocument/2006/relationships/tags" Target="../tags/tag148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58.xml"/><Relationship Id="rId2" Type="http://schemas.openxmlformats.org/officeDocument/2006/relationships/image" Target="../media/image10.png"/><Relationship Id="rId19" Type="http://schemas.openxmlformats.org/officeDocument/2006/relationships/tags" Target="../tags/tag157.xml"/><Relationship Id="rId18" Type="http://schemas.openxmlformats.org/officeDocument/2006/relationships/image" Target="../media/image33.svg"/><Relationship Id="rId17" Type="http://schemas.openxmlformats.org/officeDocument/2006/relationships/image" Target="../media/image32.png"/><Relationship Id="rId16" Type="http://schemas.openxmlformats.org/officeDocument/2006/relationships/tags" Target="../tags/tag156.xml"/><Relationship Id="rId15" Type="http://schemas.openxmlformats.org/officeDocument/2006/relationships/image" Target="../media/image31.svg"/><Relationship Id="rId14" Type="http://schemas.openxmlformats.org/officeDocument/2006/relationships/image" Target="../media/image30.png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image" Target="../media/image29.png"/><Relationship Id="rId1" Type="http://schemas.openxmlformats.org/officeDocument/2006/relationships/tags" Target="../tags/tag14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image" Target="../media/image1.png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image" Target="../media/image12.png"/><Relationship Id="rId50" Type="http://schemas.openxmlformats.org/officeDocument/2006/relationships/notesSlide" Target="../notesSlides/notesSlide10.xml"/><Relationship Id="rId5" Type="http://schemas.openxmlformats.org/officeDocument/2006/relationships/tags" Target="../tags/tag173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211.xml"/><Relationship Id="rId47" Type="http://schemas.openxmlformats.org/officeDocument/2006/relationships/tags" Target="../tags/tag210.xml"/><Relationship Id="rId46" Type="http://schemas.openxmlformats.org/officeDocument/2006/relationships/tags" Target="../tags/tag209.xml"/><Relationship Id="rId45" Type="http://schemas.openxmlformats.org/officeDocument/2006/relationships/tags" Target="../tags/tag208.xml"/><Relationship Id="rId44" Type="http://schemas.openxmlformats.org/officeDocument/2006/relationships/tags" Target="../tags/tag207.xml"/><Relationship Id="rId43" Type="http://schemas.openxmlformats.org/officeDocument/2006/relationships/tags" Target="../tags/tag206.xml"/><Relationship Id="rId42" Type="http://schemas.openxmlformats.org/officeDocument/2006/relationships/tags" Target="../tags/tag205.xml"/><Relationship Id="rId41" Type="http://schemas.openxmlformats.org/officeDocument/2006/relationships/tags" Target="../tags/tag204.xml"/><Relationship Id="rId40" Type="http://schemas.openxmlformats.org/officeDocument/2006/relationships/tags" Target="../tags/tag203.xml"/><Relationship Id="rId4" Type="http://schemas.openxmlformats.org/officeDocument/2006/relationships/image" Target="../media/image11.png"/><Relationship Id="rId39" Type="http://schemas.openxmlformats.org/officeDocument/2006/relationships/tags" Target="../tags/tag202.xml"/><Relationship Id="rId38" Type="http://schemas.openxmlformats.org/officeDocument/2006/relationships/tags" Target="../tags/tag201.xml"/><Relationship Id="rId37" Type="http://schemas.openxmlformats.org/officeDocument/2006/relationships/tags" Target="../tags/tag200.xml"/><Relationship Id="rId36" Type="http://schemas.openxmlformats.org/officeDocument/2006/relationships/tags" Target="../tags/tag199.xml"/><Relationship Id="rId35" Type="http://schemas.openxmlformats.org/officeDocument/2006/relationships/tags" Target="../tags/tag198.xml"/><Relationship Id="rId34" Type="http://schemas.openxmlformats.org/officeDocument/2006/relationships/tags" Target="../tags/tag197.xml"/><Relationship Id="rId33" Type="http://schemas.openxmlformats.org/officeDocument/2006/relationships/tags" Target="../tags/tag196.xml"/><Relationship Id="rId32" Type="http://schemas.openxmlformats.org/officeDocument/2006/relationships/tags" Target="../tags/tag195.xml"/><Relationship Id="rId31" Type="http://schemas.openxmlformats.org/officeDocument/2006/relationships/tags" Target="../tags/tag194.xml"/><Relationship Id="rId30" Type="http://schemas.openxmlformats.org/officeDocument/2006/relationships/tags" Target="../tags/tag193.xml"/><Relationship Id="rId3" Type="http://schemas.openxmlformats.org/officeDocument/2006/relationships/tags" Target="../tags/tag172.xml"/><Relationship Id="rId29" Type="http://schemas.openxmlformats.org/officeDocument/2006/relationships/tags" Target="../tags/tag192.xml"/><Relationship Id="rId28" Type="http://schemas.openxmlformats.org/officeDocument/2006/relationships/tags" Target="../tags/tag191.xml"/><Relationship Id="rId27" Type="http://schemas.openxmlformats.org/officeDocument/2006/relationships/tags" Target="../tags/tag190.xml"/><Relationship Id="rId26" Type="http://schemas.openxmlformats.org/officeDocument/2006/relationships/tags" Target="../tags/tag189.xml"/><Relationship Id="rId25" Type="http://schemas.openxmlformats.org/officeDocument/2006/relationships/tags" Target="../tags/tag188.xml"/><Relationship Id="rId24" Type="http://schemas.openxmlformats.org/officeDocument/2006/relationships/tags" Target="../tags/tag187.xml"/><Relationship Id="rId23" Type="http://schemas.openxmlformats.org/officeDocument/2006/relationships/tags" Target="../tags/tag186.xml"/><Relationship Id="rId22" Type="http://schemas.openxmlformats.org/officeDocument/2006/relationships/tags" Target="../tags/tag185.xml"/><Relationship Id="rId21" Type="http://schemas.openxmlformats.org/officeDocument/2006/relationships/tags" Target="../tags/tag184.xml"/><Relationship Id="rId20" Type="http://schemas.openxmlformats.org/officeDocument/2006/relationships/tags" Target="../tags/tag183.xml"/><Relationship Id="rId2" Type="http://schemas.openxmlformats.org/officeDocument/2006/relationships/image" Target="../media/image10.png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image" Target="../media/image37.svg"/><Relationship Id="rId13" Type="http://schemas.openxmlformats.org/officeDocument/2006/relationships/image" Target="../media/image36.png"/><Relationship Id="rId12" Type="http://schemas.openxmlformats.org/officeDocument/2006/relationships/tags" Target="../tags/tag177.xml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tags" Target="../tags/tag17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5" Type="http://schemas.openxmlformats.org/officeDocument/2006/relationships/notesSlide" Target="../notesSlides/notesSlide11.xml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253.xml"/><Relationship Id="rId62" Type="http://schemas.openxmlformats.org/officeDocument/2006/relationships/tags" Target="../tags/tag252.xml"/><Relationship Id="rId61" Type="http://schemas.openxmlformats.org/officeDocument/2006/relationships/tags" Target="../tags/tag251.xml"/><Relationship Id="rId60" Type="http://schemas.openxmlformats.org/officeDocument/2006/relationships/tags" Target="../tags/tag250.xml"/><Relationship Id="rId6" Type="http://schemas.openxmlformats.org/officeDocument/2006/relationships/image" Target="../media/image12.png"/><Relationship Id="rId59" Type="http://schemas.openxmlformats.org/officeDocument/2006/relationships/image" Target="../media/image58.svg"/><Relationship Id="rId58" Type="http://schemas.openxmlformats.org/officeDocument/2006/relationships/image" Target="../media/image57.png"/><Relationship Id="rId57" Type="http://schemas.openxmlformats.org/officeDocument/2006/relationships/tags" Target="../tags/tag249.xml"/><Relationship Id="rId56" Type="http://schemas.openxmlformats.org/officeDocument/2006/relationships/image" Target="../media/image56.png"/><Relationship Id="rId55" Type="http://schemas.openxmlformats.org/officeDocument/2006/relationships/tags" Target="../tags/tag248.xml"/><Relationship Id="rId54" Type="http://schemas.openxmlformats.org/officeDocument/2006/relationships/image" Target="../media/image55.svg"/><Relationship Id="rId53" Type="http://schemas.openxmlformats.org/officeDocument/2006/relationships/image" Target="../media/image54.png"/><Relationship Id="rId52" Type="http://schemas.openxmlformats.org/officeDocument/2006/relationships/tags" Target="../tags/tag247.xml"/><Relationship Id="rId51" Type="http://schemas.openxmlformats.org/officeDocument/2006/relationships/tags" Target="../tags/tag246.xml"/><Relationship Id="rId50" Type="http://schemas.openxmlformats.org/officeDocument/2006/relationships/tags" Target="../tags/tag245.xml"/><Relationship Id="rId5" Type="http://schemas.openxmlformats.org/officeDocument/2006/relationships/tags" Target="../tags/tag217.xml"/><Relationship Id="rId49" Type="http://schemas.openxmlformats.org/officeDocument/2006/relationships/tags" Target="../tags/tag244.xml"/><Relationship Id="rId48" Type="http://schemas.openxmlformats.org/officeDocument/2006/relationships/image" Target="../media/image53.png"/><Relationship Id="rId47" Type="http://schemas.openxmlformats.org/officeDocument/2006/relationships/tags" Target="../tags/tag243.xml"/><Relationship Id="rId46" Type="http://schemas.openxmlformats.org/officeDocument/2006/relationships/tags" Target="../tags/tag242.xml"/><Relationship Id="rId45" Type="http://schemas.openxmlformats.org/officeDocument/2006/relationships/tags" Target="../tags/tag241.xml"/><Relationship Id="rId44" Type="http://schemas.openxmlformats.org/officeDocument/2006/relationships/tags" Target="../tags/tag240.xml"/><Relationship Id="rId43" Type="http://schemas.openxmlformats.org/officeDocument/2006/relationships/image" Target="../media/image52.svg"/><Relationship Id="rId42" Type="http://schemas.openxmlformats.org/officeDocument/2006/relationships/image" Target="../media/image51.png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image" Target="../media/image11.png"/><Relationship Id="rId39" Type="http://schemas.openxmlformats.org/officeDocument/2006/relationships/tags" Target="../tags/tag237.xml"/><Relationship Id="rId38" Type="http://schemas.openxmlformats.org/officeDocument/2006/relationships/image" Target="../media/image50.png"/><Relationship Id="rId37" Type="http://schemas.openxmlformats.org/officeDocument/2006/relationships/tags" Target="../tags/tag236.xml"/><Relationship Id="rId36" Type="http://schemas.openxmlformats.org/officeDocument/2006/relationships/tags" Target="../tags/tag235.xml"/><Relationship Id="rId35" Type="http://schemas.openxmlformats.org/officeDocument/2006/relationships/tags" Target="../tags/tag234.xml"/><Relationship Id="rId34" Type="http://schemas.openxmlformats.org/officeDocument/2006/relationships/tags" Target="../tags/tag233.xml"/><Relationship Id="rId33" Type="http://schemas.openxmlformats.org/officeDocument/2006/relationships/tags" Target="../tags/tag232.xml"/><Relationship Id="rId32" Type="http://schemas.openxmlformats.org/officeDocument/2006/relationships/tags" Target="../tags/tag231.xml"/><Relationship Id="rId31" Type="http://schemas.openxmlformats.org/officeDocument/2006/relationships/image" Target="../media/image49.svg"/><Relationship Id="rId30" Type="http://schemas.openxmlformats.org/officeDocument/2006/relationships/image" Target="../media/image48.png"/><Relationship Id="rId3" Type="http://schemas.openxmlformats.org/officeDocument/2006/relationships/tags" Target="../tags/tag216.xml"/><Relationship Id="rId29" Type="http://schemas.openxmlformats.org/officeDocument/2006/relationships/tags" Target="../tags/tag230.xml"/><Relationship Id="rId28" Type="http://schemas.openxmlformats.org/officeDocument/2006/relationships/image" Target="../media/image47.png"/><Relationship Id="rId27" Type="http://schemas.openxmlformats.org/officeDocument/2006/relationships/tags" Target="../tags/tag229.xml"/><Relationship Id="rId26" Type="http://schemas.openxmlformats.org/officeDocument/2006/relationships/tags" Target="../tags/tag228.xml"/><Relationship Id="rId25" Type="http://schemas.openxmlformats.org/officeDocument/2006/relationships/tags" Target="../tags/tag227.xml"/><Relationship Id="rId24" Type="http://schemas.openxmlformats.org/officeDocument/2006/relationships/image" Target="../media/image46.svg"/><Relationship Id="rId23" Type="http://schemas.openxmlformats.org/officeDocument/2006/relationships/image" Target="../media/image45.png"/><Relationship Id="rId22" Type="http://schemas.openxmlformats.org/officeDocument/2006/relationships/tags" Target="../tags/tag226.xml"/><Relationship Id="rId21" Type="http://schemas.openxmlformats.org/officeDocument/2006/relationships/image" Target="../media/image44.svg"/><Relationship Id="rId20" Type="http://schemas.openxmlformats.org/officeDocument/2006/relationships/image" Target="../media/image43.png"/><Relationship Id="rId2" Type="http://schemas.openxmlformats.org/officeDocument/2006/relationships/image" Target="../media/image10.png"/><Relationship Id="rId19" Type="http://schemas.openxmlformats.org/officeDocument/2006/relationships/tags" Target="../tags/tag225.xml"/><Relationship Id="rId18" Type="http://schemas.openxmlformats.org/officeDocument/2006/relationships/tags" Target="../tags/tag224.xml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tags" Target="../tags/tag223.xml"/><Relationship Id="rId14" Type="http://schemas.openxmlformats.org/officeDocument/2006/relationships/image" Target="../media/image40.png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image" Target="../media/image39.svg"/><Relationship Id="rId1" Type="http://schemas.openxmlformats.org/officeDocument/2006/relationships/tags" Target="../tags/tag21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image" Target="../media/image12.png"/><Relationship Id="rId5" Type="http://schemas.openxmlformats.org/officeDocument/2006/relationships/tags" Target="../tags/tag259.xml"/><Relationship Id="rId46" Type="http://schemas.openxmlformats.org/officeDocument/2006/relationships/notesSlide" Target="../notesSlides/notesSlide12.xml"/><Relationship Id="rId45" Type="http://schemas.openxmlformats.org/officeDocument/2006/relationships/slideLayout" Target="../slideLayouts/slideLayout1.xml"/><Relationship Id="rId44" Type="http://schemas.openxmlformats.org/officeDocument/2006/relationships/tags" Target="../tags/tag286.xml"/><Relationship Id="rId43" Type="http://schemas.openxmlformats.org/officeDocument/2006/relationships/tags" Target="../tags/tag285.xml"/><Relationship Id="rId42" Type="http://schemas.openxmlformats.org/officeDocument/2006/relationships/tags" Target="../tags/tag284.xml"/><Relationship Id="rId41" Type="http://schemas.openxmlformats.org/officeDocument/2006/relationships/tags" Target="../tags/tag283.xml"/><Relationship Id="rId40" Type="http://schemas.openxmlformats.org/officeDocument/2006/relationships/tags" Target="../tags/tag282.xml"/><Relationship Id="rId4" Type="http://schemas.openxmlformats.org/officeDocument/2006/relationships/image" Target="../media/image11.png"/><Relationship Id="rId39" Type="http://schemas.openxmlformats.org/officeDocument/2006/relationships/image" Target="../media/image68.svg"/><Relationship Id="rId38" Type="http://schemas.openxmlformats.org/officeDocument/2006/relationships/image" Target="../media/image67.png"/><Relationship Id="rId37" Type="http://schemas.openxmlformats.org/officeDocument/2006/relationships/tags" Target="../tags/tag281.xml"/><Relationship Id="rId36" Type="http://schemas.openxmlformats.org/officeDocument/2006/relationships/tags" Target="../tags/tag280.xml"/><Relationship Id="rId35" Type="http://schemas.openxmlformats.org/officeDocument/2006/relationships/tags" Target="../tags/tag279.xml"/><Relationship Id="rId34" Type="http://schemas.openxmlformats.org/officeDocument/2006/relationships/tags" Target="../tags/tag278.xml"/><Relationship Id="rId33" Type="http://schemas.openxmlformats.org/officeDocument/2006/relationships/tags" Target="../tags/tag277.xml"/><Relationship Id="rId32" Type="http://schemas.openxmlformats.org/officeDocument/2006/relationships/tags" Target="../tags/tag276.xml"/><Relationship Id="rId31" Type="http://schemas.openxmlformats.org/officeDocument/2006/relationships/image" Target="../media/image66.svg"/><Relationship Id="rId30" Type="http://schemas.openxmlformats.org/officeDocument/2006/relationships/image" Target="../media/image65.png"/><Relationship Id="rId3" Type="http://schemas.openxmlformats.org/officeDocument/2006/relationships/tags" Target="../tags/tag258.xml"/><Relationship Id="rId29" Type="http://schemas.openxmlformats.org/officeDocument/2006/relationships/tags" Target="../tags/tag275.xml"/><Relationship Id="rId28" Type="http://schemas.openxmlformats.org/officeDocument/2006/relationships/image" Target="../media/image64.png"/><Relationship Id="rId27" Type="http://schemas.openxmlformats.org/officeDocument/2006/relationships/tags" Target="../tags/tag274.xml"/><Relationship Id="rId26" Type="http://schemas.openxmlformats.org/officeDocument/2006/relationships/tags" Target="../tags/tag273.xml"/><Relationship Id="rId25" Type="http://schemas.openxmlformats.org/officeDocument/2006/relationships/image" Target="../media/image15.svg"/><Relationship Id="rId24" Type="http://schemas.openxmlformats.org/officeDocument/2006/relationships/image" Target="../media/image63.png"/><Relationship Id="rId23" Type="http://schemas.openxmlformats.org/officeDocument/2006/relationships/tags" Target="../tags/tag272.xml"/><Relationship Id="rId22" Type="http://schemas.openxmlformats.org/officeDocument/2006/relationships/image" Target="../media/image62.svg"/><Relationship Id="rId21" Type="http://schemas.openxmlformats.org/officeDocument/2006/relationships/image" Target="../media/image61.png"/><Relationship Id="rId20" Type="http://schemas.openxmlformats.org/officeDocument/2006/relationships/tags" Target="../tags/tag271.xml"/><Relationship Id="rId2" Type="http://schemas.openxmlformats.org/officeDocument/2006/relationships/image" Target="../media/image10.png"/><Relationship Id="rId19" Type="http://schemas.openxmlformats.org/officeDocument/2006/relationships/tags" Target="../tags/tag270.xml"/><Relationship Id="rId18" Type="http://schemas.openxmlformats.org/officeDocument/2006/relationships/tags" Target="../tags/tag269.xml"/><Relationship Id="rId17" Type="http://schemas.openxmlformats.org/officeDocument/2006/relationships/tags" Target="../tags/tag268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image" Target="../media/image60.png"/><Relationship Id="rId12" Type="http://schemas.openxmlformats.org/officeDocument/2006/relationships/tags" Target="../tags/tag264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tags" Target="../tags/tag25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image" Target="../media/image12.png"/><Relationship Id="rId5" Type="http://schemas.openxmlformats.org/officeDocument/2006/relationships/tags" Target="../tags/tag292.xml"/><Relationship Id="rId49" Type="http://schemas.openxmlformats.org/officeDocument/2006/relationships/notesSlide" Target="../notesSlides/notesSlide13.xml"/><Relationship Id="rId48" Type="http://schemas.openxmlformats.org/officeDocument/2006/relationships/slideLayout" Target="../slideLayouts/slideLayout1.xml"/><Relationship Id="rId47" Type="http://schemas.openxmlformats.org/officeDocument/2006/relationships/tags" Target="../tags/tag322.xml"/><Relationship Id="rId46" Type="http://schemas.openxmlformats.org/officeDocument/2006/relationships/tags" Target="../tags/tag321.xml"/><Relationship Id="rId45" Type="http://schemas.openxmlformats.org/officeDocument/2006/relationships/image" Target="../media/image79.png"/><Relationship Id="rId44" Type="http://schemas.openxmlformats.org/officeDocument/2006/relationships/tags" Target="../tags/tag320.xml"/><Relationship Id="rId43" Type="http://schemas.openxmlformats.org/officeDocument/2006/relationships/tags" Target="../tags/tag319.xml"/><Relationship Id="rId42" Type="http://schemas.openxmlformats.org/officeDocument/2006/relationships/image" Target="../media/image78.png"/><Relationship Id="rId41" Type="http://schemas.openxmlformats.org/officeDocument/2006/relationships/tags" Target="../tags/tag318.xml"/><Relationship Id="rId40" Type="http://schemas.openxmlformats.org/officeDocument/2006/relationships/tags" Target="../tags/tag317.xml"/><Relationship Id="rId4" Type="http://schemas.openxmlformats.org/officeDocument/2006/relationships/image" Target="../media/image11.png"/><Relationship Id="rId39" Type="http://schemas.openxmlformats.org/officeDocument/2006/relationships/image" Target="../media/image77.svg"/><Relationship Id="rId38" Type="http://schemas.openxmlformats.org/officeDocument/2006/relationships/image" Target="../media/image76.png"/><Relationship Id="rId37" Type="http://schemas.openxmlformats.org/officeDocument/2006/relationships/tags" Target="../tags/tag316.xml"/><Relationship Id="rId36" Type="http://schemas.openxmlformats.org/officeDocument/2006/relationships/tags" Target="../tags/tag315.xml"/><Relationship Id="rId35" Type="http://schemas.openxmlformats.org/officeDocument/2006/relationships/tags" Target="../tags/tag314.xml"/><Relationship Id="rId34" Type="http://schemas.openxmlformats.org/officeDocument/2006/relationships/tags" Target="../tags/tag313.xml"/><Relationship Id="rId33" Type="http://schemas.openxmlformats.org/officeDocument/2006/relationships/tags" Target="../tags/tag312.xml"/><Relationship Id="rId32" Type="http://schemas.openxmlformats.org/officeDocument/2006/relationships/tags" Target="../tags/tag311.xml"/><Relationship Id="rId31" Type="http://schemas.openxmlformats.org/officeDocument/2006/relationships/image" Target="../media/image75.svg"/><Relationship Id="rId30" Type="http://schemas.openxmlformats.org/officeDocument/2006/relationships/image" Target="../media/image74.png"/><Relationship Id="rId3" Type="http://schemas.openxmlformats.org/officeDocument/2006/relationships/tags" Target="../tags/tag291.xml"/><Relationship Id="rId29" Type="http://schemas.openxmlformats.org/officeDocument/2006/relationships/tags" Target="../tags/tag310.xml"/><Relationship Id="rId28" Type="http://schemas.openxmlformats.org/officeDocument/2006/relationships/tags" Target="../tags/tag309.xml"/><Relationship Id="rId27" Type="http://schemas.openxmlformats.org/officeDocument/2006/relationships/image" Target="../media/image73.svg"/><Relationship Id="rId26" Type="http://schemas.openxmlformats.org/officeDocument/2006/relationships/image" Target="../media/image72.png"/><Relationship Id="rId25" Type="http://schemas.openxmlformats.org/officeDocument/2006/relationships/tags" Target="../tags/tag308.xml"/><Relationship Id="rId24" Type="http://schemas.openxmlformats.org/officeDocument/2006/relationships/image" Target="../media/image71.png"/><Relationship Id="rId23" Type="http://schemas.openxmlformats.org/officeDocument/2006/relationships/tags" Target="../tags/tag307.xml"/><Relationship Id="rId22" Type="http://schemas.openxmlformats.org/officeDocument/2006/relationships/tags" Target="../tags/tag306.xml"/><Relationship Id="rId21" Type="http://schemas.openxmlformats.org/officeDocument/2006/relationships/tags" Target="../tags/tag305.xml"/><Relationship Id="rId20" Type="http://schemas.openxmlformats.org/officeDocument/2006/relationships/tags" Target="../tags/tag304.xml"/><Relationship Id="rId2" Type="http://schemas.openxmlformats.org/officeDocument/2006/relationships/image" Target="../media/image10.png"/><Relationship Id="rId19" Type="http://schemas.openxmlformats.org/officeDocument/2006/relationships/tags" Target="../tags/tag303.xml"/><Relationship Id="rId18" Type="http://schemas.openxmlformats.org/officeDocument/2006/relationships/tags" Target="../tags/tag302.xml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image" Target="../media/image70.svg"/><Relationship Id="rId12" Type="http://schemas.openxmlformats.org/officeDocument/2006/relationships/image" Target="../media/image69.png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9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image" Target="../media/image12.png"/><Relationship Id="rId5" Type="http://schemas.openxmlformats.org/officeDocument/2006/relationships/tags" Target="../tags/tag328.xml"/><Relationship Id="rId41" Type="http://schemas.openxmlformats.org/officeDocument/2006/relationships/notesSlide" Target="../notesSlides/notesSlide14.xml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9" Type="http://schemas.openxmlformats.org/officeDocument/2006/relationships/tags" Target="../tags/tag353.xml"/><Relationship Id="rId38" Type="http://schemas.openxmlformats.org/officeDocument/2006/relationships/tags" Target="../tags/tag352.xml"/><Relationship Id="rId37" Type="http://schemas.openxmlformats.org/officeDocument/2006/relationships/tags" Target="../tags/tag351.xml"/><Relationship Id="rId36" Type="http://schemas.openxmlformats.org/officeDocument/2006/relationships/tags" Target="../tags/tag350.xml"/><Relationship Id="rId35" Type="http://schemas.openxmlformats.org/officeDocument/2006/relationships/tags" Target="../tags/tag349.xml"/><Relationship Id="rId34" Type="http://schemas.openxmlformats.org/officeDocument/2006/relationships/tags" Target="../tags/tag348.xml"/><Relationship Id="rId33" Type="http://schemas.openxmlformats.org/officeDocument/2006/relationships/image" Target="../media/image75.svg"/><Relationship Id="rId32" Type="http://schemas.openxmlformats.org/officeDocument/2006/relationships/image" Target="../media/image74.png"/><Relationship Id="rId31" Type="http://schemas.openxmlformats.org/officeDocument/2006/relationships/tags" Target="../tags/tag347.xml"/><Relationship Id="rId30" Type="http://schemas.openxmlformats.org/officeDocument/2006/relationships/tags" Target="../tags/tag346.xml"/><Relationship Id="rId3" Type="http://schemas.openxmlformats.org/officeDocument/2006/relationships/tags" Target="../tags/tag327.xml"/><Relationship Id="rId29" Type="http://schemas.openxmlformats.org/officeDocument/2006/relationships/image" Target="../media/image85.png"/><Relationship Id="rId28" Type="http://schemas.openxmlformats.org/officeDocument/2006/relationships/tags" Target="../tags/tag345.xml"/><Relationship Id="rId27" Type="http://schemas.openxmlformats.org/officeDocument/2006/relationships/tags" Target="../tags/tag344.xml"/><Relationship Id="rId26" Type="http://schemas.openxmlformats.org/officeDocument/2006/relationships/tags" Target="../tags/tag343.xml"/><Relationship Id="rId25" Type="http://schemas.openxmlformats.org/officeDocument/2006/relationships/tags" Target="../tags/tag342.xml"/><Relationship Id="rId24" Type="http://schemas.openxmlformats.org/officeDocument/2006/relationships/tags" Target="../tags/tag341.xml"/><Relationship Id="rId23" Type="http://schemas.openxmlformats.org/officeDocument/2006/relationships/tags" Target="../tags/tag340.xml"/><Relationship Id="rId22" Type="http://schemas.openxmlformats.org/officeDocument/2006/relationships/tags" Target="../tags/tag339.xml"/><Relationship Id="rId21" Type="http://schemas.openxmlformats.org/officeDocument/2006/relationships/tags" Target="../tags/tag338.xml"/><Relationship Id="rId20" Type="http://schemas.openxmlformats.org/officeDocument/2006/relationships/tags" Target="../tags/tag337.xml"/><Relationship Id="rId2" Type="http://schemas.openxmlformats.org/officeDocument/2006/relationships/image" Target="../media/image10.png"/><Relationship Id="rId19" Type="http://schemas.openxmlformats.org/officeDocument/2006/relationships/tags" Target="../tags/tag336.xml"/><Relationship Id="rId18" Type="http://schemas.openxmlformats.org/officeDocument/2006/relationships/image" Target="../media/image84.svg"/><Relationship Id="rId17" Type="http://schemas.openxmlformats.org/officeDocument/2006/relationships/image" Target="../media/image83.png"/><Relationship Id="rId16" Type="http://schemas.openxmlformats.org/officeDocument/2006/relationships/tags" Target="../tags/tag335.xml"/><Relationship Id="rId15" Type="http://schemas.openxmlformats.org/officeDocument/2006/relationships/tags" Target="../tags/tag334.xml"/><Relationship Id="rId14" Type="http://schemas.openxmlformats.org/officeDocument/2006/relationships/image" Target="../media/image82.png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image" Target="../media/image81.svg"/><Relationship Id="rId1" Type="http://schemas.openxmlformats.org/officeDocument/2006/relationships/tags" Target="../tags/tag32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tags" Target="../tags/tag361.xml"/><Relationship Id="rId77" Type="http://schemas.openxmlformats.org/officeDocument/2006/relationships/notesSlide" Target="../notesSlides/notesSlide15.xml"/><Relationship Id="rId76" Type="http://schemas.openxmlformats.org/officeDocument/2006/relationships/slideLayout" Target="../slideLayouts/slideLayout1.xml"/><Relationship Id="rId75" Type="http://schemas.openxmlformats.org/officeDocument/2006/relationships/tags" Target="../tags/tag409.xml"/><Relationship Id="rId74" Type="http://schemas.openxmlformats.org/officeDocument/2006/relationships/tags" Target="../tags/tag408.xml"/><Relationship Id="rId73" Type="http://schemas.openxmlformats.org/officeDocument/2006/relationships/image" Target="../media/image102.png"/><Relationship Id="rId72" Type="http://schemas.openxmlformats.org/officeDocument/2006/relationships/tags" Target="../tags/tag407.xml"/><Relationship Id="rId71" Type="http://schemas.openxmlformats.org/officeDocument/2006/relationships/image" Target="../media/image101.png"/><Relationship Id="rId70" Type="http://schemas.openxmlformats.org/officeDocument/2006/relationships/tags" Target="../tags/tag406.xml"/><Relationship Id="rId7" Type="http://schemas.openxmlformats.org/officeDocument/2006/relationships/tags" Target="../tags/tag360.xml"/><Relationship Id="rId69" Type="http://schemas.openxmlformats.org/officeDocument/2006/relationships/tags" Target="../tags/tag405.xml"/><Relationship Id="rId68" Type="http://schemas.openxmlformats.org/officeDocument/2006/relationships/tags" Target="../tags/tag404.xml"/><Relationship Id="rId67" Type="http://schemas.openxmlformats.org/officeDocument/2006/relationships/tags" Target="../tags/tag403.xml"/><Relationship Id="rId66" Type="http://schemas.openxmlformats.org/officeDocument/2006/relationships/image" Target="../media/image100.png"/><Relationship Id="rId65" Type="http://schemas.openxmlformats.org/officeDocument/2006/relationships/tags" Target="../tags/tag402.xml"/><Relationship Id="rId64" Type="http://schemas.openxmlformats.org/officeDocument/2006/relationships/tags" Target="../tags/tag401.xml"/><Relationship Id="rId63" Type="http://schemas.openxmlformats.org/officeDocument/2006/relationships/tags" Target="../tags/tag400.xml"/><Relationship Id="rId62" Type="http://schemas.openxmlformats.org/officeDocument/2006/relationships/tags" Target="../tags/tag399.xml"/><Relationship Id="rId61" Type="http://schemas.openxmlformats.org/officeDocument/2006/relationships/image" Target="../media/image99.png"/><Relationship Id="rId60" Type="http://schemas.openxmlformats.org/officeDocument/2006/relationships/tags" Target="../tags/tag398.xml"/><Relationship Id="rId6" Type="http://schemas.openxmlformats.org/officeDocument/2006/relationships/image" Target="../media/image12.png"/><Relationship Id="rId59" Type="http://schemas.openxmlformats.org/officeDocument/2006/relationships/tags" Target="../tags/tag397.xml"/><Relationship Id="rId58" Type="http://schemas.openxmlformats.org/officeDocument/2006/relationships/tags" Target="../tags/tag396.xml"/><Relationship Id="rId57" Type="http://schemas.openxmlformats.org/officeDocument/2006/relationships/image" Target="../media/image98.svg"/><Relationship Id="rId56" Type="http://schemas.openxmlformats.org/officeDocument/2006/relationships/image" Target="../media/image97.png"/><Relationship Id="rId55" Type="http://schemas.openxmlformats.org/officeDocument/2006/relationships/tags" Target="../tags/tag395.xml"/><Relationship Id="rId54" Type="http://schemas.openxmlformats.org/officeDocument/2006/relationships/image" Target="../media/image96.png"/><Relationship Id="rId53" Type="http://schemas.openxmlformats.org/officeDocument/2006/relationships/tags" Target="../tags/tag394.xml"/><Relationship Id="rId52" Type="http://schemas.openxmlformats.org/officeDocument/2006/relationships/image" Target="../media/image95.png"/><Relationship Id="rId51" Type="http://schemas.openxmlformats.org/officeDocument/2006/relationships/tags" Target="../tags/tag393.xml"/><Relationship Id="rId50" Type="http://schemas.openxmlformats.org/officeDocument/2006/relationships/tags" Target="../tags/tag392.xml"/><Relationship Id="rId5" Type="http://schemas.openxmlformats.org/officeDocument/2006/relationships/tags" Target="../tags/tag359.xml"/><Relationship Id="rId49" Type="http://schemas.openxmlformats.org/officeDocument/2006/relationships/image" Target="../media/image94.svg"/><Relationship Id="rId48" Type="http://schemas.openxmlformats.org/officeDocument/2006/relationships/image" Target="../media/image93.png"/><Relationship Id="rId47" Type="http://schemas.openxmlformats.org/officeDocument/2006/relationships/tags" Target="../tags/tag391.xml"/><Relationship Id="rId46" Type="http://schemas.openxmlformats.org/officeDocument/2006/relationships/image" Target="../media/image92.svg"/><Relationship Id="rId45" Type="http://schemas.openxmlformats.org/officeDocument/2006/relationships/image" Target="../media/image91.png"/><Relationship Id="rId44" Type="http://schemas.openxmlformats.org/officeDocument/2006/relationships/tags" Target="../tags/tag390.xml"/><Relationship Id="rId43" Type="http://schemas.openxmlformats.org/officeDocument/2006/relationships/tags" Target="../tags/tag389.xml"/><Relationship Id="rId42" Type="http://schemas.openxmlformats.org/officeDocument/2006/relationships/tags" Target="../tags/tag388.xml"/><Relationship Id="rId41" Type="http://schemas.openxmlformats.org/officeDocument/2006/relationships/tags" Target="../tags/tag387.xml"/><Relationship Id="rId40" Type="http://schemas.openxmlformats.org/officeDocument/2006/relationships/tags" Target="../tags/tag386.xml"/><Relationship Id="rId4" Type="http://schemas.openxmlformats.org/officeDocument/2006/relationships/image" Target="../media/image11.png"/><Relationship Id="rId39" Type="http://schemas.openxmlformats.org/officeDocument/2006/relationships/tags" Target="../tags/tag385.xml"/><Relationship Id="rId38" Type="http://schemas.openxmlformats.org/officeDocument/2006/relationships/tags" Target="../tags/tag384.xml"/><Relationship Id="rId37" Type="http://schemas.openxmlformats.org/officeDocument/2006/relationships/tags" Target="../tags/tag383.xml"/><Relationship Id="rId36" Type="http://schemas.openxmlformats.org/officeDocument/2006/relationships/tags" Target="../tags/tag382.xml"/><Relationship Id="rId35" Type="http://schemas.openxmlformats.org/officeDocument/2006/relationships/tags" Target="../tags/tag381.xml"/><Relationship Id="rId34" Type="http://schemas.openxmlformats.org/officeDocument/2006/relationships/tags" Target="../tags/tag380.xml"/><Relationship Id="rId33" Type="http://schemas.openxmlformats.org/officeDocument/2006/relationships/tags" Target="../tags/tag379.xml"/><Relationship Id="rId32" Type="http://schemas.openxmlformats.org/officeDocument/2006/relationships/tags" Target="../tags/tag378.xml"/><Relationship Id="rId31" Type="http://schemas.openxmlformats.org/officeDocument/2006/relationships/tags" Target="../tags/tag377.xml"/><Relationship Id="rId30" Type="http://schemas.openxmlformats.org/officeDocument/2006/relationships/tags" Target="../tags/tag376.xml"/><Relationship Id="rId3" Type="http://schemas.openxmlformats.org/officeDocument/2006/relationships/tags" Target="../tags/tag358.xml"/><Relationship Id="rId29" Type="http://schemas.openxmlformats.org/officeDocument/2006/relationships/tags" Target="../tags/tag375.xml"/><Relationship Id="rId28" Type="http://schemas.openxmlformats.org/officeDocument/2006/relationships/tags" Target="../tags/tag374.xml"/><Relationship Id="rId27" Type="http://schemas.openxmlformats.org/officeDocument/2006/relationships/tags" Target="../tags/tag373.xml"/><Relationship Id="rId26" Type="http://schemas.openxmlformats.org/officeDocument/2006/relationships/tags" Target="../tags/tag372.xml"/><Relationship Id="rId25" Type="http://schemas.openxmlformats.org/officeDocument/2006/relationships/tags" Target="../tags/tag371.xml"/><Relationship Id="rId24" Type="http://schemas.openxmlformats.org/officeDocument/2006/relationships/image" Target="../media/image90.svg"/><Relationship Id="rId23" Type="http://schemas.openxmlformats.org/officeDocument/2006/relationships/image" Target="../media/image89.png"/><Relationship Id="rId22" Type="http://schemas.openxmlformats.org/officeDocument/2006/relationships/tags" Target="../tags/tag370.xml"/><Relationship Id="rId21" Type="http://schemas.openxmlformats.org/officeDocument/2006/relationships/tags" Target="../tags/tag369.xml"/><Relationship Id="rId20" Type="http://schemas.openxmlformats.org/officeDocument/2006/relationships/tags" Target="../tags/tag368.xml"/><Relationship Id="rId2" Type="http://schemas.openxmlformats.org/officeDocument/2006/relationships/image" Target="../media/image10.png"/><Relationship Id="rId19" Type="http://schemas.openxmlformats.org/officeDocument/2006/relationships/tags" Target="../tags/tag367.xml"/><Relationship Id="rId18" Type="http://schemas.openxmlformats.org/officeDocument/2006/relationships/image" Target="../media/image70.svg"/><Relationship Id="rId17" Type="http://schemas.openxmlformats.org/officeDocument/2006/relationships/image" Target="../media/image69.png"/><Relationship Id="rId16" Type="http://schemas.openxmlformats.org/officeDocument/2006/relationships/tags" Target="../tags/tag366.xml"/><Relationship Id="rId15" Type="http://schemas.openxmlformats.org/officeDocument/2006/relationships/image" Target="../media/image88.png"/><Relationship Id="rId14" Type="http://schemas.openxmlformats.org/officeDocument/2006/relationships/tags" Target="../tags/tag365.xml"/><Relationship Id="rId13" Type="http://schemas.openxmlformats.org/officeDocument/2006/relationships/tags" Target="../tags/tag364.xml"/><Relationship Id="rId12" Type="http://schemas.openxmlformats.org/officeDocument/2006/relationships/tags" Target="../tags/tag363.xml"/><Relationship Id="rId11" Type="http://schemas.openxmlformats.org/officeDocument/2006/relationships/tags" Target="../tags/tag362.xml"/><Relationship Id="rId10" Type="http://schemas.openxmlformats.org/officeDocument/2006/relationships/image" Target="../media/image87.svg"/><Relationship Id="rId1" Type="http://schemas.openxmlformats.org/officeDocument/2006/relationships/tags" Target="../tags/tag35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tags" Target="../tags/tag417.xml"/><Relationship Id="rId7" Type="http://schemas.openxmlformats.org/officeDocument/2006/relationships/tags" Target="../tags/tag416.xml"/><Relationship Id="rId6" Type="http://schemas.openxmlformats.org/officeDocument/2006/relationships/image" Target="../media/image12.png"/><Relationship Id="rId5" Type="http://schemas.openxmlformats.org/officeDocument/2006/relationships/tags" Target="../tags/tag415.xml"/><Relationship Id="rId4" Type="http://schemas.openxmlformats.org/officeDocument/2006/relationships/image" Target="../media/image11.png"/><Relationship Id="rId37" Type="http://schemas.openxmlformats.org/officeDocument/2006/relationships/notesSlide" Target="../notesSlides/notesSlide16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436.xml"/><Relationship Id="rId34" Type="http://schemas.openxmlformats.org/officeDocument/2006/relationships/tags" Target="../tags/tag435.xml"/><Relationship Id="rId33" Type="http://schemas.openxmlformats.org/officeDocument/2006/relationships/tags" Target="../tags/tag434.xml"/><Relationship Id="rId32" Type="http://schemas.openxmlformats.org/officeDocument/2006/relationships/tags" Target="../tags/tag433.xml"/><Relationship Id="rId31" Type="http://schemas.openxmlformats.org/officeDocument/2006/relationships/tags" Target="../tags/tag432.xml"/><Relationship Id="rId30" Type="http://schemas.openxmlformats.org/officeDocument/2006/relationships/tags" Target="../tags/tag431.xml"/><Relationship Id="rId3" Type="http://schemas.openxmlformats.org/officeDocument/2006/relationships/tags" Target="../tags/tag414.xml"/><Relationship Id="rId29" Type="http://schemas.openxmlformats.org/officeDocument/2006/relationships/tags" Target="../tags/tag430.xml"/><Relationship Id="rId28" Type="http://schemas.openxmlformats.org/officeDocument/2006/relationships/tags" Target="../tags/tag429.xml"/><Relationship Id="rId27" Type="http://schemas.openxmlformats.org/officeDocument/2006/relationships/tags" Target="../tags/tag428.xml"/><Relationship Id="rId26" Type="http://schemas.openxmlformats.org/officeDocument/2006/relationships/tags" Target="../tags/tag427.xml"/><Relationship Id="rId25" Type="http://schemas.openxmlformats.org/officeDocument/2006/relationships/image" Target="../media/image75.svg"/><Relationship Id="rId24" Type="http://schemas.openxmlformats.org/officeDocument/2006/relationships/image" Target="../media/image74.png"/><Relationship Id="rId23" Type="http://schemas.openxmlformats.org/officeDocument/2006/relationships/tags" Target="../tags/tag426.xml"/><Relationship Id="rId22" Type="http://schemas.openxmlformats.org/officeDocument/2006/relationships/tags" Target="../tags/tag425.xml"/><Relationship Id="rId21" Type="http://schemas.openxmlformats.org/officeDocument/2006/relationships/image" Target="../media/image108.png"/><Relationship Id="rId20" Type="http://schemas.openxmlformats.org/officeDocument/2006/relationships/tags" Target="../tags/tag424.xml"/><Relationship Id="rId2" Type="http://schemas.openxmlformats.org/officeDocument/2006/relationships/image" Target="../media/image10.png"/><Relationship Id="rId19" Type="http://schemas.openxmlformats.org/officeDocument/2006/relationships/tags" Target="../tags/tag423.xml"/><Relationship Id="rId18" Type="http://schemas.openxmlformats.org/officeDocument/2006/relationships/image" Target="../media/image107.png"/><Relationship Id="rId17" Type="http://schemas.openxmlformats.org/officeDocument/2006/relationships/tags" Target="../tags/tag422.xml"/><Relationship Id="rId16" Type="http://schemas.openxmlformats.org/officeDocument/2006/relationships/image" Target="../media/image106.svg"/><Relationship Id="rId15" Type="http://schemas.openxmlformats.org/officeDocument/2006/relationships/image" Target="../media/image105.png"/><Relationship Id="rId14" Type="http://schemas.openxmlformats.org/officeDocument/2006/relationships/tags" Target="../tags/tag421.xml"/><Relationship Id="rId13" Type="http://schemas.openxmlformats.org/officeDocument/2006/relationships/tags" Target="../tags/tag420.xml"/><Relationship Id="rId12" Type="http://schemas.openxmlformats.org/officeDocument/2006/relationships/tags" Target="../tags/tag419.xml"/><Relationship Id="rId11" Type="http://schemas.openxmlformats.org/officeDocument/2006/relationships/tags" Target="../tags/tag418.xml"/><Relationship Id="rId10" Type="http://schemas.openxmlformats.org/officeDocument/2006/relationships/image" Target="../media/image104.svg"/><Relationship Id="rId1" Type="http://schemas.openxmlformats.org/officeDocument/2006/relationships/tags" Target="../tags/tag41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445.xml"/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image" Target="../media/image1.png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tags" Target="../tags/tag44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png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8" Type="http://schemas.openxmlformats.org/officeDocument/2006/relationships/notesSlide" Target="../notesSlides/notesSlide18.xml"/><Relationship Id="rId67" Type="http://schemas.openxmlformats.org/officeDocument/2006/relationships/vmlDrawing" Target="../drawings/vmlDrawing1.vml"/><Relationship Id="rId66" Type="http://schemas.openxmlformats.org/officeDocument/2006/relationships/slideLayout" Target="../slideLayouts/slideLayout1.xml"/><Relationship Id="rId65" Type="http://schemas.openxmlformats.org/officeDocument/2006/relationships/image" Target="../media/image115.wmf"/><Relationship Id="rId64" Type="http://schemas.openxmlformats.org/officeDocument/2006/relationships/package" Target="../embeddings/Document2.docx"/><Relationship Id="rId63" Type="http://schemas.openxmlformats.org/officeDocument/2006/relationships/image" Target="../media/image114.wmf"/><Relationship Id="rId62" Type="http://schemas.openxmlformats.org/officeDocument/2006/relationships/package" Target="../embeddings/Document1.docx"/><Relationship Id="rId61" Type="http://schemas.openxmlformats.org/officeDocument/2006/relationships/tags" Target="../tags/tag501.xml"/><Relationship Id="rId60" Type="http://schemas.openxmlformats.org/officeDocument/2006/relationships/tags" Target="../tags/tag500.xml"/><Relationship Id="rId6" Type="http://schemas.openxmlformats.org/officeDocument/2006/relationships/image" Target="../media/image12.png"/><Relationship Id="rId59" Type="http://schemas.openxmlformats.org/officeDocument/2006/relationships/tags" Target="../tags/tag499.xml"/><Relationship Id="rId58" Type="http://schemas.openxmlformats.org/officeDocument/2006/relationships/tags" Target="../tags/tag498.xml"/><Relationship Id="rId57" Type="http://schemas.openxmlformats.org/officeDocument/2006/relationships/tags" Target="../tags/tag497.xml"/><Relationship Id="rId56" Type="http://schemas.openxmlformats.org/officeDocument/2006/relationships/tags" Target="../tags/tag496.xml"/><Relationship Id="rId55" Type="http://schemas.openxmlformats.org/officeDocument/2006/relationships/tags" Target="../tags/tag495.xml"/><Relationship Id="rId54" Type="http://schemas.openxmlformats.org/officeDocument/2006/relationships/tags" Target="../tags/tag494.xml"/><Relationship Id="rId53" Type="http://schemas.openxmlformats.org/officeDocument/2006/relationships/tags" Target="../tags/tag493.xml"/><Relationship Id="rId52" Type="http://schemas.openxmlformats.org/officeDocument/2006/relationships/tags" Target="../tags/tag492.xml"/><Relationship Id="rId51" Type="http://schemas.openxmlformats.org/officeDocument/2006/relationships/tags" Target="../tags/tag491.xml"/><Relationship Id="rId50" Type="http://schemas.openxmlformats.org/officeDocument/2006/relationships/tags" Target="../tags/tag490.xml"/><Relationship Id="rId5" Type="http://schemas.openxmlformats.org/officeDocument/2006/relationships/tags" Target="../tags/tag451.xml"/><Relationship Id="rId49" Type="http://schemas.openxmlformats.org/officeDocument/2006/relationships/tags" Target="../tags/tag489.xml"/><Relationship Id="rId48" Type="http://schemas.openxmlformats.org/officeDocument/2006/relationships/tags" Target="../tags/tag488.xml"/><Relationship Id="rId47" Type="http://schemas.openxmlformats.org/officeDocument/2006/relationships/tags" Target="../tags/tag487.xml"/><Relationship Id="rId46" Type="http://schemas.openxmlformats.org/officeDocument/2006/relationships/tags" Target="../tags/tag486.xml"/><Relationship Id="rId45" Type="http://schemas.openxmlformats.org/officeDocument/2006/relationships/tags" Target="../tags/tag485.xml"/><Relationship Id="rId44" Type="http://schemas.openxmlformats.org/officeDocument/2006/relationships/tags" Target="../tags/tag484.xml"/><Relationship Id="rId43" Type="http://schemas.openxmlformats.org/officeDocument/2006/relationships/tags" Target="../tags/tag483.xml"/><Relationship Id="rId42" Type="http://schemas.openxmlformats.org/officeDocument/2006/relationships/tags" Target="../tags/tag482.xml"/><Relationship Id="rId41" Type="http://schemas.openxmlformats.org/officeDocument/2006/relationships/tags" Target="../tags/tag481.xml"/><Relationship Id="rId40" Type="http://schemas.openxmlformats.org/officeDocument/2006/relationships/tags" Target="../tags/tag480.xml"/><Relationship Id="rId4" Type="http://schemas.openxmlformats.org/officeDocument/2006/relationships/image" Target="../media/image11.png"/><Relationship Id="rId39" Type="http://schemas.openxmlformats.org/officeDocument/2006/relationships/tags" Target="../tags/tag479.xml"/><Relationship Id="rId38" Type="http://schemas.openxmlformats.org/officeDocument/2006/relationships/tags" Target="../tags/tag478.xml"/><Relationship Id="rId37" Type="http://schemas.openxmlformats.org/officeDocument/2006/relationships/tags" Target="../tags/tag477.xml"/><Relationship Id="rId36" Type="http://schemas.openxmlformats.org/officeDocument/2006/relationships/tags" Target="../tags/tag476.xml"/><Relationship Id="rId35" Type="http://schemas.openxmlformats.org/officeDocument/2006/relationships/tags" Target="../tags/tag475.xml"/><Relationship Id="rId34" Type="http://schemas.openxmlformats.org/officeDocument/2006/relationships/tags" Target="../tags/tag474.xml"/><Relationship Id="rId33" Type="http://schemas.openxmlformats.org/officeDocument/2006/relationships/tags" Target="../tags/tag473.xml"/><Relationship Id="rId32" Type="http://schemas.openxmlformats.org/officeDocument/2006/relationships/tags" Target="../tags/tag472.xml"/><Relationship Id="rId31" Type="http://schemas.openxmlformats.org/officeDocument/2006/relationships/tags" Target="../tags/tag471.xml"/><Relationship Id="rId30" Type="http://schemas.openxmlformats.org/officeDocument/2006/relationships/tags" Target="../tags/tag470.xml"/><Relationship Id="rId3" Type="http://schemas.openxmlformats.org/officeDocument/2006/relationships/tags" Target="../tags/tag450.xml"/><Relationship Id="rId29" Type="http://schemas.openxmlformats.org/officeDocument/2006/relationships/tags" Target="../tags/tag469.xml"/><Relationship Id="rId28" Type="http://schemas.openxmlformats.org/officeDocument/2006/relationships/tags" Target="../tags/tag468.xml"/><Relationship Id="rId27" Type="http://schemas.openxmlformats.org/officeDocument/2006/relationships/tags" Target="../tags/tag467.xml"/><Relationship Id="rId26" Type="http://schemas.openxmlformats.org/officeDocument/2006/relationships/tags" Target="../tags/tag466.xml"/><Relationship Id="rId25" Type="http://schemas.openxmlformats.org/officeDocument/2006/relationships/tags" Target="../tags/tag465.xml"/><Relationship Id="rId24" Type="http://schemas.openxmlformats.org/officeDocument/2006/relationships/tags" Target="../tags/tag464.xml"/><Relationship Id="rId23" Type="http://schemas.openxmlformats.org/officeDocument/2006/relationships/tags" Target="../tags/tag463.xml"/><Relationship Id="rId22" Type="http://schemas.openxmlformats.org/officeDocument/2006/relationships/image" Target="../media/image113.png"/><Relationship Id="rId21" Type="http://schemas.openxmlformats.org/officeDocument/2006/relationships/tags" Target="../tags/tag462.xml"/><Relationship Id="rId20" Type="http://schemas.openxmlformats.org/officeDocument/2006/relationships/tags" Target="../tags/tag461.xml"/><Relationship Id="rId2" Type="http://schemas.openxmlformats.org/officeDocument/2006/relationships/image" Target="../media/image10.png"/><Relationship Id="rId19" Type="http://schemas.openxmlformats.org/officeDocument/2006/relationships/image" Target="../media/image112.png"/><Relationship Id="rId18" Type="http://schemas.openxmlformats.org/officeDocument/2006/relationships/tags" Target="../tags/tag460.xml"/><Relationship Id="rId17" Type="http://schemas.openxmlformats.org/officeDocument/2006/relationships/tags" Target="../tags/tag459.xml"/><Relationship Id="rId16" Type="http://schemas.openxmlformats.org/officeDocument/2006/relationships/tags" Target="../tags/tag458.xml"/><Relationship Id="rId15" Type="http://schemas.openxmlformats.org/officeDocument/2006/relationships/tags" Target="../tags/tag457.xml"/><Relationship Id="rId14" Type="http://schemas.openxmlformats.org/officeDocument/2006/relationships/tags" Target="../tags/tag456.xml"/><Relationship Id="rId13" Type="http://schemas.openxmlformats.org/officeDocument/2006/relationships/tags" Target="../tags/tag455.xml"/><Relationship Id="rId12" Type="http://schemas.openxmlformats.org/officeDocument/2006/relationships/image" Target="../media/image111.png"/><Relationship Id="rId11" Type="http://schemas.openxmlformats.org/officeDocument/2006/relationships/tags" Target="../tags/tag454.xml"/><Relationship Id="rId10" Type="http://schemas.openxmlformats.org/officeDocument/2006/relationships/image" Target="../media/image110.svg"/><Relationship Id="rId1" Type="http://schemas.openxmlformats.org/officeDocument/2006/relationships/tags" Target="../tags/tag44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png"/><Relationship Id="rId8" Type="http://schemas.openxmlformats.org/officeDocument/2006/relationships/tags" Target="../tags/tag509.xml"/><Relationship Id="rId7" Type="http://schemas.openxmlformats.org/officeDocument/2006/relationships/tags" Target="../tags/tag508.xml"/><Relationship Id="rId6" Type="http://schemas.openxmlformats.org/officeDocument/2006/relationships/image" Target="../media/image12.png"/><Relationship Id="rId5" Type="http://schemas.openxmlformats.org/officeDocument/2006/relationships/tags" Target="../tags/tag507.xml"/><Relationship Id="rId44" Type="http://schemas.openxmlformats.org/officeDocument/2006/relationships/notesSlide" Target="../notesSlides/notesSlide19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532.xml"/><Relationship Id="rId41" Type="http://schemas.openxmlformats.org/officeDocument/2006/relationships/image" Target="../media/image124.png"/><Relationship Id="rId40" Type="http://schemas.openxmlformats.org/officeDocument/2006/relationships/tags" Target="../tags/tag531.xml"/><Relationship Id="rId4" Type="http://schemas.openxmlformats.org/officeDocument/2006/relationships/image" Target="../media/image11.png"/><Relationship Id="rId39" Type="http://schemas.openxmlformats.org/officeDocument/2006/relationships/image" Target="../media/image123.png"/><Relationship Id="rId38" Type="http://schemas.openxmlformats.org/officeDocument/2006/relationships/tags" Target="../tags/tag530.xml"/><Relationship Id="rId37" Type="http://schemas.openxmlformats.org/officeDocument/2006/relationships/tags" Target="../tags/tag529.xml"/><Relationship Id="rId36" Type="http://schemas.openxmlformats.org/officeDocument/2006/relationships/tags" Target="../tags/tag528.xml"/><Relationship Id="rId35" Type="http://schemas.openxmlformats.org/officeDocument/2006/relationships/image" Target="../media/image122.svg"/><Relationship Id="rId34" Type="http://schemas.openxmlformats.org/officeDocument/2006/relationships/image" Target="../media/image121.png"/><Relationship Id="rId33" Type="http://schemas.openxmlformats.org/officeDocument/2006/relationships/tags" Target="../tags/tag527.xml"/><Relationship Id="rId32" Type="http://schemas.openxmlformats.org/officeDocument/2006/relationships/image" Target="../media/image120.svg"/><Relationship Id="rId31" Type="http://schemas.openxmlformats.org/officeDocument/2006/relationships/image" Target="../media/image119.png"/><Relationship Id="rId30" Type="http://schemas.openxmlformats.org/officeDocument/2006/relationships/tags" Target="../tags/tag526.xml"/><Relationship Id="rId3" Type="http://schemas.openxmlformats.org/officeDocument/2006/relationships/tags" Target="../tags/tag506.xml"/><Relationship Id="rId29" Type="http://schemas.openxmlformats.org/officeDocument/2006/relationships/tags" Target="../tags/tag525.xml"/><Relationship Id="rId28" Type="http://schemas.openxmlformats.org/officeDocument/2006/relationships/tags" Target="../tags/tag524.xml"/><Relationship Id="rId27" Type="http://schemas.openxmlformats.org/officeDocument/2006/relationships/tags" Target="../tags/tag523.xml"/><Relationship Id="rId26" Type="http://schemas.openxmlformats.org/officeDocument/2006/relationships/image" Target="../media/image118.svg"/><Relationship Id="rId25" Type="http://schemas.openxmlformats.org/officeDocument/2006/relationships/image" Target="../media/image117.png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image" Target="../media/image10.png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image" Target="../media/image104.svg"/><Relationship Id="rId11" Type="http://schemas.openxmlformats.org/officeDocument/2006/relationships/image" Target="../media/image103.png"/><Relationship Id="rId10" Type="http://schemas.openxmlformats.org/officeDocument/2006/relationships/tags" Target="../tags/tag510.xml"/><Relationship Id="rId1" Type="http://schemas.openxmlformats.org/officeDocument/2006/relationships/tags" Target="../tags/tag50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png"/><Relationship Id="rId8" Type="http://schemas.openxmlformats.org/officeDocument/2006/relationships/tags" Target="../tags/tag540.xml"/><Relationship Id="rId7" Type="http://schemas.openxmlformats.org/officeDocument/2006/relationships/tags" Target="../tags/tag539.xml"/><Relationship Id="rId6" Type="http://schemas.openxmlformats.org/officeDocument/2006/relationships/image" Target="../media/image12.png"/><Relationship Id="rId50" Type="http://schemas.openxmlformats.org/officeDocument/2006/relationships/notesSlide" Target="../notesSlides/notesSlide20.xml"/><Relationship Id="rId5" Type="http://schemas.openxmlformats.org/officeDocument/2006/relationships/tags" Target="../tags/tag538.xml"/><Relationship Id="rId49" Type="http://schemas.openxmlformats.org/officeDocument/2006/relationships/vmlDrawing" Target="../drawings/vmlDrawing2.vml"/><Relationship Id="rId48" Type="http://schemas.openxmlformats.org/officeDocument/2006/relationships/slideLayout" Target="../slideLayouts/slideLayout1.xml"/><Relationship Id="rId47" Type="http://schemas.openxmlformats.org/officeDocument/2006/relationships/image" Target="../media/image135.wmf"/><Relationship Id="rId46" Type="http://schemas.openxmlformats.org/officeDocument/2006/relationships/package" Target="../embeddings/Document3.docx"/><Relationship Id="rId45" Type="http://schemas.openxmlformats.org/officeDocument/2006/relationships/tags" Target="../tags/tag565.xml"/><Relationship Id="rId44" Type="http://schemas.openxmlformats.org/officeDocument/2006/relationships/image" Target="../media/image134.png"/><Relationship Id="rId43" Type="http://schemas.openxmlformats.org/officeDocument/2006/relationships/tags" Target="../tags/tag564.xml"/><Relationship Id="rId42" Type="http://schemas.openxmlformats.org/officeDocument/2006/relationships/tags" Target="../tags/tag563.xml"/><Relationship Id="rId41" Type="http://schemas.openxmlformats.org/officeDocument/2006/relationships/tags" Target="../tags/tag562.xml"/><Relationship Id="rId40" Type="http://schemas.openxmlformats.org/officeDocument/2006/relationships/tags" Target="../tags/tag561.xml"/><Relationship Id="rId4" Type="http://schemas.openxmlformats.org/officeDocument/2006/relationships/image" Target="../media/image11.png"/><Relationship Id="rId39" Type="http://schemas.openxmlformats.org/officeDocument/2006/relationships/tags" Target="../tags/tag560.xml"/><Relationship Id="rId38" Type="http://schemas.openxmlformats.org/officeDocument/2006/relationships/tags" Target="../tags/tag559.xml"/><Relationship Id="rId37" Type="http://schemas.openxmlformats.org/officeDocument/2006/relationships/image" Target="../media/image133.png"/><Relationship Id="rId36" Type="http://schemas.openxmlformats.org/officeDocument/2006/relationships/tags" Target="../tags/tag558.xml"/><Relationship Id="rId35" Type="http://schemas.openxmlformats.org/officeDocument/2006/relationships/tags" Target="../tags/tag557.xml"/><Relationship Id="rId34" Type="http://schemas.openxmlformats.org/officeDocument/2006/relationships/image" Target="../media/image73.svg"/><Relationship Id="rId33" Type="http://schemas.openxmlformats.org/officeDocument/2006/relationships/image" Target="../media/image72.png"/><Relationship Id="rId32" Type="http://schemas.openxmlformats.org/officeDocument/2006/relationships/tags" Target="../tags/tag556.xml"/><Relationship Id="rId31" Type="http://schemas.openxmlformats.org/officeDocument/2006/relationships/tags" Target="../tags/tag555.xml"/><Relationship Id="rId30" Type="http://schemas.openxmlformats.org/officeDocument/2006/relationships/tags" Target="../tags/tag554.xml"/><Relationship Id="rId3" Type="http://schemas.openxmlformats.org/officeDocument/2006/relationships/tags" Target="../tags/tag537.xml"/><Relationship Id="rId29" Type="http://schemas.openxmlformats.org/officeDocument/2006/relationships/tags" Target="../tags/tag553.xml"/><Relationship Id="rId28" Type="http://schemas.openxmlformats.org/officeDocument/2006/relationships/image" Target="../media/image132.svg"/><Relationship Id="rId27" Type="http://schemas.openxmlformats.org/officeDocument/2006/relationships/image" Target="../media/image131.png"/><Relationship Id="rId26" Type="http://schemas.openxmlformats.org/officeDocument/2006/relationships/tags" Target="../tags/tag552.xml"/><Relationship Id="rId25" Type="http://schemas.openxmlformats.org/officeDocument/2006/relationships/tags" Target="../tags/tag551.xml"/><Relationship Id="rId24" Type="http://schemas.openxmlformats.org/officeDocument/2006/relationships/tags" Target="../tags/tag550.xml"/><Relationship Id="rId23" Type="http://schemas.openxmlformats.org/officeDocument/2006/relationships/tags" Target="../tags/tag549.xml"/><Relationship Id="rId22" Type="http://schemas.openxmlformats.org/officeDocument/2006/relationships/image" Target="../media/image130.svg"/><Relationship Id="rId21" Type="http://schemas.openxmlformats.org/officeDocument/2006/relationships/image" Target="../media/image129.png"/><Relationship Id="rId20" Type="http://schemas.openxmlformats.org/officeDocument/2006/relationships/tags" Target="../tags/tag548.xml"/><Relationship Id="rId2" Type="http://schemas.openxmlformats.org/officeDocument/2006/relationships/image" Target="../media/image10.png"/><Relationship Id="rId19" Type="http://schemas.openxmlformats.org/officeDocument/2006/relationships/image" Target="../media/image128.png"/><Relationship Id="rId18" Type="http://schemas.openxmlformats.org/officeDocument/2006/relationships/tags" Target="../tags/tag547.xml"/><Relationship Id="rId17" Type="http://schemas.openxmlformats.org/officeDocument/2006/relationships/tags" Target="../tags/tag546.xml"/><Relationship Id="rId16" Type="http://schemas.openxmlformats.org/officeDocument/2006/relationships/tags" Target="../tags/tag545.xml"/><Relationship Id="rId15" Type="http://schemas.openxmlformats.org/officeDocument/2006/relationships/tags" Target="../tags/tag544.xml"/><Relationship Id="rId14" Type="http://schemas.openxmlformats.org/officeDocument/2006/relationships/tags" Target="../tags/tag543.xml"/><Relationship Id="rId13" Type="http://schemas.openxmlformats.org/officeDocument/2006/relationships/tags" Target="../tags/tag542.xml"/><Relationship Id="rId12" Type="http://schemas.openxmlformats.org/officeDocument/2006/relationships/image" Target="../media/image127.svg"/><Relationship Id="rId11" Type="http://schemas.openxmlformats.org/officeDocument/2006/relationships/image" Target="../media/image126.png"/><Relationship Id="rId10" Type="http://schemas.openxmlformats.org/officeDocument/2006/relationships/tags" Target="../tags/tag541.xml"/><Relationship Id="rId1" Type="http://schemas.openxmlformats.org/officeDocument/2006/relationships/tags" Target="../tags/tag53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png"/><Relationship Id="rId8" Type="http://schemas.openxmlformats.org/officeDocument/2006/relationships/tags" Target="../tags/tag573.xml"/><Relationship Id="rId7" Type="http://schemas.openxmlformats.org/officeDocument/2006/relationships/tags" Target="../tags/tag572.xml"/><Relationship Id="rId6" Type="http://schemas.openxmlformats.org/officeDocument/2006/relationships/image" Target="../media/image12.png"/><Relationship Id="rId5" Type="http://schemas.openxmlformats.org/officeDocument/2006/relationships/tags" Target="../tags/tag571.xml"/><Relationship Id="rId4" Type="http://schemas.openxmlformats.org/officeDocument/2006/relationships/image" Target="../media/image11.png"/><Relationship Id="rId3" Type="http://schemas.openxmlformats.org/officeDocument/2006/relationships/tags" Target="../tags/tag570.xml"/><Relationship Id="rId2" Type="http://schemas.openxmlformats.org/officeDocument/2006/relationships/image" Target="../media/image10.png"/><Relationship Id="rId17" Type="http://schemas.openxmlformats.org/officeDocument/2006/relationships/notesSlide" Target="../notesSlides/notesSlide21.xml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38.wmf"/><Relationship Id="rId13" Type="http://schemas.openxmlformats.org/officeDocument/2006/relationships/package" Target="../embeddings/Document4.docx"/><Relationship Id="rId12" Type="http://schemas.openxmlformats.org/officeDocument/2006/relationships/tags" Target="../tags/tag575.xml"/><Relationship Id="rId11" Type="http://schemas.openxmlformats.org/officeDocument/2006/relationships/tags" Target="../tags/tag574.xml"/><Relationship Id="rId10" Type="http://schemas.openxmlformats.org/officeDocument/2006/relationships/image" Target="../media/image137.svg"/><Relationship Id="rId1" Type="http://schemas.openxmlformats.org/officeDocument/2006/relationships/tags" Target="../tags/tag56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png"/><Relationship Id="rId8" Type="http://schemas.openxmlformats.org/officeDocument/2006/relationships/tags" Target="../tags/tag583.xml"/><Relationship Id="rId7" Type="http://schemas.openxmlformats.org/officeDocument/2006/relationships/tags" Target="../tags/tag582.xml"/><Relationship Id="rId6" Type="http://schemas.openxmlformats.org/officeDocument/2006/relationships/image" Target="../media/image12.png"/><Relationship Id="rId54" Type="http://schemas.openxmlformats.org/officeDocument/2006/relationships/notesSlide" Target="../notesSlides/notesSlide22.xml"/><Relationship Id="rId53" Type="http://schemas.openxmlformats.org/officeDocument/2006/relationships/vmlDrawing" Target="../drawings/vmlDrawing4.vml"/><Relationship Id="rId52" Type="http://schemas.openxmlformats.org/officeDocument/2006/relationships/slideLayout" Target="../slideLayouts/slideLayout1.xml"/><Relationship Id="rId51" Type="http://schemas.openxmlformats.org/officeDocument/2006/relationships/image" Target="../media/image147.wmf"/><Relationship Id="rId50" Type="http://schemas.openxmlformats.org/officeDocument/2006/relationships/package" Target="../embeddings/Document5.docx"/><Relationship Id="rId5" Type="http://schemas.openxmlformats.org/officeDocument/2006/relationships/tags" Target="../tags/tag581.xml"/><Relationship Id="rId49" Type="http://schemas.openxmlformats.org/officeDocument/2006/relationships/tags" Target="../tags/tag616.xml"/><Relationship Id="rId48" Type="http://schemas.openxmlformats.org/officeDocument/2006/relationships/tags" Target="../tags/tag615.xml"/><Relationship Id="rId47" Type="http://schemas.openxmlformats.org/officeDocument/2006/relationships/tags" Target="../tags/tag614.xml"/><Relationship Id="rId46" Type="http://schemas.openxmlformats.org/officeDocument/2006/relationships/image" Target="../media/image146.svg"/><Relationship Id="rId45" Type="http://schemas.openxmlformats.org/officeDocument/2006/relationships/image" Target="../media/image145.png"/><Relationship Id="rId44" Type="http://schemas.openxmlformats.org/officeDocument/2006/relationships/tags" Target="../tags/tag613.xml"/><Relationship Id="rId43" Type="http://schemas.openxmlformats.org/officeDocument/2006/relationships/image" Target="../media/image144.png"/><Relationship Id="rId42" Type="http://schemas.openxmlformats.org/officeDocument/2006/relationships/tags" Target="../tags/tag612.xml"/><Relationship Id="rId41" Type="http://schemas.openxmlformats.org/officeDocument/2006/relationships/tags" Target="../tags/tag611.xml"/><Relationship Id="rId40" Type="http://schemas.openxmlformats.org/officeDocument/2006/relationships/tags" Target="../tags/tag610.xml"/><Relationship Id="rId4" Type="http://schemas.openxmlformats.org/officeDocument/2006/relationships/image" Target="../media/image11.png"/><Relationship Id="rId39" Type="http://schemas.openxmlformats.org/officeDocument/2006/relationships/tags" Target="../tags/tag609.xml"/><Relationship Id="rId38" Type="http://schemas.openxmlformats.org/officeDocument/2006/relationships/tags" Target="../tags/tag608.xml"/><Relationship Id="rId37" Type="http://schemas.openxmlformats.org/officeDocument/2006/relationships/tags" Target="../tags/tag607.xml"/><Relationship Id="rId36" Type="http://schemas.openxmlformats.org/officeDocument/2006/relationships/tags" Target="../tags/tag606.xml"/><Relationship Id="rId35" Type="http://schemas.openxmlformats.org/officeDocument/2006/relationships/tags" Target="../tags/tag605.xml"/><Relationship Id="rId34" Type="http://schemas.openxmlformats.org/officeDocument/2006/relationships/tags" Target="../tags/tag604.xml"/><Relationship Id="rId33" Type="http://schemas.openxmlformats.org/officeDocument/2006/relationships/tags" Target="../tags/tag603.xml"/><Relationship Id="rId32" Type="http://schemas.openxmlformats.org/officeDocument/2006/relationships/tags" Target="../tags/tag602.xml"/><Relationship Id="rId31" Type="http://schemas.openxmlformats.org/officeDocument/2006/relationships/tags" Target="../tags/tag601.xml"/><Relationship Id="rId30" Type="http://schemas.openxmlformats.org/officeDocument/2006/relationships/tags" Target="../tags/tag600.xml"/><Relationship Id="rId3" Type="http://schemas.openxmlformats.org/officeDocument/2006/relationships/tags" Target="../tags/tag580.xml"/><Relationship Id="rId29" Type="http://schemas.openxmlformats.org/officeDocument/2006/relationships/tags" Target="../tags/tag599.xml"/><Relationship Id="rId28" Type="http://schemas.openxmlformats.org/officeDocument/2006/relationships/tags" Target="../tags/tag598.xml"/><Relationship Id="rId27" Type="http://schemas.openxmlformats.org/officeDocument/2006/relationships/tags" Target="../tags/tag597.xml"/><Relationship Id="rId26" Type="http://schemas.openxmlformats.org/officeDocument/2006/relationships/tags" Target="../tags/tag596.xml"/><Relationship Id="rId25" Type="http://schemas.openxmlformats.org/officeDocument/2006/relationships/tags" Target="../tags/tag595.xml"/><Relationship Id="rId24" Type="http://schemas.openxmlformats.org/officeDocument/2006/relationships/tags" Target="../tags/tag594.xml"/><Relationship Id="rId23" Type="http://schemas.openxmlformats.org/officeDocument/2006/relationships/tags" Target="../tags/tag593.xml"/><Relationship Id="rId22" Type="http://schemas.openxmlformats.org/officeDocument/2006/relationships/tags" Target="../tags/tag592.xml"/><Relationship Id="rId21" Type="http://schemas.openxmlformats.org/officeDocument/2006/relationships/tags" Target="../tags/tag591.xml"/><Relationship Id="rId20" Type="http://schemas.openxmlformats.org/officeDocument/2006/relationships/tags" Target="../tags/tag590.xml"/><Relationship Id="rId2" Type="http://schemas.openxmlformats.org/officeDocument/2006/relationships/image" Target="../media/image10.png"/><Relationship Id="rId19" Type="http://schemas.openxmlformats.org/officeDocument/2006/relationships/image" Target="../media/image143.png"/><Relationship Id="rId18" Type="http://schemas.openxmlformats.org/officeDocument/2006/relationships/tags" Target="../tags/tag589.xml"/><Relationship Id="rId17" Type="http://schemas.openxmlformats.org/officeDocument/2006/relationships/image" Target="../media/image142.png"/><Relationship Id="rId16" Type="http://schemas.openxmlformats.org/officeDocument/2006/relationships/tags" Target="../tags/tag588.xml"/><Relationship Id="rId15" Type="http://schemas.openxmlformats.org/officeDocument/2006/relationships/tags" Target="../tags/tag587.xml"/><Relationship Id="rId14" Type="http://schemas.openxmlformats.org/officeDocument/2006/relationships/tags" Target="../tags/tag586.xml"/><Relationship Id="rId13" Type="http://schemas.openxmlformats.org/officeDocument/2006/relationships/tags" Target="../tags/tag585.xml"/><Relationship Id="rId12" Type="http://schemas.openxmlformats.org/officeDocument/2006/relationships/image" Target="../media/image141.svg"/><Relationship Id="rId11" Type="http://schemas.openxmlformats.org/officeDocument/2006/relationships/image" Target="../media/image140.png"/><Relationship Id="rId10" Type="http://schemas.openxmlformats.org/officeDocument/2006/relationships/tags" Target="../tags/tag584.xml"/><Relationship Id="rId1" Type="http://schemas.openxmlformats.org/officeDocument/2006/relationships/tags" Target="../tags/tag57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25.xml"/><Relationship Id="rId6" Type="http://schemas.openxmlformats.org/officeDocument/2006/relationships/tags" Target="../tags/tag624.xml"/><Relationship Id="rId5" Type="http://schemas.openxmlformats.org/officeDocument/2006/relationships/tags" Target="../tags/tag623.xml"/><Relationship Id="rId4" Type="http://schemas.openxmlformats.org/officeDocument/2006/relationships/image" Target="../media/image1.png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" Type="http://schemas.openxmlformats.org/officeDocument/2006/relationships/tags" Target="../tags/tag620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634.xml"/><Relationship Id="rId8" Type="http://schemas.openxmlformats.org/officeDocument/2006/relationships/tags" Target="../tags/tag633.xml"/><Relationship Id="rId7" Type="http://schemas.openxmlformats.org/officeDocument/2006/relationships/tags" Target="../tags/tag632.xml"/><Relationship Id="rId6" Type="http://schemas.openxmlformats.org/officeDocument/2006/relationships/image" Target="../media/image12.png"/><Relationship Id="rId52" Type="http://schemas.openxmlformats.org/officeDocument/2006/relationships/notesSlide" Target="../notesSlides/notesSlide24.xml"/><Relationship Id="rId51" Type="http://schemas.openxmlformats.org/officeDocument/2006/relationships/slideLayout" Target="../slideLayouts/slideLayout1.xml"/><Relationship Id="rId50" Type="http://schemas.openxmlformats.org/officeDocument/2006/relationships/tags" Target="../tags/tag670.xml"/><Relationship Id="rId5" Type="http://schemas.openxmlformats.org/officeDocument/2006/relationships/tags" Target="../tags/tag631.xml"/><Relationship Id="rId49" Type="http://schemas.openxmlformats.org/officeDocument/2006/relationships/tags" Target="../tags/tag669.xml"/><Relationship Id="rId48" Type="http://schemas.openxmlformats.org/officeDocument/2006/relationships/tags" Target="../tags/tag668.xml"/><Relationship Id="rId47" Type="http://schemas.openxmlformats.org/officeDocument/2006/relationships/tags" Target="../tags/tag667.xml"/><Relationship Id="rId46" Type="http://schemas.openxmlformats.org/officeDocument/2006/relationships/tags" Target="../tags/tag666.xml"/><Relationship Id="rId45" Type="http://schemas.openxmlformats.org/officeDocument/2006/relationships/tags" Target="../tags/tag665.xml"/><Relationship Id="rId44" Type="http://schemas.openxmlformats.org/officeDocument/2006/relationships/tags" Target="../tags/tag664.xml"/><Relationship Id="rId43" Type="http://schemas.openxmlformats.org/officeDocument/2006/relationships/tags" Target="../tags/tag663.xml"/><Relationship Id="rId42" Type="http://schemas.openxmlformats.org/officeDocument/2006/relationships/tags" Target="../tags/tag662.xml"/><Relationship Id="rId41" Type="http://schemas.openxmlformats.org/officeDocument/2006/relationships/tags" Target="../tags/tag661.xml"/><Relationship Id="rId40" Type="http://schemas.openxmlformats.org/officeDocument/2006/relationships/tags" Target="../tags/tag660.xml"/><Relationship Id="rId4" Type="http://schemas.openxmlformats.org/officeDocument/2006/relationships/image" Target="../media/image11.png"/><Relationship Id="rId39" Type="http://schemas.openxmlformats.org/officeDocument/2006/relationships/tags" Target="../tags/tag659.xml"/><Relationship Id="rId38" Type="http://schemas.openxmlformats.org/officeDocument/2006/relationships/tags" Target="../tags/tag658.xml"/><Relationship Id="rId37" Type="http://schemas.openxmlformats.org/officeDocument/2006/relationships/tags" Target="../tags/tag657.xml"/><Relationship Id="rId36" Type="http://schemas.openxmlformats.org/officeDocument/2006/relationships/tags" Target="../tags/tag656.xml"/><Relationship Id="rId35" Type="http://schemas.openxmlformats.org/officeDocument/2006/relationships/tags" Target="../tags/tag655.xml"/><Relationship Id="rId34" Type="http://schemas.openxmlformats.org/officeDocument/2006/relationships/tags" Target="../tags/tag654.xml"/><Relationship Id="rId33" Type="http://schemas.openxmlformats.org/officeDocument/2006/relationships/tags" Target="../tags/tag653.xml"/><Relationship Id="rId32" Type="http://schemas.openxmlformats.org/officeDocument/2006/relationships/tags" Target="../tags/tag652.xml"/><Relationship Id="rId31" Type="http://schemas.openxmlformats.org/officeDocument/2006/relationships/tags" Target="../tags/tag651.xml"/><Relationship Id="rId30" Type="http://schemas.openxmlformats.org/officeDocument/2006/relationships/tags" Target="../tags/tag650.xml"/><Relationship Id="rId3" Type="http://schemas.openxmlformats.org/officeDocument/2006/relationships/tags" Target="../tags/tag630.xml"/><Relationship Id="rId29" Type="http://schemas.openxmlformats.org/officeDocument/2006/relationships/tags" Target="../tags/tag649.xml"/><Relationship Id="rId28" Type="http://schemas.openxmlformats.org/officeDocument/2006/relationships/image" Target="../media/image152.png"/><Relationship Id="rId27" Type="http://schemas.openxmlformats.org/officeDocument/2006/relationships/tags" Target="../tags/tag648.xml"/><Relationship Id="rId26" Type="http://schemas.openxmlformats.org/officeDocument/2006/relationships/tags" Target="../tags/tag647.xml"/><Relationship Id="rId25" Type="http://schemas.openxmlformats.org/officeDocument/2006/relationships/image" Target="../media/image151.svg"/><Relationship Id="rId24" Type="http://schemas.openxmlformats.org/officeDocument/2006/relationships/image" Target="../media/image150.png"/><Relationship Id="rId23" Type="http://schemas.openxmlformats.org/officeDocument/2006/relationships/tags" Target="../tags/tag646.xml"/><Relationship Id="rId22" Type="http://schemas.openxmlformats.org/officeDocument/2006/relationships/tags" Target="../tags/tag645.xml"/><Relationship Id="rId21" Type="http://schemas.openxmlformats.org/officeDocument/2006/relationships/tags" Target="../tags/tag644.xml"/><Relationship Id="rId20" Type="http://schemas.openxmlformats.org/officeDocument/2006/relationships/tags" Target="../tags/tag643.xml"/><Relationship Id="rId2" Type="http://schemas.openxmlformats.org/officeDocument/2006/relationships/image" Target="../media/image10.png"/><Relationship Id="rId19" Type="http://schemas.openxmlformats.org/officeDocument/2006/relationships/tags" Target="../tags/tag642.xml"/><Relationship Id="rId18" Type="http://schemas.openxmlformats.org/officeDocument/2006/relationships/tags" Target="../tags/tag641.xml"/><Relationship Id="rId17" Type="http://schemas.openxmlformats.org/officeDocument/2006/relationships/tags" Target="../tags/tag640.xml"/><Relationship Id="rId16" Type="http://schemas.openxmlformats.org/officeDocument/2006/relationships/tags" Target="../tags/tag639.xml"/><Relationship Id="rId15" Type="http://schemas.openxmlformats.org/officeDocument/2006/relationships/tags" Target="../tags/tag638.xml"/><Relationship Id="rId14" Type="http://schemas.openxmlformats.org/officeDocument/2006/relationships/tags" Target="../tags/tag637.xml"/><Relationship Id="rId13" Type="http://schemas.openxmlformats.org/officeDocument/2006/relationships/image" Target="../media/image149.svg"/><Relationship Id="rId12" Type="http://schemas.openxmlformats.org/officeDocument/2006/relationships/image" Target="../media/image148.png"/><Relationship Id="rId11" Type="http://schemas.openxmlformats.org/officeDocument/2006/relationships/tags" Target="../tags/tag636.xml"/><Relationship Id="rId10" Type="http://schemas.openxmlformats.org/officeDocument/2006/relationships/tags" Target="../tags/tag635.xml"/><Relationship Id="rId1" Type="http://schemas.openxmlformats.org/officeDocument/2006/relationships/tags" Target="../tags/tag62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tags" Target="../tags/tag678.xml"/><Relationship Id="rId7" Type="http://schemas.openxmlformats.org/officeDocument/2006/relationships/tags" Target="../tags/tag677.xml"/><Relationship Id="rId6" Type="http://schemas.openxmlformats.org/officeDocument/2006/relationships/image" Target="../media/image12.png"/><Relationship Id="rId5" Type="http://schemas.openxmlformats.org/officeDocument/2006/relationships/tags" Target="../tags/tag676.xml"/><Relationship Id="rId44" Type="http://schemas.openxmlformats.org/officeDocument/2006/relationships/notesSlide" Target="../notesSlides/notesSlide25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706.xml"/><Relationship Id="rId41" Type="http://schemas.openxmlformats.org/officeDocument/2006/relationships/tags" Target="../tags/tag705.xml"/><Relationship Id="rId40" Type="http://schemas.openxmlformats.org/officeDocument/2006/relationships/tags" Target="../tags/tag704.xml"/><Relationship Id="rId4" Type="http://schemas.openxmlformats.org/officeDocument/2006/relationships/image" Target="../media/image11.png"/><Relationship Id="rId39" Type="http://schemas.openxmlformats.org/officeDocument/2006/relationships/tags" Target="../tags/tag703.xml"/><Relationship Id="rId38" Type="http://schemas.openxmlformats.org/officeDocument/2006/relationships/tags" Target="../tags/tag702.xml"/><Relationship Id="rId37" Type="http://schemas.openxmlformats.org/officeDocument/2006/relationships/tags" Target="../tags/tag701.xml"/><Relationship Id="rId36" Type="http://schemas.openxmlformats.org/officeDocument/2006/relationships/tags" Target="../tags/tag700.xml"/><Relationship Id="rId35" Type="http://schemas.openxmlformats.org/officeDocument/2006/relationships/tags" Target="../tags/tag699.xml"/><Relationship Id="rId34" Type="http://schemas.openxmlformats.org/officeDocument/2006/relationships/tags" Target="../tags/tag698.xml"/><Relationship Id="rId33" Type="http://schemas.openxmlformats.org/officeDocument/2006/relationships/tags" Target="../tags/tag697.xml"/><Relationship Id="rId32" Type="http://schemas.openxmlformats.org/officeDocument/2006/relationships/tags" Target="../tags/tag696.xml"/><Relationship Id="rId31" Type="http://schemas.openxmlformats.org/officeDocument/2006/relationships/tags" Target="../tags/tag695.xml"/><Relationship Id="rId30" Type="http://schemas.openxmlformats.org/officeDocument/2006/relationships/tags" Target="../tags/tag694.xml"/><Relationship Id="rId3" Type="http://schemas.openxmlformats.org/officeDocument/2006/relationships/tags" Target="../tags/tag675.xml"/><Relationship Id="rId29" Type="http://schemas.openxmlformats.org/officeDocument/2006/relationships/tags" Target="../tags/tag693.xml"/><Relationship Id="rId28" Type="http://schemas.openxmlformats.org/officeDocument/2006/relationships/tags" Target="../tags/tag692.xml"/><Relationship Id="rId27" Type="http://schemas.openxmlformats.org/officeDocument/2006/relationships/tags" Target="../tags/tag691.xml"/><Relationship Id="rId26" Type="http://schemas.openxmlformats.org/officeDocument/2006/relationships/tags" Target="../tags/tag690.xml"/><Relationship Id="rId25" Type="http://schemas.openxmlformats.org/officeDocument/2006/relationships/tags" Target="../tags/tag689.xml"/><Relationship Id="rId24" Type="http://schemas.openxmlformats.org/officeDocument/2006/relationships/tags" Target="../tags/tag688.xml"/><Relationship Id="rId23" Type="http://schemas.openxmlformats.org/officeDocument/2006/relationships/tags" Target="../tags/tag687.xml"/><Relationship Id="rId22" Type="http://schemas.openxmlformats.org/officeDocument/2006/relationships/tags" Target="../tags/tag686.xml"/><Relationship Id="rId21" Type="http://schemas.openxmlformats.org/officeDocument/2006/relationships/tags" Target="../tags/tag685.xml"/><Relationship Id="rId20" Type="http://schemas.openxmlformats.org/officeDocument/2006/relationships/tags" Target="../tags/tag684.xml"/><Relationship Id="rId2" Type="http://schemas.openxmlformats.org/officeDocument/2006/relationships/image" Target="../media/image10.png"/><Relationship Id="rId19" Type="http://schemas.openxmlformats.org/officeDocument/2006/relationships/tags" Target="../tags/tag683.xml"/><Relationship Id="rId18" Type="http://schemas.openxmlformats.org/officeDocument/2006/relationships/image" Target="../media/image158.svg"/><Relationship Id="rId17" Type="http://schemas.openxmlformats.org/officeDocument/2006/relationships/image" Target="../media/image157.png"/><Relationship Id="rId16" Type="http://schemas.openxmlformats.org/officeDocument/2006/relationships/tags" Target="../tags/tag682.xml"/><Relationship Id="rId15" Type="http://schemas.openxmlformats.org/officeDocument/2006/relationships/image" Target="../media/image156.svg"/><Relationship Id="rId14" Type="http://schemas.openxmlformats.org/officeDocument/2006/relationships/image" Target="../media/image155.png"/><Relationship Id="rId13" Type="http://schemas.openxmlformats.org/officeDocument/2006/relationships/tags" Target="../tags/tag681.xml"/><Relationship Id="rId12" Type="http://schemas.openxmlformats.org/officeDocument/2006/relationships/tags" Target="../tags/tag680.xml"/><Relationship Id="rId11" Type="http://schemas.openxmlformats.org/officeDocument/2006/relationships/tags" Target="../tags/tag679.xml"/><Relationship Id="rId10" Type="http://schemas.openxmlformats.org/officeDocument/2006/relationships/image" Target="../media/image154.svg"/><Relationship Id="rId1" Type="http://schemas.openxmlformats.org/officeDocument/2006/relationships/tags" Target="../tags/tag67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15.xml"/><Relationship Id="rId6" Type="http://schemas.openxmlformats.org/officeDocument/2006/relationships/tags" Target="../tags/tag714.xml"/><Relationship Id="rId5" Type="http://schemas.openxmlformats.org/officeDocument/2006/relationships/tags" Target="../tags/tag713.xml"/><Relationship Id="rId4" Type="http://schemas.openxmlformats.org/officeDocument/2006/relationships/image" Target="../media/image1.png"/><Relationship Id="rId3" Type="http://schemas.openxmlformats.org/officeDocument/2006/relationships/tags" Target="../tags/tag712.xml"/><Relationship Id="rId2" Type="http://schemas.openxmlformats.org/officeDocument/2006/relationships/tags" Target="../tags/tag711.xml"/><Relationship Id="rId1" Type="http://schemas.openxmlformats.org/officeDocument/2006/relationships/tags" Target="../tags/tag71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723.xml"/><Relationship Id="rId8" Type="http://schemas.openxmlformats.org/officeDocument/2006/relationships/image" Target="../media/image159.png"/><Relationship Id="rId7" Type="http://schemas.openxmlformats.org/officeDocument/2006/relationships/tags" Target="../tags/tag722.xml"/><Relationship Id="rId60" Type="http://schemas.openxmlformats.org/officeDocument/2006/relationships/notesSlide" Target="../notesSlides/notesSlide27.xml"/><Relationship Id="rId6" Type="http://schemas.openxmlformats.org/officeDocument/2006/relationships/image" Target="../media/image12.png"/><Relationship Id="rId59" Type="http://schemas.openxmlformats.org/officeDocument/2006/relationships/slideLayout" Target="../slideLayouts/slideLayout1.xml"/><Relationship Id="rId58" Type="http://schemas.openxmlformats.org/officeDocument/2006/relationships/tags" Target="../tags/tag767.xml"/><Relationship Id="rId57" Type="http://schemas.openxmlformats.org/officeDocument/2006/relationships/tags" Target="../tags/tag766.xml"/><Relationship Id="rId56" Type="http://schemas.openxmlformats.org/officeDocument/2006/relationships/image" Target="../media/image164.png"/><Relationship Id="rId55" Type="http://schemas.openxmlformats.org/officeDocument/2006/relationships/tags" Target="../tags/tag765.xml"/><Relationship Id="rId54" Type="http://schemas.openxmlformats.org/officeDocument/2006/relationships/tags" Target="../tags/tag764.xml"/><Relationship Id="rId53" Type="http://schemas.openxmlformats.org/officeDocument/2006/relationships/tags" Target="../tags/tag763.xml"/><Relationship Id="rId52" Type="http://schemas.openxmlformats.org/officeDocument/2006/relationships/tags" Target="../tags/tag762.xml"/><Relationship Id="rId51" Type="http://schemas.openxmlformats.org/officeDocument/2006/relationships/tags" Target="../tags/tag761.xml"/><Relationship Id="rId50" Type="http://schemas.openxmlformats.org/officeDocument/2006/relationships/tags" Target="../tags/tag760.xml"/><Relationship Id="rId5" Type="http://schemas.openxmlformats.org/officeDocument/2006/relationships/tags" Target="../tags/tag721.xml"/><Relationship Id="rId49" Type="http://schemas.openxmlformats.org/officeDocument/2006/relationships/image" Target="../media/image163.png"/><Relationship Id="rId48" Type="http://schemas.openxmlformats.org/officeDocument/2006/relationships/tags" Target="../tags/tag759.xml"/><Relationship Id="rId47" Type="http://schemas.openxmlformats.org/officeDocument/2006/relationships/tags" Target="../tags/tag758.xml"/><Relationship Id="rId46" Type="http://schemas.openxmlformats.org/officeDocument/2006/relationships/tags" Target="../tags/tag757.xml"/><Relationship Id="rId45" Type="http://schemas.openxmlformats.org/officeDocument/2006/relationships/tags" Target="../tags/tag756.xml"/><Relationship Id="rId44" Type="http://schemas.openxmlformats.org/officeDocument/2006/relationships/tags" Target="../tags/tag755.xml"/><Relationship Id="rId43" Type="http://schemas.openxmlformats.org/officeDocument/2006/relationships/tags" Target="../tags/tag754.xml"/><Relationship Id="rId42" Type="http://schemas.openxmlformats.org/officeDocument/2006/relationships/image" Target="../media/image162.png"/><Relationship Id="rId41" Type="http://schemas.openxmlformats.org/officeDocument/2006/relationships/tags" Target="../tags/tag753.xml"/><Relationship Id="rId40" Type="http://schemas.openxmlformats.org/officeDocument/2006/relationships/tags" Target="../tags/tag752.xml"/><Relationship Id="rId4" Type="http://schemas.openxmlformats.org/officeDocument/2006/relationships/image" Target="../media/image11.png"/><Relationship Id="rId39" Type="http://schemas.openxmlformats.org/officeDocument/2006/relationships/tags" Target="../tags/tag751.xml"/><Relationship Id="rId38" Type="http://schemas.openxmlformats.org/officeDocument/2006/relationships/tags" Target="../tags/tag750.xml"/><Relationship Id="rId37" Type="http://schemas.openxmlformats.org/officeDocument/2006/relationships/tags" Target="../tags/tag749.xml"/><Relationship Id="rId36" Type="http://schemas.openxmlformats.org/officeDocument/2006/relationships/tags" Target="../tags/tag748.xml"/><Relationship Id="rId35" Type="http://schemas.openxmlformats.org/officeDocument/2006/relationships/tags" Target="../tags/tag747.xml"/><Relationship Id="rId34" Type="http://schemas.openxmlformats.org/officeDocument/2006/relationships/tags" Target="../tags/tag746.xml"/><Relationship Id="rId33" Type="http://schemas.openxmlformats.org/officeDocument/2006/relationships/tags" Target="../tags/tag745.xml"/><Relationship Id="rId32" Type="http://schemas.openxmlformats.org/officeDocument/2006/relationships/tags" Target="../tags/tag744.xml"/><Relationship Id="rId31" Type="http://schemas.openxmlformats.org/officeDocument/2006/relationships/tags" Target="../tags/tag743.xml"/><Relationship Id="rId30" Type="http://schemas.openxmlformats.org/officeDocument/2006/relationships/tags" Target="../tags/tag742.xml"/><Relationship Id="rId3" Type="http://schemas.openxmlformats.org/officeDocument/2006/relationships/tags" Target="../tags/tag720.xml"/><Relationship Id="rId29" Type="http://schemas.openxmlformats.org/officeDocument/2006/relationships/tags" Target="../tags/tag741.xml"/><Relationship Id="rId28" Type="http://schemas.openxmlformats.org/officeDocument/2006/relationships/tags" Target="../tags/tag740.xml"/><Relationship Id="rId27" Type="http://schemas.openxmlformats.org/officeDocument/2006/relationships/tags" Target="../tags/tag739.xml"/><Relationship Id="rId26" Type="http://schemas.openxmlformats.org/officeDocument/2006/relationships/tags" Target="../tags/tag738.xml"/><Relationship Id="rId25" Type="http://schemas.openxmlformats.org/officeDocument/2006/relationships/tags" Target="../tags/tag737.xml"/><Relationship Id="rId24" Type="http://schemas.openxmlformats.org/officeDocument/2006/relationships/tags" Target="../tags/tag736.xml"/><Relationship Id="rId23" Type="http://schemas.openxmlformats.org/officeDocument/2006/relationships/tags" Target="../tags/tag735.xml"/><Relationship Id="rId22" Type="http://schemas.openxmlformats.org/officeDocument/2006/relationships/tags" Target="../tags/tag734.xml"/><Relationship Id="rId21" Type="http://schemas.openxmlformats.org/officeDocument/2006/relationships/tags" Target="../tags/tag733.xml"/><Relationship Id="rId20" Type="http://schemas.openxmlformats.org/officeDocument/2006/relationships/tags" Target="../tags/tag732.xml"/><Relationship Id="rId2" Type="http://schemas.openxmlformats.org/officeDocument/2006/relationships/image" Target="../media/image10.png"/><Relationship Id="rId19" Type="http://schemas.openxmlformats.org/officeDocument/2006/relationships/tags" Target="../tags/tag731.xml"/><Relationship Id="rId18" Type="http://schemas.openxmlformats.org/officeDocument/2006/relationships/tags" Target="../tags/tag730.xml"/><Relationship Id="rId17" Type="http://schemas.openxmlformats.org/officeDocument/2006/relationships/tags" Target="../tags/tag729.xml"/><Relationship Id="rId16" Type="http://schemas.openxmlformats.org/officeDocument/2006/relationships/tags" Target="../tags/tag728.xml"/><Relationship Id="rId15" Type="http://schemas.openxmlformats.org/officeDocument/2006/relationships/tags" Target="../tags/tag727.xml"/><Relationship Id="rId14" Type="http://schemas.openxmlformats.org/officeDocument/2006/relationships/tags" Target="../tags/tag726.xml"/><Relationship Id="rId13" Type="http://schemas.openxmlformats.org/officeDocument/2006/relationships/tags" Target="../tags/tag725.xml"/><Relationship Id="rId12" Type="http://schemas.openxmlformats.org/officeDocument/2006/relationships/image" Target="../media/image161.svg"/><Relationship Id="rId11" Type="http://schemas.openxmlformats.org/officeDocument/2006/relationships/image" Target="../media/image160.png"/><Relationship Id="rId10" Type="http://schemas.openxmlformats.org/officeDocument/2006/relationships/tags" Target="../tags/tag724.xml"/><Relationship Id="rId1" Type="http://schemas.openxmlformats.org/officeDocument/2006/relationships/tags" Target="../tags/tag719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tags" Target="../tags/tag775.xml"/><Relationship Id="rId7" Type="http://schemas.openxmlformats.org/officeDocument/2006/relationships/tags" Target="../tags/tag774.xml"/><Relationship Id="rId6" Type="http://schemas.openxmlformats.org/officeDocument/2006/relationships/image" Target="../media/image12.png"/><Relationship Id="rId5" Type="http://schemas.openxmlformats.org/officeDocument/2006/relationships/tags" Target="../tags/tag773.xml"/><Relationship Id="rId42" Type="http://schemas.openxmlformats.org/officeDocument/2006/relationships/notesSlide" Target="../notesSlides/notesSlide28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796.xml"/><Relationship Id="rId4" Type="http://schemas.openxmlformats.org/officeDocument/2006/relationships/image" Target="../media/image11.png"/><Relationship Id="rId39" Type="http://schemas.openxmlformats.org/officeDocument/2006/relationships/tags" Target="../tags/tag795.xml"/><Relationship Id="rId38" Type="http://schemas.openxmlformats.org/officeDocument/2006/relationships/tags" Target="../tags/tag794.xml"/><Relationship Id="rId37" Type="http://schemas.openxmlformats.org/officeDocument/2006/relationships/tags" Target="../tags/tag793.xml"/><Relationship Id="rId36" Type="http://schemas.openxmlformats.org/officeDocument/2006/relationships/tags" Target="../tags/tag792.xml"/><Relationship Id="rId35" Type="http://schemas.openxmlformats.org/officeDocument/2006/relationships/tags" Target="../tags/tag791.xml"/><Relationship Id="rId34" Type="http://schemas.openxmlformats.org/officeDocument/2006/relationships/image" Target="../media/image171.svg"/><Relationship Id="rId33" Type="http://schemas.openxmlformats.org/officeDocument/2006/relationships/image" Target="../media/image170.png"/><Relationship Id="rId32" Type="http://schemas.openxmlformats.org/officeDocument/2006/relationships/tags" Target="../tags/tag790.xml"/><Relationship Id="rId31" Type="http://schemas.openxmlformats.org/officeDocument/2006/relationships/tags" Target="../tags/tag789.xml"/><Relationship Id="rId30" Type="http://schemas.openxmlformats.org/officeDocument/2006/relationships/tags" Target="../tags/tag788.xml"/><Relationship Id="rId3" Type="http://schemas.openxmlformats.org/officeDocument/2006/relationships/tags" Target="../tags/tag772.xml"/><Relationship Id="rId29" Type="http://schemas.openxmlformats.org/officeDocument/2006/relationships/tags" Target="../tags/tag787.xml"/><Relationship Id="rId28" Type="http://schemas.openxmlformats.org/officeDocument/2006/relationships/tags" Target="../tags/tag786.xml"/><Relationship Id="rId27" Type="http://schemas.openxmlformats.org/officeDocument/2006/relationships/image" Target="../media/image169.png"/><Relationship Id="rId26" Type="http://schemas.openxmlformats.org/officeDocument/2006/relationships/tags" Target="../tags/tag785.xml"/><Relationship Id="rId25" Type="http://schemas.openxmlformats.org/officeDocument/2006/relationships/tags" Target="../tags/tag784.xml"/><Relationship Id="rId24" Type="http://schemas.openxmlformats.org/officeDocument/2006/relationships/tags" Target="../tags/tag783.xml"/><Relationship Id="rId23" Type="http://schemas.openxmlformats.org/officeDocument/2006/relationships/tags" Target="../tags/tag782.xml"/><Relationship Id="rId22" Type="http://schemas.openxmlformats.org/officeDocument/2006/relationships/tags" Target="../tags/tag781.xml"/><Relationship Id="rId21" Type="http://schemas.openxmlformats.org/officeDocument/2006/relationships/tags" Target="../tags/tag780.xml"/><Relationship Id="rId20" Type="http://schemas.openxmlformats.org/officeDocument/2006/relationships/image" Target="../media/image75.svg"/><Relationship Id="rId2" Type="http://schemas.openxmlformats.org/officeDocument/2006/relationships/image" Target="../media/image10.png"/><Relationship Id="rId19" Type="http://schemas.openxmlformats.org/officeDocument/2006/relationships/image" Target="../media/image74.png"/><Relationship Id="rId18" Type="http://schemas.openxmlformats.org/officeDocument/2006/relationships/tags" Target="../tags/tag779.xml"/><Relationship Id="rId17" Type="http://schemas.openxmlformats.org/officeDocument/2006/relationships/tags" Target="../tags/tag778.xml"/><Relationship Id="rId16" Type="http://schemas.openxmlformats.org/officeDocument/2006/relationships/image" Target="../media/image168.svg"/><Relationship Id="rId15" Type="http://schemas.openxmlformats.org/officeDocument/2006/relationships/image" Target="../media/image167.png"/><Relationship Id="rId14" Type="http://schemas.openxmlformats.org/officeDocument/2006/relationships/tags" Target="../tags/tag777.xml"/><Relationship Id="rId13" Type="http://schemas.openxmlformats.org/officeDocument/2006/relationships/image" Target="../media/image70.svg"/><Relationship Id="rId12" Type="http://schemas.openxmlformats.org/officeDocument/2006/relationships/image" Target="../media/image69.png"/><Relationship Id="rId11" Type="http://schemas.openxmlformats.org/officeDocument/2006/relationships/tags" Target="../tags/tag776.xml"/><Relationship Id="rId10" Type="http://schemas.openxmlformats.org/officeDocument/2006/relationships/image" Target="../media/image166.svg"/><Relationship Id="rId1" Type="http://schemas.openxmlformats.org/officeDocument/2006/relationships/tags" Target="../tags/tag77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4.svg"/><Relationship Id="rId8" Type="http://schemas.openxmlformats.org/officeDocument/2006/relationships/image" Target="../media/image173.png"/><Relationship Id="rId7" Type="http://schemas.openxmlformats.org/officeDocument/2006/relationships/tags" Target="../tags/tag804.xml"/><Relationship Id="rId6" Type="http://schemas.openxmlformats.org/officeDocument/2006/relationships/tags" Target="../tags/tag803.xml"/><Relationship Id="rId5" Type="http://schemas.openxmlformats.org/officeDocument/2006/relationships/tags" Target="../tags/tag802.xml"/><Relationship Id="rId43" Type="http://schemas.openxmlformats.org/officeDocument/2006/relationships/notesSlide" Target="../notesSlides/notesSlide29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183.svg"/><Relationship Id="rId40" Type="http://schemas.openxmlformats.org/officeDocument/2006/relationships/image" Target="../media/image182.png"/><Relationship Id="rId4" Type="http://schemas.openxmlformats.org/officeDocument/2006/relationships/image" Target="../media/image172.png"/><Relationship Id="rId39" Type="http://schemas.openxmlformats.org/officeDocument/2006/relationships/tags" Target="../tags/tag827.xml"/><Relationship Id="rId38" Type="http://schemas.openxmlformats.org/officeDocument/2006/relationships/tags" Target="../tags/tag826.xml"/><Relationship Id="rId37" Type="http://schemas.openxmlformats.org/officeDocument/2006/relationships/tags" Target="../tags/tag825.xml"/><Relationship Id="rId36" Type="http://schemas.openxmlformats.org/officeDocument/2006/relationships/image" Target="../media/image181.png"/><Relationship Id="rId35" Type="http://schemas.openxmlformats.org/officeDocument/2006/relationships/tags" Target="../tags/tag824.xml"/><Relationship Id="rId34" Type="http://schemas.openxmlformats.org/officeDocument/2006/relationships/tags" Target="../tags/tag823.xml"/><Relationship Id="rId33" Type="http://schemas.openxmlformats.org/officeDocument/2006/relationships/tags" Target="../tags/tag822.xml"/><Relationship Id="rId32" Type="http://schemas.openxmlformats.org/officeDocument/2006/relationships/tags" Target="../tags/tag821.xml"/><Relationship Id="rId31" Type="http://schemas.openxmlformats.org/officeDocument/2006/relationships/tags" Target="../tags/tag820.xml"/><Relationship Id="rId30" Type="http://schemas.openxmlformats.org/officeDocument/2006/relationships/tags" Target="../tags/tag819.xml"/><Relationship Id="rId3" Type="http://schemas.openxmlformats.org/officeDocument/2006/relationships/tags" Target="../tags/tag801.xml"/><Relationship Id="rId29" Type="http://schemas.openxmlformats.org/officeDocument/2006/relationships/tags" Target="../tags/tag818.xml"/><Relationship Id="rId28" Type="http://schemas.openxmlformats.org/officeDocument/2006/relationships/tags" Target="../tags/tag817.xml"/><Relationship Id="rId27" Type="http://schemas.openxmlformats.org/officeDocument/2006/relationships/image" Target="../media/image180.svg"/><Relationship Id="rId26" Type="http://schemas.openxmlformats.org/officeDocument/2006/relationships/image" Target="../media/image179.png"/><Relationship Id="rId25" Type="http://schemas.openxmlformats.org/officeDocument/2006/relationships/tags" Target="../tags/tag816.xml"/><Relationship Id="rId24" Type="http://schemas.openxmlformats.org/officeDocument/2006/relationships/tags" Target="../tags/tag815.xml"/><Relationship Id="rId23" Type="http://schemas.openxmlformats.org/officeDocument/2006/relationships/tags" Target="../tags/tag814.xml"/><Relationship Id="rId22" Type="http://schemas.openxmlformats.org/officeDocument/2006/relationships/tags" Target="../tags/tag813.xml"/><Relationship Id="rId21" Type="http://schemas.openxmlformats.org/officeDocument/2006/relationships/tags" Target="../tags/tag812.xml"/><Relationship Id="rId20" Type="http://schemas.openxmlformats.org/officeDocument/2006/relationships/tags" Target="../tags/tag811.xml"/><Relationship Id="rId2" Type="http://schemas.openxmlformats.org/officeDocument/2006/relationships/image" Target="../media/image10.png"/><Relationship Id="rId19" Type="http://schemas.openxmlformats.org/officeDocument/2006/relationships/tags" Target="../tags/tag810.xml"/><Relationship Id="rId18" Type="http://schemas.openxmlformats.org/officeDocument/2006/relationships/tags" Target="../tags/tag809.xml"/><Relationship Id="rId17" Type="http://schemas.openxmlformats.org/officeDocument/2006/relationships/tags" Target="../tags/tag808.xml"/><Relationship Id="rId16" Type="http://schemas.openxmlformats.org/officeDocument/2006/relationships/image" Target="../media/image178.svg"/><Relationship Id="rId15" Type="http://schemas.openxmlformats.org/officeDocument/2006/relationships/image" Target="../media/image177.png"/><Relationship Id="rId14" Type="http://schemas.openxmlformats.org/officeDocument/2006/relationships/tags" Target="../tags/tag807.xml"/><Relationship Id="rId13" Type="http://schemas.openxmlformats.org/officeDocument/2006/relationships/image" Target="../media/image176.svg"/><Relationship Id="rId12" Type="http://schemas.openxmlformats.org/officeDocument/2006/relationships/image" Target="../media/image175.png"/><Relationship Id="rId11" Type="http://schemas.openxmlformats.org/officeDocument/2006/relationships/tags" Target="../tags/tag806.xml"/><Relationship Id="rId10" Type="http://schemas.openxmlformats.org/officeDocument/2006/relationships/tags" Target="../tags/tag805.xml"/><Relationship Id="rId1" Type="http://schemas.openxmlformats.org/officeDocument/2006/relationships/tags" Target="../tags/tag80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4429"/>
            <a:ext cx="3321262" cy="310896"/>
            <a:chOff x="-635000" y="-518334"/>
            <a:chExt cx="3321262" cy="310896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8334"/>
              <a:ext cx="3321262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授课教师：杨迎</a:t>
              </a:r>
              <a:endParaRPr lang="en-US" sz="2040"/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7.3.2 物联网安全配置核查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40bc18a4f70cd7b96e4920a20f3d946b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grpSp>
        <p:nvGrpSpPr>
          <p:cNvPr id="18" name="组合 17"/>
          <p:cNvGrpSpPr/>
          <p:nvPr>
            <p:custDataLst>
              <p:tags r:id="rId5"/>
            </p:custDataLst>
          </p:nvPr>
        </p:nvGrpSpPr>
        <p:grpSpPr>
          <a:xfrm>
            <a:off x="5769119" y="1653024"/>
            <a:ext cx="1267993" cy="512064"/>
            <a:chOff x="-635000" y="-635000"/>
            <a:chExt cx="1267993" cy="512064"/>
          </a:xfrm>
        </p:grpSpPr>
        <p:sp>
          <p:nvSpPr>
            <p:cNvPr id="19" name="Text 0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635000" y="-635000"/>
              <a:ext cx="1267993" cy="5120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360">
                  <a:solidFill>
                    <a:srgbClr val="000000"/>
                  </a:solidFill>
                </a:rPr>
                <a:t>01</a:t>
              </a:r>
              <a:endParaRPr lang="en-US" sz="3360"/>
            </a:p>
          </p:txBody>
        </p:sp>
      </p:grpSp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5769119" y="2669616"/>
            <a:ext cx="1267993" cy="512064"/>
            <a:chOff x="-635000" y="-635000"/>
            <a:chExt cx="1267993" cy="512064"/>
          </a:xfrm>
        </p:grpSpPr>
        <p:sp>
          <p:nvSpPr>
            <p:cNvPr id="15" name="Text 1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1267993" cy="5120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360">
                  <a:solidFill>
                    <a:srgbClr val="000000"/>
                  </a:solidFill>
                </a:rPr>
                <a:t>02</a:t>
              </a:r>
              <a:endParaRPr lang="en-US" sz="3360"/>
            </a:p>
          </p:txBody>
        </p:sp>
      </p:grpSp>
      <p:grpSp>
        <p:nvGrpSpPr>
          <p:cNvPr id="22" name="组合 21"/>
          <p:cNvGrpSpPr/>
          <p:nvPr>
            <p:custDataLst>
              <p:tags r:id="rId9"/>
            </p:custDataLst>
          </p:nvPr>
        </p:nvGrpSpPr>
        <p:grpSpPr>
          <a:xfrm>
            <a:off x="5769119" y="3686208"/>
            <a:ext cx="1267993" cy="512064"/>
            <a:chOff x="-635000" y="-635000"/>
            <a:chExt cx="1267993" cy="512064"/>
          </a:xfrm>
        </p:grpSpPr>
        <p:sp>
          <p:nvSpPr>
            <p:cNvPr id="23" name="Text 2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635000" y="-635000"/>
              <a:ext cx="1267993" cy="5120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360">
                  <a:solidFill>
                    <a:srgbClr val="000000"/>
                  </a:solidFill>
                </a:rPr>
                <a:t>03</a:t>
              </a:r>
              <a:endParaRPr lang="en-US" sz="3360"/>
            </a:p>
          </p:txBody>
        </p:sp>
      </p:grpSp>
      <p:grpSp>
        <p:nvGrpSpPr>
          <p:cNvPr id="26" name="组合 25"/>
          <p:cNvGrpSpPr/>
          <p:nvPr>
            <p:custDataLst>
              <p:tags r:id="rId11"/>
            </p:custDataLst>
          </p:nvPr>
        </p:nvGrpSpPr>
        <p:grpSpPr>
          <a:xfrm>
            <a:off x="5769119" y="4702801"/>
            <a:ext cx="1267993" cy="512064"/>
            <a:chOff x="-635000" y="-635000"/>
            <a:chExt cx="1267993" cy="512064"/>
          </a:xfrm>
        </p:grpSpPr>
        <p:sp>
          <p:nvSpPr>
            <p:cNvPr id="27" name="Text 3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635000" y="-635000"/>
              <a:ext cx="1267993" cy="5120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360">
                  <a:solidFill>
                    <a:srgbClr val="000000"/>
                  </a:solidFill>
                </a:rPr>
                <a:t>04</a:t>
              </a:r>
              <a:endParaRPr lang="en-US" sz="3360"/>
            </a:p>
          </p:txBody>
        </p:sp>
      </p:grpSp>
      <p:grpSp>
        <p:nvGrpSpPr>
          <p:cNvPr id="30" name="组合 29"/>
          <p:cNvGrpSpPr/>
          <p:nvPr>
            <p:custDataLst>
              <p:tags r:id="rId13"/>
            </p:custDataLst>
          </p:nvPr>
        </p:nvGrpSpPr>
        <p:grpSpPr>
          <a:xfrm>
            <a:off x="953110" y="2799393"/>
            <a:ext cx="3150109" cy="1244856"/>
            <a:chOff x="-635000" y="-635000"/>
            <a:chExt cx="3150109" cy="1244856"/>
          </a:xfrm>
        </p:grpSpPr>
        <p:sp>
          <p:nvSpPr>
            <p:cNvPr id="31" name="Text 4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622612" y="-635000"/>
              <a:ext cx="1769654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4800">
                  <a:solidFill>
                    <a:srgbClr val="000000"/>
                  </a:solidFill>
                </a:rPr>
                <a:t>目录</a:t>
              </a:r>
              <a:endParaRPr lang="en-US" sz="4800"/>
            </a:p>
          </p:txBody>
        </p:sp>
        <p:sp>
          <p:nvSpPr>
            <p:cNvPr id="32" name="Text 5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635000" y="298960"/>
              <a:ext cx="3150109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CONTENTS</a:t>
              </a:r>
              <a:endParaRPr lang="en-US" sz="2040"/>
            </a:p>
          </p:txBody>
        </p:sp>
      </p:grpSp>
      <p:grpSp>
        <p:nvGrpSpPr>
          <p:cNvPr id="28" name="组合 27"/>
          <p:cNvGrpSpPr/>
          <p:nvPr>
            <p:custDataLst>
              <p:tags r:id="rId16"/>
            </p:custDataLst>
          </p:nvPr>
        </p:nvGrpSpPr>
        <p:grpSpPr>
          <a:xfrm>
            <a:off x="7064048" y="4727345"/>
            <a:ext cx="4878288" cy="457200"/>
            <a:chOff x="-635000" y="-635000"/>
            <a:chExt cx="4878288" cy="457200"/>
          </a:xfrm>
        </p:grpSpPr>
        <p:sp>
          <p:nvSpPr>
            <p:cNvPr id="29" name="Text 6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487828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3000">
                  <a:solidFill>
                    <a:srgbClr val="000000"/>
                  </a:solidFill>
                </a:rPr>
                <a:t>物联网安全测评实践与案例</a:t>
              </a:r>
              <a:endParaRPr lang="en-US" sz="3000"/>
            </a:p>
          </p:txBody>
        </p:sp>
      </p:grpSp>
      <p:grpSp>
        <p:nvGrpSpPr>
          <p:cNvPr id="20" name="组合 19"/>
          <p:cNvGrpSpPr/>
          <p:nvPr>
            <p:custDataLst>
              <p:tags r:id="rId18"/>
            </p:custDataLst>
          </p:nvPr>
        </p:nvGrpSpPr>
        <p:grpSpPr>
          <a:xfrm>
            <a:off x="7064048" y="1677568"/>
            <a:ext cx="4878288" cy="914400"/>
            <a:chOff x="-635000" y="-635000"/>
            <a:chExt cx="4878288" cy="914400"/>
          </a:xfrm>
        </p:grpSpPr>
        <p:sp>
          <p:nvSpPr>
            <p:cNvPr id="21" name="Text 7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-635000" y="-635000"/>
              <a:ext cx="4878288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3000">
                  <a:solidFill>
                    <a:srgbClr val="000000"/>
                  </a:solidFill>
                </a:rPr>
                <a:t>案例导入——“被劫持的摄像头”</a:t>
              </a:r>
              <a:endParaRPr lang="en-US" sz="3000"/>
            </a:p>
          </p:txBody>
        </p:sp>
      </p:grpSp>
      <p:grpSp>
        <p:nvGrpSpPr>
          <p:cNvPr id="24" name="组合 23"/>
          <p:cNvGrpSpPr/>
          <p:nvPr>
            <p:custDataLst>
              <p:tags r:id="rId20"/>
            </p:custDataLst>
          </p:nvPr>
        </p:nvGrpSpPr>
        <p:grpSpPr>
          <a:xfrm>
            <a:off x="7064048" y="3710752"/>
            <a:ext cx="4878288" cy="914400"/>
            <a:chOff x="-635000" y="-635000"/>
            <a:chExt cx="4878288" cy="914400"/>
          </a:xfrm>
        </p:grpSpPr>
        <p:sp>
          <p:nvSpPr>
            <p:cNvPr id="25" name="Text 8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635000" y="-635000"/>
              <a:ext cx="4878288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3000">
                  <a:solidFill>
                    <a:srgbClr val="000000"/>
                  </a:solidFill>
                </a:rPr>
                <a:t>物联网安全配置核查六大维度</a:t>
              </a:r>
              <a:endParaRPr lang="en-US" sz="3000"/>
            </a:p>
          </p:txBody>
        </p:sp>
      </p:grpSp>
      <p:grpSp>
        <p:nvGrpSpPr>
          <p:cNvPr id="16" name="组合 15"/>
          <p:cNvGrpSpPr/>
          <p:nvPr>
            <p:custDataLst>
              <p:tags r:id="rId22"/>
            </p:custDataLst>
          </p:nvPr>
        </p:nvGrpSpPr>
        <p:grpSpPr>
          <a:xfrm>
            <a:off x="7064048" y="2694160"/>
            <a:ext cx="4878288" cy="457200"/>
            <a:chOff x="-635000" y="-635000"/>
            <a:chExt cx="4878288" cy="457200"/>
          </a:xfrm>
        </p:grpSpPr>
        <p:sp>
          <p:nvSpPr>
            <p:cNvPr id="17" name="Text 9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635000" y="-635000"/>
              <a:ext cx="487828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3000">
                  <a:solidFill>
                    <a:srgbClr val="000000"/>
                  </a:solidFill>
                </a:rPr>
                <a:t>学习目标与标准定位</a:t>
              </a:r>
              <a:endParaRPr lang="en-US" sz="30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2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2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771842" y="1617339"/>
            <a:ext cx="10666735" cy="804672"/>
            <a:chOff x="-635000" y="-635000"/>
            <a:chExt cx="10666735" cy="804672"/>
          </a:xfrm>
        </p:grpSpPr>
        <p:sp>
          <p:nvSpPr>
            <p:cNvPr id="7" name="Text 0" descr="TEMP_Z_ORDER_0"/>
            <p:cNvSpPr/>
            <p:nvPr>
              <p:custDataLst>
                <p:tags r:id="rId2"/>
              </p:custDataLst>
            </p:nvPr>
          </p:nvSpPr>
          <p:spPr>
            <a:xfrm>
              <a:off x="80859" y="-535034"/>
              <a:ext cx="9235018" cy="70470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5280">
                  <a:solidFill>
                    <a:srgbClr val="FFFFFF"/>
                  </a:solidFill>
                </a:rPr>
                <a:t>案例导入——‘被劫持的摄像头’</a:t>
              </a:r>
              <a:endParaRPr lang="en-US" sz="5280"/>
            </a:p>
          </p:txBody>
        </p:sp>
      </p:grpSp>
      <p:pic>
        <p:nvPicPr>
          <p:cNvPr id="3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</a:rPr>
              <a:t>从案例引入到核心概念解析</a:t>
            </a:r>
            <a:endParaRPr lang="en-US" sz="2160"/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4673282" y="897806"/>
            <a:ext cx="2863855" cy="493776"/>
            <a:chOff x="-635000" y="-635000"/>
            <a:chExt cx="2863855" cy="493776"/>
          </a:xfrm>
        </p:grpSpPr>
        <p:sp>
          <p:nvSpPr>
            <p:cNvPr id="9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863855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</a:rPr>
                <a:t>Part.01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8" name="组合 37"/>
          <p:cNvGrpSpPr/>
          <p:nvPr>
            <p:custDataLst>
              <p:tags r:id="rId7"/>
            </p:custDataLst>
          </p:nvPr>
        </p:nvGrpSpPr>
        <p:grpSpPr>
          <a:xfrm>
            <a:off x="609600" y="3474720"/>
            <a:ext cx="5364480" cy="2788920"/>
            <a:chOff x="-635000" y="-635000"/>
            <a:chExt cx="5364480" cy="2788920"/>
          </a:xfrm>
        </p:grpSpPr>
        <p:pic>
          <p:nvPicPr>
            <p:cNvPr id="3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64480" cy="2788920"/>
            </a:xfrm>
            <a:prstGeom prst="rect">
              <a:avLst/>
            </a:prstGeom>
          </p:spPr>
        </p:pic>
        <p:pic>
          <p:nvPicPr>
            <p:cNvPr id="40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30200"/>
              <a:ext cx="91440" cy="243840"/>
            </a:xfrm>
            <a:prstGeom prst="rect">
              <a:avLst/>
            </a:prstGeom>
          </p:spPr>
        </p:pic>
        <p:sp>
          <p:nvSpPr>
            <p:cNvPr id="41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23520" y="-4368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案例素材</a:t>
              </a:r>
              <a:endParaRPr lang="en-US" sz="2400"/>
            </a:p>
          </p:txBody>
        </p:sp>
        <p:sp>
          <p:nvSpPr>
            <p:cNvPr id="42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436880" y="126999"/>
              <a:ext cx="4977384" cy="12535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2016年，Mirai利用物联网设备（主要是网络摄像头等）的</a:t>
              </a: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默认密码漏洞</a:t>
              </a: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，发动了美国史上</a:t>
              </a: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最大规模DDoS攻击</a:t>
              </a: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，导致Twitter等知名网站大面积瘫痪。</a:t>
              </a:r>
              <a:endParaRPr lang="en-US" sz="1800"/>
            </a:p>
          </p:txBody>
        </p:sp>
      </p:grp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6217920" y="3474720"/>
            <a:ext cx="5364480" cy="2788920"/>
            <a:chOff x="-635000" y="-635000"/>
            <a:chExt cx="5364480" cy="2788920"/>
          </a:xfrm>
        </p:grpSpPr>
        <p:pic>
          <p:nvPicPr>
            <p:cNvPr id="24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64480" cy="2788920"/>
            </a:xfrm>
            <a:prstGeom prst="rect">
              <a:avLst/>
            </a:prstGeom>
          </p:spPr>
        </p:pic>
        <p:pic>
          <p:nvPicPr>
            <p:cNvPr id="25" name="Image 6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30200"/>
              <a:ext cx="91440" cy="243840"/>
            </a:xfrm>
            <a:prstGeom prst="rect">
              <a:avLst/>
            </a:prstGeom>
          </p:spPr>
        </p:pic>
        <p:sp>
          <p:nvSpPr>
            <p:cNvPr id="26" name="Text 2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223520" y="-436880"/>
              <a:ext cx="1847088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事后调查发现</a:t>
              </a:r>
              <a:endParaRPr lang="en-US" sz="2400"/>
            </a:p>
          </p:txBody>
        </p:sp>
        <p:sp>
          <p:nvSpPr>
            <p:cNvPr id="27" name="Text 3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436880" y="203200"/>
              <a:ext cx="161941" cy="24816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4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440"/>
            </a:p>
          </p:txBody>
        </p:sp>
        <p:sp>
          <p:nvSpPr>
            <p:cNvPr id="28" name="Text 4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162560" y="127000"/>
              <a:ext cx="439826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大量设备使用</a:t>
              </a: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出厂默认密码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（如admin）</a:t>
              </a:r>
              <a:endParaRPr lang="en-US" sz="1920"/>
            </a:p>
          </p:txBody>
        </p:sp>
        <p:sp>
          <p:nvSpPr>
            <p:cNvPr id="29" name="Text 5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436880" y="629920"/>
              <a:ext cx="161941" cy="24816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4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440"/>
            </a:p>
          </p:txBody>
        </p:sp>
        <p:sp>
          <p:nvSpPr>
            <p:cNvPr id="30" name="Text 6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162560" y="553720"/>
              <a:ext cx="368198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设备固件存在</a:t>
              </a: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已知漏洞但从未更新</a:t>
              </a:r>
              <a:endParaRPr lang="en-US" sz="1920"/>
            </a:p>
          </p:txBody>
        </p:sp>
        <p:sp>
          <p:nvSpPr>
            <p:cNvPr id="31" name="Text 7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436880" y="1056639"/>
              <a:ext cx="161941" cy="24816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4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440"/>
            </a:p>
          </p:txBody>
        </p:sp>
        <p:sp>
          <p:nvSpPr>
            <p:cNvPr id="32" name="Text 8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162560" y="980439"/>
              <a:ext cx="368198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</a:t>
              </a: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暴露在公网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，无访问控制</a:t>
              </a:r>
              <a:endParaRPr lang="en-US" sz="1920"/>
            </a:p>
          </p:txBody>
        </p:sp>
      </p:grpSp>
      <p:grpSp>
        <p:nvGrpSpPr>
          <p:cNvPr id="33" name="组合 32"/>
          <p:cNvGrpSpPr/>
          <p:nvPr>
            <p:custDataLst>
              <p:tags r:id="rId25"/>
            </p:custDataLst>
          </p:nvPr>
        </p:nvGrpSpPr>
        <p:grpSpPr>
          <a:xfrm>
            <a:off x="609600" y="1371600"/>
            <a:ext cx="10972800" cy="1859280"/>
            <a:chOff x="-635000" y="-635000"/>
            <a:chExt cx="10972800" cy="1859280"/>
          </a:xfrm>
        </p:grpSpPr>
        <p:pic>
          <p:nvPicPr>
            <p:cNvPr id="34" name="Image 7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alphaModFix amt="0"/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8592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5" name="Image 8" descr="TEMP_Z_ORDER_1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10972800" cy="1859280"/>
            </a:xfrm>
            <a:prstGeom prst="rect">
              <a:avLst/>
            </a:prstGeom>
          </p:spPr>
        </p:pic>
        <p:pic>
          <p:nvPicPr>
            <p:cNvPr id="36" name="Image 9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35000" y="-635000"/>
              <a:ext cx="10972800" cy="1859280"/>
            </a:xfrm>
            <a:prstGeom prst="rect">
              <a:avLst/>
            </a:prstGeom>
          </p:spPr>
        </p:pic>
        <p:sp>
          <p:nvSpPr>
            <p:cNvPr id="37" name="Text 9" descr="TEMP_Z_ORDER_19"/>
            <p:cNvSpPr/>
            <p:nvPr>
              <p:custDataLst>
                <p:tags r:id="rId33"/>
              </p:custDataLst>
            </p:nvPr>
          </p:nvSpPr>
          <p:spPr>
            <a:xfrm>
              <a:off x="-452120" y="629920"/>
              <a:ext cx="748936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引入问题：智能门锁、摄像头、传感器——它们如何被测评？</a:t>
              </a:r>
              <a:endParaRPr lang="en-US" sz="2160"/>
            </a:p>
          </p:txBody>
        </p:sp>
      </p:grpSp>
      <p:sp>
        <p:nvSpPr>
          <p:cNvPr id="22" name="Text 10"/>
          <p:cNvSpPr/>
          <p:nvPr>
            <p:custDataLst>
              <p:tags r:id="rId3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案例导入——“被劫持的摄像头”（10分钟）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>
            <a:off x="609600" y="1493520"/>
            <a:ext cx="5129784" cy="3408521"/>
            <a:chOff x="-635000" y="-635000"/>
            <a:chExt cx="5129784" cy="3408521"/>
          </a:xfrm>
        </p:grpSpPr>
        <p:pic>
          <p:nvPicPr>
            <p:cNvPr id="4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121920" cy="365760"/>
            </a:xfrm>
            <a:prstGeom prst="rect">
              <a:avLst/>
            </a:prstGeom>
          </p:spPr>
        </p:pic>
        <p:sp>
          <p:nvSpPr>
            <p:cNvPr id="42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391160" y="-63500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问题讨论</a:t>
              </a:r>
              <a:endParaRPr lang="en-US" sz="2640"/>
            </a:p>
          </p:txBody>
        </p:sp>
        <p:sp>
          <p:nvSpPr>
            <p:cNvPr id="43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635000" y="172720"/>
              <a:ext cx="163544" cy="4274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2160"/>
            </a:p>
          </p:txBody>
        </p:sp>
        <p:sp>
          <p:nvSpPr>
            <p:cNvPr id="44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238760" y="111760"/>
              <a:ext cx="4438142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这些摄像头属于物联网的哪个层次？</a:t>
              </a:r>
              <a:endParaRPr lang="en-US" sz="2160"/>
            </a:p>
          </p:txBody>
        </p:sp>
        <p:sp>
          <p:nvSpPr>
            <p:cNvPr id="45" name="Text 3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-635000" y="858520"/>
              <a:ext cx="163544" cy="4274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2160"/>
            </a:p>
          </p:txBody>
        </p:sp>
        <p:sp>
          <p:nvSpPr>
            <p:cNvPr id="46" name="Text 4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-238760" y="797560"/>
              <a:ext cx="4733544" cy="8705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如果按照等保2.0物联网扩展要求进行测评，应该检查哪些方面？</a:t>
              </a:r>
              <a:endParaRPr lang="en-US" sz="2160"/>
            </a:p>
          </p:txBody>
        </p:sp>
        <p:sp>
          <p:nvSpPr>
            <p:cNvPr id="47" name="Text 5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-635000" y="1940560"/>
              <a:ext cx="163544" cy="4274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2160"/>
            </a:p>
          </p:txBody>
        </p:sp>
        <p:sp>
          <p:nvSpPr>
            <p:cNvPr id="48" name="Text 6" descr="TEMP_Z_ORDER_10"/>
            <p:cNvSpPr/>
            <p:nvPr>
              <p:custDataLst>
                <p:tags r:id="rId17"/>
              </p:custDataLst>
            </p:nvPr>
          </p:nvSpPr>
          <p:spPr>
            <a:xfrm>
              <a:off x="-238760" y="1879601"/>
              <a:ext cx="4733544" cy="8705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物联网安全测评与传统信息系统测评有什么不同？</a:t>
              </a:r>
              <a:endParaRPr lang="en-US" sz="2160"/>
            </a:p>
          </p:txBody>
        </p:sp>
      </p:grpSp>
      <p:pic>
        <p:nvPicPr>
          <p:cNvPr id="13" name="Image 4" descr="https://test.web.static.jianzeppt.com/ppt-temp-img3/e6e7ba855a2e04317168afd3ee813ef4.png?x-oss-process=image/resize,w_1440,h_800,m_lfit/format,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096000" y="1615440"/>
            <a:ext cx="15240" cy="3779520"/>
          </a:xfrm>
          <a:prstGeom prst="rect">
            <a:avLst/>
          </a:prstGeom>
        </p:spPr>
      </p:pic>
      <p:grpSp>
        <p:nvGrpSpPr>
          <p:cNvPr id="27" name="组合 26"/>
          <p:cNvGrpSpPr/>
          <p:nvPr>
            <p:custDataLst>
              <p:tags r:id="rId20"/>
            </p:custDataLst>
          </p:nvPr>
        </p:nvGrpSpPr>
        <p:grpSpPr>
          <a:xfrm>
            <a:off x="6477000" y="1493520"/>
            <a:ext cx="5120640" cy="4145280"/>
            <a:chOff x="-635000" y="-635000"/>
            <a:chExt cx="5120640" cy="4145280"/>
          </a:xfrm>
        </p:grpSpPr>
        <p:pic>
          <p:nvPicPr>
            <p:cNvPr id="28" name="Image 5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4999" y="-558800"/>
              <a:ext cx="121920" cy="365760"/>
            </a:xfrm>
            <a:prstGeom prst="rect">
              <a:avLst/>
            </a:prstGeom>
          </p:spPr>
        </p:pic>
        <p:sp>
          <p:nvSpPr>
            <p:cNvPr id="29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391159" y="-635000"/>
              <a:ext cx="676624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结论</a:t>
              </a:r>
              <a:endParaRPr lang="en-US" sz="2640"/>
            </a:p>
          </p:txBody>
        </p:sp>
        <p:pic>
          <p:nvPicPr>
            <p:cNvPr id="30" name="Image 6" descr="TEMP_Z_ORDER_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-635000" y="111760"/>
              <a:ext cx="5120640" cy="3398520"/>
            </a:xfrm>
            <a:prstGeom prst="rect">
              <a:avLst/>
            </a:prstGeom>
          </p:spPr>
        </p:pic>
        <p:sp>
          <p:nvSpPr>
            <p:cNvPr id="31" name="Text 8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-269240" y="477520"/>
              <a:ext cx="4398264" cy="8703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物联网感知层的安全测评，关注的是“设备本身的安全”——</a:t>
              </a:r>
              <a:endParaRPr lang="en-US" sz="2160"/>
            </a:p>
          </p:txBody>
        </p:sp>
        <p:pic>
          <p:nvPicPr>
            <p:cNvPr id="32" name="Image 7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269240" y="1620520"/>
              <a:ext cx="1478280" cy="609600"/>
            </a:xfrm>
            <a:prstGeom prst="rect">
              <a:avLst/>
            </a:prstGeom>
          </p:spPr>
        </p:pic>
        <p:sp>
          <p:nvSpPr>
            <p:cNvPr id="33" name="Text 9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-25400" y="17424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物理防护</a:t>
              </a:r>
              <a:endParaRPr lang="en-US" sz="1920"/>
            </a:p>
          </p:txBody>
        </p:sp>
        <p:pic>
          <p:nvPicPr>
            <p:cNvPr id="34" name="Image 8" descr="TEMP_Z_ORDER_1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376681" y="1620520"/>
              <a:ext cx="1478280" cy="609600"/>
            </a:xfrm>
            <a:prstGeom prst="rect">
              <a:avLst/>
            </a:prstGeom>
          </p:spPr>
        </p:pic>
        <p:sp>
          <p:nvSpPr>
            <p:cNvPr id="35" name="Text 10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1620520" y="17424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接入控制</a:t>
              </a:r>
              <a:endParaRPr lang="en-US" sz="1920"/>
            </a:p>
          </p:txBody>
        </p:sp>
        <p:pic>
          <p:nvPicPr>
            <p:cNvPr id="36" name="Image 9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269240" y="2413000"/>
              <a:ext cx="1478280" cy="609600"/>
            </a:xfrm>
            <a:prstGeom prst="rect">
              <a:avLst/>
            </a:prstGeom>
          </p:spPr>
        </p:pic>
        <p:sp>
          <p:nvSpPr>
            <p:cNvPr id="37" name="Text 11" descr="TEMP_Z_ORDER_21"/>
            <p:cNvSpPr/>
            <p:nvPr>
              <p:custDataLst>
                <p:tags r:id="rId33"/>
              </p:custDataLst>
            </p:nvPr>
          </p:nvSpPr>
          <p:spPr>
            <a:xfrm>
              <a:off x="-25400" y="2534921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身份鉴别</a:t>
              </a:r>
              <a:endParaRPr lang="en-US" sz="1920"/>
            </a:p>
          </p:txBody>
        </p:sp>
        <p:pic>
          <p:nvPicPr>
            <p:cNvPr id="38" name="Image 10" descr="TEMP_Z_ORDER_22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376681" y="2413000"/>
              <a:ext cx="1478280" cy="609600"/>
            </a:xfrm>
            <a:prstGeom prst="rect">
              <a:avLst/>
            </a:prstGeom>
          </p:spPr>
        </p:pic>
        <p:sp>
          <p:nvSpPr>
            <p:cNvPr id="39" name="Text 12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1620520" y="2534921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数据保护</a:t>
              </a:r>
              <a:endParaRPr lang="en-US" sz="1920"/>
            </a:p>
          </p:txBody>
        </p:sp>
      </p:grpSp>
      <p:sp>
        <p:nvSpPr>
          <p:cNvPr id="26" name="Text 13"/>
          <p:cNvSpPr/>
          <p:nvPr>
            <p:custDataLst>
              <p:tags r:id="rId3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案例讨论与结论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771842" y="1617339"/>
            <a:ext cx="10666735" cy="804672"/>
            <a:chOff x="-635000" y="-635000"/>
            <a:chExt cx="10666735" cy="804672"/>
          </a:xfrm>
        </p:grpSpPr>
        <p:sp>
          <p:nvSpPr>
            <p:cNvPr id="7" name="Text 0" descr="TEMP_Z_ORDER_0"/>
            <p:cNvSpPr/>
            <p:nvPr>
              <p:custDataLst>
                <p:tags r:id="rId2"/>
              </p:custDataLst>
            </p:nvPr>
          </p:nvSpPr>
          <p:spPr>
            <a:xfrm>
              <a:off x="1650673" y="-535034"/>
              <a:ext cx="6095390" cy="70470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5280">
                  <a:solidFill>
                    <a:srgbClr val="FFFFFF"/>
                  </a:solidFill>
                </a:rPr>
                <a:t>学习目标与标准定位</a:t>
              </a:r>
              <a:endParaRPr lang="en-US" sz="5280"/>
            </a:p>
          </p:txBody>
        </p:sp>
      </p:grpSp>
      <p:pic>
        <p:nvPicPr>
          <p:cNvPr id="3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</a:rPr>
              <a:t>从案例引入到核心概念解析</a:t>
            </a:r>
            <a:endParaRPr lang="en-US" sz="2160"/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4673282" y="897806"/>
            <a:ext cx="2863855" cy="493776"/>
            <a:chOff x="-635000" y="-635000"/>
            <a:chExt cx="2863855" cy="493776"/>
          </a:xfrm>
        </p:grpSpPr>
        <p:sp>
          <p:nvSpPr>
            <p:cNvPr id="9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863855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</a:rPr>
                <a:t>Part.02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3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160" b="1">
                <a:solidFill>
                  <a:srgbClr val="4B556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160"/>
          </a:p>
        </p:txBody>
      </p:sp>
      <p:grpSp>
        <p:nvGrpSpPr>
          <p:cNvPr id="38" name="组合 37"/>
          <p:cNvGrpSpPr/>
          <p:nvPr>
            <p:custDataLst>
              <p:tags r:id="rId8"/>
            </p:custDataLst>
          </p:nvPr>
        </p:nvGrpSpPr>
        <p:grpSpPr>
          <a:xfrm>
            <a:off x="609600" y="2026920"/>
            <a:ext cx="5334000" cy="1661160"/>
            <a:chOff x="-635000" y="-635000"/>
            <a:chExt cx="5334000" cy="1661160"/>
          </a:xfrm>
        </p:grpSpPr>
        <p:pic>
          <p:nvPicPr>
            <p:cNvPr id="39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5334000" cy="1661160"/>
            </a:xfrm>
            <a:prstGeom prst="rect">
              <a:avLst/>
            </a:prstGeom>
          </p:spPr>
        </p:pic>
        <p:pic>
          <p:nvPicPr>
            <p:cNvPr id="40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30200" y="-330200"/>
              <a:ext cx="548640" cy="350520"/>
            </a:xfrm>
            <a:prstGeom prst="rect">
              <a:avLst/>
            </a:prstGeom>
          </p:spPr>
        </p:pic>
        <p:sp>
          <p:nvSpPr>
            <p:cNvPr id="41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243713" y="-361938"/>
              <a:ext cx="384810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160"/>
            </a:p>
          </p:txBody>
        </p:sp>
        <p:sp>
          <p:nvSpPr>
            <p:cNvPr id="42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330200" y="172720"/>
              <a:ext cx="4733544" cy="7639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物联网安全扩展要求与安全通用要求的关系</a:t>
              </a:r>
              <a:endParaRPr lang="en-US" sz="2640"/>
            </a:p>
          </p:txBody>
        </p:sp>
      </p:grpSp>
      <p:grpSp>
        <p:nvGrpSpPr>
          <p:cNvPr id="23" name="组合 22"/>
          <p:cNvGrpSpPr/>
          <p:nvPr>
            <p:custDataLst>
              <p:tags r:id="rId16"/>
            </p:custDataLst>
          </p:nvPr>
        </p:nvGrpSpPr>
        <p:grpSpPr>
          <a:xfrm>
            <a:off x="6248400" y="2026920"/>
            <a:ext cx="5334000" cy="1733550"/>
            <a:chOff x="-635000" y="-635000"/>
            <a:chExt cx="5334000" cy="1733550"/>
          </a:xfrm>
        </p:grpSpPr>
        <p:pic>
          <p:nvPicPr>
            <p:cNvPr id="24" name="Image 5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5334000" cy="1661160"/>
            </a:xfrm>
            <a:prstGeom prst="rect">
              <a:avLst/>
            </a:prstGeom>
          </p:spPr>
        </p:pic>
        <p:sp>
          <p:nvSpPr>
            <p:cNvPr id="27" name="Text 4" descr="TEMP_Z_ORDER_11"/>
            <p:cNvSpPr/>
            <p:nvPr>
              <p:custDataLst>
                <p:tags r:id="rId18"/>
              </p:custDataLst>
            </p:nvPr>
          </p:nvSpPr>
          <p:spPr>
            <a:xfrm>
              <a:off x="-330200" y="81280"/>
              <a:ext cx="4733544" cy="10172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物联网安全配置核查的核心测评指标（感知节点物理防护、接入控制、入侵防范、感知节点安全、网关节点安全、抗数据重放）</a:t>
              </a:r>
              <a:endParaRPr lang="en-US" sz="2400"/>
            </a:p>
          </p:txBody>
        </p:sp>
      </p:grpSp>
      <p:grpSp>
        <p:nvGrpSpPr>
          <p:cNvPr id="28" name="组合 27"/>
          <p:cNvGrpSpPr/>
          <p:nvPr>
            <p:custDataLst>
              <p:tags r:id="rId19"/>
            </p:custDataLst>
          </p:nvPr>
        </p:nvGrpSpPr>
        <p:grpSpPr>
          <a:xfrm>
            <a:off x="609600" y="3992880"/>
            <a:ext cx="5334000" cy="1737360"/>
            <a:chOff x="-635000" y="-635000"/>
            <a:chExt cx="5334000" cy="1737360"/>
          </a:xfrm>
        </p:grpSpPr>
        <p:pic>
          <p:nvPicPr>
            <p:cNvPr id="29" name="Image 7" descr="TEMP_Z_ORDER_12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5334000" cy="1661160"/>
            </a:xfrm>
            <a:prstGeom prst="rect">
              <a:avLst/>
            </a:prstGeom>
          </p:spPr>
        </p:pic>
        <p:pic>
          <p:nvPicPr>
            <p:cNvPr id="30" name="Image 8" descr="TEMP_Z_ORDER_13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30200" y="-330200"/>
              <a:ext cx="548640" cy="350520"/>
            </a:xfrm>
            <a:prstGeom prst="rect">
              <a:avLst/>
            </a:prstGeom>
          </p:spPr>
        </p:pic>
        <p:sp>
          <p:nvSpPr>
            <p:cNvPr id="31" name="Text 5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-243713" y="-377177"/>
              <a:ext cx="384810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160"/>
            </a:p>
          </p:txBody>
        </p:sp>
        <p:sp>
          <p:nvSpPr>
            <p:cNvPr id="32" name="Text 6" descr="TEMP_Z_ORDER_15"/>
            <p:cNvSpPr/>
            <p:nvPr>
              <p:custDataLst>
                <p:tags r:id="rId23"/>
              </p:custDataLst>
            </p:nvPr>
          </p:nvSpPr>
          <p:spPr>
            <a:xfrm>
              <a:off x="-330200" y="172720"/>
              <a:ext cx="4733544" cy="831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能够</a:t>
              </a: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依据GB/T 22239物联网扩展要求进行安全配置核查</a:t>
              </a:r>
              <a:endParaRPr lang="en-US" sz="2640"/>
            </a:p>
          </p:txBody>
        </p:sp>
      </p:grpSp>
      <p:grpSp>
        <p:nvGrpSpPr>
          <p:cNvPr id="33" name="组合 32"/>
          <p:cNvGrpSpPr/>
          <p:nvPr>
            <p:custDataLst>
              <p:tags r:id="rId24"/>
            </p:custDataLst>
          </p:nvPr>
        </p:nvGrpSpPr>
        <p:grpSpPr>
          <a:xfrm>
            <a:off x="6248400" y="3992880"/>
            <a:ext cx="5334000" cy="1737360"/>
            <a:chOff x="-635000" y="-635000"/>
            <a:chExt cx="5334000" cy="1737360"/>
          </a:xfrm>
        </p:grpSpPr>
        <p:pic>
          <p:nvPicPr>
            <p:cNvPr id="34" name="Image 9" descr="TEMP_Z_ORDER_16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5334000" cy="1661160"/>
            </a:xfrm>
            <a:prstGeom prst="rect">
              <a:avLst/>
            </a:prstGeom>
          </p:spPr>
        </p:pic>
        <p:pic>
          <p:nvPicPr>
            <p:cNvPr id="35" name="Image 10" descr="TEMP_Z_ORDER_17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30200" y="-330200"/>
              <a:ext cx="548640" cy="350520"/>
            </a:xfrm>
            <a:prstGeom prst="rect">
              <a:avLst/>
            </a:prstGeom>
          </p:spPr>
        </p:pic>
        <p:sp>
          <p:nvSpPr>
            <p:cNvPr id="36" name="Text 7" descr="TEMP_Z_ORDER_18"/>
            <p:cNvSpPr/>
            <p:nvPr>
              <p:custDataLst>
                <p:tags r:id="rId27"/>
              </p:custDataLst>
            </p:nvPr>
          </p:nvSpPr>
          <p:spPr>
            <a:xfrm>
              <a:off x="-243713" y="-377177"/>
              <a:ext cx="384810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2160"/>
            </a:p>
          </p:txBody>
        </p:sp>
        <p:sp>
          <p:nvSpPr>
            <p:cNvPr id="37" name="Text 8" descr="TEMP_Z_ORDER_19"/>
            <p:cNvSpPr/>
            <p:nvPr>
              <p:custDataLst>
                <p:tags r:id="rId28"/>
              </p:custDataLst>
            </p:nvPr>
          </p:nvSpPr>
          <p:spPr>
            <a:xfrm>
              <a:off x="-330200" y="172720"/>
              <a:ext cx="4733544" cy="831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能够</a:t>
              </a: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规范填写《物联网安全测评记录表》</a:t>
              </a:r>
              <a:endParaRPr lang="en-US" sz="2640"/>
            </a:p>
          </p:txBody>
        </p:sp>
      </p:grpSp>
      <p:sp>
        <p:nvSpPr>
          <p:cNvPr id="22" name="Text 9"/>
          <p:cNvSpPr/>
          <p:nvPr>
            <p:custDataLst>
              <p:tags r:id="rId2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学习目标</a:t>
            </a:r>
            <a:endParaRPr lang="en-US" sz="2760"/>
          </a:p>
        </p:txBody>
      </p:sp>
      <p:pic>
        <p:nvPicPr>
          <p:cNvPr id="7" name="Image 10" descr="TEMP_Z_ORDER_1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7800" y="2291080"/>
            <a:ext cx="548640" cy="350520"/>
          </a:xfrm>
          <a:prstGeom prst="rect">
            <a:avLst/>
          </a:prstGeom>
        </p:spPr>
      </p:pic>
      <p:sp>
        <p:nvSpPr>
          <p:cNvPr id="6" name="Text 1" descr="TEMP_Z_ORDER_6"/>
          <p:cNvSpPr/>
          <p:nvPr>
            <p:custDataLst>
              <p:tags r:id="rId31"/>
            </p:custDataLst>
          </p:nvPr>
        </p:nvSpPr>
        <p:spPr>
          <a:xfrm>
            <a:off x="6584315" y="2250440"/>
            <a:ext cx="440055" cy="44831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16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2160"/>
          </a:p>
        </p:txBody>
      </p:sp>
      <p:sp>
        <p:nvSpPr>
          <p:cNvPr id="8" name="文本框 7"/>
          <p:cNvSpPr txBox="1"/>
          <p:nvPr/>
        </p:nvSpPr>
        <p:spPr>
          <a:xfrm>
            <a:off x="1524000" y="2233295"/>
            <a:ext cx="3206115" cy="480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64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理解</a:t>
            </a:r>
            <a:endParaRPr lang="en-US" altLang="en-US" sz="2640" b="1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62800" y="2218690"/>
            <a:ext cx="3226435" cy="44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8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掌握</a:t>
            </a:r>
            <a:endParaRPr lang="en-US" altLang="en-US" sz="2800" b="1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  <p:bldP spid="5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92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等保定位：</a:t>
            </a:r>
            <a:r>
              <a:rPr lang="en-US" sz="192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GB/T 22239-2019 安全扩展要求 → 物联网安全扩展要求物联网从架构上分为三层：感知层、网络传输层、处理应用层。</a:t>
            </a:r>
            <a:endParaRPr lang="en-US" sz="1920"/>
          </a:p>
        </p:txBody>
      </p:sp>
      <p:grpSp>
        <p:nvGrpSpPr>
          <p:cNvPr id="13" name="组合 12"/>
          <p:cNvGrpSpPr/>
          <p:nvPr>
            <p:custDataLst>
              <p:tags r:id="rId8"/>
            </p:custDataLst>
          </p:nvPr>
        </p:nvGrpSpPr>
        <p:grpSpPr>
          <a:xfrm>
            <a:off x="609600" y="2164080"/>
            <a:ext cx="10972800" cy="2590800"/>
            <a:chOff x="-635000" y="-635000"/>
            <a:chExt cx="10972800" cy="2590800"/>
          </a:xfrm>
        </p:grpSpPr>
        <p:pic>
          <p:nvPicPr>
            <p:cNvPr id="14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10972800" cy="2590800"/>
            </a:xfrm>
            <a:prstGeom prst="rect">
              <a:avLst/>
            </a:prstGeom>
          </p:spPr>
        </p:pic>
      </p:grpSp>
      <p:graphicFrame>
        <p:nvGraphicFramePr>
          <p:cNvPr id="9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624840" y="2179320"/>
          <a:ext cx="10942320" cy="2560320"/>
        </p:xfrm>
        <a:graphic>
          <a:graphicData uri="http://schemas.openxmlformats.org/drawingml/2006/table">
            <a:tbl>
              <a:tblPr/>
              <a:tblGrid>
                <a:gridCol w="1465081"/>
                <a:gridCol w="4990430"/>
                <a:gridCol w="4486809"/>
              </a:tblGrid>
              <a:tr h="64008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逻辑层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层次组成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安全要求来源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感知层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感知节点设备、网关节点设备、短距离通信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物联网安全扩展要求（重点）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网络传输层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互联网、移动通信网、多种网络融合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安全通用要求（通信网络、区域边界）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处理应用层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数据存储、智能处理、业务应用平台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安全通用要求（计算环境）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5" name="组合 14"/>
          <p:cNvGrpSpPr/>
          <p:nvPr>
            <p:custDataLst>
              <p:tags r:id="rId12"/>
            </p:custDataLst>
          </p:nvPr>
        </p:nvGrpSpPr>
        <p:grpSpPr>
          <a:xfrm>
            <a:off x="609600" y="4937760"/>
            <a:ext cx="10972800" cy="716280"/>
            <a:chOff x="-635000" y="-635000"/>
            <a:chExt cx="10972800" cy="716280"/>
          </a:xfrm>
        </p:grpSpPr>
        <p:pic>
          <p:nvPicPr>
            <p:cNvPr id="16" name="Image 4" descr="TEMP_Z_ORDER_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17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91160" y="-436880"/>
              <a:ext cx="304800" cy="304800"/>
            </a:xfrm>
            <a:prstGeom prst="rect">
              <a:avLst/>
            </a:prstGeom>
          </p:spPr>
        </p:pic>
        <p:sp>
          <p:nvSpPr>
            <p:cNvPr id="18" name="Text 1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35560" y="-452120"/>
              <a:ext cx="7861347" cy="2722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关键认识：物联网安全测评 = 安全通用要求 + 物联网安全扩展要求</a:t>
              </a:r>
              <a:endParaRPr lang="en-US" sz="2040"/>
            </a:p>
          </p:txBody>
        </p:sp>
      </p:grpSp>
      <p:sp>
        <p:nvSpPr>
          <p:cNvPr id="11" name="Text 2"/>
          <p:cNvSpPr/>
          <p:nvPr>
            <p:custDataLst>
              <p:tags r:id="rId2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物联网安全扩展要求——在等保中的位置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 animBg="1"/>
      <p:bldP spid="5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771842" y="1617339"/>
            <a:ext cx="10666735" cy="804672"/>
            <a:chOff x="-635000" y="-635000"/>
            <a:chExt cx="10666735" cy="804672"/>
          </a:xfrm>
        </p:grpSpPr>
        <p:sp>
          <p:nvSpPr>
            <p:cNvPr id="7" name="Text 0" descr="TEMP_Z_ORDER_0"/>
            <p:cNvSpPr/>
            <p:nvPr>
              <p:custDataLst>
                <p:tags r:id="rId2"/>
              </p:custDataLst>
            </p:nvPr>
          </p:nvSpPr>
          <p:spPr>
            <a:xfrm>
              <a:off x="296142" y="-535034"/>
              <a:ext cx="8804452" cy="70470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5280">
                  <a:solidFill>
                    <a:srgbClr val="FFFFFF"/>
                  </a:solidFill>
                </a:rPr>
                <a:t>物联网安全配置核查六大维度</a:t>
              </a:r>
              <a:endParaRPr lang="en-US" sz="5280"/>
            </a:p>
          </p:txBody>
        </p:sp>
      </p:grpSp>
      <p:pic>
        <p:nvPicPr>
          <p:cNvPr id="3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</a:rPr>
              <a:t>从案例引入到核心概念解析</a:t>
            </a:r>
            <a:endParaRPr lang="en-US" sz="2160"/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4673282" y="897806"/>
            <a:ext cx="2863855" cy="493776"/>
            <a:chOff x="-635000" y="-635000"/>
            <a:chExt cx="2863855" cy="493776"/>
          </a:xfrm>
        </p:grpSpPr>
        <p:sp>
          <p:nvSpPr>
            <p:cNvPr id="9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863855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</a:rPr>
                <a:t>Part.03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3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16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第三级物联网安全扩展要求涵盖以下六个方面：</a:t>
            </a:r>
            <a:endParaRPr lang="en-US" sz="2160"/>
          </a:p>
        </p:txBody>
      </p:sp>
      <p:grpSp>
        <p:nvGrpSpPr>
          <p:cNvPr id="52" name="组合 51"/>
          <p:cNvGrpSpPr/>
          <p:nvPr>
            <p:custDataLst>
              <p:tags r:id="rId8"/>
            </p:custDataLst>
          </p:nvPr>
        </p:nvGrpSpPr>
        <p:grpSpPr>
          <a:xfrm>
            <a:off x="609600" y="1996440"/>
            <a:ext cx="5364480" cy="1051560"/>
            <a:chOff x="-635000" y="-635000"/>
            <a:chExt cx="5364480" cy="1051560"/>
          </a:xfrm>
        </p:grpSpPr>
        <p:pic>
          <p:nvPicPr>
            <p:cNvPr id="53" name="Image 5" descr="TEMP_Z_ORDER_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1051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4" name="Image 6" descr="TEMP_Z_ORDER_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543560"/>
              <a:ext cx="365760" cy="365760"/>
            </a:xfrm>
            <a:prstGeom prst="rect">
              <a:avLst/>
            </a:prstGeom>
          </p:spPr>
        </p:pic>
        <p:sp>
          <p:nvSpPr>
            <p:cNvPr id="55" name="Text 2" descr="TEMP_Z_ORDER_9"/>
            <p:cNvSpPr/>
            <p:nvPr>
              <p:custDataLst>
                <p:tags r:id="rId15"/>
              </p:custDataLst>
            </p:nvPr>
          </p:nvSpPr>
          <p:spPr>
            <a:xfrm>
              <a:off x="-317167" y="-51575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680"/>
            </a:p>
          </p:txBody>
        </p:sp>
        <p:sp>
          <p:nvSpPr>
            <p:cNvPr id="56" name="Text 3" descr="TEMP_Z_ORDER_10"/>
            <p:cNvSpPr/>
            <p:nvPr>
              <p:custDataLst>
                <p:tags r:id="rId16"/>
              </p:custDataLst>
            </p:nvPr>
          </p:nvSpPr>
          <p:spPr>
            <a:xfrm>
              <a:off x="50800" y="-589280"/>
              <a:ext cx="3078480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感知节点设备物理防护</a:t>
              </a:r>
              <a:endParaRPr lang="en-US" sz="2400"/>
            </a:p>
          </p:txBody>
        </p:sp>
        <p:sp>
          <p:nvSpPr>
            <p:cNvPr id="57" name="Text 4" descr="TEMP_Z_ORDER_11"/>
            <p:cNvSpPr/>
            <p:nvPr>
              <p:custDataLst>
                <p:tags r:id="rId17"/>
              </p:custDataLst>
            </p:nvPr>
          </p:nvSpPr>
          <p:spPr>
            <a:xfrm>
              <a:off x="-436880" y="-177800"/>
              <a:ext cx="49773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核心关注点：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物理破坏防护、环境适应性、电力供应</a:t>
              </a: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测评对象：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感知节点、网关节点</a:t>
              </a:r>
              <a:endParaRPr lang="en-US" sz="1920"/>
            </a:p>
          </p:txBody>
        </p:sp>
      </p:grpSp>
      <p:grpSp>
        <p:nvGrpSpPr>
          <p:cNvPr id="64" name="组合 63"/>
          <p:cNvGrpSpPr/>
          <p:nvPr>
            <p:custDataLst>
              <p:tags r:id="rId18"/>
            </p:custDataLst>
          </p:nvPr>
        </p:nvGrpSpPr>
        <p:grpSpPr>
          <a:xfrm>
            <a:off x="6217920" y="1996440"/>
            <a:ext cx="5364480" cy="1108075"/>
            <a:chOff x="-635000" y="-635000"/>
            <a:chExt cx="5364480" cy="1108075"/>
          </a:xfrm>
        </p:grpSpPr>
        <p:pic>
          <p:nvPicPr>
            <p:cNvPr id="65" name="Image 7" descr="TEMP_Z_ORDER_12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1051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6" name="Image 8" descr="TEMP_Z_ORDER_1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79" y="-513080"/>
              <a:ext cx="365760" cy="365760"/>
            </a:xfrm>
            <a:prstGeom prst="rect">
              <a:avLst/>
            </a:prstGeom>
          </p:spPr>
        </p:pic>
        <p:sp>
          <p:nvSpPr>
            <p:cNvPr id="67" name="Text 5" descr="TEMP_Z_ORDER_14"/>
            <p:cNvSpPr/>
            <p:nvPr>
              <p:custDataLst>
                <p:tags r:id="rId21"/>
              </p:custDataLst>
            </p:nvPr>
          </p:nvSpPr>
          <p:spPr>
            <a:xfrm>
              <a:off x="-317167" y="-500512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680"/>
            </a:p>
          </p:txBody>
        </p:sp>
        <p:sp>
          <p:nvSpPr>
            <p:cNvPr id="68" name="Text 6" descr="TEMP_Z_ORDER_15"/>
            <p:cNvSpPr/>
            <p:nvPr>
              <p:custDataLst>
                <p:tags r:id="rId22"/>
              </p:custDataLst>
            </p:nvPr>
          </p:nvSpPr>
          <p:spPr>
            <a:xfrm>
              <a:off x="50800" y="-55880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接入控制</a:t>
              </a:r>
              <a:endParaRPr lang="en-US" sz="2400"/>
            </a:p>
          </p:txBody>
        </p:sp>
        <p:sp>
          <p:nvSpPr>
            <p:cNvPr id="69" name="Text 7" descr="TEMP_Z_ORDER_16"/>
            <p:cNvSpPr/>
            <p:nvPr>
              <p:custDataLst>
                <p:tags r:id="rId23"/>
              </p:custDataLst>
            </p:nvPr>
          </p:nvSpPr>
          <p:spPr>
            <a:xfrm>
              <a:off x="-436880" y="-116840"/>
              <a:ext cx="49773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核心关注点：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只有授权的感知节点可以接入</a:t>
              </a: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测评对象：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感知节点、接入机制</a:t>
              </a:r>
              <a:endParaRPr lang="en-US" sz="1920"/>
            </a:p>
          </p:txBody>
        </p:sp>
      </p:grpSp>
      <p:grpSp>
        <p:nvGrpSpPr>
          <p:cNvPr id="70" name="组合 69"/>
          <p:cNvGrpSpPr/>
          <p:nvPr>
            <p:custDataLst>
              <p:tags r:id="rId24"/>
            </p:custDataLst>
          </p:nvPr>
        </p:nvGrpSpPr>
        <p:grpSpPr>
          <a:xfrm>
            <a:off x="609600" y="3276600"/>
            <a:ext cx="5364480" cy="1051560"/>
            <a:chOff x="-635000" y="-635000"/>
            <a:chExt cx="5364480" cy="1051560"/>
          </a:xfrm>
        </p:grpSpPr>
        <p:pic>
          <p:nvPicPr>
            <p:cNvPr id="71" name="Image 9" descr="TEMP_Z_ORDER_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1051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72" name="Image 10" descr="TEMP_Z_ORDER_18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543560"/>
              <a:ext cx="365760" cy="365760"/>
            </a:xfrm>
            <a:prstGeom prst="rect">
              <a:avLst/>
            </a:prstGeom>
          </p:spPr>
        </p:pic>
        <p:sp>
          <p:nvSpPr>
            <p:cNvPr id="73" name="Text 8" descr="TEMP_Z_ORDER_19"/>
            <p:cNvSpPr/>
            <p:nvPr>
              <p:custDataLst>
                <p:tags r:id="rId27"/>
              </p:custDataLst>
            </p:nvPr>
          </p:nvSpPr>
          <p:spPr>
            <a:xfrm>
              <a:off x="-317167" y="-51575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680"/>
            </a:p>
          </p:txBody>
        </p:sp>
        <p:sp>
          <p:nvSpPr>
            <p:cNvPr id="74" name="Text 9" descr="TEMP_Z_ORDER_20"/>
            <p:cNvSpPr/>
            <p:nvPr>
              <p:custDataLst>
                <p:tags r:id="rId28"/>
              </p:custDataLst>
            </p:nvPr>
          </p:nvSpPr>
          <p:spPr>
            <a:xfrm>
              <a:off x="50800" y="-5892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入侵防范</a:t>
              </a:r>
              <a:endParaRPr lang="en-US" sz="2400"/>
            </a:p>
          </p:txBody>
        </p:sp>
        <p:sp>
          <p:nvSpPr>
            <p:cNvPr id="75" name="Text 10" descr="TEMP_Z_ORDER_21"/>
            <p:cNvSpPr/>
            <p:nvPr>
              <p:custDataLst>
                <p:tags r:id="rId29"/>
              </p:custDataLst>
            </p:nvPr>
          </p:nvSpPr>
          <p:spPr>
            <a:xfrm>
              <a:off x="-436880" y="-177800"/>
              <a:ext cx="49773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核心关注点：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限制通信目标地址，避免对陌生地址攻击</a:t>
              </a: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测评对象：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感知节点、网关节点</a:t>
              </a:r>
              <a:endParaRPr lang="en-US" sz="1920"/>
            </a:p>
          </p:txBody>
        </p:sp>
      </p:grpSp>
      <p:grpSp>
        <p:nvGrpSpPr>
          <p:cNvPr id="40" name="组合 39"/>
          <p:cNvGrpSpPr/>
          <p:nvPr>
            <p:custDataLst>
              <p:tags r:id="rId30"/>
            </p:custDataLst>
          </p:nvPr>
        </p:nvGrpSpPr>
        <p:grpSpPr>
          <a:xfrm>
            <a:off x="6217920" y="3276600"/>
            <a:ext cx="5364480" cy="1108075"/>
            <a:chOff x="-635000" y="-635000"/>
            <a:chExt cx="5364480" cy="1108075"/>
          </a:xfrm>
        </p:grpSpPr>
        <p:pic>
          <p:nvPicPr>
            <p:cNvPr id="41" name="Image 11" descr="TEMP_Z_ORDER_22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1051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2" name="Image 12" descr="TEMP_Z_ORDER_23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79" y="-513080"/>
              <a:ext cx="365760" cy="365760"/>
            </a:xfrm>
            <a:prstGeom prst="rect">
              <a:avLst/>
            </a:prstGeom>
          </p:spPr>
        </p:pic>
        <p:sp>
          <p:nvSpPr>
            <p:cNvPr id="43" name="Text 11" descr="TEMP_Z_ORDER_24"/>
            <p:cNvSpPr/>
            <p:nvPr>
              <p:custDataLst>
                <p:tags r:id="rId33"/>
              </p:custDataLst>
            </p:nvPr>
          </p:nvSpPr>
          <p:spPr>
            <a:xfrm>
              <a:off x="-317167" y="-50051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680"/>
            </a:p>
          </p:txBody>
        </p:sp>
        <p:sp>
          <p:nvSpPr>
            <p:cNvPr id="44" name="Text 12" descr="TEMP_Z_ORDER_25"/>
            <p:cNvSpPr/>
            <p:nvPr>
              <p:custDataLst>
                <p:tags r:id="rId34"/>
              </p:custDataLst>
            </p:nvPr>
          </p:nvSpPr>
          <p:spPr>
            <a:xfrm>
              <a:off x="50800" y="-558800"/>
              <a:ext cx="2462784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感知节点设备安全</a:t>
              </a:r>
              <a:endParaRPr lang="en-US" sz="2400"/>
            </a:p>
          </p:txBody>
        </p:sp>
        <p:sp>
          <p:nvSpPr>
            <p:cNvPr id="45" name="Text 13" descr="TEMP_Z_ORDER_26"/>
            <p:cNvSpPr/>
            <p:nvPr>
              <p:custDataLst>
                <p:tags r:id="rId35"/>
              </p:custDataLst>
            </p:nvPr>
          </p:nvSpPr>
          <p:spPr>
            <a:xfrm>
              <a:off x="-436880" y="-116840"/>
              <a:ext cx="49773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核心关注点：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授权配置、身份标识和鉴别</a:t>
              </a: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测评对象：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感知节点、网关节点</a:t>
              </a:r>
              <a:endParaRPr lang="en-US" sz="1920"/>
            </a:p>
          </p:txBody>
        </p:sp>
      </p:grpSp>
      <p:grpSp>
        <p:nvGrpSpPr>
          <p:cNvPr id="46" name="组合 45"/>
          <p:cNvGrpSpPr/>
          <p:nvPr>
            <p:custDataLst>
              <p:tags r:id="rId36"/>
            </p:custDataLst>
          </p:nvPr>
        </p:nvGrpSpPr>
        <p:grpSpPr>
          <a:xfrm>
            <a:off x="609600" y="4556760"/>
            <a:ext cx="5364480" cy="1062355"/>
            <a:chOff x="-635000" y="-635000"/>
            <a:chExt cx="5364480" cy="1062355"/>
          </a:xfrm>
        </p:grpSpPr>
        <p:pic>
          <p:nvPicPr>
            <p:cNvPr id="47" name="Image 13" descr="TEMP_Z_ORDER_27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1051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8" name="Image 14" descr="TEMP_Z_ORDER_28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543560"/>
              <a:ext cx="365760" cy="365760"/>
            </a:xfrm>
            <a:prstGeom prst="rect">
              <a:avLst/>
            </a:prstGeom>
          </p:spPr>
        </p:pic>
        <p:sp>
          <p:nvSpPr>
            <p:cNvPr id="49" name="Text 14" descr="TEMP_Z_ORDER_29"/>
            <p:cNvSpPr/>
            <p:nvPr>
              <p:custDataLst>
                <p:tags r:id="rId39"/>
              </p:custDataLst>
            </p:nvPr>
          </p:nvSpPr>
          <p:spPr>
            <a:xfrm>
              <a:off x="-317167" y="-51575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5</a:t>
              </a:r>
              <a:endParaRPr lang="en-US" sz="1680"/>
            </a:p>
          </p:txBody>
        </p:sp>
        <p:sp>
          <p:nvSpPr>
            <p:cNvPr id="50" name="Text 15" descr="TEMP_Z_ORDER_30"/>
            <p:cNvSpPr/>
            <p:nvPr>
              <p:custDataLst>
                <p:tags r:id="rId40"/>
              </p:custDataLst>
            </p:nvPr>
          </p:nvSpPr>
          <p:spPr>
            <a:xfrm>
              <a:off x="50800" y="-589280"/>
              <a:ext cx="2462784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网关节点设备安全</a:t>
              </a:r>
              <a:endParaRPr lang="en-US" sz="2400"/>
            </a:p>
          </p:txBody>
        </p:sp>
        <p:sp>
          <p:nvSpPr>
            <p:cNvPr id="51" name="Text 16" descr="TEMP_Z_ORDER_31"/>
            <p:cNvSpPr/>
            <p:nvPr>
              <p:custDataLst>
                <p:tags r:id="rId41"/>
              </p:custDataLst>
            </p:nvPr>
          </p:nvSpPr>
          <p:spPr>
            <a:xfrm>
              <a:off x="-436880" y="-162560"/>
              <a:ext cx="49773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核心关注点：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合法设备标识鉴别、非法数据过滤、密钥在线更新</a:t>
              </a: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测评对象：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网关节点</a:t>
              </a:r>
              <a:endParaRPr lang="en-US" sz="1920"/>
            </a:p>
          </p:txBody>
        </p:sp>
      </p:grpSp>
      <p:grpSp>
        <p:nvGrpSpPr>
          <p:cNvPr id="58" name="组合 57"/>
          <p:cNvGrpSpPr/>
          <p:nvPr>
            <p:custDataLst>
              <p:tags r:id="rId42"/>
            </p:custDataLst>
          </p:nvPr>
        </p:nvGrpSpPr>
        <p:grpSpPr>
          <a:xfrm>
            <a:off x="6217920" y="4556760"/>
            <a:ext cx="5364480" cy="1062355"/>
            <a:chOff x="-635000" y="-635000"/>
            <a:chExt cx="5364480" cy="1062355"/>
          </a:xfrm>
        </p:grpSpPr>
        <p:pic>
          <p:nvPicPr>
            <p:cNvPr id="59" name="Image 15" descr="TEMP_Z_ORDER_32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1051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0" name="Image 16" descr="TEMP_Z_ORDER_33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79" y="-543560"/>
              <a:ext cx="365760" cy="365760"/>
            </a:xfrm>
            <a:prstGeom prst="rect">
              <a:avLst/>
            </a:prstGeom>
          </p:spPr>
        </p:pic>
        <p:sp>
          <p:nvSpPr>
            <p:cNvPr id="61" name="Text 17" descr="TEMP_Z_ORDER_34"/>
            <p:cNvSpPr/>
            <p:nvPr>
              <p:custDataLst>
                <p:tags r:id="rId45"/>
              </p:custDataLst>
            </p:nvPr>
          </p:nvSpPr>
          <p:spPr>
            <a:xfrm>
              <a:off x="-317167" y="-51575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6</a:t>
              </a:r>
              <a:endParaRPr lang="en-US" sz="1680"/>
            </a:p>
          </p:txBody>
        </p:sp>
        <p:sp>
          <p:nvSpPr>
            <p:cNvPr id="62" name="Text 18" descr="TEMP_Z_ORDER_35"/>
            <p:cNvSpPr/>
            <p:nvPr>
              <p:custDataLst>
                <p:tags r:id="rId46"/>
              </p:custDataLst>
            </p:nvPr>
          </p:nvSpPr>
          <p:spPr>
            <a:xfrm>
              <a:off x="50800" y="-589280"/>
              <a:ext cx="1539240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抗数据重放</a:t>
              </a:r>
              <a:endParaRPr lang="en-US" sz="2400"/>
            </a:p>
          </p:txBody>
        </p:sp>
        <p:sp>
          <p:nvSpPr>
            <p:cNvPr id="63" name="Text 19" descr="TEMP_Z_ORDER_36"/>
            <p:cNvSpPr/>
            <p:nvPr>
              <p:custDataLst>
                <p:tags r:id="rId47"/>
              </p:custDataLst>
            </p:nvPr>
          </p:nvSpPr>
          <p:spPr>
            <a:xfrm>
              <a:off x="-436880" y="-162560"/>
              <a:ext cx="49773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核心关注点：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数据新鲜性鉴别、历史数据非法修改鉴别</a:t>
              </a: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测评对象：</a:t>
              </a: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感知数据、通信协议</a:t>
              </a:r>
              <a:endParaRPr lang="en-US" sz="1920"/>
            </a:p>
          </p:txBody>
        </p:sp>
      </p:grpSp>
      <p:sp>
        <p:nvSpPr>
          <p:cNvPr id="39" name="Text 20"/>
          <p:cNvSpPr/>
          <p:nvPr>
            <p:custDataLst>
              <p:tags r:id="rId4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物联网安全扩展要求的六个维度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37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37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87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237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987"/>
                            </p:stCondLst>
                            <p:childTnLst>
                              <p:par>
                                <p:cTn id="40" presetID="3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737"/>
                            </p:stCondLst>
                            <p:childTnLst>
                              <p:par>
                                <p:cTn id="47" presetID="3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487"/>
                            </p:stCondLst>
                            <p:childTnLst>
                              <p:par>
                                <p:cTn id="54" presetID="3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1" animBg="1"/>
      <p:bldP spid="5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8" name="组合 67"/>
          <p:cNvGrpSpPr/>
          <p:nvPr>
            <p:custDataLst>
              <p:tags r:id="rId7"/>
            </p:custDataLst>
          </p:nvPr>
        </p:nvGrpSpPr>
        <p:grpSpPr>
          <a:xfrm>
            <a:off x="609600" y="624840"/>
            <a:ext cx="91440" cy="365760"/>
            <a:chOff x="-635000" y="-635000"/>
            <a:chExt cx="91440" cy="365760"/>
          </a:xfrm>
        </p:grpSpPr>
        <p:pic>
          <p:nvPicPr>
            <p:cNvPr id="6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91440" cy="365760"/>
            </a:xfrm>
            <a:prstGeom prst="rect">
              <a:avLst/>
            </a:prstGeom>
          </p:spPr>
        </p:pic>
      </p:grpSp>
      <p:sp>
        <p:nvSpPr>
          <p:cNvPr id="6" name="Text 0"/>
          <p:cNvSpPr/>
          <p:nvPr>
            <p:custDataLst>
              <p:tags r:id="rId11"/>
            </p:custDataLst>
          </p:nvPr>
        </p:nvSpPr>
        <p:spPr>
          <a:xfrm>
            <a:off x="609600" y="1143000"/>
            <a:ext cx="10981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44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依据：GB/T 22239 8.4.1.1</a:t>
            </a:r>
            <a:endParaRPr lang="en-US" sz="1440"/>
          </a:p>
        </p:txBody>
      </p:sp>
      <p:grpSp>
        <p:nvGrpSpPr>
          <p:cNvPr id="38" name="组合 37"/>
          <p:cNvGrpSpPr/>
          <p:nvPr>
            <p:custDataLst>
              <p:tags r:id="rId12"/>
            </p:custDataLst>
          </p:nvPr>
        </p:nvGrpSpPr>
        <p:grpSpPr>
          <a:xfrm>
            <a:off x="6705600" y="1783080"/>
            <a:ext cx="4876800" cy="3992880"/>
            <a:chOff x="-635000" y="-635000"/>
            <a:chExt cx="4876800" cy="3992880"/>
          </a:xfrm>
        </p:grpSpPr>
        <p:pic>
          <p:nvPicPr>
            <p:cNvPr id="39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487680" cy="487680"/>
            </a:xfrm>
            <a:prstGeom prst="rect">
              <a:avLst/>
            </a:prstGeom>
          </p:spPr>
        </p:pic>
        <p:pic>
          <p:nvPicPr>
            <p:cNvPr id="40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543560" y="-543560"/>
              <a:ext cx="304800" cy="304800"/>
            </a:xfrm>
            <a:prstGeom prst="rect">
              <a:avLst/>
            </a:prstGeom>
          </p:spPr>
        </p:pic>
        <p:sp>
          <p:nvSpPr>
            <p:cNvPr id="41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25400" y="-619760"/>
              <a:ext cx="1847088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常见避坑提示</a:t>
              </a:r>
              <a:endParaRPr lang="en-US" sz="2400"/>
            </a:p>
          </p:txBody>
        </p:sp>
        <p:pic>
          <p:nvPicPr>
            <p:cNvPr id="42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635000" y="96520"/>
              <a:ext cx="4876800" cy="9296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3" name="Image 7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391160" y="309880"/>
              <a:ext cx="365760" cy="365760"/>
            </a:xfrm>
            <a:prstGeom prst="rect">
              <a:avLst/>
            </a:prstGeom>
          </p:spPr>
        </p:pic>
        <p:sp>
          <p:nvSpPr>
            <p:cNvPr id="44" name="Text 2" descr="TEMP_Z_ORDER_10"/>
            <p:cNvSpPr/>
            <p:nvPr>
              <p:custDataLst>
                <p:tags r:id="rId25"/>
              </p:custDataLst>
            </p:nvPr>
          </p:nvSpPr>
          <p:spPr>
            <a:xfrm>
              <a:off x="-269240" y="340360"/>
              <a:ext cx="64135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EF4444"/>
                  </a:solidFill>
                </a:rPr>
                <a:t>❌</a:t>
              </a:r>
              <a:endParaRPr lang="en-US" sz="1680"/>
            </a:p>
          </p:txBody>
        </p:sp>
        <p:sp>
          <p:nvSpPr>
            <p:cNvPr id="45" name="Text 3" descr="TEMP_Z_ORDER_11"/>
            <p:cNvSpPr/>
            <p:nvPr>
              <p:custDataLst>
                <p:tags r:id="rId26"/>
              </p:custDataLst>
            </p:nvPr>
          </p:nvSpPr>
          <p:spPr>
            <a:xfrm>
              <a:off x="157480" y="279400"/>
              <a:ext cx="2963037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传感器安装在阳光直射区域</a:t>
              </a:r>
              <a:endParaRPr lang="en-US" sz="1920"/>
            </a:p>
          </p:txBody>
        </p:sp>
        <p:pic>
          <p:nvPicPr>
            <p:cNvPr id="46" name="Image 8" descr="TEMP_Z_ORDER_1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157480" y="736600"/>
              <a:ext cx="1828800" cy="411480"/>
            </a:xfrm>
            <a:prstGeom prst="rect">
              <a:avLst/>
            </a:prstGeom>
          </p:spPr>
        </p:pic>
        <p:pic>
          <p:nvPicPr>
            <p:cNvPr id="47" name="Image 9" descr="TEMP_Z_ORDER_13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94640" y="858520"/>
              <a:ext cx="182880" cy="182880"/>
            </a:xfrm>
            <a:prstGeom prst="rect">
              <a:avLst/>
            </a:prstGeom>
          </p:spPr>
        </p:pic>
        <p:sp>
          <p:nvSpPr>
            <p:cNvPr id="48" name="Text 4" descr="TEMP_Z_ORDER_14"/>
            <p:cNvSpPr/>
            <p:nvPr>
              <p:custDataLst>
                <p:tags r:id="rId32"/>
              </p:custDataLst>
            </p:nvPr>
          </p:nvSpPr>
          <p:spPr>
            <a:xfrm>
              <a:off x="568960" y="78232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DC262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温度读数偏差</a:t>
              </a:r>
              <a:endParaRPr lang="en-US" sz="1680"/>
            </a:p>
          </p:txBody>
        </p:sp>
        <p:pic>
          <p:nvPicPr>
            <p:cNvPr id="49" name="Image 10" descr="TEMP_Z_ORDER_15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635000" y="1193800"/>
              <a:ext cx="4876800" cy="9296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0" name="Image 11" descr="TEMP_Z_ORDER_16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391160" y="1407160"/>
              <a:ext cx="365760" cy="365760"/>
            </a:xfrm>
            <a:prstGeom prst="rect">
              <a:avLst/>
            </a:prstGeom>
          </p:spPr>
        </p:pic>
        <p:sp>
          <p:nvSpPr>
            <p:cNvPr id="51" name="Text 5" descr="TEMP_Z_ORDER_17"/>
            <p:cNvSpPr/>
            <p:nvPr>
              <p:custDataLst>
                <p:tags r:id="rId35"/>
              </p:custDataLst>
            </p:nvPr>
          </p:nvSpPr>
          <p:spPr>
            <a:xfrm>
              <a:off x="-269240" y="1437640"/>
              <a:ext cx="64135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EF4444"/>
                  </a:solidFill>
                </a:rPr>
                <a:t>❌</a:t>
              </a:r>
              <a:endParaRPr lang="en-US" sz="1680"/>
            </a:p>
          </p:txBody>
        </p:sp>
        <p:sp>
          <p:nvSpPr>
            <p:cNvPr id="52" name="Text 6" descr="TEMP_Z_ORDER_18"/>
            <p:cNvSpPr/>
            <p:nvPr>
              <p:custDataLst>
                <p:tags r:id="rId36"/>
              </p:custDataLst>
            </p:nvPr>
          </p:nvSpPr>
          <p:spPr>
            <a:xfrm>
              <a:off x="157480" y="1376680"/>
              <a:ext cx="222227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室外设备无防护箱体</a:t>
              </a:r>
              <a:endParaRPr lang="en-US" sz="1920"/>
            </a:p>
          </p:txBody>
        </p:sp>
        <p:pic>
          <p:nvPicPr>
            <p:cNvPr id="53" name="Image 12" descr="TEMP_Z_ORDER_19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57480" y="1833880"/>
              <a:ext cx="2682240" cy="411480"/>
            </a:xfrm>
            <a:prstGeom prst="rect">
              <a:avLst/>
            </a:prstGeom>
          </p:spPr>
        </p:pic>
        <p:pic>
          <p:nvPicPr>
            <p:cNvPr id="54" name="Image 13" descr="TEMP_Z_ORDER_20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94640" y="1955800"/>
              <a:ext cx="182880" cy="182880"/>
            </a:xfrm>
            <a:prstGeom prst="rect">
              <a:avLst/>
            </a:prstGeom>
          </p:spPr>
        </p:pic>
        <p:sp>
          <p:nvSpPr>
            <p:cNvPr id="55" name="Text 7" descr="TEMP_Z_ORDER_21"/>
            <p:cNvSpPr/>
            <p:nvPr>
              <p:custDataLst>
                <p:tags r:id="rId40"/>
              </p:custDataLst>
            </p:nvPr>
          </p:nvSpPr>
          <p:spPr>
            <a:xfrm>
              <a:off x="568960" y="1879600"/>
              <a:ext cx="214852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DC262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日晒雨淋导致设备故障</a:t>
              </a:r>
              <a:endParaRPr lang="en-US" sz="1680"/>
            </a:p>
          </p:txBody>
        </p:sp>
        <p:pic>
          <p:nvPicPr>
            <p:cNvPr id="56" name="Image 14" descr="TEMP_Z_ORDER_22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2306320"/>
              <a:ext cx="4876800" cy="914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7" name="Image 15" descr="TEMP_Z_ORDER_23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391160" y="2519680"/>
              <a:ext cx="365760" cy="365760"/>
            </a:xfrm>
            <a:prstGeom prst="rect">
              <a:avLst/>
            </a:prstGeom>
          </p:spPr>
        </p:pic>
        <p:sp>
          <p:nvSpPr>
            <p:cNvPr id="58" name="Text 8" descr="TEMP_Z_ORDER_24"/>
            <p:cNvSpPr/>
            <p:nvPr>
              <p:custDataLst>
                <p:tags r:id="rId45"/>
              </p:custDataLst>
            </p:nvPr>
          </p:nvSpPr>
          <p:spPr>
            <a:xfrm>
              <a:off x="-269240" y="2534920"/>
              <a:ext cx="64135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EF4444"/>
                  </a:solidFill>
                </a:rPr>
                <a:t>❌</a:t>
              </a:r>
              <a:endParaRPr lang="en-US" sz="1680"/>
            </a:p>
          </p:txBody>
        </p:sp>
        <p:sp>
          <p:nvSpPr>
            <p:cNvPr id="59" name="Text 9" descr="TEMP_Z_ORDER_25"/>
            <p:cNvSpPr/>
            <p:nvPr>
              <p:custDataLst>
                <p:tags r:id="rId46"/>
              </p:custDataLst>
            </p:nvPr>
          </p:nvSpPr>
          <p:spPr>
            <a:xfrm>
              <a:off x="157480" y="2489200"/>
              <a:ext cx="2781856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关键监控节点无UPS供电</a:t>
              </a:r>
              <a:endParaRPr lang="en-US" sz="1920"/>
            </a:p>
          </p:txBody>
        </p:sp>
        <p:pic>
          <p:nvPicPr>
            <p:cNvPr id="60" name="Image 16" descr="TEMP_Z_ORDER_26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157480" y="2946400"/>
              <a:ext cx="2042160" cy="411480"/>
            </a:xfrm>
            <a:prstGeom prst="rect">
              <a:avLst/>
            </a:prstGeom>
          </p:spPr>
        </p:pic>
        <p:pic>
          <p:nvPicPr>
            <p:cNvPr id="61" name="Image 17" descr="TEMP_Z_ORDER_27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02260" y="3053080"/>
              <a:ext cx="167640" cy="167640"/>
            </a:xfrm>
            <a:prstGeom prst="rect">
              <a:avLst/>
            </a:prstGeom>
          </p:spPr>
        </p:pic>
        <p:sp>
          <p:nvSpPr>
            <p:cNvPr id="62" name="Text 10" descr="TEMP_Z_ORDER_28"/>
            <p:cNvSpPr/>
            <p:nvPr>
              <p:custDataLst>
                <p:tags r:id="rId50"/>
              </p:custDataLst>
            </p:nvPr>
          </p:nvSpPr>
          <p:spPr>
            <a:xfrm>
              <a:off x="568960" y="2992120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DC262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断电后监控失效</a:t>
              </a:r>
              <a:endParaRPr lang="en-US" sz="1680"/>
            </a:p>
          </p:txBody>
        </p:sp>
      </p:grpSp>
      <p:grpSp>
        <p:nvGrpSpPr>
          <p:cNvPr id="63" name="组合 62"/>
          <p:cNvGrpSpPr/>
          <p:nvPr>
            <p:custDataLst>
              <p:tags r:id="rId51"/>
            </p:custDataLst>
          </p:nvPr>
        </p:nvGrpSpPr>
        <p:grpSpPr>
          <a:xfrm>
            <a:off x="609600" y="1783080"/>
            <a:ext cx="5730240" cy="3855720"/>
            <a:chOff x="-635000" y="-635000"/>
            <a:chExt cx="5730240" cy="3855720"/>
          </a:xfrm>
        </p:grpSpPr>
        <p:pic>
          <p:nvPicPr>
            <p:cNvPr id="64" name="Image 18" descr="TEMP_Z_ORDER_29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730240" cy="3855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5" name="Image 19" descr="TEMP_Z_ORDER_30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6"/>
            <a:stretch>
              <a:fillRect/>
            </a:stretch>
          </p:blipFill>
          <p:spPr>
            <a:xfrm>
              <a:off x="-619760" y="-619760"/>
              <a:ext cx="5699760" cy="655320"/>
            </a:xfrm>
            <a:prstGeom prst="rect">
              <a:avLst/>
            </a:prstGeom>
          </p:spPr>
        </p:pic>
        <p:pic>
          <p:nvPicPr>
            <p:cNvPr id="66" name="Image 20" descr="TEMP_Z_ORDER_31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-375920" y="-436880"/>
              <a:ext cx="304800" cy="304800"/>
            </a:xfrm>
            <a:prstGeom prst="rect">
              <a:avLst/>
            </a:prstGeom>
          </p:spPr>
        </p:pic>
        <p:sp>
          <p:nvSpPr>
            <p:cNvPr id="67" name="Text 11" descr="TEMP_Z_ORDER_32"/>
            <p:cNvSpPr/>
            <p:nvPr>
              <p:custDataLst>
                <p:tags r:id="rId60"/>
              </p:custDataLst>
            </p:nvPr>
          </p:nvSpPr>
          <p:spPr>
            <a:xfrm>
              <a:off x="50800" y="-497840"/>
              <a:ext cx="249645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测评指标及核查要点</a:t>
              </a:r>
              <a:endParaRPr lang="en-US" sz="2160"/>
            </a:p>
          </p:txBody>
        </p:sp>
      </p:grpSp>
      <p:graphicFrame>
        <p:nvGraphicFramePr>
          <p:cNvPr id="37" name="Table 0"/>
          <p:cNvGraphicFramePr>
            <a:graphicFrameLocks noGrp="1"/>
          </p:cNvGraphicFramePr>
          <p:nvPr>
            <p:custDataLst>
              <p:tags r:id="rId61"/>
            </p:custDataLst>
          </p:nvPr>
        </p:nvGraphicFramePr>
        <p:xfrm>
          <a:off x="664210" y="2418080"/>
          <a:ext cx="5649595" cy="3754120"/>
        </p:xfrm>
        <a:graphic>
          <a:graphicData uri="http://schemas.openxmlformats.org/drawingml/2006/table">
            <a:tbl>
              <a:tblPr/>
              <a:tblGrid>
                <a:gridCol w="810895"/>
                <a:gridCol w="3192780"/>
                <a:gridCol w="1645920"/>
              </a:tblGrid>
              <a:tr h="40351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指标类型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核查要点要求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测评方法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851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物理破坏防护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感知节点所处物理环境不应对设备造成物理破坏（挤压、强振动等）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现场检查部署环境，查阅验收文档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51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环境状态反映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感知节点在工作状态所处物理环境应能正确反映环境状态（如温湿度传感器不能安装在直射区）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现场核查安装位置是否合理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51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正常工作环境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感知节点所处物理环境不应影响其正常工作（强干扰、阻挡屏蔽等）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核查是否有防干扰、防屏蔽措施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51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电力供应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关键感知节点设备应具有可供长时间工作的电力供应；关键网关节点应具有持久稳定电力供应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检查供电方式、UPS配置、电力维护记录</a:t>
                      </a:r>
                      <a:endParaRPr lang="en-US" sz="1600">
                        <a:solidFill>
                          <a:srgbClr val="000000"/>
                        </a:solidFill>
                      </a:endParaRPr>
                    </a:p>
                  </a:txBody>
                  <a:tcPr marL="58199" marR="58199" marT="58199" marB="58199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0" name="组合 69"/>
          <p:cNvGrpSpPr/>
          <p:nvPr>
            <p:custDataLst>
              <p:tags r:id="rId62"/>
            </p:custDataLst>
          </p:nvPr>
        </p:nvGrpSpPr>
        <p:grpSpPr>
          <a:xfrm>
            <a:off x="822497" y="529635"/>
            <a:ext cx="10918068" cy="426482"/>
            <a:chOff x="-635000" y="-635000"/>
            <a:chExt cx="10918068" cy="426482"/>
          </a:xfrm>
        </p:grpSpPr>
        <p:sp>
          <p:nvSpPr>
            <p:cNvPr id="71" name="Text 12" descr="TEMP_Z_ORDER_34"/>
            <p:cNvSpPr/>
            <p:nvPr>
              <p:custDataLst>
                <p:tags r:id="rId63"/>
              </p:custDataLst>
            </p:nvPr>
          </p:nvSpPr>
          <p:spPr>
            <a:xfrm>
              <a:off x="-635000" y="-576887"/>
              <a:ext cx="5315188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760">
                  <a:solidFill>
                    <a:srgbClr val="1E1E1E"/>
                  </a:solidFill>
                </a:rPr>
                <a:t>维度一——感知节点设备物理防护</a:t>
              </a:r>
              <a:endParaRPr lang="en-US" sz="27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6" name="组合 45"/>
          <p:cNvGrpSpPr/>
          <p:nvPr>
            <p:custDataLst>
              <p:tags r:id="rId7"/>
            </p:custDataLst>
          </p:nvPr>
        </p:nvGrpSpPr>
        <p:grpSpPr>
          <a:xfrm>
            <a:off x="609600" y="1752600"/>
            <a:ext cx="5303520" cy="4130040"/>
            <a:chOff x="-635000" y="-635000"/>
            <a:chExt cx="5303520" cy="4130040"/>
          </a:xfrm>
        </p:grpSpPr>
        <p:pic>
          <p:nvPicPr>
            <p:cNvPr id="4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03520" cy="4130040"/>
            </a:xfrm>
            <a:prstGeom prst="rect">
              <a:avLst/>
            </a:prstGeom>
          </p:spPr>
        </p:pic>
        <p:sp>
          <p:nvSpPr>
            <p:cNvPr id="48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91160" y="-391160"/>
              <a:ext cx="1957721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依据 / 测评指标</a:t>
              </a:r>
              <a:endParaRPr lang="en-US" sz="2160"/>
            </a:p>
          </p:txBody>
        </p:sp>
        <p:sp>
          <p:nvSpPr>
            <p:cNvPr id="49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391160" y="81280"/>
              <a:ext cx="4824984" cy="3509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 8.4.2.1：</a:t>
              </a: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授权接入</a:t>
              </a:r>
              <a:endParaRPr lang="en-US" sz="1920"/>
            </a:p>
          </p:txBody>
        </p:sp>
        <p:pic>
          <p:nvPicPr>
            <p:cNvPr id="50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391160" y="629920"/>
              <a:ext cx="4815840" cy="15240"/>
            </a:xfrm>
            <a:prstGeom prst="rect">
              <a:avLst/>
            </a:prstGeom>
          </p:spPr>
        </p:pic>
        <p:sp>
          <p:nvSpPr>
            <p:cNvPr id="51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-391160" y="828040"/>
              <a:ext cx="1664303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核心核查要点</a:t>
              </a:r>
              <a:endParaRPr lang="en-US" sz="2160"/>
            </a:p>
          </p:txBody>
        </p:sp>
        <p:sp>
          <p:nvSpPr>
            <p:cNvPr id="52" name="Text 3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-391160" y="1300480"/>
              <a:ext cx="3456877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保证只有授权的感知节点可接入</a:t>
              </a:r>
              <a:endParaRPr lang="en-US" sz="1920"/>
            </a:p>
          </p:txBody>
        </p:sp>
        <p:pic>
          <p:nvPicPr>
            <p:cNvPr id="53" name="Image 5" descr="TEMP_Z_ORDER_9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391160" y="1849120"/>
              <a:ext cx="4815840" cy="15240"/>
            </a:xfrm>
            <a:prstGeom prst="rect">
              <a:avLst/>
            </a:prstGeom>
          </p:spPr>
        </p:pic>
        <p:sp>
          <p:nvSpPr>
            <p:cNvPr id="54" name="Text 4" descr="TEMP_Z_ORDER_10"/>
            <p:cNvSpPr/>
            <p:nvPr>
              <p:custDataLst>
                <p:tags r:id="rId17"/>
              </p:custDataLst>
            </p:nvPr>
          </p:nvSpPr>
          <p:spPr>
            <a:xfrm>
              <a:off x="-391160" y="2047240"/>
              <a:ext cx="1664303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核心测评方法</a:t>
              </a:r>
              <a:endParaRPr lang="en-US" sz="2160"/>
            </a:p>
          </p:txBody>
        </p:sp>
        <p:sp>
          <p:nvSpPr>
            <p:cNvPr id="55" name="Text 5" descr="TEMP_Z_ORDER_11"/>
            <p:cNvSpPr/>
            <p:nvPr>
              <p:custDataLst>
                <p:tags r:id="rId18"/>
              </p:custDataLst>
            </p:nvPr>
          </p:nvSpPr>
          <p:spPr>
            <a:xfrm>
              <a:off x="-391160" y="2519680"/>
              <a:ext cx="4824984" cy="7166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核查设备身份鉴别机制（如编码、证书、MAC白名单等）</a:t>
              </a:r>
              <a:endParaRPr lang="en-US" sz="1920"/>
            </a:p>
          </p:txBody>
        </p:sp>
      </p:grpSp>
      <p:grpSp>
        <p:nvGrpSpPr>
          <p:cNvPr id="30" name="组合 29"/>
          <p:cNvGrpSpPr/>
          <p:nvPr>
            <p:custDataLst>
              <p:tags r:id="rId19"/>
            </p:custDataLst>
          </p:nvPr>
        </p:nvGrpSpPr>
        <p:grpSpPr>
          <a:xfrm>
            <a:off x="6278880" y="1371600"/>
            <a:ext cx="5303520" cy="4876800"/>
            <a:chOff x="-635000" y="-635000"/>
            <a:chExt cx="5303520" cy="4876800"/>
          </a:xfrm>
        </p:grpSpPr>
        <p:pic>
          <p:nvPicPr>
            <p:cNvPr id="31" name="Image 6" descr="TEMP_Z_ORDER_12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03520" cy="27736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2" name="Image 7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375920" y="-269240"/>
              <a:ext cx="91440" cy="243840"/>
            </a:xfrm>
            <a:prstGeom prst="rect">
              <a:avLst/>
            </a:prstGeom>
          </p:spPr>
        </p:pic>
        <p:sp>
          <p:nvSpPr>
            <p:cNvPr id="33" name="Text 6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-162560" y="-375920"/>
              <a:ext cx="1847088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具体核查要点</a:t>
              </a:r>
              <a:endParaRPr lang="en-US" sz="2400"/>
            </a:p>
          </p:txBody>
        </p:sp>
        <p:pic>
          <p:nvPicPr>
            <p:cNvPr id="34" name="Image 8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375921" y="144678"/>
              <a:ext cx="4785360" cy="15240"/>
            </a:xfrm>
            <a:prstGeom prst="rect">
              <a:avLst/>
            </a:prstGeom>
          </p:spPr>
        </p:pic>
        <p:pic>
          <p:nvPicPr>
            <p:cNvPr id="35" name="Image 9" descr="TEMP_Z_ORDER_1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75920" y="462280"/>
              <a:ext cx="76200" cy="76200"/>
            </a:xfrm>
            <a:prstGeom prst="rect">
              <a:avLst/>
            </a:prstGeom>
          </p:spPr>
        </p:pic>
        <p:sp>
          <p:nvSpPr>
            <p:cNvPr id="36" name="Text 7" descr="TEMP_Z_ORDER_17"/>
            <p:cNvSpPr/>
            <p:nvPr>
              <p:custDataLst>
                <p:tags r:id="rId32"/>
              </p:custDataLst>
            </p:nvPr>
          </p:nvSpPr>
          <p:spPr>
            <a:xfrm>
              <a:off x="-177800" y="332157"/>
              <a:ext cx="45963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感知节点具有唯一身份标识（如设备ID/MAC绑定）</a:t>
              </a:r>
              <a:endParaRPr lang="en-US" sz="1920"/>
            </a:p>
          </p:txBody>
        </p:sp>
        <p:pic>
          <p:nvPicPr>
            <p:cNvPr id="37" name="Image 10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75920" y="1239520"/>
              <a:ext cx="76200" cy="76200"/>
            </a:xfrm>
            <a:prstGeom prst="rect">
              <a:avLst/>
            </a:prstGeom>
          </p:spPr>
        </p:pic>
        <p:sp>
          <p:nvSpPr>
            <p:cNvPr id="38" name="Text 8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177800" y="1102360"/>
              <a:ext cx="4691475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接入时进行身份校验（如密钥、数字证书）</a:t>
              </a:r>
              <a:endParaRPr lang="en-US" sz="1920"/>
            </a:p>
          </p:txBody>
        </p:sp>
        <p:pic>
          <p:nvPicPr>
            <p:cNvPr id="39" name="Image 11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75920" y="1681480"/>
              <a:ext cx="76200" cy="76200"/>
            </a:xfrm>
            <a:prstGeom prst="rect">
              <a:avLst/>
            </a:prstGeom>
          </p:spPr>
        </p:pic>
        <p:sp>
          <p:nvSpPr>
            <p:cNvPr id="40" name="Text 9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177800" y="1544320"/>
              <a:ext cx="222227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建立合法设备白名单</a:t>
              </a:r>
              <a:endParaRPr lang="en-US" sz="1920"/>
            </a:p>
          </p:txBody>
        </p:sp>
        <p:pic>
          <p:nvPicPr>
            <p:cNvPr id="41" name="Image 12" descr="TEMP_Z_ORDER_22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635000" y="2367280"/>
              <a:ext cx="5303520" cy="18745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2" name="Image 13" descr="TEMP_Z_ORDER_23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375920" y="2733040"/>
              <a:ext cx="91440" cy="243840"/>
            </a:xfrm>
            <a:prstGeom prst="rect">
              <a:avLst/>
            </a:prstGeom>
          </p:spPr>
        </p:pic>
        <p:sp>
          <p:nvSpPr>
            <p:cNvPr id="43" name="Text 10" descr="TEMP_Z_ORDER_24"/>
            <p:cNvSpPr/>
            <p:nvPr>
              <p:custDataLst>
                <p:tags r:id="rId41"/>
              </p:custDataLst>
            </p:nvPr>
          </p:nvSpPr>
          <p:spPr>
            <a:xfrm>
              <a:off x="-162560" y="262636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测试方法</a:t>
              </a:r>
              <a:endParaRPr lang="en-US" sz="2400"/>
            </a:p>
          </p:txBody>
        </p:sp>
        <p:pic>
          <p:nvPicPr>
            <p:cNvPr id="44" name="Image 14" descr="TEMP_Z_ORDER_25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375921" y="3149702"/>
              <a:ext cx="4785360" cy="15240"/>
            </a:xfrm>
            <a:prstGeom prst="rect">
              <a:avLst/>
            </a:prstGeom>
          </p:spPr>
        </p:pic>
        <p:sp>
          <p:nvSpPr>
            <p:cNvPr id="45" name="Text 11" descr="TEMP_Z_ORDER_26"/>
            <p:cNvSpPr/>
            <p:nvPr>
              <p:custDataLst>
                <p:tags r:id="rId43"/>
              </p:custDataLst>
            </p:nvPr>
          </p:nvSpPr>
          <p:spPr>
            <a:xfrm>
              <a:off x="-375920" y="3327400"/>
              <a:ext cx="4959350" cy="3175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尝试用非授权设备接入传感网，验证是否被拒绝。</a:t>
              </a:r>
              <a:endParaRPr lang="en-US" sz="1800"/>
            </a:p>
          </p:txBody>
        </p:sp>
      </p:grpSp>
      <p:sp>
        <p:nvSpPr>
          <p:cNvPr id="29" name="Text 12"/>
          <p:cNvSpPr/>
          <p:nvPr>
            <p:custDataLst>
              <p:tags r:id="rId4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维度二——接入控制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5" name="组合 44"/>
          <p:cNvGrpSpPr/>
          <p:nvPr>
            <p:custDataLst>
              <p:tags r:id="rId7"/>
            </p:custDataLst>
          </p:nvPr>
        </p:nvGrpSpPr>
        <p:grpSpPr>
          <a:xfrm>
            <a:off x="609600" y="1143000"/>
            <a:ext cx="3209544" cy="365760"/>
            <a:chOff x="-635000" y="-635000"/>
            <a:chExt cx="3209544" cy="365760"/>
          </a:xfrm>
        </p:grpSpPr>
        <p:sp>
          <p:nvSpPr>
            <p:cNvPr id="46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3141012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依据：GB/T 22239 8.4.2.2</a:t>
              </a:r>
              <a:endParaRPr lang="en-US" sz="1920"/>
            </a:p>
          </p:txBody>
        </p:sp>
      </p:grpSp>
      <p:sp>
        <p:nvSpPr>
          <p:cNvPr id="6" name="Text 1"/>
          <p:cNvSpPr/>
          <p:nvPr>
            <p:custDataLst>
              <p:tags r:id="rId9"/>
            </p:custDataLst>
          </p:nvPr>
        </p:nvSpPr>
        <p:spPr>
          <a:xfrm>
            <a:off x="609600" y="16764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测评指标</a:t>
            </a:r>
            <a:endParaRPr lang="en-US" sz="2400"/>
          </a:p>
        </p:txBody>
      </p:sp>
      <p:grpSp>
        <p:nvGrpSpPr>
          <p:cNvPr id="54" name="组合 53"/>
          <p:cNvGrpSpPr/>
          <p:nvPr>
            <p:custDataLst>
              <p:tags r:id="rId10"/>
            </p:custDataLst>
          </p:nvPr>
        </p:nvGrpSpPr>
        <p:grpSpPr>
          <a:xfrm>
            <a:off x="609600" y="2499360"/>
            <a:ext cx="5495544" cy="1465659"/>
            <a:chOff x="-635000" y="-635000"/>
            <a:chExt cx="5495544" cy="1465659"/>
          </a:xfrm>
        </p:grpSpPr>
        <p:pic>
          <p:nvPicPr>
            <p:cNvPr id="55" name="Image 3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04520"/>
              <a:ext cx="365760" cy="365760"/>
            </a:xfrm>
            <a:prstGeom prst="rect">
              <a:avLst/>
            </a:prstGeom>
          </p:spPr>
        </p:pic>
        <p:sp>
          <p:nvSpPr>
            <p:cNvPr id="56" name="Text 2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513080" y="-574040"/>
              <a:ext cx="14590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a</a:t>
              </a:r>
              <a:endParaRPr lang="en-US" sz="1680"/>
            </a:p>
          </p:txBody>
        </p:sp>
        <p:sp>
          <p:nvSpPr>
            <p:cNvPr id="57" name="Text 3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116840" y="-635000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限制感知节点</a:t>
              </a:r>
              <a:endParaRPr lang="en-US" sz="2160"/>
            </a:p>
          </p:txBody>
        </p:sp>
        <p:sp>
          <p:nvSpPr>
            <p:cNvPr id="58" name="Text 4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116840" y="-193040"/>
              <a:ext cx="4977384" cy="101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应能够限制与感知节点通信的目标地址，避免对陌生地址的攻击；需登录感知节点查看配置并测试。</a:t>
              </a:r>
              <a:endParaRPr lang="en-US" sz="1920"/>
            </a:p>
          </p:txBody>
        </p:sp>
      </p:grpSp>
      <p:grpSp>
        <p:nvGrpSpPr>
          <p:cNvPr id="49" name="组合 48"/>
          <p:cNvGrpSpPr/>
          <p:nvPr>
            <p:custDataLst>
              <p:tags r:id="rId17"/>
            </p:custDataLst>
          </p:nvPr>
        </p:nvGrpSpPr>
        <p:grpSpPr>
          <a:xfrm>
            <a:off x="609600" y="4145280"/>
            <a:ext cx="5495544" cy="1465659"/>
            <a:chOff x="-635000" y="-635000"/>
            <a:chExt cx="5495544" cy="1465659"/>
          </a:xfrm>
        </p:grpSpPr>
        <p:pic>
          <p:nvPicPr>
            <p:cNvPr id="50" name="Image 4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04520"/>
              <a:ext cx="365760" cy="365760"/>
            </a:xfrm>
            <a:prstGeom prst="rect">
              <a:avLst/>
            </a:prstGeom>
          </p:spPr>
        </p:pic>
        <p:sp>
          <p:nvSpPr>
            <p:cNvPr id="51" name="Text 5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528320" y="-574040"/>
              <a:ext cx="153924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b</a:t>
              </a:r>
              <a:endParaRPr lang="en-US" sz="1680"/>
            </a:p>
          </p:txBody>
        </p:sp>
        <p:sp>
          <p:nvSpPr>
            <p:cNvPr id="52" name="Text 6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116840" y="-635000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限制网关节点</a:t>
              </a:r>
              <a:endParaRPr lang="en-US" sz="2160"/>
            </a:p>
          </p:txBody>
        </p:sp>
        <p:sp>
          <p:nvSpPr>
            <p:cNvPr id="53" name="Text 7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116840" y="-193040"/>
              <a:ext cx="4977384" cy="101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应能够限制与网关节点通信的目标地址，避免对陌生地址的攻击；需登录网关节点查看配置并测试。</a:t>
              </a:r>
              <a:endParaRPr lang="en-US" sz="1920"/>
            </a:p>
          </p:txBody>
        </p:sp>
      </p:grpSp>
      <p:grpSp>
        <p:nvGrpSpPr>
          <p:cNvPr id="30" name="组合 29"/>
          <p:cNvGrpSpPr/>
          <p:nvPr>
            <p:custDataLst>
              <p:tags r:id="rId22"/>
            </p:custDataLst>
          </p:nvPr>
        </p:nvGrpSpPr>
        <p:grpSpPr>
          <a:xfrm>
            <a:off x="6461760" y="1676400"/>
            <a:ext cx="5120640" cy="4724400"/>
            <a:chOff x="-635000" y="-635000"/>
            <a:chExt cx="5120640" cy="4724400"/>
          </a:xfrm>
        </p:grpSpPr>
        <p:pic>
          <p:nvPicPr>
            <p:cNvPr id="31" name="Image 5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-635000" y="-635000"/>
              <a:ext cx="5120640" cy="4724400"/>
            </a:xfrm>
            <a:prstGeom prst="rect">
              <a:avLst/>
            </a:prstGeom>
          </p:spPr>
        </p:pic>
        <p:pic>
          <p:nvPicPr>
            <p:cNvPr id="32" name="Image 6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314960" y="-269240"/>
              <a:ext cx="365760" cy="365760"/>
            </a:xfrm>
            <a:prstGeom prst="rect">
              <a:avLst/>
            </a:prstGeom>
          </p:spPr>
        </p:pic>
        <p:sp>
          <p:nvSpPr>
            <p:cNvPr id="33" name="Text 8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172720" y="-31557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核查要点</a:t>
              </a:r>
              <a:endParaRPr lang="en-US" sz="2400"/>
            </a:p>
          </p:txBody>
        </p:sp>
        <p:pic>
          <p:nvPicPr>
            <p:cNvPr id="34" name="Image 7" descr="TEMP_Z_ORDER_1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14960" y="416560"/>
              <a:ext cx="91440" cy="91440"/>
            </a:xfrm>
            <a:prstGeom prst="rect">
              <a:avLst/>
            </a:prstGeom>
          </p:spPr>
        </p:pic>
        <p:sp>
          <p:nvSpPr>
            <p:cNvPr id="35" name="Text 9" descr="TEMP_Z_ORDER_17"/>
            <p:cNvSpPr/>
            <p:nvPr>
              <p:custDataLst>
                <p:tags r:id="rId32"/>
              </p:custDataLst>
            </p:nvPr>
          </p:nvSpPr>
          <p:spPr>
            <a:xfrm>
              <a:off x="-101601" y="294640"/>
              <a:ext cx="4197636" cy="33488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感知节点是否配置了允许通信的白名单</a:t>
              </a:r>
              <a:endParaRPr lang="en-US" sz="1920"/>
            </a:p>
          </p:txBody>
        </p:sp>
        <p:pic>
          <p:nvPicPr>
            <p:cNvPr id="36" name="Image 8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14960" y="858520"/>
              <a:ext cx="91440" cy="91440"/>
            </a:xfrm>
            <a:prstGeom prst="rect">
              <a:avLst/>
            </a:prstGeom>
          </p:spPr>
        </p:pic>
        <p:sp>
          <p:nvSpPr>
            <p:cNvPr id="37" name="Text 10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101600" y="743028"/>
              <a:ext cx="4276344" cy="6729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网关节点是否配置了通信目标地址控制措施</a:t>
              </a:r>
              <a:endParaRPr lang="en-US" sz="1920"/>
            </a:p>
          </p:txBody>
        </p:sp>
        <p:pic>
          <p:nvPicPr>
            <p:cNvPr id="38" name="Image 9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14960" y="1635760"/>
              <a:ext cx="91440" cy="91440"/>
            </a:xfrm>
            <a:prstGeom prst="rect">
              <a:avLst/>
            </a:prstGeom>
          </p:spPr>
        </p:pic>
        <p:sp>
          <p:nvSpPr>
            <p:cNvPr id="39" name="Text 11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101601" y="1513840"/>
              <a:ext cx="4197636" cy="33488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是否能防止感知节点攻击外部陌生地址</a:t>
              </a:r>
              <a:endParaRPr lang="en-US" sz="1920"/>
            </a:p>
          </p:txBody>
        </p:sp>
        <p:pic>
          <p:nvPicPr>
            <p:cNvPr id="40" name="Image 10" descr="TEMP_Z_ORDER_22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314960" y="2336800"/>
              <a:ext cx="304800" cy="304800"/>
            </a:xfrm>
            <a:prstGeom prst="rect">
              <a:avLst/>
            </a:prstGeom>
          </p:spPr>
        </p:pic>
        <p:sp>
          <p:nvSpPr>
            <p:cNvPr id="41" name="Text 12" descr="TEMP_Z_ORDER_23"/>
            <p:cNvSpPr/>
            <p:nvPr>
              <p:custDataLst>
                <p:tags r:id="rId40"/>
              </p:custDataLst>
            </p:nvPr>
          </p:nvSpPr>
          <p:spPr>
            <a:xfrm>
              <a:off x="111759" y="2274523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测试方法</a:t>
              </a:r>
              <a:endParaRPr lang="en-US" sz="2160"/>
            </a:p>
          </p:txBody>
        </p:sp>
        <p:pic>
          <p:nvPicPr>
            <p:cNvPr id="42" name="Image 11" descr="TEMP_Z_ORDER_24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-314960" y="2778760"/>
              <a:ext cx="4480560" cy="990600"/>
            </a:xfrm>
            <a:prstGeom prst="rect">
              <a:avLst/>
            </a:prstGeom>
          </p:spPr>
        </p:pic>
        <p:sp>
          <p:nvSpPr>
            <p:cNvPr id="43" name="Text 13" descr="TEMP_Z_ORDER_25"/>
            <p:cNvSpPr/>
            <p:nvPr>
              <p:custDataLst>
                <p:tags r:id="rId43"/>
              </p:custDataLst>
            </p:nvPr>
          </p:nvSpPr>
          <p:spPr>
            <a:xfrm>
              <a:off x="-162560" y="2931160"/>
              <a:ext cx="4184904" cy="6729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尝试让感知节点向非授权地址发送数据，验证是否被拦截。</a:t>
              </a:r>
              <a:endParaRPr lang="en-US" sz="1920"/>
            </a:p>
          </p:txBody>
        </p:sp>
        <p:pic>
          <p:nvPicPr>
            <p:cNvPr id="44" name="Image 12" descr="TEMP_Z_ORDER_26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314960" y="2065833"/>
              <a:ext cx="4480560" cy="15240"/>
            </a:xfrm>
            <a:prstGeom prst="rect">
              <a:avLst/>
            </a:prstGeom>
          </p:spPr>
        </p:pic>
      </p:grpSp>
      <p:grpSp>
        <p:nvGrpSpPr>
          <p:cNvPr id="47" name="组合 46"/>
          <p:cNvGrpSpPr/>
          <p:nvPr>
            <p:custDataLst>
              <p:tags r:id="rId46"/>
            </p:custDataLst>
          </p:nvPr>
        </p:nvGrpSpPr>
        <p:grpSpPr>
          <a:xfrm>
            <a:off x="822497" y="529635"/>
            <a:ext cx="10918068" cy="426482"/>
            <a:chOff x="-635000" y="-635000"/>
            <a:chExt cx="10918068" cy="426482"/>
          </a:xfrm>
        </p:grpSpPr>
        <p:sp>
          <p:nvSpPr>
            <p:cNvPr id="48" name="Text 14" descr="TEMP_Z_ORDER_27"/>
            <p:cNvSpPr/>
            <p:nvPr>
              <p:custDataLst>
                <p:tags r:id="rId47"/>
              </p:custDataLst>
            </p:nvPr>
          </p:nvSpPr>
          <p:spPr>
            <a:xfrm>
              <a:off x="-635000" y="-576887"/>
              <a:ext cx="3189113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760">
                  <a:solidFill>
                    <a:srgbClr val="1E1E1E"/>
                  </a:solidFill>
                </a:rPr>
                <a:t>维度三——入侵防范</a:t>
              </a:r>
              <a:endParaRPr lang="en-US" sz="27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12"/>
                            </p:stCondLst>
                            <p:childTnLst>
                              <p:par>
                                <p:cTn id="25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362"/>
                            </p:stCondLst>
                            <p:childTnLst>
                              <p:par>
                                <p:cTn id="32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12"/>
                            </p:stCondLst>
                            <p:childTnLst>
                              <p:par>
                                <p:cTn id="39" presetID="3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8" name="组合 47"/>
          <p:cNvGrpSpPr/>
          <p:nvPr>
            <p:custDataLst>
              <p:tags r:id="rId7"/>
            </p:custDataLst>
          </p:nvPr>
        </p:nvGrpSpPr>
        <p:grpSpPr>
          <a:xfrm>
            <a:off x="609600" y="1143000"/>
            <a:ext cx="3529584" cy="350520"/>
            <a:chOff x="-635000" y="-635000"/>
            <a:chExt cx="3529584" cy="350520"/>
          </a:xfrm>
        </p:grpSpPr>
        <p:pic>
          <p:nvPicPr>
            <p:cNvPr id="4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74320"/>
            </a:xfrm>
            <a:prstGeom prst="rect">
              <a:avLst/>
            </a:prstGeom>
          </p:spPr>
        </p:pic>
        <p:sp>
          <p:nvSpPr>
            <p:cNvPr id="50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52120" y="-635000"/>
              <a:ext cx="3168269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依据：GB/T 22239 8.4.3.1</a:t>
              </a:r>
              <a:endParaRPr lang="en-US" sz="1800"/>
            </a:p>
          </p:txBody>
        </p:sp>
      </p:grpSp>
      <p:grpSp>
        <p:nvGrpSpPr>
          <p:cNvPr id="27" name="组合 26"/>
          <p:cNvGrpSpPr/>
          <p:nvPr>
            <p:custDataLst>
              <p:tags r:id="rId12"/>
            </p:custDataLst>
          </p:nvPr>
        </p:nvGrpSpPr>
        <p:grpSpPr>
          <a:xfrm>
            <a:off x="609600" y="1706880"/>
            <a:ext cx="10972800" cy="2484120"/>
            <a:chOff x="-635000" y="-635000"/>
            <a:chExt cx="10972800" cy="2484120"/>
          </a:xfrm>
        </p:grpSpPr>
        <p:pic>
          <p:nvPicPr>
            <p:cNvPr id="28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10972800" cy="2484120"/>
            </a:xfrm>
            <a:prstGeom prst="rect">
              <a:avLst/>
            </a:prstGeom>
          </p:spPr>
        </p:pic>
        <p:sp>
          <p:nvSpPr>
            <p:cNvPr id="29" name="Text 1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391160" y="-391160"/>
              <a:ext cx="3078480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测评指标与核查要点：</a:t>
              </a:r>
              <a:endParaRPr lang="en-US" sz="2400"/>
            </a:p>
          </p:txBody>
        </p:sp>
        <p:pic>
          <p:nvPicPr>
            <p:cNvPr id="30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91160" y="279400"/>
              <a:ext cx="304800" cy="304800"/>
            </a:xfrm>
            <a:prstGeom prst="rect">
              <a:avLst/>
            </a:prstGeom>
          </p:spPr>
        </p:pic>
        <p:sp>
          <p:nvSpPr>
            <p:cNvPr id="31" name="Text 2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-296720" y="291262"/>
              <a:ext cx="12506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a</a:t>
              </a:r>
              <a:endParaRPr lang="en-US" sz="1440"/>
            </a:p>
          </p:txBody>
        </p:sp>
        <p:sp>
          <p:nvSpPr>
            <p:cNvPr id="32" name="Text 3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66040" y="233680"/>
              <a:ext cx="7827264" cy="3315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授权配置：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保证授权用户方可配置或变更软件应用；核查访问控制机制。</a:t>
              </a:r>
              <a:endParaRPr lang="en-US" sz="1920"/>
            </a:p>
          </p:txBody>
        </p:sp>
        <p:pic>
          <p:nvPicPr>
            <p:cNvPr id="33" name="Image 6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91160" y="736600"/>
              <a:ext cx="304800" cy="304800"/>
            </a:xfrm>
            <a:prstGeom prst="rect">
              <a:avLst/>
            </a:prstGeom>
          </p:spPr>
        </p:pic>
        <p:sp>
          <p:nvSpPr>
            <p:cNvPr id="34" name="Text 4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299926" y="748462"/>
              <a:ext cx="131477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b</a:t>
              </a:r>
              <a:endParaRPr lang="en-US" sz="1440"/>
            </a:p>
          </p:txBody>
        </p:sp>
        <p:sp>
          <p:nvSpPr>
            <p:cNvPr id="35" name="Text 5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66040" y="690880"/>
              <a:ext cx="9046464" cy="3315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网关节点身份鉴别：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具备鉴别连接网关节点设备能力；核查是否支持至少一种机制。</a:t>
              </a:r>
              <a:endParaRPr lang="en-US" sz="1920"/>
            </a:p>
          </p:txBody>
        </p:sp>
        <p:pic>
          <p:nvPicPr>
            <p:cNvPr id="36" name="Image 7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91160" y="1209040"/>
              <a:ext cx="304800" cy="304800"/>
            </a:xfrm>
            <a:prstGeom prst="rect">
              <a:avLst/>
            </a:prstGeom>
          </p:spPr>
        </p:pic>
        <p:sp>
          <p:nvSpPr>
            <p:cNvPr id="37" name="Text 6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-281083" y="1220902"/>
              <a:ext cx="10903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c</a:t>
              </a:r>
              <a:endParaRPr lang="en-US" sz="1440"/>
            </a:p>
          </p:txBody>
        </p:sp>
        <p:sp>
          <p:nvSpPr>
            <p:cNvPr id="38" name="Text 7" descr="TEMP_Z_ORDER_15"/>
            <p:cNvSpPr/>
            <p:nvPr>
              <p:custDataLst>
                <p:tags r:id="rId26"/>
              </p:custDataLst>
            </p:nvPr>
          </p:nvSpPr>
          <p:spPr>
            <a:xfrm>
              <a:off x="66040" y="1163321"/>
              <a:ext cx="8802624" cy="3315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其他感知节点鉴别：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具备鉴别连接其他感知节点设备能力；核查节点间认证机制。</a:t>
              </a:r>
              <a:endParaRPr lang="en-US" sz="1920"/>
            </a:p>
          </p:txBody>
        </p:sp>
      </p:grpSp>
      <p:grpSp>
        <p:nvGrpSpPr>
          <p:cNvPr id="39" name="组合 38"/>
          <p:cNvGrpSpPr/>
          <p:nvPr>
            <p:custDataLst>
              <p:tags r:id="rId27"/>
            </p:custDataLst>
          </p:nvPr>
        </p:nvGrpSpPr>
        <p:grpSpPr>
          <a:xfrm>
            <a:off x="609600" y="4343400"/>
            <a:ext cx="10972800" cy="2072640"/>
            <a:chOff x="-635000" y="-635000"/>
            <a:chExt cx="10972800" cy="2072640"/>
          </a:xfrm>
        </p:grpSpPr>
        <p:pic>
          <p:nvPicPr>
            <p:cNvPr id="40" name="Image 8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635000" y="-635000"/>
              <a:ext cx="10972800" cy="2072640"/>
            </a:xfrm>
            <a:prstGeom prst="rect">
              <a:avLst/>
            </a:prstGeom>
          </p:spPr>
        </p:pic>
        <p:sp>
          <p:nvSpPr>
            <p:cNvPr id="41" name="Text 8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-406400" y="-406400"/>
              <a:ext cx="1941687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具体核查要点：</a:t>
              </a:r>
              <a:endParaRPr lang="en-US" sz="2160"/>
            </a:p>
          </p:txBody>
        </p:sp>
        <p:pic>
          <p:nvPicPr>
            <p:cNvPr id="42" name="Image 9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406400" y="248920"/>
              <a:ext cx="91440" cy="91440"/>
            </a:xfrm>
            <a:prstGeom prst="rect">
              <a:avLst/>
            </a:prstGeom>
          </p:spPr>
        </p:pic>
        <p:sp>
          <p:nvSpPr>
            <p:cNvPr id="43" name="Text 9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193040" y="127000"/>
              <a:ext cx="3950716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防止非授权用户配置变更的技术手段</a:t>
              </a:r>
              <a:endParaRPr lang="en-US" sz="1920"/>
            </a:p>
          </p:txBody>
        </p:sp>
        <p:pic>
          <p:nvPicPr>
            <p:cNvPr id="44" name="Image 10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406400" y="614680"/>
              <a:ext cx="91440" cy="91440"/>
            </a:xfrm>
            <a:prstGeom prst="rect">
              <a:avLst/>
            </a:prstGeom>
          </p:spPr>
        </p:pic>
        <p:sp>
          <p:nvSpPr>
            <p:cNvPr id="45" name="Text 10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193040" y="492760"/>
              <a:ext cx="4197636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感知节点与网关节点间的双向身份鉴别</a:t>
              </a:r>
              <a:endParaRPr lang="en-US" sz="1920"/>
            </a:p>
          </p:txBody>
        </p:sp>
        <p:pic>
          <p:nvPicPr>
            <p:cNvPr id="46" name="Image 11" descr="TEMP_Z_ORDER_22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406400" y="995680"/>
              <a:ext cx="91440" cy="91440"/>
            </a:xfrm>
            <a:prstGeom prst="rect">
              <a:avLst/>
            </a:prstGeom>
          </p:spPr>
        </p:pic>
        <p:sp>
          <p:nvSpPr>
            <p:cNvPr id="47" name="Text 11" descr="TEMP_Z_ORDER_23"/>
            <p:cNvSpPr/>
            <p:nvPr>
              <p:custDataLst>
                <p:tags r:id="rId38"/>
              </p:custDataLst>
            </p:nvPr>
          </p:nvSpPr>
          <p:spPr>
            <a:xfrm>
              <a:off x="-193040" y="873760"/>
              <a:ext cx="4209611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支持MAC绑定、通信协议限定等鉴别方式</a:t>
              </a:r>
              <a:endParaRPr lang="en-US" sz="1800"/>
            </a:p>
          </p:txBody>
        </p:sp>
      </p:grpSp>
      <p:sp>
        <p:nvSpPr>
          <p:cNvPr id="26" name="Text 12"/>
          <p:cNvSpPr/>
          <p:nvPr>
            <p:custDataLst>
              <p:tags r:id="rId3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维度四——感知节点设备安全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96" name="组合 95"/>
          <p:cNvGrpSpPr/>
          <p:nvPr>
            <p:custDataLst>
              <p:tags r:id="rId7"/>
            </p:custDataLst>
          </p:nvPr>
        </p:nvGrpSpPr>
        <p:grpSpPr>
          <a:xfrm>
            <a:off x="609600" y="1219200"/>
            <a:ext cx="3026664" cy="365760"/>
            <a:chOff x="-635000" y="-635000"/>
            <a:chExt cx="3026664" cy="365760"/>
          </a:xfrm>
        </p:grpSpPr>
        <p:pic>
          <p:nvPicPr>
            <p:cNvPr id="9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13360"/>
            </a:xfrm>
            <a:prstGeom prst="rect">
              <a:avLst/>
            </a:prstGeom>
          </p:spPr>
        </p:pic>
        <p:sp>
          <p:nvSpPr>
            <p:cNvPr id="98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52120" y="-629344"/>
              <a:ext cx="314101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依据：GB/T 22239 8.4.3.2</a:t>
              </a:r>
              <a:endParaRPr lang="en-US" sz="1920"/>
            </a:p>
          </p:txBody>
        </p:sp>
      </p:grpSp>
      <p:grpSp>
        <p:nvGrpSpPr>
          <p:cNvPr id="51" name="组合 50"/>
          <p:cNvGrpSpPr/>
          <p:nvPr>
            <p:custDataLst>
              <p:tags r:id="rId12"/>
            </p:custDataLst>
          </p:nvPr>
        </p:nvGrpSpPr>
        <p:grpSpPr>
          <a:xfrm>
            <a:off x="609600" y="1767840"/>
            <a:ext cx="6196585" cy="4495800"/>
            <a:chOff x="-635000" y="-635000"/>
            <a:chExt cx="6187440" cy="4495800"/>
          </a:xfrm>
        </p:grpSpPr>
        <p:sp>
          <p:nvSpPr>
            <p:cNvPr id="52" name="Text 1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635000" y="-635000"/>
              <a:ext cx="2773839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测评指标与核查要点：</a:t>
              </a:r>
              <a:endParaRPr lang="en-US" sz="2160"/>
            </a:p>
          </p:txBody>
        </p:sp>
        <p:pic>
          <p:nvPicPr>
            <p:cNvPr id="53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101600"/>
              <a:ext cx="6187440" cy="883920"/>
            </a:xfrm>
            <a:prstGeom prst="rect">
              <a:avLst/>
            </a:prstGeom>
          </p:spPr>
        </p:pic>
        <p:pic>
          <p:nvPicPr>
            <p:cNvPr id="54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436880" y="127000"/>
              <a:ext cx="365760" cy="365760"/>
            </a:xfrm>
            <a:prstGeom prst="rect">
              <a:avLst/>
            </a:prstGeom>
          </p:spPr>
        </p:pic>
        <p:sp>
          <p:nvSpPr>
            <p:cNvPr id="55" name="Text 2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-311960" y="169342"/>
              <a:ext cx="12506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a</a:t>
              </a:r>
              <a:endParaRPr lang="en-US" sz="1440"/>
            </a:p>
          </p:txBody>
        </p:sp>
        <p:sp>
          <p:nvSpPr>
            <p:cNvPr id="56" name="Text 3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81280" y="96520"/>
              <a:ext cx="197535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合法设备标识鉴别</a:t>
              </a:r>
              <a:endParaRPr lang="en-US" sz="1920"/>
            </a:p>
          </p:txBody>
        </p:sp>
        <p:sp>
          <p:nvSpPr>
            <p:cNvPr id="57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81280" y="492760"/>
              <a:ext cx="4726749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应具备对连接设备标识鉴别能力；核查鉴别机制。</a:t>
              </a:r>
              <a:endParaRPr lang="en-US" sz="1680"/>
            </a:p>
          </p:txBody>
        </p:sp>
        <p:pic>
          <p:nvPicPr>
            <p:cNvPr id="58" name="Image 6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-86360"/>
              <a:ext cx="60960" cy="853440"/>
            </a:xfrm>
            <a:prstGeom prst="rect">
              <a:avLst/>
            </a:prstGeom>
          </p:spPr>
        </p:pic>
        <p:pic>
          <p:nvPicPr>
            <p:cNvPr id="59" name="Image 7" descr="TEMP_Z_ORDER_12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919480"/>
              <a:ext cx="6187440" cy="883920"/>
            </a:xfrm>
            <a:prstGeom prst="rect">
              <a:avLst/>
            </a:prstGeom>
          </p:spPr>
        </p:pic>
        <p:pic>
          <p:nvPicPr>
            <p:cNvPr id="60" name="Image 8" descr="TEMP_Z_ORDER_13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436880" y="1148080"/>
              <a:ext cx="365760" cy="365760"/>
            </a:xfrm>
            <a:prstGeom prst="rect">
              <a:avLst/>
            </a:prstGeom>
          </p:spPr>
        </p:pic>
        <p:sp>
          <p:nvSpPr>
            <p:cNvPr id="61" name="Text 5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-315167" y="1190422"/>
              <a:ext cx="131477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b</a:t>
              </a:r>
              <a:endParaRPr lang="en-US" sz="1440"/>
            </a:p>
          </p:txBody>
        </p:sp>
        <p:sp>
          <p:nvSpPr>
            <p:cNvPr id="62" name="Text 6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81280" y="1117600"/>
              <a:ext cx="148151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非法数据过滤</a:t>
              </a:r>
              <a:endParaRPr lang="en-US" sz="1920"/>
            </a:p>
          </p:txBody>
        </p:sp>
        <p:sp>
          <p:nvSpPr>
            <p:cNvPr id="63" name="Text 7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81280" y="1513840"/>
              <a:ext cx="5156454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应具备过滤非法和伪造节点数据能力；核查过滤机制。</a:t>
              </a:r>
              <a:endParaRPr lang="en-US" sz="1680"/>
            </a:p>
          </p:txBody>
        </p:sp>
        <p:pic>
          <p:nvPicPr>
            <p:cNvPr id="64" name="Image 9" descr="TEMP_Z_ORDER_17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934720"/>
              <a:ext cx="60960" cy="853440"/>
            </a:xfrm>
            <a:prstGeom prst="rect">
              <a:avLst/>
            </a:prstGeom>
          </p:spPr>
        </p:pic>
        <p:pic>
          <p:nvPicPr>
            <p:cNvPr id="65" name="Image 10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1955800"/>
              <a:ext cx="6187440" cy="883920"/>
            </a:xfrm>
            <a:prstGeom prst="rect">
              <a:avLst/>
            </a:prstGeom>
          </p:spPr>
        </p:pic>
        <p:pic>
          <p:nvPicPr>
            <p:cNvPr id="66" name="Image 11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436880" y="2184400"/>
              <a:ext cx="365760" cy="365760"/>
            </a:xfrm>
            <a:prstGeom prst="rect">
              <a:avLst/>
            </a:prstGeom>
          </p:spPr>
        </p:pic>
        <p:sp>
          <p:nvSpPr>
            <p:cNvPr id="67" name="Text 8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-296323" y="2226742"/>
              <a:ext cx="10903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c</a:t>
              </a:r>
              <a:endParaRPr lang="en-US" sz="1440"/>
            </a:p>
          </p:txBody>
        </p:sp>
        <p:sp>
          <p:nvSpPr>
            <p:cNvPr id="68" name="Text 9" descr="TEMP_Z_ORDER_21"/>
            <p:cNvSpPr/>
            <p:nvPr>
              <p:custDataLst>
                <p:tags r:id="rId34"/>
              </p:custDataLst>
            </p:nvPr>
          </p:nvSpPr>
          <p:spPr>
            <a:xfrm>
              <a:off x="81280" y="2153920"/>
              <a:ext cx="197535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关键密钥在线更新</a:t>
              </a:r>
              <a:endParaRPr lang="en-US" sz="1920"/>
            </a:p>
          </p:txBody>
        </p:sp>
        <p:sp>
          <p:nvSpPr>
            <p:cNvPr id="69" name="Text 10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81280" y="2550160"/>
              <a:ext cx="4511897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授权用户能在线更新关键密钥；核查更新功能。</a:t>
              </a:r>
              <a:endParaRPr lang="en-US" sz="1680"/>
            </a:p>
          </p:txBody>
        </p:sp>
        <p:pic>
          <p:nvPicPr>
            <p:cNvPr id="70" name="Image 12" descr="TEMP_Z_ORDER_23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1971040"/>
              <a:ext cx="60960" cy="853440"/>
            </a:xfrm>
            <a:prstGeom prst="rect">
              <a:avLst/>
            </a:prstGeom>
          </p:spPr>
        </p:pic>
        <p:pic>
          <p:nvPicPr>
            <p:cNvPr id="71" name="Image 13" descr="TEMP_Z_ORDER_2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2976880"/>
              <a:ext cx="6187440" cy="883920"/>
            </a:xfrm>
            <a:prstGeom prst="rect">
              <a:avLst/>
            </a:prstGeom>
          </p:spPr>
        </p:pic>
        <p:pic>
          <p:nvPicPr>
            <p:cNvPr id="72" name="Image 14" descr="TEMP_Z_ORDER_2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436880" y="3205480"/>
              <a:ext cx="365760" cy="365760"/>
            </a:xfrm>
            <a:prstGeom prst="rect">
              <a:avLst/>
            </a:prstGeom>
          </p:spPr>
        </p:pic>
        <p:sp>
          <p:nvSpPr>
            <p:cNvPr id="73" name="Text 11" descr="TEMP_Z_ORDER_26"/>
            <p:cNvSpPr/>
            <p:nvPr>
              <p:custDataLst>
                <p:tags r:id="rId39"/>
              </p:custDataLst>
            </p:nvPr>
          </p:nvSpPr>
          <p:spPr>
            <a:xfrm>
              <a:off x="-315167" y="3247822"/>
              <a:ext cx="131477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d</a:t>
              </a:r>
              <a:endParaRPr lang="en-US" sz="1440"/>
            </a:p>
          </p:txBody>
        </p:sp>
        <p:sp>
          <p:nvSpPr>
            <p:cNvPr id="74" name="Text 12" descr="TEMP_Z_ORDER_27"/>
            <p:cNvSpPr/>
            <p:nvPr>
              <p:custDataLst>
                <p:tags r:id="rId40"/>
              </p:custDataLst>
            </p:nvPr>
          </p:nvSpPr>
          <p:spPr>
            <a:xfrm>
              <a:off x="81280" y="3175000"/>
              <a:ext cx="246919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关键配置参数在线更新</a:t>
              </a:r>
              <a:endParaRPr lang="en-US" sz="1920"/>
            </a:p>
          </p:txBody>
        </p:sp>
        <p:sp>
          <p:nvSpPr>
            <p:cNvPr id="75" name="Text 13" descr="TEMP_Z_ORDER_28"/>
            <p:cNvSpPr/>
            <p:nvPr>
              <p:custDataLst>
                <p:tags r:id="rId41"/>
              </p:custDataLst>
            </p:nvPr>
          </p:nvSpPr>
          <p:spPr>
            <a:xfrm>
              <a:off x="81280" y="3571240"/>
              <a:ext cx="4511897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授权用户能在线更新关键配置；核查更新功能。</a:t>
              </a:r>
              <a:endParaRPr lang="en-US" sz="1680"/>
            </a:p>
          </p:txBody>
        </p:sp>
        <p:pic>
          <p:nvPicPr>
            <p:cNvPr id="76" name="Image 15" descr="TEMP_Z_ORDER_29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2992120"/>
              <a:ext cx="60960" cy="853440"/>
            </a:xfrm>
            <a:prstGeom prst="rect">
              <a:avLst/>
            </a:prstGeom>
          </p:spPr>
        </p:pic>
      </p:grpSp>
      <p:grpSp>
        <p:nvGrpSpPr>
          <p:cNvPr id="77" name="组合 76"/>
          <p:cNvGrpSpPr/>
          <p:nvPr>
            <p:custDataLst>
              <p:tags r:id="rId43"/>
            </p:custDataLst>
          </p:nvPr>
        </p:nvGrpSpPr>
        <p:grpSpPr>
          <a:xfrm>
            <a:off x="7101839" y="2225040"/>
            <a:ext cx="4480561" cy="4023360"/>
            <a:chOff x="-635000" y="-635000"/>
            <a:chExt cx="4480561" cy="4023360"/>
          </a:xfrm>
        </p:grpSpPr>
        <p:pic>
          <p:nvPicPr>
            <p:cNvPr id="78" name="Image 16" descr="TEMP_Z_ORDER_3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80560" cy="4023360"/>
            </a:xfrm>
            <a:prstGeom prst="rect">
              <a:avLst/>
            </a:prstGeom>
            <a:effectLst>
              <a:outerShdw blurRad="228600" dist="15240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79" name="Image 17" descr="TEMP_Z_ORDER_31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-330199" y="-269240"/>
              <a:ext cx="304800" cy="304800"/>
            </a:xfrm>
            <a:prstGeom prst="rect">
              <a:avLst/>
            </a:prstGeom>
          </p:spPr>
        </p:pic>
        <p:sp>
          <p:nvSpPr>
            <p:cNvPr id="80" name="Text 14" descr="TEMP_Z_ORDER_32"/>
            <p:cNvSpPr/>
            <p:nvPr>
              <p:custDataLst>
                <p:tags r:id="rId50"/>
              </p:custDataLst>
            </p:nvPr>
          </p:nvSpPr>
          <p:spPr>
            <a:xfrm>
              <a:off x="96520" y="-33020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160"/>
            </a:p>
          </p:txBody>
        </p:sp>
        <p:pic>
          <p:nvPicPr>
            <p:cNvPr id="81" name="Image 18" descr="TEMP_Z_ORDER_33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330200" y="218440"/>
              <a:ext cx="3870960" cy="15240"/>
            </a:xfrm>
            <a:prstGeom prst="rect">
              <a:avLst/>
            </a:prstGeom>
          </p:spPr>
        </p:pic>
        <p:pic>
          <p:nvPicPr>
            <p:cNvPr id="82" name="Image 19" descr="TEMP_Z_ORDER_34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-330200" y="462280"/>
              <a:ext cx="3870960" cy="792480"/>
            </a:xfrm>
            <a:prstGeom prst="rect">
              <a:avLst/>
            </a:prstGeom>
          </p:spPr>
        </p:pic>
        <p:pic>
          <p:nvPicPr>
            <p:cNvPr id="83" name="Image 20" descr="TEMP_Z_ORDER_35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-147320" y="492760"/>
              <a:ext cx="304800" cy="304800"/>
            </a:xfrm>
            <a:prstGeom prst="rect">
              <a:avLst/>
            </a:prstGeom>
          </p:spPr>
        </p:pic>
        <p:sp>
          <p:nvSpPr>
            <p:cNvPr id="84" name="Text 15" descr="TEMP_Z_ORDER_36"/>
            <p:cNvSpPr/>
            <p:nvPr>
              <p:custDataLst>
                <p:tags r:id="rId58"/>
              </p:custDataLst>
            </p:nvPr>
          </p:nvSpPr>
          <p:spPr>
            <a:xfrm>
              <a:off x="-80938" y="533048"/>
              <a:ext cx="181181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×</a:t>
              </a:r>
              <a:endParaRPr lang="en-US" sz="1680"/>
            </a:p>
          </p:txBody>
        </p:sp>
        <p:sp>
          <p:nvSpPr>
            <p:cNvPr id="85" name="Text 16" descr="TEMP_Z_ORDER_37"/>
            <p:cNvSpPr/>
            <p:nvPr>
              <p:custDataLst>
                <p:tags r:id="rId59"/>
              </p:custDataLst>
            </p:nvPr>
          </p:nvSpPr>
          <p:spPr>
            <a:xfrm>
              <a:off x="309880" y="472668"/>
              <a:ext cx="3057144" cy="58882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网关节点无数据过滤机制，接受所有来源数据</a:t>
              </a:r>
              <a:endParaRPr lang="en-US" sz="1680"/>
            </a:p>
          </p:txBody>
        </p:sp>
        <p:pic>
          <p:nvPicPr>
            <p:cNvPr id="86" name="Image 21" descr="TEMP_Z_ORDER_38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61"/>
            <a:stretch>
              <a:fillRect/>
            </a:stretch>
          </p:blipFill>
          <p:spPr>
            <a:xfrm>
              <a:off x="-330200" y="1422400"/>
              <a:ext cx="3870960" cy="701040"/>
            </a:xfrm>
            <a:prstGeom prst="rect">
              <a:avLst/>
            </a:prstGeom>
          </p:spPr>
        </p:pic>
        <p:pic>
          <p:nvPicPr>
            <p:cNvPr id="87" name="Image 22" descr="TEMP_Z_ORDER_39"/>
            <p:cNvPicPr>
              <a:picLocks noChangeAspect="1"/>
            </p:cNvPicPr>
            <p:nvPr>
              <p:custDataLst>
                <p:tags r:id="rId62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-147320" y="1635760"/>
              <a:ext cx="304800" cy="304800"/>
            </a:xfrm>
            <a:prstGeom prst="rect">
              <a:avLst/>
            </a:prstGeom>
          </p:spPr>
        </p:pic>
        <p:sp>
          <p:nvSpPr>
            <p:cNvPr id="88" name="Text 17" descr="TEMP_Z_ORDER_40"/>
            <p:cNvSpPr/>
            <p:nvPr>
              <p:custDataLst>
                <p:tags r:id="rId63"/>
              </p:custDataLst>
            </p:nvPr>
          </p:nvSpPr>
          <p:spPr>
            <a:xfrm>
              <a:off x="-80938" y="1676048"/>
              <a:ext cx="181181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×</a:t>
              </a:r>
              <a:endParaRPr lang="en-US" sz="1680"/>
            </a:p>
          </p:txBody>
        </p:sp>
        <p:sp>
          <p:nvSpPr>
            <p:cNvPr id="89" name="Text 18" descr="TEMP_Z_ORDER_41"/>
            <p:cNvSpPr/>
            <p:nvPr>
              <p:custDataLst>
                <p:tags r:id="rId64"/>
              </p:custDataLst>
            </p:nvPr>
          </p:nvSpPr>
          <p:spPr>
            <a:xfrm>
              <a:off x="309880" y="1605280"/>
              <a:ext cx="2578227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密钥长期不变，无更新机制</a:t>
              </a:r>
              <a:endParaRPr lang="en-US" sz="1680"/>
            </a:p>
          </p:txBody>
        </p:sp>
        <p:pic>
          <p:nvPicPr>
            <p:cNvPr id="90" name="Image 23" descr="TEMP_Z_ORDER_42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66"/>
            <a:stretch>
              <a:fillRect/>
            </a:stretch>
          </p:blipFill>
          <p:spPr>
            <a:xfrm>
              <a:off x="-330200" y="2306320"/>
              <a:ext cx="3870960" cy="777240"/>
            </a:xfrm>
            <a:prstGeom prst="rect">
              <a:avLst/>
            </a:prstGeom>
          </p:spPr>
        </p:pic>
        <p:pic>
          <p:nvPicPr>
            <p:cNvPr id="91" name="Image 24" descr="TEMP_Z_ORDER_43"/>
            <p:cNvPicPr>
              <a:picLocks noChangeAspect="1"/>
            </p:cNvPicPr>
            <p:nvPr>
              <p:custDataLst>
                <p:tags r:id="rId67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-147320" y="2519680"/>
              <a:ext cx="304800" cy="304800"/>
            </a:xfrm>
            <a:prstGeom prst="rect">
              <a:avLst/>
            </a:prstGeom>
          </p:spPr>
        </p:pic>
        <p:sp>
          <p:nvSpPr>
            <p:cNvPr id="92" name="Text 19" descr="TEMP_Z_ORDER_44"/>
            <p:cNvSpPr/>
            <p:nvPr>
              <p:custDataLst>
                <p:tags r:id="rId68"/>
              </p:custDataLst>
            </p:nvPr>
          </p:nvSpPr>
          <p:spPr>
            <a:xfrm>
              <a:off x="-80938" y="2559968"/>
              <a:ext cx="181181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×</a:t>
              </a:r>
              <a:endParaRPr lang="en-US" sz="1680"/>
            </a:p>
          </p:txBody>
        </p:sp>
        <p:sp>
          <p:nvSpPr>
            <p:cNvPr id="93" name="Text 20" descr="TEMP_Z_ORDER_45"/>
            <p:cNvSpPr/>
            <p:nvPr>
              <p:custDataLst>
                <p:tags r:id="rId69"/>
              </p:custDataLst>
            </p:nvPr>
          </p:nvSpPr>
          <p:spPr>
            <a:xfrm>
              <a:off x="309880" y="2499588"/>
              <a:ext cx="3057144" cy="58882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无配置参数更新能力，固件版本老旧</a:t>
              </a:r>
              <a:endParaRPr lang="en-US" sz="1680"/>
            </a:p>
          </p:txBody>
        </p:sp>
        <p:pic>
          <p:nvPicPr>
            <p:cNvPr id="94" name="Image 25" descr="TEMP_Z_ORDER_46"/>
            <p:cNvPicPr>
              <a:picLocks noChangeAspect="1"/>
            </p:cNvPicPr>
            <p:nvPr>
              <p:custDataLst>
                <p:tags r:id="rId70"/>
              </p:custDataLst>
            </p:nvPr>
          </p:nvPicPr>
          <p:blipFill>
            <a:blip r:embed="rId71">
              <a:alphaModFix amt="5000"/>
            </a:blip>
            <a:stretch>
              <a:fillRect/>
            </a:stretch>
          </p:blipFill>
          <p:spPr>
            <a:xfrm>
              <a:off x="2687320" y="-635000"/>
              <a:ext cx="1158240" cy="1158240"/>
            </a:xfrm>
            <a:prstGeom prst="rect">
              <a:avLst/>
            </a:prstGeom>
          </p:spPr>
        </p:pic>
        <p:pic>
          <p:nvPicPr>
            <p:cNvPr id="95" name="Image 26" descr="TEMP_Z_ORDER_47"/>
            <p:cNvPicPr>
              <a:picLocks noChangeAspect="1"/>
            </p:cNvPicPr>
            <p:nvPr>
              <p:custDataLst>
                <p:tags r:id="rId72"/>
              </p:custDataLst>
            </p:nvPr>
          </p:nvPicPr>
          <p:blipFill>
            <a:blip r:embed="rId73">
              <a:alphaModFix amt="5000"/>
            </a:blip>
            <a:stretch>
              <a:fillRect/>
            </a:stretch>
          </p:blipFill>
          <p:spPr>
            <a:xfrm>
              <a:off x="-634999" y="1894840"/>
              <a:ext cx="1493520" cy="1493520"/>
            </a:xfrm>
            <a:prstGeom prst="rect">
              <a:avLst/>
            </a:prstGeom>
          </p:spPr>
        </p:pic>
      </p:grpSp>
      <p:grpSp>
        <p:nvGrpSpPr>
          <p:cNvPr id="99" name="组合 98"/>
          <p:cNvGrpSpPr/>
          <p:nvPr>
            <p:custDataLst>
              <p:tags r:id="rId74"/>
            </p:custDataLst>
          </p:nvPr>
        </p:nvGrpSpPr>
        <p:grpSpPr>
          <a:xfrm>
            <a:off x="822497" y="529635"/>
            <a:ext cx="10918068" cy="426482"/>
            <a:chOff x="-635000" y="-635000"/>
            <a:chExt cx="10918068" cy="426482"/>
          </a:xfrm>
        </p:grpSpPr>
        <p:sp>
          <p:nvSpPr>
            <p:cNvPr id="100" name="Text 21" descr="TEMP_Z_ORDER_48"/>
            <p:cNvSpPr/>
            <p:nvPr>
              <p:custDataLst>
                <p:tags r:id="rId75"/>
              </p:custDataLst>
            </p:nvPr>
          </p:nvSpPr>
          <p:spPr>
            <a:xfrm>
              <a:off x="-635000" y="-576887"/>
              <a:ext cx="4606496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760">
                  <a:solidFill>
                    <a:srgbClr val="1E1E1E"/>
                  </a:solidFill>
                </a:rPr>
                <a:t>维度五——网关节点设备安全</a:t>
              </a:r>
              <a:endParaRPr lang="en-US" sz="27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7" presetClass="entr" presetSubtype="1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9" name="组合 38"/>
          <p:cNvGrpSpPr/>
          <p:nvPr>
            <p:custDataLst>
              <p:tags r:id="rId7"/>
            </p:custDataLst>
          </p:nvPr>
        </p:nvGrpSpPr>
        <p:grpSpPr>
          <a:xfrm>
            <a:off x="609600" y="1341120"/>
            <a:ext cx="3971544" cy="411480"/>
            <a:chOff x="-635000" y="-635000"/>
            <a:chExt cx="3971544" cy="411480"/>
          </a:xfrm>
        </p:grpSpPr>
        <p:pic>
          <p:nvPicPr>
            <p:cNvPr id="4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43840"/>
            </a:xfrm>
            <a:prstGeom prst="rect">
              <a:avLst/>
            </a:prstGeom>
          </p:spPr>
        </p:pic>
        <p:sp>
          <p:nvSpPr>
            <p:cNvPr id="41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52120" y="-635000"/>
              <a:ext cx="380320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333333"/>
                  </a:solidFill>
                </a:rPr>
                <a:t>依据：GB/T 22239 8.4.3.3</a:t>
              </a:r>
              <a:endParaRPr lang="en-US" sz="2160"/>
            </a:p>
          </p:txBody>
        </p:sp>
      </p:grpSp>
      <p:sp>
        <p:nvSpPr>
          <p:cNvPr id="7" name="Text 1"/>
          <p:cNvSpPr/>
          <p:nvPr>
            <p:custDataLst>
              <p:tags r:id="rId12"/>
            </p:custDataLst>
          </p:nvPr>
        </p:nvSpPr>
        <p:spPr>
          <a:xfrm>
            <a:off x="609600" y="207264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400" b="1">
                <a:solidFill>
                  <a:srgbClr val="00234E"/>
                </a:solidFill>
              </a:rPr>
              <a:t>测评指标与核查要点：</a:t>
            </a:r>
            <a:endParaRPr lang="en-US" sz="2400"/>
          </a:p>
        </p:txBody>
      </p:sp>
      <p:grpSp>
        <p:nvGrpSpPr>
          <p:cNvPr id="23" name="组合 22"/>
          <p:cNvGrpSpPr/>
          <p:nvPr>
            <p:custDataLst>
              <p:tags r:id="rId13"/>
            </p:custDataLst>
          </p:nvPr>
        </p:nvGrpSpPr>
        <p:grpSpPr>
          <a:xfrm>
            <a:off x="609600" y="2819400"/>
            <a:ext cx="10972800" cy="1295400"/>
            <a:chOff x="-635000" y="-635000"/>
            <a:chExt cx="10972800" cy="1295400"/>
          </a:xfrm>
        </p:grpSpPr>
        <p:pic>
          <p:nvPicPr>
            <p:cNvPr id="24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295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5" name="Image 5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19760" y="-619760"/>
              <a:ext cx="2438400" cy="1264920"/>
            </a:xfrm>
            <a:prstGeom prst="rect">
              <a:avLst/>
            </a:prstGeom>
          </p:spPr>
        </p:pic>
        <p:sp>
          <p:nvSpPr>
            <p:cNvPr id="26" name="Text 2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-162560" y="-406400"/>
              <a:ext cx="1533144" cy="8958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</a:rPr>
                <a:t>数据新鲜性鉴别</a:t>
              </a:r>
              <a:endParaRPr lang="en-US" sz="2400"/>
            </a:p>
          </p:txBody>
        </p:sp>
        <p:pic>
          <p:nvPicPr>
            <p:cNvPr id="27" name="Image 6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1803400" y="-615036"/>
              <a:ext cx="15240" cy="1254862"/>
            </a:xfrm>
            <a:prstGeom prst="rect">
              <a:avLst/>
            </a:prstGeom>
          </p:spPr>
        </p:pic>
        <p:sp>
          <p:nvSpPr>
            <p:cNvPr id="28" name="Text 3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2123440" y="-391160"/>
              <a:ext cx="48768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</a:rPr>
                <a:t>应能够鉴别数据的新鲜性，避免历史数据的重放攻击；</a:t>
              </a:r>
              <a:endParaRPr lang="en-US" sz="1600">
                <a:solidFill>
                  <a:srgbClr val="333333"/>
                </a:solidFill>
              </a:endParaRPr>
            </a:p>
          </p:txBody>
        </p:sp>
        <p:pic>
          <p:nvPicPr>
            <p:cNvPr id="29" name="Image 7" descr="TEMP_Z_ORDER_1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123440" y="172720"/>
              <a:ext cx="91440" cy="91440"/>
            </a:xfrm>
            <a:prstGeom prst="rect">
              <a:avLst/>
            </a:prstGeom>
          </p:spPr>
        </p:pic>
        <p:sp>
          <p:nvSpPr>
            <p:cNvPr id="30" name="Text 4" descr="TEMP_Z_ORDER_12"/>
            <p:cNvSpPr/>
            <p:nvPr>
              <p:custDataLst>
                <p:tags r:id="rId26"/>
              </p:custDataLst>
            </p:nvPr>
          </p:nvSpPr>
          <p:spPr>
            <a:xfrm>
              <a:off x="2336800" y="35560"/>
              <a:ext cx="6419914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666666"/>
                  </a:solidFill>
                </a:rPr>
                <a:t>核查数据包是否包含时间戳或序列号，尝试重放攻击测试。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609600" y="4358640"/>
            <a:ext cx="10972800" cy="1295400"/>
            <a:chOff x="-635000" y="-635000"/>
            <a:chExt cx="10972800" cy="1295400"/>
          </a:xfrm>
        </p:grpSpPr>
        <p:pic>
          <p:nvPicPr>
            <p:cNvPr id="32" name="Image 8" descr="TEMP_Z_ORDER_1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295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3" name="Image 9" descr="TEMP_Z_ORDER_14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19760" y="-619760"/>
              <a:ext cx="2438400" cy="1264920"/>
            </a:xfrm>
            <a:prstGeom prst="rect">
              <a:avLst/>
            </a:prstGeom>
          </p:spPr>
        </p:pic>
        <p:sp>
          <p:nvSpPr>
            <p:cNvPr id="34" name="Text 5" descr="TEMP_Z_ORDER_15"/>
            <p:cNvSpPr/>
            <p:nvPr>
              <p:custDataLst>
                <p:tags r:id="rId30"/>
              </p:custDataLst>
            </p:nvPr>
          </p:nvSpPr>
          <p:spPr>
            <a:xfrm>
              <a:off x="-314960" y="-406400"/>
              <a:ext cx="1837944" cy="8958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</a:rPr>
                <a:t>历史数据非法修改鉴别</a:t>
              </a:r>
              <a:endParaRPr lang="en-US" sz="2400"/>
            </a:p>
          </p:txBody>
        </p:sp>
        <p:pic>
          <p:nvPicPr>
            <p:cNvPr id="35" name="Image 10" descr="TEMP_Z_ORDER_16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1803400" y="-624942"/>
              <a:ext cx="15240" cy="1254862"/>
            </a:xfrm>
            <a:prstGeom prst="rect">
              <a:avLst/>
            </a:prstGeom>
          </p:spPr>
        </p:pic>
        <p:sp>
          <p:nvSpPr>
            <p:cNvPr id="36" name="Text 6" descr="TEMP_Z_ORDER_17"/>
            <p:cNvSpPr/>
            <p:nvPr>
              <p:custDataLst>
                <p:tags r:id="rId32"/>
              </p:custDataLst>
            </p:nvPr>
          </p:nvSpPr>
          <p:spPr>
            <a:xfrm>
              <a:off x="2123440" y="-314960"/>
              <a:ext cx="54864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</a:rPr>
                <a:t>应能够鉴别历史数据的非法修改，避免数据的修改重放攻击；</a:t>
              </a:r>
              <a:endParaRPr lang="en-US" sz="1600">
                <a:solidFill>
                  <a:srgbClr val="333333"/>
                </a:solidFill>
              </a:endParaRPr>
            </a:p>
          </p:txBody>
        </p:sp>
        <p:pic>
          <p:nvPicPr>
            <p:cNvPr id="37" name="Image 11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123440" y="157480"/>
              <a:ext cx="91440" cy="91440"/>
            </a:xfrm>
            <a:prstGeom prst="rect">
              <a:avLst/>
            </a:prstGeom>
          </p:spPr>
        </p:pic>
        <p:sp>
          <p:nvSpPr>
            <p:cNvPr id="38" name="Text 7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2336800" y="20320"/>
              <a:ext cx="2963037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666666"/>
                  </a:solidFill>
                </a:rPr>
                <a:t>核查数据完整性校验机制。</a:t>
              </a:r>
              <a:endParaRPr lang="en-US" sz="1920"/>
            </a:p>
          </p:txBody>
        </p:sp>
      </p:grpSp>
      <p:sp>
        <p:nvSpPr>
          <p:cNvPr id="22" name="Text 8"/>
          <p:cNvSpPr/>
          <p:nvPr>
            <p:custDataLst>
              <p:tags r:id="rId3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维度六——抗数据重放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87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37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24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75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  <p:bldP spid="7" grpId="3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771842" y="1617339"/>
            <a:ext cx="10666735" cy="804672"/>
            <a:chOff x="-635000" y="-635000"/>
            <a:chExt cx="10666735" cy="804672"/>
          </a:xfrm>
        </p:grpSpPr>
        <p:sp>
          <p:nvSpPr>
            <p:cNvPr id="7" name="Text 0" descr="TEMP_Z_ORDER_0"/>
            <p:cNvSpPr/>
            <p:nvPr>
              <p:custDataLst>
                <p:tags r:id="rId2"/>
              </p:custDataLst>
            </p:nvPr>
          </p:nvSpPr>
          <p:spPr>
            <a:xfrm>
              <a:off x="634774" y="-535034"/>
              <a:ext cx="8127186" cy="70470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5280">
                  <a:solidFill>
                    <a:srgbClr val="FFFFFF"/>
                  </a:solidFill>
                </a:rPr>
                <a:t>物联网安全测评实践与案例</a:t>
              </a:r>
              <a:endParaRPr lang="en-US" sz="5280"/>
            </a:p>
          </p:txBody>
        </p:sp>
      </p:grpSp>
      <p:pic>
        <p:nvPicPr>
          <p:cNvPr id="3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</a:rPr>
              <a:t>从案例引入到核心概念解析</a:t>
            </a:r>
            <a:endParaRPr lang="en-US" sz="2160"/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4673282" y="897806"/>
            <a:ext cx="2863855" cy="493776"/>
            <a:chOff x="-635000" y="-635000"/>
            <a:chExt cx="2863855" cy="493776"/>
          </a:xfrm>
        </p:grpSpPr>
        <p:sp>
          <p:nvSpPr>
            <p:cNvPr id="9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863855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</a:rPr>
                <a:t>Part.04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3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80" name="组合 79"/>
          <p:cNvGrpSpPr/>
          <p:nvPr>
            <p:custDataLst>
              <p:tags r:id="rId7"/>
            </p:custDataLst>
          </p:nvPr>
        </p:nvGrpSpPr>
        <p:grpSpPr>
          <a:xfrm>
            <a:off x="609600" y="1676400"/>
            <a:ext cx="1859280" cy="3962400"/>
            <a:chOff x="-635000" y="-635000"/>
            <a:chExt cx="1859280" cy="3962400"/>
          </a:xfrm>
        </p:grpSpPr>
        <p:pic>
          <p:nvPicPr>
            <p:cNvPr id="8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59280" cy="3962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82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828800" cy="975360"/>
            </a:xfrm>
            <a:prstGeom prst="rect">
              <a:avLst/>
            </a:prstGeom>
          </p:spPr>
        </p:pic>
        <p:sp>
          <p:nvSpPr>
            <p:cNvPr id="83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5588" y="-467360"/>
              <a:ext cx="6096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FFFFFF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步骤 1</a:t>
              </a:r>
              <a:endParaRPr lang="en-US" sz="160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84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203707" y="-162560"/>
              <a:ext cx="102108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收集资料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85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436880" y="538480"/>
              <a:ext cx="1472184" cy="13074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收集感知节点清单、网关节点配置、部署环境文档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86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436880" y="2550160"/>
              <a:ext cx="897255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工具/方法</a:t>
              </a:r>
              <a:endParaRPr lang="en-US" sz="16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87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436880" y="2854960"/>
              <a:ext cx="812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文档审阅</a:t>
              </a:r>
              <a:endParaRPr lang="en-US" sz="160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88" name="Image 5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436880" y="2397760"/>
              <a:ext cx="1457096" cy="15240"/>
            </a:xfrm>
            <a:prstGeom prst="rect">
              <a:avLst/>
            </a:prstGeom>
          </p:spPr>
        </p:pic>
      </p:grpSp>
      <p:grpSp>
        <p:nvGrpSpPr>
          <p:cNvPr id="89" name="组合 88"/>
          <p:cNvGrpSpPr/>
          <p:nvPr>
            <p:custDataLst>
              <p:tags r:id="rId20"/>
            </p:custDataLst>
          </p:nvPr>
        </p:nvGrpSpPr>
        <p:grpSpPr>
          <a:xfrm>
            <a:off x="2514600" y="1676400"/>
            <a:ext cx="2240280" cy="3962400"/>
            <a:chOff x="-635000" y="-635000"/>
            <a:chExt cx="2240280" cy="3962400"/>
          </a:xfrm>
        </p:grpSpPr>
        <p:pic>
          <p:nvPicPr>
            <p:cNvPr id="90" name="Image 6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alphaModFix amt="16000"/>
            </a:blip>
            <a:stretch>
              <a:fillRect/>
            </a:stretch>
          </p:blipFill>
          <p:spPr>
            <a:xfrm>
              <a:off x="-635000" y="1178560"/>
              <a:ext cx="335280" cy="335280"/>
            </a:xfrm>
            <a:prstGeom prst="rect">
              <a:avLst/>
            </a:prstGeom>
          </p:spPr>
        </p:pic>
        <p:pic>
          <p:nvPicPr>
            <p:cNvPr id="91" name="Image 7" descr="TEMP_Z_ORDER_1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54000" y="-635000"/>
              <a:ext cx="1859280" cy="3962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92" name="Image 8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38760" y="-619760"/>
              <a:ext cx="1828800" cy="975360"/>
            </a:xfrm>
            <a:prstGeom prst="rect">
              <a:avLst/>
            </a:prstGeom>
          </p:spPr>
        </p:pic>
        <p:sp>
          <p:nvSpPr>
            <p:cNvPr id="93" name="Text 5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375411" y="-467360"/>
              <a:ext cx="6096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FFFFFF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步骤 2</a:t>
              </a:r>
              <a:endParaRPr lang="en-US" sz="160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94" name="Text 6" descr="TEMP_Z_ORDER_15"/>
            <p:cNvSpPr/>
            <p:nvPr>
              <p:custDataLst>
                <p:tags r:id="rId26"/>
              </p:custDataLst>
            </p:nvPr>
          </p:nvSpPr>
          <p:spPr>
            <a:xfrm>
              <a:off x="162052" y="-162560"/>
              <a:ext cx="102108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现场检查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95" name="Text 7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55880" y="538480"/>
              <a:ext cx="1472184" cy="13074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检查物理部署环境：安装位置、供电方式、防护措施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96" name="Text 8" descr="TEMP_Z_ORDER_17"/>
            <p:cNvSpPr/>
            <p:nvPr>
              <p:custDataLst>
                <p:tags r:id="rId28"/>
              </p:custDataLst>
            </p:nvPr>
          </p:nvSpPr>
          <p:spPr>
            <a:xfrm>
              <a:off x="-55880" y="2550160"/>
              <a:ext cx="897255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工具/方法</a:t>
              </a:r>
              <a:endParaRPr lang="en-US" sz="16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97" name="Text 9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-55880" y="2854960"/>
              <a:ext cx="812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现场勘察</a:t>
              </a:r>
              <a:endParaRPr lang="en-US" sz="160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98" name="Image 9" descr="TEMP_Z_ORDER_19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824" y="2397760"/>
              <a:ext cx="1456792" cy="15240"/>
            </a:xfrm>
            <a:prstGeom prst="rect">
              <a:avLst/>
            </a:prstGeom>
          </p:spPr>
        </p:pic>
      </p:grpSp>
      <p:grpSp>
        <p:nvGrpSpPr>
          <p:cNvPr id="50" name="组合 49"/>
          <p:cNvGrpSpPr/>
          <p:nvPr>
            <p:custDataLst>
              <p:tags r:id="rId31"/>
            </p:custDataLst>
          </p:nvPr>
        </p:nvGrpSpPr>
        <p:grpSpPr>
          <a:xfrm>
            <a:off x="4785360" y="1676400"/>
            <a:ext cx="2240280" cy="3962400"/>
            <a:chOff x="-635000" y="-635000"/>
            <a:chExt cx="2240280" cy="3962400"/>
          </a:xfrm>
        </p:grpSpPr>
        <p:pic>
          <p:nvPicPr>
            <p:cNvPr id="51" name="Image 10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2">
              <a:alphaModFix amt="16000"/>
            </a:blip>
            <a:stretch>
              <a:fillRect/>
            </a:stretch>
          </p:blipFill>
          <p:spPr>
            <a:xfrm>
              <a:off x="-635000" y="1178560"/>
              <a:ext cx="335280" cy="335280"/>
            </a:xfrm>
            <a:prstGeom prst="rect">
              <a:avLst/>
            </a:prstGeom>
          </p:spPr>
        </p:pic>
        <p:pic>
          <p:nvPicPr>
            <p:cNvPr id="52" name="Image 11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54000" y="-635000"/>
              <a:ext cx="1859280" cy="3962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3" name="Image 12" descr="TEMP_Z_ORDER_22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38760" y="-619760"/>
              <a:ext cx="1828800" cy="975360"/>
            </a:xfrm>
            <a:prstGeom prst="rect">
              <a:avLst/>
            </a:prstGeom>
          </p:spPr>
        </p:pic>
        <p:sp>
          <p:nvSpPr>
            <p:cNvPr id="54" name="Text 10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375411" y="-467360"/>
              <a:ext cx="6096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FFFFFF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步骤 3</a:t>
              </a:r>
              <a:endParaRPr lang="en-US" sz="160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55" name="Text 11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177293" y="-162560"/>
              <a:ext cx="102108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登录核查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56" name="Text 12" descr="TEMP_Z_ORDER_25"/>
            <p:cNvSpPr/>
            <p:nvPr>
              <p:custDataLst>
                <p:tags r:id="rId37"/>
              </p:custDataLst>
            </p:nvPr>
          </p:nvSpPr>
          <p:spPr>
            <a:xfrm>
              <a:off x="-55880" y="538480"/>
              <a:ext cx="1472184" cy="1634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登录感知/网关节点，查看：通信目标地址、访问控制、身份鉴别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57" name="Text 13" descr="TEMP_Z_ORDER_26"/>
            <p:cNvSpPr/>
            <p:nvPr>
              <p:custDataLst>
                <p:tags r:id="rId38"/>
              </p:custDataLst>
            </p:nvPr>
          </p:nvSpPr>
          <p:spPr>
            <a:xfrm>
              <a:off x="-55880" y="2550160"/>
              <a:ext cx="897255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工具/方法</a:t>
              </a:r>
              <a:endParaRPr lang="en-US" sz="16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58" name="Text 14" descr="TEMP_Z_ORDER_27"/>
            <p:cNvSpPr/>
            <p:nvPr>
              <p:custDataLst>
                <p:tags r:id="rId39"/>
              </p:custDataLst>
            </p:nvPr>
          </p:nvSpPr>
          <p:spPr>
            <a:xfrm>
              <a:off x="-55880" y="2854960"/>
              <a:ext cx="12192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设备管理终端</a:t>
              </a:r>
              <a:endParaRPr lang="en-US" sz="160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59" name="Image 13" descr="TEMP_Z_ORDER_28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52832" y="2397760"/>
              <a:ext cx="1457096" cy="15240"/>
            </a:xfrm>
            <a:prstGeom prst="rect">
              <a:avLst/>
            </a:prstGeom>
          </p:spPr>
        </p:pic>
      </p:grpSp>
      <p:grpSp>
        <p:nvGrpSpPr>
          <p:cNvPr id="70" name="组合 69"/>
          <p:cNvGrpSpPr/>
          <p:nvPr>
            <p:custDataLst>
              <p:tags r:id="rId41"/>
            </p:custDataLst>
          </p:nvPr>
        </p:nvGrpSpPr>
        <p:grpSpPr>
          <a:xfrm>
            <a:off x="7071360" y="1676400"/>
            <a:ext cx="2240280" cy="3962400"/>
            <a:chOff x="-635000" y="-635000"/>
            <a:chExt cx="2240280" cy="3962400"/>
          </a:xfrm>
        </p:grpSpPr>
        <p:pic>
          <p:nvPicPr>
            <p:cNvPr id="71" name="Image 14" descr="TEMP_Z_ORDER_29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22">
              <a:alphaModFix amt="16000"/>
            </a:blip>
            <a:stretch>
              <a:fillRect/>
            </a:stretch>
          </p:blipFill>
          <p:spPr>
            <a:xfrm>
              <a:off x="-635000" y="1178560"/>
              <a:ext cx="335280" cy="335280"/>
            </a:xfrm>
            <a:prstGeom prst="rect">
              <a:avLst/>
            </a:prstGeom>
          </p:spPr>
        </p:pic>
        <p:pic>
          <p:nvPicPr>
            <p:cNvPr id="72" name="Image 15" descr="TEMP_Z_ORDER_30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54000" y="-635000"/>
              <a:ext cx="1859280" cy="3962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73" name="Image 16" descr="TEMP_Z_ORDER_31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38760" y="-619760"/>
              <a:ext cx="1828800" cy="975360"/>
            </a:xfrm>
            <a:prstGeom prst="rect">
              <a:avLst/>
            </a:prstGeom>
          </p:spPr>
        </p:pic>
        <p:sp>
          <p:nvSpPr>
            <p:cNvPr id="74" name="Text 15" descr="TEMP_Z_ORDER_32"/>
            <p:cNvSpPr/>
            <p:nvPr>
              <p:custDataLst>
                <p:tags r:id="rId45"/>
              </p:custDataLst>
            </p:nvPr>
          </p:nvSpPr>
          <p:spPr>
            <a:xfrm>
              <a:off x="375411" y="-467360"/>
              <a:ext cx="6096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FFFFFF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步骤 4</a:t>
              </a:r>
              <a:endParaRPr lang="en-US" sz="160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75" name="Text 16" descr="TEMP_Z_ORDER_33"/>
            <p:cNvSpPr/>
            <p:nvPr>
              <p:custDataLst>
                <p:tags r:id="rId46"/>
              </p:custDataLst>
            </p:nvPr>
          </p:nvSpPr>
          <p:spPr>
            <a:xfrm>
              <a:off x="177292" y="-162560"/>
              <a:ext cx="102108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功能测试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76" name="Text 17" descr="TEMP_Z_ORDER_34"/>
            <p:cNvSpPr/>
            <p:nvPr>
              <p:custDataLst>
                <p:tags r:id="rId47"/>
              </p:custDataLst>
            </p:nvPr>
          </p:nvSpPr>
          <p:spPr>
            <a:xfrm>
              <a:off x="-55880" y="538480"/>
              <a:ext cx="1472184" cy="980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测试接入控制、身份鉴别、抗重放功能是否有效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77" name="Text 18" descr="TEMP_Z_ORDER_35"/>
            <p:cNvSpPr/>
            <p:nvPr>
              <p:custDataLst>
                <p:tags r:id="rId48"/>
              </p:custDataLst>
            </p:nvPr>
          </p:nvSpPr>
          <p:spPr>
            <a:xfrm>
              <a:off x="-55880" y="2550160"/>
              <a:ext cx="897255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工具/方法</a:t>
              </a:r>
              <a:endParaRPr lang="en-US" sz="16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78" name="Text 19" descr="TEMP_Z_ORDER_36"/>
            <p:cNvSpPr/>
            <p:nvPr>
              <p:custDataLst>
                <p:tags r:id="rId49"/>
              </p:custDataLst>
            </p:nvPr>
          </p:nvSpPr>
          <p:spPr>
            <a:xfrm>
              <a:off x="-55880" y="2854960"/>
              <a:ext cx="1320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模拟/渗透测试</a:t>
              </a:r>
              <a:endParaRPr lang="en-US" sz="160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79" name="Image 17" descr="TEMP_Z_ORDER_37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58776" y="2397760"/>
              <a:ext cx="1456792" cy="15240"/>
            </a:xfrm>
            <a:prstGeom prst="rect">
              <a:avLst/>
            </a:prstGeom>
          </p:spPr>
        </p:pic>
      </p:grpSp>
      <p:grpSp>
        <p:nvGrpSpPr>
          <p:cNvPr id="60" name="组合 59"/>
          <p:cNvGrpSpPr/>
          <p:nvPr>
            <p:custDataLst>
              <p:tags r:id="rId51"/>
            </p:custDataLst>
          </p:nvPr>
        </p:nvGrpSpPr>
        <p:grpSpPr>
          <a:xfrm>
            <a:off x="9342120" y="1676400"/>
            <a:ext cx="2240280" cy="3962400"/>
            <a:chOff x="-635000" y="-635000"/>
            <a:chExt cx="2240280" cy="3962400"/>
          </a:xfrm>
        </p:grpSpPr>
        <p:pic>
          <p:nvPicPr>
            <p:cNvPr id="61" name="Image 18" descr="TEMP_Z_ORDER_38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22">
              <a:alphaModFix amt="16000"/>
            </a:blip>
            <a:stretch>
              <a:fillRect/>
            </a:stretch>
          </p:blipFill>
          <p:spPr>
            <a:xfrm>
              <a:off x="-635000" y="1178560"/>
              <a:ext cx="335280" cy="335280"/>
            </a:xfrm>
            <a:prstGeom prst="rect">
              <a:avLst/>
            </a:prstGeom>
          </p:spPr>
        </p:pic>
        <p:pic>
          <p:nvPicPr>
            <p:cNvPr id="62" name="Image 19" descr="TEMP_Z_ORDER_39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54000" y="-635000"/>
              <a:ext cx="1859280" cy="3962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3" name="Image 20" descr="TEMP_Z_ORDER_40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38760" y="-619760"/>
              <a:ext cx="1828800" cy="975360"/>
            </a:xfrm>
            <a:prstGeom prst="rect">
              <a:avLst/>
            </a:prstGeom>
          </p:spPr>
        </p:pic>
        <p:sp>
          <p:nvSpPr>
            <p:cNvPr id="64" name="Text 20" descr="TEMP_Z_ORDER_41"/>
            <p:cNvSpPr/>
            <p:nvPr>
              <p:custDataLst>
                <p:tags r:id="rId55"/>
              </p:custDataLst>
            </p:nvPr>
          </p:nvSpPr>
          <p:spPr>
            <a:xfrm>
              <a:off x="390651" y="-467360"/>
              <a:ext cx="6096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FFFFFF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步骤 5</a:t>
              </a:r>
              <a:endParaRPr lang="en-US" sz="160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65" name="Text 21" descr="TEMP_Z_ORDER_42"/>
            <p:cNvSpPr/>
            <p:nvPr>
              <p:custDataLst>
                <p:tags r:id="rId56"/>
              </p:custDataLst>
            </p:nvPr>
          </p:nvSpPr>
          <p:spPr>
            <a:xfrm>
              <a:off x="177293" y="-162560"/>
              <a:ext cx="1021080" cy="384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记录填写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66" name="Text 22" descr="TEMP_Z_ORDER_43"/>
            <p:cNvSpPr/>
            <p:nvPr>
              <p:custDataLst>
                <p:tags r:id="rId57"/>
              </p:custDataLst>
            </p:nvPr>
          </p:nvSpPr>
          <p:spPr>
            <a:xfrm>
              <a:off x="-55880" y="538480"/>
              <a:ext cx="1472184" cy="6534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填写《物联网安全测评记录表》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67" name="Text 23" descr="TEMP_Z_ORDER_44"/>
            <p:cNvSpPr/>
            <p:nvPr>
              <p:custDataLst>
                <p:tags r:id="rId58"/>
              </p:custDataLst>
            </p:nvPr>
          </p:nvSpPr>
          <p:spPr>
            <a:xfrm>
              <a:off x="-55880" y="2550160"/>
              <a:ext cx="897255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工具/方法</a:t>
              </a:r>
              <a:endParaRPr lang="en-US" sz="16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68" name="Text 24" descr="TEMP_Z_ORDER_45"/>
            <p:cNvSpPr/>
            <p:nvPr>
              <p:custDataLst>
                <p:tags r:id="rId59"/>
              </p:custDataLst>
            </p:nvPr>
          </p:nvSpPr>
          <p:spPr>
            <a:xfrm>
              <a:off x="-55880" y="2854960"/>
              <a:ext cx="10160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测评记录表</a:t>
              </a:r>
              <a:endParaRPr lang="en-US" sz="160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69" name="Image 21" descr="TEMP_Z_ORDER_46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49632" y="2397760"/>
              <a:ext cx="1456792" cy="15240"/>
            </a:xfrm>
            <a:prstGeom prst="rect">
              <a:avLst/>
            </a:prstGeom>
          </p:spPr>
        </p:pic>
      </p:grpSp>
      <p:sp>
        <p:nvSpPr>
          <p:cNvPr id="49" name="Text 25"/>
          <p:cNvSpPr/>
          <p:nvPr>
            <p:custDataLst>
              <p:tags r:id="rId6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物联网安全测评——实践五步法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7260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62" imgW="971550" imgH="666750" progId="Word.Document.12">
                  <p:embed/>
                </p:oleObj>
              </mc:Choice>
              <mc:Fallback>
                <p:oleObj name="" showAsIcon="1" r:id="rId62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937260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9180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64" imgW="971550" imgH="666750" progId="Word.Document.12">
                  <p:embed/>
                </p:oleObj>
              </mc:Choice>
              <mc:Fallback>
                <p:oleObj name="" showAsIcon="1" r:id="rId64" imgW="971550" imgH="666750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059180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8" name="组合 27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190744" cy="4876800"/>
            <a:chOff x="-635000" y="-635000"/>
            <a:chExt cx="5190744" cy="4876800"/>
          </a:xfrm>
        </p:grpSpPr>
        <p:pic>
          <p:nvPicPr>
            <p:cNvPr id="2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181600" cy="2971800"/>
            </a:xfrm>
            <a:prstGeom prst="rect">
              <a:avLst/>
            </a:prstGeom>
          </p:spPr>
        </p:pic>
        <p:pic>
          <p:nvPicPr>
            <p:cNvPr id="30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30200"/>
              <a:ext cx="60960" cy="243840"/>
            </a:xfrm>
            <a:prstGeom prst="rect">
              <a:avLst/>
            </a:prstGeom>
          </p:spPr>
        </p:pic>
        <p:sp>
          <p:nvSpPr>
            <p:cNvPr id="31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54000" y="-43749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演示场景</a:t>
              </a:r>
              <a:endParaRPr lang="en-US" sz="2400"/>
            </a:p>
          </p:txBody>
        </p:sp>
        <p:sp>
          <p:nvSpPr>
            <p:cNvPr id="32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436880" y="172720"/>
              <a:ext cx="12666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33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101600" y="142240"/>
              <a:ext cx="3222784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节点列表：显示已注册节点及状态</a:t>
              </a:r>
              <a:endParaRPr lang="en-US" sz="1680"/>
            </a:p>
          </p:txBody>
        </p:sp>
        <p:sp>
          <p:nvSpPr>
            <p:cNvPr id="34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436880" y="584200"/>
              <a:ext cx="12666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35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101600" y="553720"/>
              <a:ext cx="327351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接入控制：设备白名单、MAC绑定</a:t>
              </a:r>
              <a:endParaRPr lang="en-US" sz="1680"/>
            </a:p>
          </p:txBody>
        </p:sp>
        <p:sp>
          <p:nvSpPr>
            <p:cNvPr id="36" name="Text 5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-436880" y="995680"/>
              <a:ext cx="12666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37" name="Text 6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101600" y="965200"/>
              <a:ext cx="320194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目标地址：感知节点允许通信的IP</a:t>
              </a:r>
              <a:endParaRPr lang="en-US" sz="1680"/>
            </a:p>
          </p:txBody>
        </p:sp>
        <p:sp>
          <p:nvSpPr>
            <p:cNvPr id="38" name="Text 7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436880" y="1407160"/>
              <a:ext cx="12666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39" name="Text 8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-101600" y="1376680"/>
              <a:ext cx="3080083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身份鉴别：预共享密钥/证书配置</a:t>
              </a:r>
              <a:endParaRPr lang="en-US" sz="1680"/>
            </a:p>
          </p:txBody>
        </p:sp>
        <p:sp>
          <p:nvSpPr>
            <p:cNvPr id="40" name="Text 9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-436880" y="1818640"/>
              <a:ext cx="12666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41" name="Text 10" descr="TEMP_Z_ORDER_15"/>
            <p:cNvSpPr/>
            <p:nvPr>
              <p:custDataLst>
                <p:tags r:id="rId23"/>
              </p:custDataLst>
            </p:nvPr>
          </p:nvSpPr>
          <p:spPr>
            <a:xfrm>
              <a:off x="-101600" y="1788160"/>
              <a:ext cx="279307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密钥记录：关键密钥更新日志</a:t>
              </a:r>
              <a:endParaRPr lang="en-US" sz="1680"/>
            </a:p>
          </p:txBody>
        </p:sp>
        <p:pic>
          <p:nvPicPr>
            <p:cNvPr id="42" name="Image 5" descr="TEMP_Z_ORDER_1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2595880"/>
              <a:ext cx="274320" cy="274320"/>
            </a:xfrm>
            <a:prstGeom prst="rect">
              <a:avLst/>
            </a:prstGeom>
          </p:spPr>
        </p:pic>
        <p:sp>
          <p:nvSpPr>
            <p:cNvPr id="43" name="Text 11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577842" y="2592462"/>
              <a:ext cx="184388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步</a:t>
              </a:r>
              <a:endParaRPr lang="en-US" sz="1440"/>
            </a:p>
          </p:txBody>
        </p:sp>
        <p:sp>
          <p:nvSpPr>
            <p:cNvPr id="44" name="Text 12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-269240" y="2518363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教师演示步骤</a:t>
              </a:r>
              <a:endParaRPr lang="en-US" sz="2160"/>
            </a:p>
          </p:txBody>
        </p:sp>
        <p:sp>
          <p:nvSpPr>
            <p:cNvPr id="45" name="Text 13" descr="TEMP_Z_ORDER_19"/>
            <p:cNvSpPr/>
            <p:nvPr>
              <p:custDataLst>
                <p:tags r:id="rId29"/>
              </p:custDataLst>
            </p:nvPr>
          </p:nvSpPr>
          <p:spPr>
            <a:xfrm>
              <a:off x="-269240" y="3022600"/>
              <a:ext cx="482498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登录平台 → 查节点清单 → 查/设白名单 → 非授权接入测试 → 目标地址限制</a:t>
              </a:r>
              <a:endParaRPr lang="en-US" sz="1680"/>
            </a:p>
          </p:txBody>
        </p:sp>
        <p:pic>
          <p:nvPicPr>
            <p:cNvPr id="46" name="Image 6" descr="TEMP_Z_ORDER_20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35000" y="3845560"/>
              <a:ext cx="5181600" cy="396240"/>
            </a:xfrm>
            <a:prstGeom prst="rect">
              <a:avLst/>
            </a:prstGeom>
          </p:spPr>
        </p:pic>
        <p:pic>
          <p:nvPicPr>
            <p:cNvPr id="47" name="Image 7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459740" y="4043680"/>
              <a:ext cx="198120" cy="198120"/>
            </a:xfrm>
            <a:prstGeom prst="rect">
              <a:avLst/>
            </a:prstGeom>
          </p:spPr>
        </p:pic>
        <p:sp>
          <p:nvSpPr>
            <p:cNvPr id="48" name="Text 14" descr="TEMP_Z_ORDER_22"/>
            <p:cNvSpPr/>
            <p:nvPr>
              <p:custDataLst>
                <p:tags r:id="rId36"/>
              </p:custDataLst>
            </p:nvPr>
          </p:nvSpPr>
          <p:spPr>
            <a:xfrm>
              <a:off x="50800" y="3880942"/>
              <a:ext cx="3652488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chemeClr val="accent4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重点强调：配置如何对应等保扩展要求</a:t>
              </a:r>
              <a:endParaRPr lang="en-US" sz="1680" b="1">
                <a:solidFill>
                  <a:schemeClr val="accent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37"/>
            </p:custDataLst>
          </p:nvPr>
        </p:nvGrpSpPr>
        <p:grpSpPr>
          <a:xfrm>
            <a:off x="6096000" y="1371600"/>
            <a:ext cx="5486400" cy="4876800"/>
            <a:chOff x="-635000" y="-635000"/>
            <a:chExt cx="5486400" cy="4876800"/>
          </a:xfrm>
        </p:grpSpPr>
        <p:pic>
          <p:nvPicPr>
            <p:cNvPr id="50" name="Image 8" descr="TEMP_Z_ORDER_23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-635000" y="-635000"/>
              <a:ext cx="5486400" cy="4876800"/>
            </a:xfrm>
            <a:prstGeom prst="rect">
              <a:avLst/>
            </a:prstGeom>
          </p:spPr>
        </p:pic>
        <p:pic>
          <p:nvPicPr>
            <p:cNvPr id="51" name="Image 9" descr="TEMP_Z_ORDER_24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-452120" y="-452120"/>
              <a:ext cx="5120640" cy="4511040"/>
            </a:xfrm>
            <a:prstGeom prst="rect">
              <a:avLst/>
            </a:prstGeom>
          </p:spPr>
        </p:pic>
      </p:grpSp>
      <p:sp>
        <p:nvSpPr>
          <p:cNvPr id="27" name="Text 15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教师演示——物联网测评模拟平台操作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4" name="组合 43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3139440"/>
            <a:chOff x="-635000" y="-635000"/>
            <a:chExt cx="10972800" cy="3139440"/>
          </a:xfrm>
        </p:grpSpPr>
        <p:pic>
          <p:nvPicPr>
            <p:cNvPr id="4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3139440"/>
            </a:xfrm>
            <a:prstGeom prst="rect">
              <a:avLst/>
            </a:prstGeom>
          </p:spPr>
        </p:pic>
        <p:pic>
          <p:nvPicPr>
            <p:cNvPr id="46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30200" y="-330200"/>
              <a:ext cx="1356360" cy="487680"/>
            </a:xfrm>
            <a:prstGeom prst="rect">
              <a:avLst/>
            </a:prstGeom>
          </p:spPr>
        </p:pic>
        <p:sp>
          <p:nvSpPr>
            <p:cNvPr id="47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147320" y="-2692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1920"/>
            </a:p>
          </p:txBody>
        </p:sp>
        <p:sp>
          <p:nvSpPr>
            <p:cNvPr id="48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1132840" y="-284480"/>
              <a:ext cx="3605990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模拟物联网系统安全配置核查</a:t>
              </a:r>
              <a:endParaRPr lang="en-US" sz="2160"/>
            </a:p>
          </p:txBody>
        </p:sp>
        <p:pic>
          <p:nvPicPr>
            <p:cNvPr id="49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30200" y="370840"/>
              <a:ext cx="1356360" cy="487680"/>
            </a:xfrm>
            <a:prstGeom prst="rect">
              <a:avLst/>
            </a:prstGeom>
          </p:spPr>
        </p:pic>
        <p:sp>
          <p:nvSpPr>
            <p:cNvPr id="50" name="Text 2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147320" y="43180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1920"/>
            </a:p>
          </p:txBody>
        </p:sp>
        <p:sp>
          <p:nvSpPr>
            <p:cNvPr id="51" name="Text 3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1132840" y="340360"/>
              <a:ext cx="890930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教师提供模拟物联网系统环境（含感知节点、网关节点、管理平台）及配置文件</a:t>
              </a:r>
              <a:endParaRPr lang="en-US" sz="2160"/>
            </a:p>
          </p:txBody>
        </p:sp>
        <p:pic>
          <p:nvPicPr>
            <p:cNvPr id="52" name="Image 6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330200" y="1407160"/>
              <a:ext cx="1508760" cy="792480"/>
            </a:xfrm>
            <a:prstGeom prst="rect">
              <a:avLst/>
            </a:prstGeom>
          </p:spPr>
        </p:pic>
        <p:pic>
          <p:nvPicPr>
            <p:cNvPr id="53" name="Image 7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132080" y="1681480"/>
              <a:ext cx="243840" cy="243840"/>
            </a:xfrm>
            <a:prstGeom prst="rect">
              <a:avLst/>
            </a:prstGeom>
          </p:spPr>
        </p:pic>
        <p:sp>
          <p:nvSpPr>
            <p:cNvPr id="54" name="Text 4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172720" y="1642428"/>
              <a:ext cx="870585" cy="3225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分组安排</a:t>
              </a:r>
              <a:endParaRPr lang="en-US" sz="1680"/>
            </a:p>
          </p:txBody>
        </p:sp>
        <p:sp>
          <p:nvSpPr>
            <p:cNvPr id="55" name="Text 5" descr="TEMP_Z_ORDER_13"/>
            <p:cNvSpPr/>
            <p:nvPr>
              <p:custDataLst>
                <p:tags r:id="rId24"/>
              </p:custDataLst>
            </p:nvPr>
          </p:nvSpPr>
          <p:spPr>
            <a:xfrm>
              <a:off x="1300480" y="1445051"/>
              <a:ext cx="5800344" cy="716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4人/组 (测评工程师、记录员、验证测试员、报告编写员)</a:t>
              </a:r>
              <a:endParaRPr lang="en-US" sz="1920"/>
            </a:p>
          </p:txBody>
        </p:sp>
        <p:pic>
          <p:nvPicPr>
            <p:cNvPr id="56" name="Image 8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7442200" y="1407160"/>
              <a:ext cx="1508760" cy="792480"/>
            </a:xfrm>
            <a:prstGeom prst="rect">
              <a:avLst/>
            </a:prstGeom>
          </p:spPr>
        </p:pic>
        <p:pic>
          <p:nvPicPr>
            <p:cNvPr id="57" name="Image 9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40320" y="1681480"/>
              <a:ext cx="243840" cy="243840"/>
            </a:xfrm>
            <a:prstGeom prst="rect">
              <a:avLst/>
            </a:prstGeom>
          </p:spPr>
        </p:pic>
        <p:sp>
          <p:nvSpPr>
            <p:cNvPr id="58" name="Text 6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7945120" y="1642428"/>
              <a:ext cx="919480" cy="3225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时间安排</a:t>
              </a:r>
              <a:endParaRPr lang="en-US" sz="1680"/>
            </a:p>
          </p:txBody>
        </p:sp>
        <p:sp>
          <p:nvSpPr>
            <p:cNvPr id="59" name="Text 7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9072880" y="1444998"/>
              <a:ext cx="98450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约35分钟</a:t>
              </a:r>
              <a:endParaRPr lang="en-US" sz="1920"/>
            </a:p>
          </p:txBody>
        </p:sp>
      </p:grpSp>
      <p:grpSp>
        <p:nvGrpSpPr>
          <p:cNvPr id="32" name="组合 31"/>
          <p:cNvGrpSpPr/>
          <p:nvPr>
            <p:custDataLst>
              <p:tags r:id="rId31"/>
            </p:custDataLst>
          </p:nvPr>
        </p:nvGrpSpPr>
        <p:grpSpPr>
          <a:xfrm>
            <a:off x="609600" y="4785360"/>
            <a:ext cx="10972800" cy="1495901"/>
            <a:chOff x="-635000" y="-635000"/>
            <a:chExt cx="10972800" cy="1446115"/>
          </a:xfrm>
        </p:grpSpPr>
        <p:pic>
          <p:nvPicPr>
            <p:cNvPr id="33" name="Image 10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467360" y="-330200"/>
              <a:ext cx="30480" cy="30480"/>
            </a:xfrm>
            <a:prstGeom prst="rect">
              <a:avLst/>
            </a:prstGeom>
          </p:spPr>
        </p:pic>
        <p:sp>
          <p:nvSpPr>
            <p:cNvPr id="34" name="Text 8" descr="TEMP_Z_ORDER_19"/>
            <p:cNvSpPr/>
            <p:nvPr>
              <p:custDataLst>
                <p:tags r:id="rId35"/>
              </p:custDataLst>
            </p:nvPr>
          </p:nvSpPr>
          <p:spPr>
            <a:xfrm>
              <a:off x="-147320" y="-573956"/>
              <a:ext cx="2029873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核心任务步骤</a:t>
              </a:r>
              <a:endParaRPr lang="en-US" sz="2640"/>
            </a:p>
          </p:txBody>
        </p:sp>
        <p:pic>
          <p:nvPicPr>
            <p:cNvPr id="36" name="Image 12" descr="TEMP_Z_ORDER_21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436880" y="142240"/>
              <a:ext cx="487680" cy="91440"/>
            </a:xfrm>
            <a:prstGeom prst="rect">
              <a:avLst/>
            </a:prstGeom>
          </p:spPr>
        </p:pic>
        <p:sp>
          <p:nvSpPr>
            <p:cNvPr id="37" name="Text 9" descr="TEMP_Z_ORDER_22"/>
            <p:cNvSpPr/>
            <p:nvPr>
              <p:custDataLst>
                <p:tags r:id="rId38"/>
              </p:custDataLst>
            </p:nvPr>
          </p:nvSpPr>
          <p:spPr>
            <a:xfrm>
              <a:off x="-352409" y="208855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1920"/>
            </a:p>
          </p:txBody>
        </p:sp>
        <p:sp>
          <p:nvSpPr>
            <p:cNvPr id="38" name="Text 10" descr="TEMP_Z_ORDER_23"/>
            <p:cNvSpPr/>
            <p:nvPr>
              <p:custDataLst>
                <p:tags r:id="rId39"/>
              </p:custDataLst>
            </p:nvPr>
          </p:nvSpPr>
          <p:spPr>
            <a:xfrm>
              <a:off x="233680" y="187960"/>
              <a:ext cx="4184904" cy="6231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检查感知节点物理部署环境</a:t>
              </a:r>
              <a:r>
                <a:rPr lang="en-US" sz="168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（使用照片/3D模型）</a:t>
              </a:r>
              <a:endParaRPr lang="en-US" sz="1920"/>
            </a:p>
          </p:txBody>
        </p:sp>
        <p:pic>
          <p:nvPicPr>
            <p:cNvPr id="40" name="Image 14" descr="TEMP_Z_ORDER_25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5171440" y="142240"/>
              <a:ext cx="487680" cy="91440"/>
            </a:xfrm>
            <a:prstGeom prst="rect">
              <a:avLst/>
            </a:prstGeom>
          </p:spPr>
        </p:pic>
        <p:sp>
          <p:nvSpPr>
            <p:cNvPr id="41" name="Text 11" descr="TEMP_Z_ORDER_26"/>
            <p:cNvSpPr/>
            <p:nvPr>
              <p:custDataLst>
                <p:tags r:id="rId41"/>
              </p:custDataLst>
            </p:nvPr>
          </p:nvSpPr>
          <p:spPr>
            <a:xfrm>
              <a:off x="5255911" y="208855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1920"/>
            </a:p>
          </p:txBody>
        </p:sp>
        <p:sp>
          <p:nvSpPr>
            <p:cNvPr id="42" name="Text 12" descr="TEMP_Z_ORDER_27"/>
            <p:cNvSpPr/>
            <p:nvPr>
              <p:custDataLst>
                <p:tags r:id="rId42"/>
              </p:custDataLst>
            </p:nvPr>
          </p:nvSpPr>
          <p:spPr>
            <a:xfrm>
              <a:off x="5842000" y="187960"/>
              <a:ext cx="3864864" cy="30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核查接入控制配置</a:t>
              </a:r>
              <a:r>
                <a:rPr lang="en-US" sz="1800">
                  <a:solidFill>
                    <a:srgbClr val="00234E"/>
                  </a:solidFill>
                  <a:highlight>
                    <a:srgbClr val="00234E">
                      <a:alpha val="10000"/>
                    </a:srgbClr>
                  </a:highlight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白名单、身份鉴别</a:t>
              </a:r>
              <a:endParaRPr lang="en-US" sz="1800"/>
            </a:p>
          </p:txBody>
        </p:sp>
        <p:pic>
          <p:nvPicPr>
            <p:cNvPr id="43" name="Image 15" descr="TEMP_Z_ORDER_28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-635000" y="-635000"/>
              <a:ext cx="10972800" cy="30480"/>
            </a:xfrm>
            <a:prstGeom prst="rect">
              <a:avLst/>
            </a:prstGeom>
          </p:spPr>
        </p:pic>
      </p:grpSp>
      <p:sp>
        <p:nvSpPr>
          <p:cNvPr id="31" name="Text 13"/>
          <p:cNvSpPr/>
          <p:nvPr>
            <p:custDataLst>
              <p:tags r:id="rId4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实践任务1——物联网安全配置核查（35分钟）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63200" y="4572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46" imgW="971550" imgH="666750" progId="Word.Document.12">
                  <p:embed/>
                </p:oleObj>
              </mc:Choice>
              <mc:Fallback>
                <p:oleObj name="" showAsIcon="1" r:id="rId46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0363200" y="4572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609600" y="1016000"/>
            <a:ext cx="10972800" cy="5302884"/>
            <a:chOff x="-635000" y="-635000"/>
            <a:chExt cx="10972800" cy="3984886"/>
          </a:xfrm>
        </p:grpSpPr>
        <p:pic>
          <p:nvPicPr>
            <p:cNvPr id="2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3984886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22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3584575" y="1066800"/>
          <a:ext cx="5393690" cy="3875405"/>
        </p:xfrm>
        <a:graphic>
          <a:graphicData uri="http://schemas.openxmlformats.org/drawingml/2006/table">
            <a:tbl>
              <a:tblPr/>
              <a:tblGrid>
                <a:gridCol w="1566545"/>
                <a:gridCol w="2464435"/>
                <a:gridCol w="858520"/>
                <a:gridCol w="504190"/>
              </a:tblGrid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400" b="1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指标项</a:t>
                      </a:r>
                      <a:endParaRPr lang="en-US" sz="1400" b="1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测评记录</a:t>
                      </a:r>
                      <a:endParaRPr lang="en-US" sz="1400" b="1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备注</a:t>
                      </a:r>
                      <a:endParaRPr lang="en-US" sz="1400" b="1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感知节点物理防护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a)物理环境不对设备造成破坏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b)环境能正确反映状态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c)环境不影响正常工作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d)关键节点电力供应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接入控制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只有授权的感知节点可接入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入侵防范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限制感知节点通信目标地址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限制网关节点通信目标地址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感知节点安全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a)授权用户配置变更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b)网关节点身份鉴别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c)其他感知节点身份鉴别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网关节点安全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a)合法设备标识鉴别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b)非法数据过滤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c)关键密钥在线更新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d)关键配置在线更新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抗数据重放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a)数据新鲜性鉴别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96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b)历史数据非法修改鉴别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46978" marR="46978" marT="46978" marB="46978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custDataLst>
              <p:tags r:id="rId1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实践任务1——《物联网安全测评记录表》填写说明</a:t>
            </a:r>
            <a:endParaRPr lang="en-US" sz="276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15600" y="34925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showAsIcon="1" r:id="rId13" imgW="971550" imgH="666750" progId="Word.Document.12">
                  <p:embed/>
                </p:oleObj>
              </mc:Choice>
              <mc:Fallback>
                <p:oleObj name="" showAsIcon="1" r:id="rId13" imgW="971550" imgH="666750" progId="Word.Document.12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515600" y="34925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5" name="组合 64"/>
          <p:cNvGrpSpPr/>
          <p:nvPr>
            <p:custDataLst>
              <p:tags r:id="rId7"/>
            </p:custDataLst>
          </p:nvPr>
        </p:nvGrpSpPr>
        <p:grpSpPr>
          <a:xfrm>
            <a:off x="609600" y="1295400"/>
            <a:ext cx="10972800" cy="1615440"/>
            <a:chOff x="-635000" y="-635000"/>
            <a:chExt cx="10972800" cy="1615440"/>
          </a:xfrm>
        </p:grpSpPr>
        <p:pic>
          <p:nvPicPr>
            <p:cNvPr id="6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615440"/>
            </a:xfrm>
            <a:prstGeom prst="rect">
              <a:avLst/>
            </a:prstGeom>
          </p:spPr>
        </p:pic>
        <p:pic>
          <p:nvPicPr>
            <p:cNvPr id="67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60680"/>
              <a:ext cx="60960" cy="304800"/>
            </a:xfrm>
            <a:prstGeom prst="rect">
              <a:avLst/>
            </a:prstGeom>
          </p:spPr>
        </p:pic>
        <p:sp>
          <p:nvSpPr>
            <p:cNvPr id="68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54000" y="-4368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案例场景</a:t>
              </a:r>
              <a:endParaRPr lang="en-US" sz="2400"/>
            </a:p>
          </p:txBody>
        </p:sp>
        <p:sp>
          <p:nvSpPr>
            <p:cNvPr id="69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436880" y="111760"/>
              <a:ext cx="10585704" cy="6225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某智能园区部署了物联网系统，包含：温湿度传感器200个（感知节点）、智能照明控制器50个（感知节点+执行器）、物联网网关4台、云平台1套</a:t>
              </a:r>
              <a:endParaRPr lang="en-US" sz="1800"/>
            </a:p>
          </p:txBody>
        </p:sp>
      </p:grpSp>
      <p:grpSp>
        <p:nvGrpSpPr>
          <p:cNvPr id="51" name="组合 50"/>
          <p:cNvGrpSpPr/>
          <p:nvPr>
            <p:custDataLst>
              <p:tags r:id="rId15"/>
            </p:custDataLst>
          </p:nvPr>
        </p:nvGrpSpPr>
        <p:grpSpPr>
          <a:xfrm>
            <a:off x="609600" y="3093720"/>
            <a:ext cx="5394960" cy="2306117"/>
            <a:chOff x="-635000" y="-635000"/>
            <a:chExt cx="5394960" cy="1722120"/>
          </a:xfrm>
        </p:grpSpPr>
        <p:pic>
          <p:nvPicPr>
            <p:cNvPr id="52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94960" cy="1722120"/>
            </a:xfrm>
            <a:prstGeom prst="rect">
              <a:avLst/>
            </a:prstGeom>
          </p:spPr>
        </p:pic>
        <p:pic>
          <p:nvPicPr>
            <p:cNvPr id="53" name="Image 6" descr="TEMP_Z_ORDER_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9760" y="-619760"/>
              <a:ext cx="5364480" cy="640080"/>
            </a:xfrm>
            <a:prstGeom prst="rect">
              <a:avLst/>
            </a:prstGeom>
          </p:spPr>
        </p:pic>
        <p:sp>
          <p:nvSpPr>
            <p:cNvPr id="54" name="Text 2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1452880" y="-528320"/>
              <a:ext cx="1231392" cy="2285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已知问题</a:t>
              </a:r>
              <a:endParaRPr lang="en-US" sz="2400"/>
            </a:p>
          </p:txBody>
        </p:sp>
        <p:sp>
          <p:nvSpPr>
            <p:cNvPr id="55" name="Text 3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436880" y="203200"/>
              <a:ext cx="208439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56" name="Text 4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71120" y="203200"/>
              <a:ext cx="2963037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部分传感器室外无防护箱体</a:t>
              </a:r>
              <a:endParaRPr lang="en-US" sz="1920"/>
            </a:p>
          </p:txBody>
        </p:sp>
        <p:sp>
          <p:nvSpPr>
            <p:cNvPr id="57" name="Text 5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-436880" y="355600"/>
              <a:ext cx="208439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58" name="Text 6" descr="TEMP_Z_ORDER_13"/>
            <p:cNvSpPr/>
            <p:nvPr>
              <p:custDataLst>
                <p:tags r:id="rId24"/>
              </p:custDataLst>
            </p:nvPr>
          </p:nvSpPr>
          <p:spPr>
            <a:xfrm>
              <a:off x="-71120" y="355600"/>
              <a:ext cx="2963037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网关未启用接入控制白名单</a:t>
              </a:r>
              <a:endParaRPr lang="en-US" sz="1920"/>
            </a:p>
          </p:txBody>
        </p:sp>
        <p:sp>
          <p:nvSpPr>
            <p:cNvPr id="59" name="Text 7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-436880" y="508000"/>
              <a:ext cx="208439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920"/>
            </a:p>
          </p:txBody>
        </p:sp>
        <p:sp>
          <p:nvSpPr>
            <p:cNvPr id="60" name="Text 8" descr="TEMP_Z_ORDER_15"/>
            <p:cNvSpPr/>
            <p:nvPr>
              <p:custDataLst>
                <p:tags r:id="rId26"/>
              </p:custDataLst>
            </p:nvPr>
          </p:nvSpPr>
          <p:spPr>
            <a:xfrm>
              <a:off x="-71120" y="508000"/>
              <a:ext cx="2963037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感知节点使用出厂默认口令</a:t>
              </a:r>
              <a:endParaRPr lang="en-US" sz="1920"/>
            </a:p>
          </p:txBody>
        </p:sp>
        <p:sp>
          <p:nvSpPr>
            <p:cNvPr id="61" name="Text 9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436880" y="675640"/>
              <a:ext cx="208439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④</a:t>
              </a:r>
              <a:endParaRPr lang="en-US" sz="1920"/>
            </a:p>
          </p:txBody>
        </p:sp>
        <p:sp>
          <p:nvSpPr>
            <p:cNvPr id="62" name="Text 10" descr="TEMP_Z_ORDER_17"/>
            <p:cNvSpPr/>
            <p:nvPr>
              <p:custDataLst>
                <p:tags r:id="rId28"/>
              </p:custDataLst>
            </p:nvPr>
          </p:nvSpPr>
          <p:spPr>
            <a:xfrm>
              <a:off x="-71120" y="675640"/>
              <a:ext cx="2469198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无数据新鲜性保护机制</a:t>
              </a:r>
              <a:endParaRPr lang="en-US" sz="1920"/>
            </a:p>
          </p:txBody>
        </p:sp>
        <p:sp>
          <p:nvSpPr>
            <p:cNvPr id="63" name="Text 11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-436880" y="828040"/>
              <a:ext cx="208439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⑤</a:t>
              </a:r>
              <a:endParaRPr lang="en-US" sz="1920"/>
            </a:p>
          </p:txBody>
        </p:sp>
        <p:sp>
          <p:nvSpPr>
            <p:cNvPr id="64" name="Text 12" descr="TEMP_Z_ORDER_19"/>
            <p:cNvSpPr/>
            <p:nvPr>
              <p:custDataLst>
                <p:tags r:id="rId30"/>
              </p:custDataLst>
            </p:nvPr>
          </p:nvSpPr>
          <p:spPr>
            <a:xfrm>
              <a:off x="-71120" y="828039"/>
              <a:ext cx="1728438" cy="2532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密钥从未更新过</a:t>
              </a:r>
              <a:endParaRPr lang="en-US" sz="1920"/>
            </a:p>
          </p:txBody>
        </p:sp>
      </p:grpSp>
      <p:grpSp>
        <p:nvGrpSpPr>
          <p:cNvPr id="36" name="组合 35"/>
          <p:cNvGrpSpPr/>
          <p:nvPr>
            <p:custDataLst>
              <p:tags r:id="rId31"/>
            </p:custDataLst>
          </p:nvPr>
        </p:nvGrpSpPr>
        <p:grpSpPr>
          <a:xfrm>
            <a:off x="6187440" y="3093720"/>
            <a:ext cx="5394960" cy="2315845"/>
            <a:chOff x="-635000" y="-635000"/>
            <a:chExt cx="5394960" cy="1722120"/>
          </a:xfrm>
        </p:grpSpPr>
        <p:pic>
          <p:nvPicPr>
            <p:cNvPr id="37" name="Image 7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94960" cy="1722120"/>
            </a:xfrm>
            <a:prstGeom prst="rect">
              <a:avLst/>
            </a:prstGeom>
          </p:spPr>
        </p:pic>
        <p:pic>
          <p:nvPicPr>
            <p:cNvPr id="38" name="Image 8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9760" y="-619760"/>
              <a:ext cx="5364480" cy="640080"/>
            </a:xfrm>
            <a:prstGeom prst="rect">
              <a:avLst/>
            </a:prstGeom>
          </p:spPr>
        </p:pic>
        <p:sp>
          <p:nvSpPr>
            <p:cNvPr id="39" name="Text 13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1452880" y="-528320"/>
              <a:ext cx="1231392" cy="2276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2400"/>
            </a:p>
          </p:txBody>
        </p:sp>
        <p:sp>
          <p:nvSpPr>
            <p:cNvPr id="40" name="Text 14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-436880" y="203200"/>
              <a:ext cx="208439" cy="2521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41" name="Text 15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-71120" y="203200"/>
              <a:ext cx="3456877" cy="2521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分析这些问题对应等保测评指标</a:t>
              </a:r>
              <a:endParaRPr lang="en-US" sz="1920"/>
            </a:p>
          </p:txBody>
        </p:sp>
        <p:sp>
          <p:nvSpPr>
            <p:cNvPr id="42" name="Text 16" descr="TEMP_Z_ORDER_25"/>
            <p:cNvSpPr/>
            <p:nvPr>
              <p:custDataLst>
                <p:tags r:id="rId37"/>
              </p:custDataLst>
            </p:nvPr>
          </p:nvSpPr>
          <p:spPr>
            <a:xfrm>
              <a:off x="-436880" y="477520"/>
              <a:ext cx="208439" cy="2521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43" name="Text 17" descr="TEMP_Z_ORDER_26"/>
            <p:cNvSpPr/>
            <p:nvPr>
              <p:custDataLst>
                <p:tags r:id="rId38"/>
              </p:custDataLst>
            </p:nvPr>
          </p:nvSpPr>
          <p:spPr>
            <a:xfrm>
              <a:off x="-71120" y="477520"/>
              <a:ext cx="3816033" cy="2521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判断问题合规性(符合/部分/不符合)</a:t>
              </a:r>
              <a:endParaRPr lang="en-US" sz="1920"/>
            </a:p>
          </p:txBody>
        </p:sp>
        <p:sp>
          <p:nvSpPr>
            <p:cNvPr id="44" name="Text 18" descr="TEMP_Z_ORDER_27"/>
            <p:cNvSpPr/>
            <p:nvPr>
              <p:custDataLst>
                <p:tags r:id="rId39"/>
              </p:custDataLst>
            </p:nvPr>
          </p:nvSpPr>
          <p:spPr>
            <a:xfrm>
              <a:off x="-436880" y="736600"/>
              <a:ext cx="208439" cy="2521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920"/>
            </a:p>
          </p:txBody>
        </p:sp>
        <p:sp>
          <p:nvSpPr>
            <p:cNvPr id="45" name="Text 19" descr="TEMP_Z_ORDER_28"/>
            <p:cNvSpPr/>
            <p:nvPr>
              <p:custDataLst>
                <p:tags r:id="rId40"/>
              </p:custDataLst>
            </p:nvPr>
          </p:nvSpPr>
          <p:spPr>
            <a:xfrm>
              <a:off x="-71120" y="736600"/>
              <a:ext cx="1481518" cy="2521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提出整改建议</a:t>
              </a:r>
              <a:endParaRPr lang="en-US" sz="1920"/>
            </a:p>
          </p:txBody>
        </p:sp>
      </p:grpSp>
      <p:grpSp>
        <p:nvGrpSpPr>
          <p:cNvPr id="46" name="组合 45"/>
          <p:cNvGrpSpPr/>
          <p:nvPr>
            <p:custDataLst>
              <p:tags r:id="rId41"/>
            </p:custDataLst>
          </p:nvPr>
        </p:nvGrpSpPr>
        <p:grpSpPr>
          <a:xfrm>
            <a:off x="609600" y="5608320"/>
            <a:ext cx="10972800" cy="716280"/>
            <a:chOff x="-635000" y="-635000"/>
            <a:chExt cx="10972800" cy="716280"/>
          </a:xfrm>
        </p:grpSpPr>
        <p:pic>
          <p:nvPicPr>
            <p:cNvPr id="47" name="Image 9" descr="TEMP_Z_ORDER_29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-635000" y="-635000"/>
              <a:ext cx="10972800" cy="716280"/>
            </a:xfrm>
            <a:prstGeom prst="rect">
              <a:avLst/>
            </a:prstGeom>
          </p:spPr>
        </p:pic>
        <p:pic>
          <p:nvPicPr>
            <p:cNvPr id="48" name="Image 10" descr="TEMP_Z_ORDER_3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-391160" y="-452120"/>
              <a:ext cx="365760" cy="365760"/>
            </a:xfrm>
            <a:prstGeom prst="rect">
              <a:avLst/>
            </a:prstGeom>
          </p:spPr>
        </p:pic>
        <p:sp>
          <p:nvSpPr>
            <p:cNvPr id="49" name="Text 20" descr="TEMP_Z_ORDER_31"/>
            <p:cNvSpPr/>
            <p:nvPr>
              <p:custDataLst>
                <p:tags r:id="rId47"/>
              </p:custDataLst>
            </p:nvPr>
          </p:nvSpPr>
          <p:spPr>
            <a:xfrm>
              <a:off x="157480" y="-482600"/>
              <a:ext cx="832152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产出：</a:t>
              </a:r>
              <a:endParaRPr lang="en-US" sz="2160"/>
            </a:p>
          </p:txBody>
        </p:sp>
        <p:sp>
          <p:nvSpPr>
            <p:cNvPr id="50" name="Text 21" descr="TEMP_Z_ORDER_32"/>
            <p:cNvSpPr/>
            <p:nvPr>
              <p:custDataLst>
                <p:tags r:id="rId48"/>
              </p:custDataLst>
            </p:nvPr>
          </p:nvSpPr>
          <p:spPr>
            <a:xfrm>
              <a:off x="1163320" y="-452120"/>
              <a:ext cx="4691475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完成案例分析的《物联网安全测评记录表》</a:t>
              </a:r>
              <a:endParaRPr lang="en-US" sz="1920"/>
            </a:p>
          </p:txBody>
        </p:sp>
      </p:grpSp>
      <p:sp>
        <p:nvSpPr>
          <p:cNvPr id="35" name="Text 22"/>
          <p:cNvSpPr/>
          <p:nvPr>
            <p:custDataLst>
              <p:tags r:id="rId4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实践任务2——案例分析（15分钟）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63200" y="50673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50" imgW="971550" imgH="666750" progId="Word.Document.12">
                  <p:embed/>
                </p:oleObj>
              </mc:Choice>
              <mc:Fallback>
                <p:oleObj name="" showAsIcon="1" r:id="rId50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0363200" y="50673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771842" y="1617339"/>
            <a:ext cx="10666735" cy="804672"/>
            <a:chOff x="-635000" y="-635000"/>
            <a:chExt cx="10666735" cy="804672"/>
          </a:xfrm>
        </p:grpSpPr>
        <p:sp>
          <p:nvSpPr>
            <p:cNvPr id="7" name="Text 0" descr="TEMP_Z_ORDER_0"/>
            <p:cNvSpPr/>
            <p:nvPr>
              <p:custDataLst>
                <p:tags r:id="rId2"/>
              </p:custDataLst>
            </p:nvPr>
          </p:nvSpPr>
          <p:spPr>
            <a:xfrm>
              <a:off x="1650673" y="-535034"/>
              <a:ext cx="6095390" cy="70470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5280">
                  <a:solidFill>
                    <a:srgbClr val="FFFFFF"/>
                  </a:solidFill>
                </a:rPr>
                <a:t>常见误区与思政融入</a:t>
              </a:r>
              <a:endParaRPr lang="en-US" sz="5280"/>
            </a:p>
          </p:txBody>
        </p:sp>
      </p:grpSp>
      <p:pic>
        <p:nvPicPr>
          <p:cNvPr id="3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</a:rPr>
              <a:t>从案例引入到核心概念解析</a:t>
            </a:r>
            <a:endParaRPr lang="en-US" sz="2160"/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4673282" y="897806"/>
            <a:ext cx="2863855" cy="493776"/>
            <a:chOff x="-635000" y="-635000"/>
            <a:chExt cx="2863855" cy="493776"/>
          </a:xfrm>
        </p:grpSpPr>
        <p:sp>
          <p:nvSpPr>
            <p:cNvPr id="9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863855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</a:rPr>
                <a:t>Part.05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3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8" name="组合 67"/>
          <p:cNvGrpSpPr/>
          <p:nvPr>
            <p:custDataLst>
              <p:tags r:id="rId7"/>
            </p:custDataLst>
          </p:nvPr>
        </p:nvGrpSpPr>
        <p:grpSpPr>
          <a:xfrm>
            <a:off x="1097280" y="1371600"/>
            <a:ext cx="9766300" cy="414020"/>
            <a:chOff x="-635000" y="-635000"/>
            <a:chExt cx="9766299" cy="414020"/>
          </a:xfrm>
        </p:grpSpPr>
        <p:sp>
          <p:nvSpPr>
            <p:cNvPr id="69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734346" cy="3960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误区 </a:t>
              </a:r>
              <a:r>
                <a:rPr lang="en-US" sz="2160" b="1">
                  <a:solidFill>
                    <a:srgbClr val="FF0000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❌</a:t>
              </a:r>
              <a:endParaRPr lang="en-US" sz="2160" b="1">
                <a:solidFill>
                  <a:srgbClr val="FF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70" name="Text 1" descr="TEMP_Z_ORDER_4"/>
            <p:cNvSpPr/>
            <p:nvPr>
              <p:custDataLst>
                <p:tags r:id="rId9"/>
              </p:custDataLst>
            </p:nvPr>
          </p:nvSpPr>
          <p:spPr>
            <a:xfrm>
              <a:off x="7929879" y="-635000"/>
              <a:ext cx="1201420" cy="4140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正确理解 ✅</a:t>
              </a:r>
              <a:endParaRPr lang="en-US" sz="2160"/>
            </a:p>
          </p:txBody>
        </p:sp>
      </p:grpSp>
      <p:grpSp>
        <p:nvGrpSpPr>
          <p:cNvPr id="47" name="组合 46"/>
          <p:cNvGrpSpPr/>
          <p:nvPr>
            <p:custDataLst>
              <p:tags r:id="rId10"/>
            </p:custDataLst>
          </p:nvPr>
        </p:nvGrpSpPr>
        <p:grpSpPr>
          <a:xfrm>
            <a:off x="5882640" y="2392680"/>
            <a:ext cx="441960" cy="30480"/>
            <a:chOff x="-635000" y="-635000"/>
            <a:chExt cx="441960" cy="30480"/>
          </a:xfrm>
        </p:grpSpPr>
        <p:pic>
          <p:nvPicPr>
            <p:cNvPr id="48" name="Image 3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1960" cy="30480"/>
            </a:xfrm>
            <a:prstGeom prst="rect">
              <a:avLst/>
            </a:prstGeom>
          </p:spPr>
        </p:pic>
      </p:grpSp>
      <p:grpSp>
        <p:nvGrpSpPr>
          <p:cNvPr id="54" name="组合 53"/>
          <p:cNvGrpSpPr/>
          <p:nvPr>
            <p:custDataLst>
              <p:tags r:id="rId14"/>
            </p:custDataLst>
          </p:nvPr>
        </p:nvGrpSpPr>
        <p:grpSpPr>
          <a:xfrm>
            <a:off x="5882640" y="3276600"/>
            <a:ext cx="441960" cy="30480"/>
            <a:chOff x="-635000" y="-635000"/>
            <a:chExt cx="441960" cy="30480"/>
          </a:xfrm>
        </p:grpSpPr>
        <p:pic>
          <p:nvPicPr>
            <p:cNvPr id="55" name="Image 4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1960" cy="30480"/>
            </a:xfrm>
            <a:prstGeom prst="rect">
              <a:avLst/>
            </a:prstGeom>
          </p:spPr>
        </p:pic>
      </p:grpSp>
      <p:grpSp>
        <p:nvGrpSpPr>
          <p:cNvPr id="61" name="组合 60"/>
          <p:cNvGrpSpPr/>
          <p:nvPr>
            <p:custDataLst>
              <p:tags r:id="rId16"/>
            </p:custDataLst>
          </p:nvPr>
        </p:nvGrpSpPr>
        <p:grpSpPr>
          <a:xfrm>
            <a:off x="5882640" y="4175760"/>
            <a:ext cx="441960" cy="30480"/>
            <a:chOff x="-635000" y="-635000"/>
            <a:chExt cx="441960" cy="30480"/>
          </a:xfrm>
        </p:grpSpPr>
        <p:pic>
          <p:nvPicPr>
            <p:cNvPr id="62" name="Image 5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1960" cy="30480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>
            <p:custDataLst>
              <p:tags r:id="rId18"/>
            </p:custDataLst>
          </p:nvPr>
        </p:nvGrpSpPr>
        <p:grpSpPr>
          <a:xfrm>
            <a:off x="5882640" y="5059680"/>
            <a:ext cx="441960" cy="30480"/>
            <a:chOff x="-635000" y="-635000"/>
            <a:chExt cx="441960" cy="30480"/>
          </a:xfrm>
        </p:grpSpPr>
        <p:pic>
          <p:nvPicPr>
            <p:cNvPr id="34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1960" cy="30480"/>
            </a:xfrm>
            <a:prstGeom prst="rect">
              <a:avLst/>
            </a:prstGeom>
          </p:spPr>
        </p:pic>
      </p:grpSp>
      <p:grpSp>
        <p:nvGrpSpPr>
          <p:cNvPr id="40" name="组合 39"/>
          <p:cNvGrpSpPr/>
          <p:nvPr>
            <p:custDataLst>
              <p:tags r:id="rId20"/>
            </p:custDataLst>
          </p:nvPr>
        </p:nvGrpSpPr>
        <p:grpSpPr>
          <a:xfrm>
            <a:off x="5882640" y="5958840"/>
            <a:ext cx="441960" cy="30480"/>
            <a:chOff x="-635000" y="-635000"/>
            <a:chExt cx="441960" cy="30480"/>
          </a:xfrm>
        </p:grpSpPr>
        <p:pic>
          <p:nvPicPr>
            <p:cNvPr id="41" name="Image 7" descr="TEMP_Z_ORDER_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1960" cy="30480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>
            <p:custDataLst>
              <p:tags r:id="rId22"/>
            </p:custDataLst>
          </p:nvPr>
        </p:nvGrpSpPr>
        <p:grpSpPr>
          <a:xfrm>
            <a:off x="609600" y="2011680"/>
            <a:ext cx="10972800" cy="792480"/>
            <a:chOff x="-635000" y="-635000"/>
            <a:chExt cx="10972800" cy="792480"/>
          </a:xfrm>
        </p:grpSpPr>
        <p:pic>
          <p:nvPicPr>
            <p:cNvPr id="50" name="Image 8" descr="TEMP_Z_ORDER_1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73040" cy="792480"/>
            </a:xfrm>
            <a:prstGeom prst="rect">
              <a:avLst/>
            </a:prstGeom>
          </p:spPr>
        </p:pic>
        <p:sp>
          <p:nvSpPr>
            <p:cNvPr id="51" name="Text 2" descr="TEMP_Z_ORDER_11"/>
            <p:cNvSpPr/>
            <p:nvPr>
              <p:custDataLst>
                <p:tags r:id="rId26"/>
              </p:custDataLst>
            </p:nvPr>
          </p:nvSpPr>
          <p:spPr>
            <a:xfrm>
              <a:off x="-375920" y="-421640"/>
              <a:ext cx="321957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D32F2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“物联网设备小，不用做等保”</a:t>
              </a:r>
              <a:endParaRPr lang="en-US" sz="1920"/>
            </a:p>
          </p:txBody>
        </p:sp>
        <p:pic>
          <p:nvPicPr>
            <p:cNvPr id="52" name="Image 9" descr="TEMP_Z_ORDER_1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5064760" y="-635000"/>
              <a:ext cx="5273040" cy="792480"/>
            </a:xfrm>
            <a:prstGeom prst="rect">
              <a:avLst/>
            </a:prstGeom>
          </p:spPr>
        </p:pic>
        <p:sp>
          <p:nvSpPr>
            <p:cNvPr id="53" name="Text 3" descr="TEMP_Z_ORDER_13"/>
            <p:cNvSpPr/>
            <p:nvPr>
              <p:custDataLst>
                <p:tags r:id="rId29"/>
              </p:custDataLst>
            </p:nvPr>
          </p:nvSpPr>
          <p:spPr>
            <a:xfrm>
              <a:off x="5323840" y="-597162"/>
              <a:ext cx="47640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物联网系统同样需要等保测评，需同时满足安全通用要求和扩展要求</a:t>
              </a:r>
              <a:endParaRPr lang="en-US" sz="1920"/>
            </a:p>
          </p:txBody>
        </p:sp>
      </p:grpSp>
      <p:grpSp>
        <p:nvGrpSpPr>
          <p:cNvPr id="56" name="组合 55"/>
          <p:cNvGrpSpPr/>
          <p:nvPr>
            <p:custDataLst>
              <p:tags r:id="rId30"/>
            </p:custDataLst>
          </p:nvPr>
        </p:nvGrpSpPr>
        <p:grpSpPr>
          <a:xfrm>
            <a:off x="609600" y="2895600"/>
            <a:ext cx="10972800" cy="792480"/>
            <a:chOff x="-635000" y="-635000"/>
            <a:chExt cx="10972800" cy="792480"/>
          </a:xfrm>
        </p:grpSpPr>
        <p:pic>
          <p:nvPicPr>
            <p:cNvPr id="57" name="Image 10" descr="TEMP_Z_ORDER_14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73040" cy="792480"/>
            </a:xfrm>
            <a:prstGeom prst="rect">
              <a:avLst/>
            </a:prstGeom>
          </p:spPr>
        </p:pic>
        <p:sp>
          <p:nvSpPr>
            <p:cNvPr id="58" name="Text 4" descr="TEMP_Z_ORDER_15"/>
            <p:cNvSpPr/>
            <p:nvPr>
              <p:custDataLst>
                <p:tags r:id="rId32"/>
              </p:custDataLst>
            </p:nvPr>
          </p:nvSpPr>
          <p:spPr>
            <a:xfrm>
              <a:off x="-375920" y="-421640"/>
              <a:ext cx="3713416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D32F2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“只要能联网就行，安全不关我事”</a:t>
              </a:r>
              <a:endParaRPr lang="en-US" sz="1920"/>
            </a:p>
          </p:txBody>
        </p:sp>
        <p:pic>
          <p:nvPicPr>
            <p:cNvPr id="59" name="Image 11" descr="TEMP_Z_ORDER_16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5064760" y="-635000"/>
              <a:ext cx="5273040" cy="792480"/>
            </a:xfrm>
            <a:prstGeom prst="rect">
              <a:avLst/>
            </a:prstGeom>
          </p:spPr>
        </p:pic>
        <p:sp>
          <p:nvSpPr>
            <p:cNvPr id="60" name="Text 5" descr="TEMP_Z_ORDER_17"/>
            <p:cNvSpPr/>
            <p:nvPr>
              <p:custDataLst>
                <p:tags r:id="rId34"/>
              </p:custDataLst>
            </p:nvPr>
          </p:nvSpPr>
          <p:spPr>
            <a:xfrm>
              <a:off x="5323840" y="-597163"/>
              <a:ext cx="47640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感知节点被控制可能成为攻击跳板（如Mirai僵尸网络）</a:t>
              </a:r>
              <a:endParaRPr lang="en-US" sz="1920"/>
            </a:p>
          </p:txBody>
        </p:sp>
      </p:grpSp>
      <p:grpSp>
        <p:nvGrpSpPr>
          <p:cNvPr id="63" name="组合 62"/>
          <p:cNvGrpSpPr/>
          <p:nvPr>
            <p:custDataLst>
              <p:tags r:id="rId35"/>
            </p:custDataLst>
          </p:nvPr>
        </p:nvGrpSpPr>
        <p:grpSpPr>
          <a:xfrm>
            <a:off x="609600" y="3794760"/>
            <a:ext cx="10972800" cy="792480"/>
            <a:chOff x="-635000" y="-635000"/>
            <a:chExt cx="10972800" cy="792480"/>
          </a:xfrm>
        </p:grpSpPr>
        <p:pic>
          <p:nvPicPr>
            <p:cNvPr id="64" name="Image 12" descr="TEMP_Z_ORDER_18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73040" cy="792480"/>
            </a:xfrm>
            <a:prstGeom prst="rect">
              <a:avLst/>
            </a:prstGeom>
          </p:spPr>
        </p:pic>
        <p:sp>
          <p:nvSpPr>
            <p:cNvPr id="65" name="Text 6" descr="TEMP_Z_ORDER_19"/>
            <p:cNvSpPr/>
            <p:nvPr>
              <p:custDataLst>
                <p:tags r:id="rId37"/>
              </p:custDataLst>
            </p:nvPr>
          </p:nvSpPr>
          <p:spPr>
            <a:xfrm>
              <a:off x="-375920" y="-421640"/>
              <a:ext cx="24788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D32F2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“出厂默认密码很安全”</a:t>
              </a:r>
              <a:endParaRPr lang="en-US" sz="1920"/>
            </a:p>
          </p:txBody>
        </p:sp>
        <p:pic>
          <p:nvPicPr>
            <p:cNvPr id="66" name="Image 13" descr="TEMP_Z_ORDER_20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5064760" y="-635000"/>
              <a:ext cx="5273040" cy="792480"/>
            </a:xfrm>
            <a:prstGeom prst="rect">
              <a:avLst/>
            </a:prstGeom>
          </p:spPr>
        </p:pic>
        <p:sp>
          <p:nvSpPr>
            <p:cNvPr id="67" name="Text 7" descr="TEMP_Z_ORDER_21"/>
            <p:cNvSpPr/>
            <p:nvPr>
              <p:custDataLst>
                <p:tags r:id="rId39"/>
              </p:custDataLst>
            </p:nvPr>
          </p:nvSpPr>
          <p:spPr>
            <a:xfrm>
              <a:off x="5323840" y="-597162"/>
              <a:ext cx="47640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默认密码是物联网设备最常见的安全风险，必须强制修改</a:t>
              </a:r>
              <a:endParaRPr lang="en-US" sz="1920"/>
            </a:p>
          </p:txBody>
        </p:sp>
      </p:grpSp>
      <p:grpSp>
        <p:nvGrpSpPr>
          <p:cNvPr id="35" name="组合 34"/>
          <p:cNvGrpSpPr/>
          <p:nvPr>
            <p:custDataLst>
              <p:tags r:id="rId40"/>
            </p:custDataLst>
          </p:nvPr>
        </p:nvGrpSpPr>
        <p:grpSpPr>
          <a:xfrm>
            <a:off x="609600" y="4678680"/>
            <a:ext cx="10972800" cy="792480"/>
            <a:chOff x="-635000" y="-635000"/>
            <a:chExt cx="10972800" cy="792480"/>
          </a:xfrm>
        </p:grpSpPr>
        <p:pic>
          <p:nvPicPr>
            <p:cNvPr id="36" name="Image 14" descr="TEMP_Z_ORDER_22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73040" cy="792480"/>
            </a:xfrm>
            <a:prstGeom prst="rect">
              <a:avLst/>
            </a:prstGeom>
          </p:spPr>
        </p:pic>
        <p:sp>
          <p:nvSpPr>
            <p:cNvPr id="37" name="Text 8" descr="TEMP_Z_ORDER_23"/>
            <p:cNvSpPr/>
            <p:nvPr>
              <p:custDataLst>
                <p:tags r:id="rId42"/>
              </p:custDataLst>
            </p:nvPr>
          </p:nvSpPr>
          <p:spPr>
            <a:xfrm>
              <a:off x="-375920" y="-421640"/>
              <a:ext cx="24788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D32F2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“物理环境安全不重要”</a:t>
              </a:r>
              <a:endParaRPr lang="en-US" sz="1920"/>
            </a:p>
          </p:txBody>
        </p:sp>
        <p:pic>
          <p:nvPicPr>
            <p:cNvPr id="38" name="Image 15" descr="TEMP_Z_ORDER_24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5064760" y="-635000"/>
              <a:ext cx="5273040" cy="792480"/>
            </a:xfrm>
            <a:prstGeom prst="rect">
              <a:avLst/>
            </a:prstGeom>
          </p:spPr>
        </p:pic>
        <p:sp>
          <p:nvSpPr>
            <p:cNvPr id="39" name="Text 9" descr="TEMP_Z_ORDER_25"/>
            <p:cNvSpPr/>
            <p:nvPr>
              <p:custDataLst>
                <p:tags r:id="rId44"/>
              </p:custDataLst>
            </p:nvPr>
          </p:nvSpPr>
          <p:spPr>
            <a:xfrm>
              <a:off x="5323840" y="-597163"/>
              <a:ext cx="47640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感知节点部署在无人值守环境，物理安全是第一步防线</a:t>
              </a:r>
              <a:endParaRPr lang="en-US" sz="1920"/>
            </a:p>
          </p:txBody>
        </p:sp>
      </p:grpSp>
      <p:grpSp>
        <p:nvGrpSpPr>
          <p:cNvPr id="42" name="组合 41"/>
          <p:cNvGrpSpPr/>
          <p:nvPr>
            <p:custDataLst>
              <p:tags r:id="rId45"/>
            </p:custDataLst>
          </p:nvPr>
        </p:nvGrpSpPr>
        <p:grpSpPr>
          <a:xfrm>
            <a:off x="609600" y="5577840"/>
            <a:ext cx="10972800" cy="792480"/>
            <a:chOff x="-635000" y="-635000"/>
            <a:chExt cx="10972800" cy="792480"/>
          </a:xfrm>
        </p:grpSpPr>
        <p:pic>
          <p:nvPicPr>
            <p:cNvPr id="43" name="Image 16" descr="TEMP_Z_ORDER_26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73040" cy="792480"/>
            </a:xfrm>
            <a:prstGeom prst="rect">
              <a:avLst/>
            </a:prstGeom>
          </p:spPr>
        </p:pic>
        <p:sp>
          <p:nvSpPr>
            <p:cNvPr id="44" name="Text 10" descr="TEMP_Z_ORDER_27"/>
            <p:cNvSpPr/>
            <p:nvPr>
              <p:custDataLst>
                <p:tags r:id="rId47"/>
              </p:custDataLst>
            </p:nvPr>
          </p:nvSpPr>
          <p:spPr>
            <a:xfrm>
              <a:off x="-375920" y="-421640"/>
              <a:ext cx="321957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D32F2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“数据重放攻击只有理论可能”</a:t>
              </a:r>
              <a:endParaRPr lang="en-US" sz="1920"/>
            </a:p>
          </p:txBody>
        </p:sp>
        <p:pic>
          <p:nvPicPr>
            <p:cNvPr id="45" name="Image 17" descr="TEMP_Z_ORDER_28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5064760" y="-635000"/>
              <a:ext cx="5273040" cy="792480"/>
            </a:xfrm>
            <a:prstGeom prst="rect">
              <a:avLst/>
            </a:prstGeom>
          </p:spPr>
        </p:pic>
        <p:sp>
          <p:nvSpPr>
            <p:cNvPr id="46" name="Text 11" descr="TEMP_Z_ORDER_29"/>
            <p:cNvSpPr/>
            <p:nvPr>
              <p:custDataLst>
                <p:tags r:id="rId49"/>
              </p:custDataLst>
            </p:nvPr>
          </p:nvSpPr>
          <p:spPr>
            <a:xfrm>
              <a:off x="5323840" y="-597163"/>
              <a:ext cx="47640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历史数据重放可造成虚假信息注入、控制指令重发等实际危害</a:t>
              </a:r>
              <a:endParaRPr lang="en-US" sz="1920"/>
            </a:p>
          </p:txBody>
        </p:sp>
      </p:grpSp>
      <p:sp>
        <p:nvSpPr>
          <p:cNvPr id="32" name="Text 12"/>
          <p:cNvSpPr/>
          <p:nvPr>
            <p:custDataLst>
              <p:tags r:id="rId5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物联网安全测评中的常见误区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" presetClass="entr" presetSubtype="8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7" name="组合 56"/>
          <p:cNvGrpSpPr/>
          <p:nvPr>
            <p:custDataLst>
              <p:tags r:id="rId7"/>
            </p:custDataLst>
          </p:nvPr>
        </p:nvGrpSpPr>
        <p:grpSpPr>
          <a:xfrm>
            <a:off x="609600" y="5677535"/>
            <a:ext cx="10972800" cy="555625"/>
            <a:chOff x="-635000" y="-635000"/>
            <a:chExt cx="10972800" cy="990600"/>
          </a:xfrm>
        </p:grpSpPr>
        <p:pic>
          <p:nvPicPr>
            <p:cNvPr id="5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990600"/>
            </a:xfrm>
            <a:prstGeom prst="rect">
              <a:avLst/>
            </a:prstGeom>
          </p:spPr>
        </p:pic>
        <p:sp>
          <p:nvSpPr>
            <p:cNvPr id="59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246753" y="-391160"/>
              <a:ext cx="10266410" cy="54567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</a:rPr>
                <a:t>一句话： 物联网安全测评，守护的不仅是数据，更是人身安全和社会稳定。</a:t>
              </a:r>
              <a:endParaRPr lang="en-US" sz="2400"/>
            </a:p>
          </p:txBody>
        </p:sp>
      </p:grpSp>
      <p:grpSp>
        <p:nvGrpSpPr>
          <p:cNvPr id="39" name="组合 38"/>
          <p:cNvGrpSpPr/>
          <p:nvPr>
            <p:custDataLst>
              <p:tags r:id="rId12"/>
            </p:custDataLst>
          </p:nvPr>
        </p:nvGrpSpPr>
        <p:grpSpPr>
          <a:xfrm>
            <a:off x="609600" y="1371600"/>
            <a:ext cx="3505200" cy="3761740"/>
            <a:chOff x="-635000" y="-635000"/>
            <a:chExt cx="3505200" cy="3761740"/>
          </a:xfrm>
        </p:grpSpPr>
        <p:pic>
          <p:nvPicPr>
            <p:cNvPr id="40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505200" cy="37617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1" name="Image 5" descr="TEMP_Z_ORDER_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75920" y="-375920"/>
              <a:ext cx="1173480" cy="624840"/>
            </a:xfrm>
            <a:prstGeom prst="rect">
              <a:avLst/>
            </a:prstGeom>
          </p:spPr>
        </p:pic>
        <p:sp>
          <p:nvSpPr>
            <p:cNvPr id="42" name="Text 1" descr="TEMP_Z_ORDER_7"/>
            <p:cNvSpPr/>
            <p:nvPr>
              <p:custDataLst>
                <p:tags r:id="rId19"/>
              </p:custDataLst>
            </p:nvPr>
          </p:nvSpPr>
          <p:spPr>
            <a:xfrm>
              <a:off x="-132080" y="-254000"/>
              <a:ext cx="67662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安全</a:t>
              </a:r>
              <a:endParaRPr lang="en-US" sz="2640"/>
            </a:p>
          </p:txBody>
        </p:sp>
        <p:sp>
          <p:nvSpPr>
            <p:cNvPr id="43" name="Text 2" descr="TEMP_Z_ORDER_8"/>
            <p:cNvSpPr/>
            <p:nvPr>
              <p:custDataLst>
                <p:tags r:id="rId20"/>
              </p:custDataLst>
            </p:nvPr>
          </p:nvSpPr>
          <p:spPr>
            <a:xfrm>
              <a:off x="-375920" y="43180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44" name="Text 3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-71120" y="438227"/>
              <a:ext cx="2691384" cy="1000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智能医疗设备（心脏起搏器、胰岛素泵）被攻击 → 危及生命</a:t>
              </a:r>
              <a:endParaRPr lang="en-US" sz="1920"/>
            </a:p>
          </p:txBody>
        </p:sp>
        <p:sp>
          <p:nvSpPr>
            <p:cNvPr id="45" name="Text 4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375920" y="155956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46" name="Text 5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71120" y="1566597"/>
              <a:ext cx="26913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智能网联汽车被远程控制 → 交通事故</a:t>
              </a:r>
              <a:endParaRPr lang="en-US" sz="1920"/>
            </a:p>
          </p:txBody>
        </p:sp>
        <p:sp>
          <p:nvSpPr>
            <p:cNvPr id="47" name="Text 6" descr="TEMP_Z_ORDER_12"/>
            <p:cNvSpPr/>
            <p:nvPr>
              <p:custDataLst>
                <p:tags r:id="rId24"/>
              </p:custDataLst>
            </p:nvPr>
          </p:nvSpPr>
          <p:spPr>
            <a:xfrm>
              <a:off x="-375920" y="235204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48" name="Text 7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-71120" y="2359078"/>
              <a:ext cx="26913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智能家居被入侵 → 隐私泄露、家庭安全</a:t>
              </a:r>
              <a:endParaRPr lang="en-US" sz="1920"/>
            </a:p>
          </p:txBody>
        </p:sp>
      </p:grpSp>
      <p:grpSp>
        <p:nvGrpSpPr>
          <p:cNvPr id="49" name="组合 48"/>
          <p:cNvGrpSpPr/>
          <p:nvPr>
            <p:custDataLst>
              <p:tags r:id="rId26"/>
            </p:custDataLst>
          </p:nvPr>
        </p:nvGrpSpPr>
        <p:grpSpPr>
          <a:xfrm>
            <a:off x="4343400" y="1371600"/>
            <a:ext cx="3505200" cy="3762375"/>
            <a:chOff x="-635000" y="-635000"/>
            <a:chExt cx="3505200" cy="3762375"/>
          </a:xfrm>
        </p:grpSpPr>
        <p:pic>
          <p:nvPicPr>
            <p:cNvPr id="50" name="Image 6" descr="TEMP_Z_ORDER_1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505200" cy="376237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1" name="Image 7" descr="TEMP_Z_ORDER_1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75920" y="-375920"/>
              <a:ext cx="1173480" cy="624840"/>
            </a:xfrm>
            <a:prstGeom prst="rect">
              <a:avLst/>
            </a:prstGeom>
          </p:spPr>
        </p:pic>
        <p:sp>
          <p:nvSpPr>
            <p:cNvPr id="52" name="Text 8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-132080" y="-254000"/>
              <a:ext cx="67662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责任</a:t>
              </a:r>
              <a:endParaRPr lang="en-US" sz="2640"/>
            </a:p>
          </p:txBody>
        </p:sp>
        <p:sp>
          <p:nvSpPr>
            <p:cNvPr id="53" name="Text 9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-375920" y="43180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54" name="Text 10" descr="TEMP_Z_ORDER_18"/>
            <p:cNvSpPr/>
            <p:nvPr>
              <p:custDataLst>
                <p:tags r:id="rId31"/>
              </p:custDataLst>
            </p:nvPr>
          </p:nvSpPr>
          <p:spPr>
            <a:xfrm>
              <a:off x="-55880" y="438227"/>
              <a:ext cx="2691384" cy="1000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测评工程师不仅要检查技术配置，更要意识到其背后的社会影响</a:t>
              </a:r>
              <a:endParaRPr lang="en-US" sz="1920"/>
            </a:p>
          </p:txBody>
        </p:sp>
        <p:sp>
          <p:nvSpPr>
            <p:cNvPr id="55" name="Text 11" descr="TEMP_Z_ORDER_19"/>
            <p:cNvSpPr/>
            <p:nvPr>
              <p:custDataLst>
                <p:tags r:id="rId32"/>
              </p:custDataLst>
            </p:nvPr>
          </p:nvSpPr>
          <p:spPr>
            <a:xfrm>
              <a:off x="-375920" y="155956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56" name="Text 12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-55880" y="1566597"/>
              <a:ext cx="26913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一个默认密码，可能成为僵尸网络的“敲门砖”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34"/>
            </p:custDataLst>
          </p:nvPr>
        </p:nvGrpSpPr>
        <p:grpSpPr>
          <a:xfrm>
            <a:off x="8092440" y="1371600"/>
            <a:ext cx="3505200" cy="3761740"/>
            <a:chOff x="-635000" y="-635000"/>
            <a:chExt cx="3505200" cy="3761740"/>
          </a:xfrm>
        </p:grpSpPr>
        <p:pic>
          <p:nvPicPr>
            <p:cNvPr id="32" name="Image 8" descr="TEMP_Z_ORDER_21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505200" cy="37617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3" name="Image 9" descr="TEMP_Z_ORDER_2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75921" y="-375920"/>
              <a:ext cx="1173480" cy="624840"/>
            </a:xfrm>
            <a:prstGeom prst="rect">
              <a:avLst/>
            </a:prstGeom>
          </p:spPr>
        </p:pic>
        <p:sp>
          <p:nvSpPr>
            <p:cNvPr id="34" name="Text 13" descr="TEMP_Z_ORDER_23"/>
            <p:cNvSpPr/>
            <p:nvPr>
              <p:custDataLst>
                <p:tags r:id="rId37"/>
              </p:custDataLst>
            </p:nvPr>
          </p:nvSpPr>
          <p:spPr>
            <a:xfrm>
              <a:off x="-132080" y="-254000"/>
              <a:ext cx="67662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合规</a:t>
              </a:r>
              <a:endParaRPr lang="en-US" sz="2640"/>
            </a:p>
          </p:txBody>
        </p:sp>
        <p:sp>
          <p:nvSpPr>
            <p:cNvPr id="35" name="Text 14" descr="TEMP_Z_ORDER_24"/>
            <p:cNvSpPr/>
            <p:nvPr>
              <p:custDataLst>
                <p:tags r:id="rId38"/>
              </p:custDataLst>
            </p:nvPr>
          </p:nvSpPr>
          <p:spPr>
            <a:xfrm>
              <a:off x="-375920" y="43180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36" name="Text 15" descr="TEMP_Z_ORDER_25"/>
            <p:cNvSpPr/>
            <p:nvPr>
              <p:custDataLst>
                <p:tags r:id="rId39"/>
              </p:custDataLst>
            </p:nvPr>
          </p:nvSpPr>
          <p:spPr>
            <a:xfrm>
              <a:off x="-71121" y="438227"/>
              <a:ext cx="2691384" cy="1000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等保2.0物联网扩展要求是国家对物联网安全的强制规范</a:t>
              </a:r>
              <a:endParaRPr lang="en-US" sz="1920"/>
            </a:p>
          </p:txBody>
        </p:sp>
        <p:sp>
          <p:nvSpPr>
            <p:cNvPr id="37" name="Text 16" descr="TEMP_Z_ORDER_26"/>
            <p:cNvSpPr/>
            <p:nvPr>
              <p:custDataLst>
                <p:tags r:id="rId40"/>
              </p:custDataLst>
            </p:nvPr>
          </p:nvSpPr>
          <p:spPr>
            <a:xfrm>
              <a:off x="-375920" y="155956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</a:rPr>
                <a:t>●</a:t>
              </a:r>
              <a:endParaRPr lang="en-US" sz="1680"/>
            </a:p>
          </p:txBody>
        </p:sp>
        <p:sp>
          <p:nvSpPr>
            <p:cNvPr id="38" name="Text 17" descr="TEMP_Z_ORDER_27"/>
            <p:cNvSpPr/>
            <p:nvPr>
              <p:custDataLst>
                <p:tags r:id="rId41"/>
              </p:custDataLst>
            </p:nvPr>
          </p:nvSpPr>
          <p:spPr>
            <a:xfrm>
              <a:off x="-71121" y="1566597"/>
              <a:ext cx="26913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合规测评是保障物联网健康发展的制度保障</a:t>
              </a:r>
              <a:endParaRPr lang="en-US" sz="1920"/>
            </a:p>
          </p:txBody>
        </p:sp>
      </p:grpSp>
      <p:sp>
        <p:nvSpPr>
          <p:cNvPr id="30" name="Text 18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思政融入——物联网安全关乎人身安全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771842" y="1617339"/>
            <a:ext cx="10666735" cy="804672"/>
            <a:chOff x="-635000" y="-635000"/>
            <a:chExt cx="10666735" cy="804672"/>
          </a:xfrm>
        </p:grpSpPr>
        <p:sp>
          <p:nvSpPr>
            <p:cNvPr id="7" name="Text 0" descr="TEMP_Z_ORDER_0"/>
            <p:cNvSpPr/>
            <p:nvPr>
              <p:custDataLst>
                <p:tags r:id="rId2"/>
              </p:custDataLst>
            </p:nvPr>
          </p:nvSpPr>
          <p:spPr>
            <a:xfrm>
              <a:off x="1650673" y="-535034"/>
              <a:ext cx="6095390" cy="70470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5280">
                  <a:solidFill>
                    <a:srgbClr val="FFFFFF"/>
                  </a:solidFill>
                </a:rPr>
                <a:t>课程总结与课后作业</a:t>
              </a:r>
              <a:endParaRPr lang="en-US" sz="5280"/>
            </a:p>
          </p:txBody>
        </p:sp>
      </p:grpSp>
      <p:pic>
        <p:nvPicPr>
          <p:cNvPr id="3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</a:rPr>
              <a:t>从案例引入到核心概念解析</a:t>
            </a:r>
            <a:endParaRPr lang="en-US" sz="2160"/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4673282" y="897806"/>
            <a:ext cx="2863855" cy="493776"/>
            <a:chOff x="-635000" y="-635000"/>
            <a:chExt cx="2863855" cy="493776"/>
          </a:xfrm>
        </p:grpSpPr>
        <p:sp>
          <p:nvSpPr>
            <p:cNvPr id="9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863855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</a:rPr>
                <a:t>Part.06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3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ba79d5a25582702cd214633c7cd102f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42360" y="1371600"/>
            <a:ext cx="792480" cy="4267200"/>
          </a:xfrm>
          <a:prstGeom prst="rect">
            <a:avLst/>
          </a:prstGeom>
        </p:spPr>
      </p:pic>
      <p:grpSp>
        <p:nvGrpSpPr>
          <p:cNvPr id="81" name="组合 80"/>
          <p:cNvGrpSpPr/>
          <p:nvPr>
            <p:custDataLst>
              <p:tags r:id="rId9"/>
            </p:custDataLst>
          </p:nvPr>
        </p:nvGrpSpPr>
        <p:grpSpPr>
          <a:xfrm>
            <a:off x="609600" y="2529840"/>
            <a:ext cx="3048000" cy="1950720"/>
            <a:chOff x="-635000" y="-635000"/>
            <a:chExt cx="3048000" cy="1950720"/>
          </a:xfrm>
        </p:grpSpPr>
        <p:pic>
          <p:nvPicPr>
            <p:cNvPr id="82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048000" cy="19507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83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60680" y="-351483"/>
              <a:ext cx="2508504" cy="8960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物联网安全配置核查</a:t>
              </a:r>
              <a:endParaRPr lang="en-US" sz="2400"/>
            </a:p>
          </p:txBody>
        </p:sp>
        <p:sp>
          <p:nvSpPr>
            <p:cNvPr id="84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407353" y="6756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核心结构</a:t>
              </a:r>
              <a:endParaRPr lang="en-US" sz="1920"/>
            </a:p>
          </p:txBody>
        </p:sp>
      </p:grpSp>
      <p:grpSp>
        <p:nvGrpSpPr>
          <p:cNvPr id="56" name="组合 55"/>
          <p:cNvGrpSpPr/>
          <p:nvPr>
            <p:custDataLst>
              <p:tags r:id="rId15"/>
            </p:custDataLst>
          </p:nvPr>
        </p:nvGrpSpPr>
        <p:grpSpPr>
          <a:xfrm>
            <a:off x="7284720" y="1478280"/>
            <a:ext cx="4306824" cy="672941"/>
            <a:chOff x="-635000" y="-635000"/>
            <a:chExt cx="4306824" cy="672941"/>
          </a:xfrm>
        </p:grpSpPr>
        <p:sp>
          <p:nvSpPr>
            <p:cNvPr id="57" name="Text 2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4306824" cy="6231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安全通用要求 + 物联网安全扩展要求</a:t>
              </a:r>
              <a:r>
                <a:rPr lang="en-US" sz="168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(感知节点 + 网关节点)</a:t>
              </a:r>
              <a:endParaRPr lang="en-US" sz="1920"/>
            </a:p>
          </p:txBody>
        </p:sp>
      </p:grpSp>
      <p:grpSp>
        <p:nvGrpSpPr>
          <p:cNvPr id="63" name="组合 62"/>
          <p:cNvGrpSpPr/>
          <p:nvPr>
            <p:custDataLst>
              <p:tags r:id="rId17"/>
            </p:custDataLst>
          </p:nvPr>
        </p:nvGrpSpPr>
        <p:grpSpPr>
          <a:xfrm>
            <a:off x="7284720" y="2758440"/>
            <a:ext cx="4184904" cy="1844040"/>
            <a:chOff x="-635000" y="-635000"/>
            <a:chExt cx="4184904" cy="1844040"/>
          </a:xfrm>
        </p:grpSpPr>
        <p:sp>
          <p:nvSpPr>
            <p:cNvPr id="64" name="Text 3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635000" y="-604520"/>
              <a:ext cx="23248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1.</a:t>
              </a:r>
              <a:endParaRPr lang="en-US" sz="1680"/>
            </a:p>
          </p:txBody>
        </p:sp>
        <p:sp>
          <p:nvSpPr>
            <p:cNvPr id="65" name="Text 4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-375919" y="-635000"/>
              <a:ext cx="1716024" cy="4934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感知节点物理防护</a:t>
              </a:r>
              <a:r>
                <a:rPr lang="en-US" sz="144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(防破坏/环境/电力)</a:t>
              </a:r>
              <a:endParaRPr lang="en-US" sz="1680"/>
            </a:p>
          </p:txBody>
        </p:sp>
        <p:sp>
          <p:nvSpPr>
            <p:cNvPr id="66" name="Text 5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1574800" y="-604520"/>
              <a:ext cx="23248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4.</a:t>
              </a:r>
              <a:endParaRPr lang="en-US" sz="1680"/>
            </a:p>
          </p:txBody>
        </p:sp>
        <p:sp>
          <p:nvSpPr>
            <p:cNvPr id="67" name="Text 6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1833881" y="-635000"/>
              <a:ext cx="1716024" cy="4934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感知节点设备安全</a:t>
              </a:r>
              <a:r>
                <a:rPr lang="en-US" sz="144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(授权配置/身份标识)</a:t>
              </a:r>
              <a:endParaRPr lang="en-US" sz="1680"/>
            </a:p>
          </p:txBody>
        </p:sp>
        <p:sp>
          <p:nvSpPr>
            <p:cNvPr id="68" name="Text 7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635000" y="50800"/>
              <a:ext cx="23248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2.</a:t>
              </a:r>
              <a:endParaRPr lang="en-US" sz="1680"/>
            </a:p>
          </p:txBody>
        </p:sp>
        <p:sp>
          <p:nvSpPr>
            <p:cNvPr id="69" name="Text 8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375919" y="20320"/>
              <a:ext cx="1243584" cy="4934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接入控制</a:t>
              </a:r>
              <a:r>
                <a:rPr lang="en-US" sz="144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(授权节点接入)</a:t>
              </a:r>
              <a:endParaRPr lang="en-US" sz="1680"/>
            </a:p>
          </p:txBody>
        </p:sp>
        <p:sp>
          <p:nvSpPr>
            <p:cNvPr id="70" name="Text 9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1574800" y="50800"/>
              <a:ext cx="23248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5.</a:t>
              </a:r>
              <a:endParaRPr lang="en-US" sz="1680"/>
            </a:p>
          </p:txBody>
        </p:sp>
        <p:sp>
          <p:nvSpPr>
            <p:cNvPr id="71" name="Text 10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1833881" y="20320"/>
              <a:ext cx="1716024" cy="4934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网关节点设备安全</a:t>
              </a:r>
              <a:r>
                <a:rPr lang="en-US" sz="144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(鉴别/过滤/更新)</a:t>
              </a:r>
              <a:endParaRPr lang="en-US" sz="1680"/>
            </a:p>
          </p:txBody>
        </p:sp>
        <p:sp>
          <p:nvSpPr>
            <p:cNvPr id="72" name="Text 11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-635000" y="706120"/>
              <a:ext cx="23248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3.</a:t>
              </a:r>
              <a:endParaRPr lang="en-US" sz="1680"/>
            </a:p>
          </p:txBody>
        </p:sp>
        <p:sp>
          <p:nvSpPr>
            <p:cNvPr id="73" name="Text 12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375919" y="675640"/>
              <a:ext cx="1243584" cy="4934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入侵防范</a:t>
              </a:r>
              <a:r>
                <a:rPr lang="en-US" sz="144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(限制目标地址)</a:t>
              </a:r>
              <a:endParaRPr lang="en-US" sz="1680"/>
            </a:p>
          </p:txBody>
        </p:sp>
        <p:sp>
          <p:nvSpPr>
            <p:cNvPr id="74" name="Text 13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1574800" y="706120"/>
              <a:ext cx="23248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6.</a:t>
              </a:r>
              <a:endParaRPr lang="en-US" sz="1680"/>
            </a:p>
          </p:txBody>
        </p:sp>
        <p:sp>
          <p:nvSpPr>
            <p:cNvPr id="75" name="Text 14" descr="TEMP_Z_ORDER_19"/>
            <p:cNvSpPr/>
            <p:nvPr>
              <p:custDataLst>
                <p:tags r:id="rId29"/>
              </p:custDataLst>
            </p:nvPr>
          </p:nvSpPr>
          <p:spPr>
            <a:xfrm>
              <a:off x="1833881" y="675640"/>
              <a:ext cx="1304544" cy="4934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抗数据重放</a:t>
              </a:r>
              <a:r>
                <a:rPr lang="en-US" sz="144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(新鲜性/完整性)</a:t>
              </a:r>
              <a:endParaRPr lang="en-US" sz="1680"/>
            </a:p>
          </p:txBody>
        </p:sp>
      </p:grpSp>
      <p:grpSp>
        <p:nvGrpSpPr>
          <p:cNvPr id="41" name="组合 40"/>
          <p:cNvGrpSpPr/>
          <p:nvPr>
            <p:custDataLst>
              <p:tags r:id="rId30"/>
            </p:custDataLst>
          </p:nvPr>
        </p:nvGrpSpPr>
        <p:grpSpPr>
          <a:xfrm>
            <a:off x="7284720" y="5074920"/>
            <a:ext cx="4322064" cy="640080"/>
            <a:chOff x="-635000" y="-635000"/>
            <a:chExt cx="4322064" cy="640080"/>
          </a:xfrm>
        </p:grpSpPr>
        <p:sp>
          <p:nvSpPr>
            <p:cNvPr id="42" name="Text 15" descr="TEMP_Z_ORDER_20"/>
            <p:cNvSpPr/>
            <p:nvPr>
              <p:custDataLst>
                <p:tags r:id="rId31"/>
              </p:custDataLst>
            </p:nvPr>
          </p:nvSpPr>
          <p:spPr>
            <a:xfrm>
              <a:off x="-635000" y="-628562"/>
              <a:ext cx="57302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收集资料</a:t>
              </a:r>
              <a:endParaRPr lang="en-US" sz="1680"/>
            </a:p>
          </p:txBody>
        </p:sp>
        <p:sp>
          <p:nvSpPr>
            <p:cNvPr id="43" name="Text 16" descr="TEMP_Z_ORDER_21"/>
            <p:cNvSpPr/>
            <p:nvPr>
              <p:custDataLst>
                <p:tags r:id="rId32"/>
              </p:custDataLst>
            </p:nvPr>
          </p:nvSpPr>
          <p:spPr>
            <a:xfrm>
              <a:off x="-10160" y="-482600"/>
              <a:ext cx="181181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5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→</a:t>
              </a:r>
              <a:endParaRPr lang="en-US" sz="1680"/>
            </a:p>
          </p:txBody>
        </p:sp>
        <p:sp>
          <p:nvSpPr>
            <p:cNvPr id="44" name="Text 17" descr="TEMP_Z_ORDER_22"/>
            <p:cNvSpPr/>
            <p:nvPr>
              <p:custDataLst>
                <p:tags r:id="rId33"/>
              </p:custDataLst>
            </p:nvPr>
          </p:nvSpPr>
          <p:spPr>
            <a:xfrm>
              <a:off x="264161" y="-628562"/>
              <a:ext cx="57302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现场检查</a:t>
              </a:r>
              <a:endParaRPr lang="en-US" sz="1680"/>
            </a:p>
          </p:txBody>
        </p:sp>
        <p:sp>
          <p:nvSpPr>
            <p:cNvPr id="45" name="Text 18" descr="TEMP_Z_ORDER_23"/>
            <p:cNvSpPr/>
            <p:nvPr>
              <p:custDataLst>
                <p:tags r:id="rId34"/>
              </p:custDataLst>
            </p:nvPr>
          </p:nvSpPr>
          <p:spPr>
            <a:xfrm>
              <a:off x="889000" y="-482600"/>
              <a:ext cx="181181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5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→</a:t>
              </a:r>
              <a:endParaRPr lang="en-US" sz="1680"/>
            </a:p>
          </p:txBody>
        </p:sp>
        <p:sp>
          <p:nvSpPr>
            <p:cNvPr id="46" name="Text 19" descr="TEMP_Z_ORDER_24"/>
            <p:cNvSpPr/>
            <p:nvPr>
              <p:custDataLst>
                <p:tags r:id="rId35"/>
              </p:custDataLst>
            </p:nvPr>
          </p:nvSpPr>
          <p:spPr>
            <a:xfrm>
              <a:off x="1163320" y="-628562"/>
              <a:ext cx="57302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登录核查</a:t>
              </a:r>
              <a:endParaRPr lang="en-US" sz="1680"/>
            </a:p>
          </p:txBody>
        </p:sp>
        <p:sp>
          <p:nvSpPr>
            <p:cNvPr id="47" name="Text 20" descr="TEMP_Z_ORDER_25"/>
            <p:cNvSpPr/>
            <p:nvPr>
              <p:custDataLst>
                <p:tags r:id="rId36"/>
              </p:custDataLst>
            </p:nvPr>
          </p:nvSpPr>
          <p:spPr>
            <a:xfrm>
              <a:off x="1788161" y="-482600"/>
              <a:ext cx="181181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5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→</a:t>
              </a:r>
              <a:endParaRPr lang="en-US" sz="1680"/>
            </a:p>
          </p:txBody>
        </p:sp>
        <p:sp>
          <p:nvSpPr>
            <p:cNvPr id="48" name="Text 21" descr="TEMP_Z_ORDER_26"/>
            <p:cNvSpPr/>
            <p:nvPr>
              <p:custDataLst>
                <p:tags r:id="rId37"/>
              </p:custDataLst>
            </p:nvPr>
          </p:nvSpPr>
          <p:spPr>
            <a:xfrm>
              <a:off x="2062480" y="-628562"/>
              <a:ext cx="57302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功能测试</a:t>
              </a:r>
              <a:endParaRPr lang="en-US" sz="1680"/>
            </a:p>
          </p:txBody>
        </p:sp>
        <p:sp>
          <p:nvSpPr>
            <p:cNvPr id="49" name="Text 22" descr="TEMP_Z_ORDER_27"/>
            <p:cNvSpPr/>
            <p:nvPr>
              <p:custDataLst>
                <p:tags r:id="rId38"/>
              </p:custDataLst>
            </p:nvPr>
          </p:nvSpPr>
          <p:spPr>
            <a:xfrm>
              <a:off x="2687320" y="-482600"/>
              <a:ext cx="181181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>
                      <a:alpha val="5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→</a:t>
              </a:r>
              <a:endParaRPr lang="en-US" sz="1680"/>
            </a:p>
          </p:txBody>
        </p:sp>
        <p:sp>
          <p:nvSpPr>
            <p:cNvPr id="50" name="Text 23" descr="TEMP_Z_ORDER_28"/>
            <p:cNvSpPr/>
            <p:nvPr>
              <p:custDataLst>
                <p:tags r:id="rId39"/>
              </p:custDataLst>
            </p:nvPr>
          </p:nvSpPr>
          <p:spPr>
            <a:xfrm>
              <a:off x="2961640" y="-628562"/>
              <a:ext cx="72542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填写记录表</a:t>
              </a:r>
              <a:endParaRPr lang="en-US" sz="1680"/>
            </a:p>
          </p:txBody>
        </p:sp>
      </p:grpSp>
      <p:grpSp>
        <p:nvGrpSpPr>
          <p:cNvPr id="58" name="组合 57"/>
          <p:cNvGrpSpPr/>
          <p:nvPr>
            <p:custDataLst>
              <p:tags r:id="rId40"/>
            </p:custDataLst>
          </p:nvPr>
        </p:nvGrpSpPr>
        <p:grpSpPr>
          <a:xfrm>
            <a:off x="6842760" y="1676400"/>
            <a:ext cx="335280" cy="304800"/>
            <a:chOff x="-635000" y="-635000"/>
            <a:chExt cx="335280" cy="304800"/>
          </a:xfrm>
        </p:grpSpPr>
        <p:pic>
          <p:nvPicPr>
            <p:cNvPr id="59" name="Image 5" descr="TEMP_Z_ORDER_29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-635000" y="-635000"/>
              <a:ext cx="335280" cy="304800"/>
            </a:xfrm>
            <a:prstGeom prst="rect">
              <a:avLst/>
            </a:prstGeom>
          </p:spPr>
        </p:pic>
      </p:grpSp>
      <p:grpSp>
        <p:nvGrpSpPr>
          <p:cNvPr id="76" name="组合 75"/>
          <p:cNvGrpSpPr/>
          <p:nvPr>
            <p:custDataLst>
              <p:tags r:id="rId43"/>
            </p:custDataLst>
          </p:nvPr>
        </p:nvGrpSpPr>
        <p:grpSpPr>
          <a:xfrm>
            <a:off x="6842760" y="3566160"/>
            <a:ext cx="335280" cy="304800"/>
            <a:chOff x="-635000" y="-635000"/>
            <a:chExt cx="335280" cy="304800"/>
          </a:xfrm>
        </p:grpSpPr>
        <p:pic>
          <p:nvPicPr>
            <p:cNvPr id="77" name="Image 6" descr="TEMP_Z_ORDER_3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-635000" y="-635000"/>
              <a:ext cx="335280" cy="304800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6842760" y="5242560"/>
            <a:ext cx="335280" cy="304800"/>
            <a:chOff x="-635000" y="-635000"/>
            <a:chExt cx="335280" cy="304800"/>
          </a:xfrm>
        </p:grpSpPr>
        <p:pic>
          <p:nvPicPr>
            <p:cNvPr id="52" name="Image 7" descr="TEMP_Z_ORDER_3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-635000" y="-635000"/>
              <a:ext cx="335280" cy="304800"/>
            </a:xfrm>
            <a:prstGeom prst="rect">
              <a:avLst/>
            </a:prstGeom>
          </p:spPr>
        </p:pic>
      </p:grpSp>
      <p:grpSp>
        <p:nvGrpSpPr>
          <p:cNvPr id="60" name="组合 59"/>
          <p:cNvGrpSpPr/>
          <p:nvPr>
            <p:custDataLst>
              <p:tags r:id="rId47"/>
            </p:custDataLst>
          </p:nvPr>
        </p:nvGrpSpPr>
        <p:grpSpPr>
          <a:xfrm>
            <a:off x="4419600" y="1280160"/>
            <a:ext cx="2438400" cy="1097280"/>
            <a:chOff x="-635000" y="-635000"/>
            <a:chExt cx="2438400" cy="1097280"/>
          </a:xfrm>
        </p:grpSpPr>
        <p:pic>
          <p:nvPicPr>
            <p:cNvPr id="61" name="Image 8" descr="TEMP_Z_ORDER_32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-635000" y="-635000"/>
              <a:ext cx="2438400" cy="1097280"/>
            </a:xfrm>
            <a:prstGeom prst="rect">
              <a:avLst/>
            </a:prstGeom>
          </p:spPr>
        </p:pic>
        <p:sp>
          <p:nvSpPr>
            <p:cNvPr id="62" name="Text 24" descr="TEMP_Z_ORDER_33"/>
            <p:cNvSpPr/>
            <p:nvPr>
              <p:custDataLst>
                <p:tags r:id="rId50"/>
              </p:custDataLst>
            </p:nvPr>
          </p:nvSpPr>
          <p:spPr>
            <a:xfrm>
              <a:off x="-375920" y="-489562"/>
              <a:ext cx="192938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一、等保中的位置</a:t>
              </a:r>
              <a:endParaRPr lang="en-US" sz="2160"/>
            </a:p>
          </p:txBody>
        </p:sp>
      </p:grpSp>
      <p:grpSp>
        <p:nvGrpSpPr>
          <p:cNvPr id="78" name="组合 77"/>
          <p:cNvGrpSpPr/>
          <p:nvPr>
            <p:custDataLst>
              <p:tags r:id="rId51"/>
            </p:custDataLst>
          </p:nvPr>
        </p:nvGrpSpPr>
        <p:grpSpPr>
          <a:xfrm>
            <a:off x="4419600" y="3169920"/>
            <a:ext cx="2438400" cy="1097280"/>
            <a:chOff x="-635000" y="-635000"/>
            <a:chExt cx="2438400" cy="1097280"/>
          </a:xfrm>
        </p:grpSpPr>
        <p:pic>
          <p:nvPicPr>
            <p:cNvPr id="79" name="Image 9" descr="TEMP_Z_ORDER_34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-635000" y="-635000"/>
              <a:ext cx="2438400" cy="1097280"/>
            </a:xfrm>
            <a:prstGeom prst="rect">
              <a:avLst/>
            </a:prstGeom>
          </p:spPr>
        </p:pic>
        <p:sp>
          <p:nvSpPr>
            <p:cNvPr id="80" name="Text 25" descr="TEMP_Z_ORDER_35"/>
            <p:cNvSpPr/>
            <p:nvPr>
              <p:custDataLst>
                <p:tags r:id="rId53"/>
              </p:custDataLst>
            </p:nvPr>
          </p:nvSpPr>
          <p:spPr>
            <a:xfrm>
              <a:off x="-375920" y="-489563"/>
              <a:ext cx="192938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二、六个测评维度</a:t>
              </a:r>
              <a:endParaRPr lang="en-US" sz="2160"/>
            </a:p>
          </p:txBody>
        </p:sp>
      </p:grpSp>
      <p:grpSp>
        <p:nvGrpSpPr>
          <p:cNvPr id="53" name="组合 52"/>
          <p:cNvGrpSpPr/>
          <p:nvPr>
            <p:custDataLst>
              <p:tags r:id="rId54"/>
            </p:custDataLst>
          </p:nvPr>
        </p:nvGrpSpPr>
        <p:grpSpPr>
          <a:xfrm>
            <a:off x="4419600" y="5044440"/>
            <a:ext cx="2438400" cy="685800"/>
            <a:chOff x="-635000" y="-635000"/>
            <a:chExt cx="2438400" cy="685800"/>
          </a:xfrm>
        </p:grpSpPr>
        <p:pic>
          <p:nvPicPr>
            <p:cNvPr id="54" name="Image 10" descr="TEMP_Z_ORDER_36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6"/>
            <a:stretch>
              <a:fillRect/>
            </a:stretch>
          </p:blipFill>
          <p:spPr>
            <a:xfrm>
              <a:off x="-635000" y="-635000"/>
              <a:ext cx="2438400" cy="685800"/>
            </a:xfrm>
            <a:prstGeom prst="rect">
              <a:avLst/>
            </a:prstGeom>
          </p:spPr>
        </p:pic>
        <p:sp>
          <p:nvSpPr>
            <p:cNvPr id="55" name="Text 26" descr="TEMP_Z_ORDER_37"/>
            <p:cNvSpPr/>
            <p:nvPr>
              <p:custDataLst>
                <p:tags r:id="rId57"/>
              </p:custDataLst>
            </p:nvPr>
          </p:nvSpPr>
          <p:spPr>
            <a:xfrm>
              <a:off x="-382072" y="-497840"/>
              <a:ext cx="1941687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三、实践五步法</a:t>
              </a:r>
              <a:endParaRPr lang="en-US" sz="2160"/>
            </a:p>
          </p:txBody>
        </p:sp>
      </p:grpSp>
      <p:sp>
        <p:nvSpPr>
          <p:cNvPr id="40" name="Text 27"/>
          <p:cNvSpPr/>
          <p:nvPr>
            <p:custDataLst>
              <p:tags r:id="rId5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知识点回顾（5分钟）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4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2316480"/>
            <a:chOff x="-635000" y="-635000"/>
            <a:chExt cx="10972800" cy="2316480"/>
          </a:xfrm>
        </p:grpSpPr>
        <p:pic>
          <p:nvPicPr>
            <p:cNvPr id="2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3164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8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75920" y="-330200"/>
              <a:ext cx="365760" cy="365760"/>
            </a:xfrm>
            <a:prstGeom prst="rect">
              <a:avLst/>
            </a:prstGeom>
          </p:spPr>
        </p:pic>
        <p:pic>
          <p:nvPicPr>
            <p:cNvPr id="29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284480" y="-238760"/>
              <a:ext cx="182880" cy="182880"/>
            </a:xfrm>
            <a:prstGeom prst="rect">
              <a:avLst/>
            </a:prstGeom>
          </p:spPr>
        </p:pic>
        <p:sp>
          <p:nvSpPr>
            <p:cNvPr id="30" name="Text 0" descr="TEMP_Z_ORDER_6"/>
            <p:cNvSpPr/>
            <p:nvPr>
              <p:custDataLst>
                <p:tags r:id="rId17"/>
              </p:custDataLst>
            </p:nvPr>
          </p:nvSpPr>
          <p:spPr>
            <a:xfrm>
              <a:off x="111760" y="-37592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课后作业</a:t>
              </a:r>
              <a:endParaRPr lang="en-US" sz="2400"/>
            </a:p>
          </p:txBody>
        </p:sp>
        <p:pic>
          <p:nvPicPr>
            <p:cNvPr id="31" name="Image 6" descr="TEMP_Z_ORDER_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386080"/>
              <a:ext cx="91440" cy="91440"/>
            </a:xfrm>
            <a:prstGeom prst="rect">
              <a:avLst/>
            </a:prstGeom>
          </p:spPr>
        </p:pic>
        <p:sp>
          <p:nvSpPr>
            <p:cNvPr id="32" name="Text 1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162560" y="248920"/>
              <a:ext cx="642518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必做：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完成《物联网安全测评记录表》填写，提交至学习通</a:t>
              </a:r>
              <a:endParaRPr lang="en-US" sz="1920"/>
            </a:p>
          </p:txBody>
        </p:sp>
        <p:pic>
          <p:nvPicPr>
            <p:cNvPr id="33" name="Image 7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706120"/>
              <a:ext cx="91440" cy="91440"/>
            </a:xfrm>
            <a:prstGeom prst="rect">
              <a:avLst/>
            </a:prstGeom>
          </p:spPr>
        </p:pic>
        <p:sp>
          <p:nvSpPr>
            <p:cNvPr id="34" name="Text 2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162560" y="568960"/>
              <a:ext cx="4550664" cy="3276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必做：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完成活动7.3.2在线测试（共15题）</a:t>
              </a:r>
              <a:endParaRPr lang="en-US" sz="1920"/>
            </a:p>
          </p:txBody>
        </p:sp>
        <p:pic>
          <p:nvPicPr>
            <p:cNvPr id="35" name="Image 8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1026160"/>
              <a:ext cx="91440" cy="91440"/>
            </a:xfrm>
            <a:prstGeom prst="rect">
              <a:avLst/>
            </a:prstGeom>
          </p:spPr>
        </p:pic>
        <p:sp>
          <p:nvSpPr>
            <p:cNvPr id="36" name="Text 3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-162560" y="889000"/>
              <a:ext cx="6547104" cy="6641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选做：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调研常见物联网设备（如智能摄像头），分析安全风险</a:t>
              </a:r>
              <a:endParaRPr lang="en-US" sz="1920"/>
            </a:p>
          </p:txBody>
        </p:sp>
        <p:pic>
          <p:nvPicPr>
            <p:cNvPr id="37" name="Image 9" descr="TEMP_Z_ORDER_13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375920" y="1346200"/>
              <a:ext cx="91440" cy="76200"/>
            </a:xfrm>
            <a:prstGeom prst="rect">
              <a:avLst/>
            </a:prstGeom>
          </p:spPr>
        </p:pic>
        <p:sp>
          <p:nvSpPr>
            <p:cNvPr id="38" name="Text 4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-162560" y="1209040"/>
              <a:ext cx="4276344" cy="3276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预习：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预习7.4.1“工控系统架构认知”</a:t>
              </a:r>
              <a:endParaRPr lang="en-US" sz="1920"/>
            </a:p>
          </p:txBody>
        </p:sp>
      </p:grpSp>
      <p:grpSp>
        <p:nvGrpSpPr>
          <p:cNvPr id="39" name="组合 38"/>
          <p:cNvGrpSpPr/>
          <p:nvPr>
            <p:custDataLst>
              <p:tags r:id="rId29"/>
            </p:custDataLst>
          </p:nvPr>
        </p:nvGrpSpPr>
        <p:grpSpPr>
          <a:xfrm>
            <a:off x="609600" y="3931920"/>
            <a:ext cx="10972800" cy="2316480"/>
            <a:chOff x="-635000" y="-635000"/>
            <a:chExt cx="10972800" cy="2316480"/>
          </a:xfrm>
        </p:grpSpPr>
        <p:pic>
          <p:nvPicPr>
            <p:cNvPr id="40" name="Image 10" descr="TEMP_Z_ORDER_15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3164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1" name="Image 11" descr="TEMP_Z_ORDER_16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75920" y="-330200"/>
              <a:ext cx="365760" cy="365760"/>
            </a:xfrm>
            <a:prstGeom prst="rect">
              <a:avLst/>
            </a:prstGeom>
          </p:spPr>
        </p:pic>
        <p:pic>
          <p:nvPicPr>
            <p:cNvPr id="42" name="Image 12" descr="TEMP_Z_ORDER_17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84480" y="-238760"/>
              <a:ext cx="182880" cy="182880"/>
            </a:xfrm>
            <a:prstGeom prst="rect">
              <a:avLst/>
            </a:prstGeom>
          </p:spPr>
        </p:pic>
        <p:sp>
          <p:nvSpPr>
            <p:cNvPr id="43" name="Text 5" descr="TEMP_Z_ORDER_18"/>
            <p:cNvSpPr/>
            <p:nvPr>
              <p:custDataLst>
                <p:tags r:id="rId35"/>
              </p:custDataLst>
            </p:nvPr>
          </p:nvSpPr>
          <p:spPr>
            <a:xfrm>
              <a:off x="111760" y="-375920"/>
              <a:ext cx="5020167" cy="3043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2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下节课预告：7.4.1 工控系统架构认知</a:t>
              </a:r>
              <a:endParaRPr lang="en-US" sz="2280"/>
            </a:p>
          </p:txBody>
        </p:sp>
        <p:pic>
          <p:nvPicPr>
            <p:cNvPr id="44" name="Image 13" descr="TEMP_Z_ORDER_19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386080"/>
              <a:ext cx="91440" cy="91440"/>
            </a:xfrm>
            <a:prstGeom prst="rect">
              <a:avLst/>
            </a:prstGeom>
          </p:spPr>
        </p:pic>
        <p:sp>
          <p:nvSpPr>
            <p:cNvPr id="45" name="Text 6" descr="TEMP_Z_ORDER_20"/>
            <p:cNvSpPr/>
            <p:nvPr>
              <p:custDataLst>
                <p:tags r:id="rId37"/>
              </p:custDataLst>
            </p:nvPr>
          </p:nvSpPr>
          <p:spPr>
            <a:xfrm>
              <a:off x="-162560" y="248920"/>
              <a:ext cx="740054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预告内容：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工业控制系统五层架构、实时性要求、安全扩展要求概述</a:t>
              </a:r>
              <a:endParaRPr lang="en-US" sz="1920"/>
            </a:p>
          </p:txBody>
        </p:sp>
        <p:pic>
          <p:nvPicPr>
            <p:cNvPr id="46" name="Image 14" descr="TEMP_Z_ORDER_21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843280"/>
              <a:ext cx="91440" cy="91440"/>
            </a:xfrm>
            <a:prstGeom prst="rect">
              <a:avLst/>
            </a:prstGeom>
          </p:spPr>
        </p:pic>
        <p:sp>
          <p:nvSpPr>
            <p:cNvPr id="47" name="Text 7" descr="TEMP_Z_ORDER_22"/>
            <p:cNvSpPr/>
            <p:nvPr>
              <p:custDataLst>
                <p:tags r:id="rId39"/>
              </p:custDataLst>
            </p:nvPr>
          </p:nvSpPr>
          <p:spPr>
            <a:xfrm>
              <a:off x="-162560" y="706120"/>
              <a:ext cx="7644384" cy="3276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课前准备：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复习GB/T 22239扩展要求，了解常见设备（PLC、DCS等）</a:t>
              </a:r>
              <a:endParaRPr lang="en-US" sz="1920"/>
            </a:p>
          </p:txBody>
        </p:sp>
      </p:grpSp>
      <p:sp>
        <p:nvSpPr>
          <p:cNvPr id="25" name="Text 8"/>
          <p:cNvSpPr/>
          <p:nvPr>
            <p:custDataLst>
              <p:tags r:id="rId4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课后作业与下节课预告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56" y="0"/>
            <a:ext cx="12130088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ae5d910d903bb20f9ddb394ce918a53b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9" name="组合 48"/>
          <p:cNvGrpSpPr/>
          <p:nvPr>
            <p:custDataLst>
              <p:tags r:id="rId5"/>
            </p:custDataLst>
          </p:nvPr>
        </p:nvGrpSpPr>
        <p:grpSpPr>
          <a:xfrm>
            <a:off x="4191000" y="609600"/>
            <a:ext cx="3819144" cy="1005840"/>
            <a:chOff x="-635000" y="-635000"/>
            <a:chExt cx="3903128" cy="1005840"/>
          </a:xfrm>
        </p:grpSpPr>
        <p:sp>
          <p:nvSpPr>
            <p:cNvPr id="50" name="Text 0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635000" y="-635000"/>
              <a:ext cx="3903128" cy="54439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4080" b="1" kern="0" spc="272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课堂小结与答疑</a:t>
              </a:r>
              <a:endParaRPr lang="en-US" sz="4080"/>
            </a:p>
          </p:txBody>
        </p:sp>
        <p:pic>
          <p:nvPicPr>
            <p:cNvPr id="51" name="Image 2" descr="TEMP_Z_ORDER_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2800" y="325120"/>
              <a:ext cx="914400" cy="45720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>
            <p:custDataLst>
              <p:tags r:id="rId10"/>
            </p:custDataLst>
          </p:nvPr>
        </p:nvGrpSpPr>
        <p:grpSpPr>
          <a:xfrm>
            <a:off x="762000" y="2103120"/>
            <a:ext cx="5471160" cy="4297680"/>
            <a:chOff x="-635000" y="-635000"/>
            <a:chExt cx="5471160" cy="4297680"/>
          </a:xfrm>
        </p:grpSpPr>
        <p:pic>
          <p:nvPicPr>
            <p:cNvPr id="27" name="Image 3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471160" cy="4297680"/>
            </a:xfrm>
            <a:prstGeom prst="rect">
              <a:avLst/>
            </a:prstGeom>
            <a:effectLst>
              <a:outerShdw blurRad="304800" dist="60960" dir="5400000" algn="bl" rotWithShape="0">
                <a:srgbClr val="000000">
                  <a:alpha val="30000"/>
                </a:srgbClr>
              </a:outerShdw>
            </a:effectLst>
          </p:spPr>
        </p:pic>
        <p:pic>
          <p:nvPicPr>
            <p:cNvPr id="28" name="Image 4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14960" y="-269240"/>
              <a:ext cx="121920" cy="365760"/>
            </a:xfrm>
            <a:prstGeom prst="rect">
              <a:avLst/>
            </a:prstGeom>
          </p:spPr>
        </p:pic>
        <p:sp>
          <p:nvSpPr>
            <p:cNvPr id="29" name="Text 1" descr="TEMP_Z_ORDER_6"/>
            <p:cNvSpPr/>
            <p:nvPr>
              <p:custDataLst>
                <p:tags r:id="rId17"/>
              </p:custDataLst>
            </p:nvPr>
          </p:nvSpPr>
          <p:spPr>
            <a:xfrm>
              <a:off x="-10160" y="-314960"/>
              <a:ext cx="2154936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8CBFF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三个核心知识点</a:t>
              </a:r>
              <a:endParaRPr lang="en-US" sz="2400"/>
            </a:p>
          </p:txBody>
        </p:sp>
        <p:sp>
          <p:nvSpPr>
            <p:cNvPr id="30" name="Text 2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193040" y="386080"/>
              <a:ext cx="221266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4A90E2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31" name="Text 3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172720" y="398052"/>
              <a:ext cx="435254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物联网安全测评 = 安全通用要求 + 物联网安全扩展要求</a:t>
              </a:r>
              <a:endParaRPr lang="en-US" sz="1680"/>
            </a:p>
          </p:txBody>
        </p:sp>
        <p:sp>
          <p:nvSpPr>
            <p:cNvPr id="32" name="Text 4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-193040" y="1270000"/>
              <a:ext cx="221266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4A90E2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33" name="Text 5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172720" y="1283344"/>
              <a:ext cx="435254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六个测评维度（物理防护、接入控制、入侵防范、感知节点安全、网关节点安全、抗数据重放）</a:t>
              </a:r>
              <a:endParaRPr lang="en-US" sz="1680"/>
            </a:p>
          </p:txBody>
        </p:sp>
        <p:sp>
          <p:nvSpPr>
            <p:cNvPr id="34" name="Text 6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193040" y="2489200"/>
              <a:ext cx="221266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4A90E2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</a:t>
              </a:r>
              <a:endParaRPr lang="en-US" sz="1920"/>
            </a:p>
          </p:txBody>
        </p:sp>
        <p:sp>
          <p:nvSpPr>
            <p:cNvPr id="35" name="Text 7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172720" y="2489200"/>
              <a:ext cx="3652488" cy="3326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感知节点和网关节点是测评的核心对象</a:t>
              </a:r>
              <a:endParaRPr lang="en-US" sz="1680"/>
            </a:p>
          </p:txBody>
        </p:sp>
      </p:grpSp>
      <p:grpSp>
        <p:nvGrpSpPr>
          <p:cNvPr id="41" name="组合 40"/>
          <p:cNvGrpSpPr/>
          <p:nvPr>
            <p:custDataLst>
              <p:tags r:id="rId24"/>
            </p:custDataLst>
          </p:nvPr>
        </p:nvGrpSpPr>
        <p:grpSpPr>
          <a:xfrm>
            <a:off x="6598920" y="2103120"/>
            <a:ext cx="4831080" cy="2286000"/>
            <a:chOff x="-635000" y="-635000"/>
            <a:chExt cx="4831080" cy="2286000"/>
          </a:xfrm>
        </p:grpSpPr>
        <p:pic>
          <p:nvPicPr>
            <p:cNvPr id="42" name="Image 5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31080" cy="2286000"/>
            </a:xfrm>
            <a:prstGeom prst="rect">
              <a:avLst/>
            </a:prstGeom>
            <a:effectLst>
              <a:outerShdw blurRad="304800" dist="60960" dir="5400000" algn="bl" rotWithShape="0">
                <a:srgbClr val="000000">
                  <a:alpha val="30000"/>
                </a:srgbClr>
              </a:outerShdw>
            </a:effectLst>
          </p:spPr>
        </p:pic>
        <p:pic>
          <p:nvPicPr>
            <p:cNvPr id="43" name="Image 6" descr="TEMP_Z_ORDER_14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14960" y="-269240"/>
              <a:ext cx="121920" cy="365760"/>
            </a:xfrm>
            <a:prstGeom prst="rect">
              <a:avLst/>
            </a:prstGeom>
          </p:spPr>
        </p:pic>
        <p:sp>
          <p:nvSpPr>
            <p:cNvPr id="44" name="Text 8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-10160" y="-314960"/>
              <a:ext cx="1847088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8CBFF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两个关键技能</a:t>
              </a:r>
              <a:endParaRPr lang="en-US" sz="2400"/>
            </a:p>
          </p:txBody>
        </p:sp>
        <p:sp>
          <p:nvSpPr>
            <p:cNvPr id="45" name="Text 9" descr="TEMP_Z_ORDER_16"/>
            <p:cNvSpPr/>
            <p:nvPr>
              <p:custDataLst>
                <p:tags r:id="rId30"/>
              </p:custDataLst>
            </p:nvPr>
          </p:nvSpPr>
          <p:spPr>
            <a:xfrm>
              <a:off x="-193040" y="386080"/>
              <a:ext cx="221266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4A90E2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46" name="Text 10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172720" y="398052"/>
              <a:ext cx="371246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能依据GB/T 22239物联网扩展要求进行安全配置核查</a:t>
              </a:r>
              <a:endParaRPr lang="en-US" sz="1680"/>
            </a:p>
          </p:txBody>
        </p:sp>
        <p:sp>
          <p:nvSpPr>
            <p:cNvPr id="47" name="Text 11" descr="TEMP_Z_ORDER_18"/>
            <p:cNvSpPr/>
            <p:nvPr>
              <p:custDataLst>
                <p:tags r:id="rId32"/>
              </p:custDataLst>
            </p:nvPr>
          </p:nvSpPr>
          <p:spPr>
            <a:xfrm>
              <a:off x="-193039" y="1270000"/>
              <a:ext cx="221266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4A90E2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48" name="Text 12" descr="TEMP_Z_ORDER_19"/>
            <p:cNvSpPr/>
            <p:nvPr>
              <p:custDataLst>
                <p:tags r:id="rId33"/>
              </p:custDataLst>
            </p:nvPr>
          </p:nvSpPr>
          <p:spPr>
            <a:xfrm>
              <a:off x="172719" y="1270000"/>
              <a:ext cx="3652488" cy="3326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能规范填写《物联网安全测评记录表》</a:t>
              </a:r>
              <a:endParaRPr lang="en-US" sz="1680"/>
            </a:p>
          </p:txBody>
        </p:sp>
      </p:grpSp>
      <p:grpSp>
        <p:nvGrpSpPr>
          <p:cNvPr id="36" name="组合 35"/>
          <p:cNvGrpSpPr/>
          <p:nvPr>
            <p:custDataLst>
              <p:tags r:id="rId34"/>
            </p:custDataLst>
          </p:nvPr>
        </p:nvGrpSpPr>
        <p:grpSpPr>
          <a:xfrm>
            <a:off x="6598920" y="4751070"/>
            <a:ext cx="4831080" cy="1664970"/>
            <a:chOff x="-635000" y="-635000"/>
            <a:chExt cx="4831080" cy="1664970"/>
          </a:xfrm>
        </p:grpSpPr>
        <p:pic>
          <p:nvPicPr>
            <p:cNvPr id="37" name="Image 7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-635000" y="-631190"/>
              <a:ext cx="4831080" cy="1661160"/>
            </a:xfrm>
            <a:prstGeom prst="rect">
              <a:avLst/>
            </a:prstGeom>
          </p:spPr>
        </p:pic>
        <p:sp>
          <p:nvSpPr>
            <p:cNvPr id="38" name="Text 13" descr="TEMP_Z_ORDER_21"/>
            <p:cNvSpPr/>
            <p:nvPr>
              <p:custDataLst>
                <p:tags r:id="rId37"/>
              </p:custDataLst>
            </p:nvPr>
          </p:nvSpPr>
          <p:spPr>
            <a:xfrm>
              <a:off x="-330200" y="-387350"/>
              <a:ext cx="1941687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一个职业准则：</a:t>
              </a:r>
              <a:endParaRPr lang="en-US" sz="2160"/>
            </a:p>
          </p:txBody>
        </p:sp>
        <p:sp>
          <p:nvSpPr>
            <p:cNvPr id="39" name="Text 14" descr="TEMP_Z_ORDER_22"/>
            <p:cNvSpPr/>
            <p:nvPr>
              <p:custDataLst>
                <p:tags r:id="rId38"/>
              </p:custDataLst>
            </p:nvPr>
          </p:nvSpPr>
          <p:spPr>
            <a:xfrm>
              <a:off x="-330200" y="146050"/>
              <a:ext cx="4291584" cy="6226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8CBFF9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物联网安全关乎人身安全，测评工作责任重大</a:t>
              </a:r>
              <a:endParaRPr lang="en-US" sz="1800"/>
            </a:p>
          </p:txBody>
        </p:sp>
        <p:pic>
          <p:nvPicPr>
            <p:cNvPr id="40" name="Image 8" descr="TEMP_Z_ORDER_23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0960" cy="1649730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UNIQUEID" val="903"/>
</p:tagLst>
</file>

<file path=ppt/tags/tag2.xml><?xml version="1.0" encoding="utf-8"?>
<p:tagLst xmlns:p="http://schemas.openxmlformats.org/presentationml/2006/main">
  <p:tag name="AS_UNIQUEID" val="904"/>
</p:tagLst>
</file>

<file path=ppt/tags/tag3.xml><?xml version="1.0" encoding="utf-8"?>
<p:tagLst xmlns:p="http://schemas.openxmlformats.org/presentationml/2006/main">
  <p:tag name="AS_UNIQUEID" val="920"/>
</p:tagLst>
</file>

<file path=ppt/tags/tag4.xml><?xml version="1.0" encoding="utf-8"?>
<p:tagLst xmlns:p="http://schemas.openxmlformats.org/presentationml/2006/main">
  <p:tag name="AS_UNIQUEID" val="914"/>
</p:tagLst>
</file>

<file path=ppt/tags/tag5.xml><?xml version="1.0" encoding="utf-8"?>
<p:tagLst xmlns:p="http://schemas.openxmlformats.org/presentationml/2006/main">
  <p:tag name="AS_UNIQUEID" val="915"/>
</p:tagLst>
</file>

<file path=ppt/tags/tag6.xml><?xml version="1.0" encoding="utf-8"?>
<p:tagLst xmlns:p="http://schemas.openxmlformats.org/presentationml/2006/main">
  <p:tag name="AS_UNIQUEID" val="921"/>
</p:tagLst>
</file>

<file path=ppt/tags/tag7.xml><?xml version="1.0" encoding="utf-8"?>
<p:tagLst xmlns:p="http://schemas.openxmlformats.org/presentationml/2006/main">
  <p:tag name="AS_UNIQUEID" val="916"/>
</p:tagLst>
</file>

<file path=ppt/tags/tag8.xml><?xml version="1.0" encoding="utf-8"?>
<p:tagLst xmlns:p="http://schemas.openxmlformats.org/presentationml/2006/main">
  <p:tag name="AS_UNIQUEID" val="922"/>
</p:tagLst>
</file>

<file path=ppt/tags/tag9.xml><?xml version="1.0" encoding="utf-8"?>
<p:tagLst xmlns:p="http://schemas.openxmlformats.org/presentationml/2006/main">
  <p:tag name="AS_UNIQUEID" val="918"/>
</p:tagLst>
</file>

<file path=ppt/tags/tag10.xml><?xml version="1.0" encoding="utf-8"?>
<p:tagLst xmlns:p="http://schemas.openxmlformats.org/presentationml/2006/main">
  <p:tag name="AS_UNIQUEID" val="909"/>
</p:tagLst>
</file>

<file path=ppt/tags/tag11.xml><?xml version="1.0" encoding="utf-8"?>
<p:tagLst xmlns:p="http://schemas.openxmlformats.org/presentationml/2006/main">
  <p:tag name="AS_UNIQUEID" val="923"/>
</p:tagLst>
</file>

<file path=ppt/tags/tag12.xml><?xml version="1.0" encoding="utf-8"?>
<p:tagLst xmlns:p="http://schemas.openxmlformats.org/presentationml/2006/main">
  <p:tag name="AS_UNIQUEID" val="919"/>
</p:tagLst>
</file>

<file path=ppt/tags/tag13.xml><?xml version="1.0" encoding="utf-8"?>
<p:tagLst xmlns:p="http://schemas.openxmlformats.org/presentationml/2006/main">
  <p:tag name="AS_UNIQUEID" val="924"/>
</p:tagLst>
</file>

<file path=ppt/tags/tag14.xml><?xml version="1.0" encoding="utf-8"?>
<p:tagLst xmlns:p="http://schemas.openxmlformats.org/presentationml/2006/main">
  <p:tag name="AS_UNIQUEID" val="917"/>
</p:tagLst>
</file>

<file path=ppt/tags/tag15.xml><?xml version="1.0" encoding="utf-8"?>
<p:tagLst xmlns:p="http://schemas.openxmlformats.org/presentationml/2006/main">
  <p:tag name="AS_UNIQUEID" val="912"/>
</p:tagLst>
</file>

<file path=ppt/tags/tag16.xml><?xml version="1.0" encoding="utf-8"?>
<p:tagLst xmlns:p="http://schemas.openxmlformats.org/presentationml/2006/main">
  <p:tag name="AS_UNIQUEID" val="913"/>
</p:tagLst>
</file>

<file path=ppt/tags/tag17.xml><?xml version="1.0" encoding="utf-8"?>
<p:tagLst xmlns:p="http://schemas.openxmlformats.org/presentationml/2006/main">
  <p:tag name="AS_UNIQUEID" val="1289"/>
</p:tagLst>
</file>

<file path=ppt/tags/tag18.xml><?xml version="1.0" encoding="utf-8"?>
<p:tagLst xmlns:p="http://schemas.openxmlformats.org/presentationml/2006/main">
  <p:tag name="AS_UNIQUEID" val="1290"/>
</p:tagLst>
</file>

<file path=ppt/tags/tag19.xml><?xml version="1.0" encoding="utf-8"?>
<p:tagLst xmlns:p="http://schemas.openxmlformats.org/presentationml/2006/main">
  <p:tag name="AS_UNIQUEID" val="1291"/>
</p:tagLst>
</file>

<file path=ppt/tags/tag20.xml><?xml version="1.0" encoding="utf-8"?>
<p:tagLst xmlns:p="http://schemas.openxmlformats.org/presentationml/2006/main">
  <p:tag name="AS_UNIQUEID" val="925"/>
</p:tagLst>
</file>

<file path=ppt/tags/tag21.xml><?xml version="1.0" encoding="utf-8"?>
<p:tagLst xmlns:p="http://schemas.openxmlformats.org/presentationml/2006/main">
  <p:tag name="AS_UNIQUEID" val="926"/>
</p:tagLst>
</file>

<file path=ppt/tags/tag22.xml><?xml version="1.0" encoding="utf-8"?>
<p:tagLst xmlns:p="http://schemas.openxmlformats.org/presentationml/2006/main">
  <p:tag name="AS_UNIQUEID" val="947"/>
</p:tagLst>
</file>

<file path=ppt/tags/tag23.xml><?xml version="1.0" encoding="utf-8"?>
<p:tagLst xmlns:p="http://schemas.openxmlformats.org/presentationml/2006/main">
  <p:tag name="AS_UNIQUEID" val="939"/>
</p:tagLst>
</file>

<file path=ppt/tags/tag24.xml><?xml version="1.0" encoding="utf-8"?>
<p:tagLst xmlns:p="http://schemas.openxmlformats.org/presentationml/2006/main">
  <p:tag name="AS_UNIQUEID" val="948"/>
</p:tagLst>
</file>

<file path=ppt/tags/tag25.xml><?xml version="1.0" encoding="utf-8"?>
<p:tagLst xmlns:p="http://schemas.openxmlformats.org/presentationml/2006/main">
  <p:tag name="AS_UNIQUEID" val="937"/>
</p:tagLst>
</file>

<file path=ppt/tags/tag26.xml><?xml version="1.0" encoding="utf-8"?>
<p:tagLst xmlns:p="http://schemas.openxmlformats.org/presentationml/2006/main">
  <p:tag name="AS_UNIQUEID" val="949"/>
</p:tagLst>
</file>

<file path=ppt/tags/tag27.xml><?xml version="1.0" encoding="utf-8"?>
<p:tagLst xmlns:p="http://schemas.openxmlformats.org/presentationml/2006/main">
  <p:tag name="AS_UNIQUEID" val="941"/>
</p:tagLst>
</file>

<file path=ppt/tags/tag28.xml><?xml version="1.0" encoding="utf-8"?>
<p:tagLst xmlns:p="http://schemas.openxmlformats.org/presentationml/2006/main">
  <p:tag name="AS_UNIQUEID" val="950"/>
</p:tagLst>
</file>

<file path=ppt/tags/tag29.xml><?xml version="1.0" encoding="utf-8"?>
<p:tagLst xmlns:p="http://schemas.openxmlformats.org/presentationml/2006/main">
  <p:tag name="AS_UNIQUEID" val="943"/>
</p:tagLst>
</file>

<file path=ppt/tags/tag30.xml><?xml version="1.0" encoding="utf-8"?>
<p:tagLst xmlns:p="http://schemas.openxmlformats.org/presentationml/2006/main">
  <p:tag name="AS_UNIQUEID" val="951"/>
</p:tagLst>
</file>

<file path=ppt/tags/tag31.xml><?xml version="1.0" encoding="utf-8"?>
<p:tagLst xmlns:p="http://schemas.openxmlformats.org/presentationml/2006/main">
  <p:tag name="AS_UNIQUEID" val="945"/>
</p:tagLst>
</file>

<file path=ppt/tags/tag32.xml><?xml version="1.0" encoding="utf-8"?>
<p:tagLst xmlns:p="http://schemas.openxmlformats.org/presentationml/2006/main">
  <p:tag name="AS_UNIQUEID" val="946"/>
</p:tagLst>
</file>

<file path=ppt/tags/tag33.xml><?xml version="1.0" encoding="utf-8"?>
<p:tagLst xmlns:p="http://schemas.openxmlformats.org/presentationml/2006/main">
  <p:tag name="AS_UNIQUEID" val="952"/>
</p:tagLst>
</file>

<file path=ppt/tags/tag34.xml><?xml version="1.0" encoding="utf-8"?>
<p:tagLst xmlns:p="http://schemas.openxmlformats.org/presentationml/2006/main">
  <p:tag name="AS_UNIQUEID" val="944"/>
</p:tagLst>
</file>

<file path=ppt/tags/tag35.xml><?xml version="1.0" encoding="utf-8"?>
<p:tagLst xmlns:p="http://schemas.openxmlformats.org/presentationml/2006/main">
  <p:tag name="AS_UNIQUEID" val="953"/>
</p:tagLst>
</file>

<file path=ppt/tags/tag36.xml><?xml version="1.0" encoding="utf-8"?>
<p:tagLst xmlns:p="http://schemas.openxmlformats.org/presentationml/2006/main">
  <p:tag name="AS_UNIQUEID" val="940"/>
</p:tagLst>
</file>

<file path=ppt/tags/tag37.xml><?xml version="1.0" encoding="utf-8"?>
<p:tagLst xmlns:p="http://schemas.openxmlformats.org/presentationml/2006/main">
  <p:tag name="AS_UNIQUEID" val="954"/>
</p:tagLst>
</file>

<file path=ppt/tags/tag38.xml><?xml version="1.0" encoding="utf-8"?>
<p:tagLst xmlns:p="http://schemas.openxmlformats.org/presentationml/2006/main">
  <p:tag name="AS_UNIQUEID" val="942"/>
</p:tagLst>
</file>

<file path=ppt/tags/tag39.xml><?xml version="1.0" encoding="utf-8"?>
<p:tagLst xmlns:p="http://schemas.openxmlformats.org/presentationml/2006/main">
  <p:tag name="AS_UNIQUEID" val="955"/>
</p:tagLst>
</file>

<file path=ppt/tags/tag40.xml><?xml version="1.0" encoding="utf-8"?>
<p:tagLst xmlns:p="http://schemas.openxmlformats.org/presentationml/2006/main">
  <p:tag name="AS_UNIQUEID" val="938"/>
</p:tagLst>
</file>

<file path=ppt/tags/tag41.xml><?xml version="1.0" encoding="utf-8"?>
<p:tagLst xmlns:p="http://schemas.openxmlformats.org/presentationml/2006/main">
  <p:tag name="AS_UNIQUEID" val="1294"/>
</p:tagLst>
</file>

<file path=ppt/tags/tag42.xml><?xml version="1.0" encoding="utf-8"?>
<p:tagLst xmlns:p="http://schemas.openxmlformats.org/presentationml/2006/main">
  <p:tag name="AS_UNIQUEID" val="1295"/>
</p:tagLst>
</file>

<file path=ppt/tags/tag43.xml><?xml version="1.0" encoding="utf-8"?>
<p:tagLst xmlns:p="http://schemas.openxmlformats.org/presentationml/2006/main">
  <p:tag name="AS_UNIQUEID" val="1296"/>
</p:tagLst>
</file>

<file path=ppt/tags/tag44.xml><?xml version="1.0" encoding="utf-8"?>
<p:tagLst xmlns:p="http://schemas.openxmlformats.org/presentationml/2006/main">
  <p:tag name="AS_UNIQUEID" val="962"/>
</p:tagLst>
</file>

<file path=ppt/tags/tag45.xml><?xml version="1.0" encoding="utf-8"?>
<p:tagLst xmlns:p="http://schemas.openxmlformats.org/presentationml/2006/main">
  <p:tag name="AS_UNIQUEID" val="960"/>
</p:tagLst>
</file>

<file path=ppt/tags/tag46.xml><?xml version="1.0" encoding="utf-8"?>
<p:tagLst xmlns:p="http://schemas.openxmlformats.org/presentationml/2006/main">
  <p:tag name="AS_UNIQUEID" val="957"/>
</p:tagLst>
</file>

<file path=ppt/tags/tag47.xml><?xml version="1.0" encoding="utf-8"?>
<p:tagLst xmlns:p="http://schemas.openxmlformats.org/presentationml/2006/main">
  <p:tag name="AS_UNIQUEID" val="958"/>
</p:tagLst>
</file>

<file path=ppt/tags/tag48.xml><?xml version="1.0" encoding="utf-8"?>
<p:tagLst xmlns:p="http://schemas.openxmlformats.org/presentationml/2006/main">
  <p:tag name="AS_UNIQUEID" val="963"/>
</p:tagLst>
</file>

<file path=ppt/tags/tag49.xml><?xml version="1.0" encoding="utf-8"?>
<p:tagLst xmlns:p="http://schemas.openxmlformats.org/presentationml/2006/main">
  <p:tag name="AS_UNIQUEID" val="961"/>
</p:tagLst>
</file>

<file path=ppt/tags/tag50.xml><?xml version="1.0" encoding="utf-8"?>
<p:tagLst xmlns:p="http://schemas.openxmlformats.org/presentationml/2006/main">
  <p:tag name="AS_UNIQUEID" val="1299"/>
</p:tagLst>
</file>

<file path=ppt/tags/tag51.xml><?xml version="1.0" encoding="utf-8"?>
<p:tagLst xmlns:p="http://schemas.openxmlformats.org/presentationml/2006/main">
  <p:tag name="AS_UNIQUEID" val="1300"/>
</p:tagLst>
</file>

<file path=ppt/tags/tag52.xml><?xml version="1.0" encoding="utf-8"?>
<p:tagLst xmlns:p="http://schemas.openxmlformats.org/presentationml/2006/main">
  <p:tag name="AS_UNIQUEID" val="1301"/>
</p:tagLst>
</file>

<file path=ppt/tags/tag53.xml><?xml version="1.0" encoding="utf-8"?>
<p:tagLst xmlns:p="http://schemas.openxmlformats.org/presentationml/2006/main">
  <p:tag name="AS_UNIQUEID" val="964"/>
</p:tagLst>
</file>

<file path=ppt/tags/tag54.xml><?xml version="1.0" encoding="utf-8"?>
<p:tagLst xmlns:p="http://schemas.openxmlformats.org/presentationml/2006/main">
  <p:tag name="AS_UNIQUEID" val="965"/>
</p:tagLst>
</file>

<file path=ppt/tags/tag55.xml><?xml version="1.0" encoding="utf-8"?>
<p:tagLst xmlns:p="http://schemas.openxmlformats.org/presentationml/2006/main">
  <p:tag name="AS_UNIQUEID" val="966"/>
</p:tagLst>
</file>

<file path=ppt/tags/tag56.xml><?xml version="1.0" encoding="utf-8"?>
<p:tagLst xmlns:p="http://schemas.openxmlformats.org/presentationml/2006/main">
  <p:tag name="AS_UNIQUEID" val="1002"/>
</p:tagLst>
</file>

<file path=ppt/tags/tag57.xml><?xml version="1.0" encoding="utf-8"?>
<p:tagLst xmlns:p="http://schemas.openxmlformats.org/presentationml/2006/main">
  <p:tag name="AS_UNIQUEID" val="998"/>
</p:tagLst>
</file>

<file path=ppt/tags/tag58.xml><?xml version="1.0" encoding="utf-8"?>
<p:tagLst xmlns:p="http://schemas.openxmlformats.org/presentationml/2006/main">
  <p:tag name="AS_UNIQUEID" val="999"/>
</p:tagLst>
</file>

<file path=ppt/tags/tag59.xml><?xml version="1.0" encoding="utf-8"?>
<p:tagLst xmlns:p="http://schemas.openxmlformats.org/presentationml/2006/main">
  <p:tag name="AS_UNIQUEID" val="1000"/>
</p:tagLst>
</file>

<file path=ppt/tags/tag60.xml><?xml version="1.0" encoding="utf-8"?>
<p:tagLst xmlns:p="http://schemas.openxmlformats.org/presentationml/2006/main">
  <p:tag name="AS_UNIQUEID" val="1001"/>
</p:tagLst>
</file>

<file path=ppt/tags/tag61.xml><?xml version="1.0" encoding="utf-8"?>
<p:tagLst xmlns:p="http://schemas.openxmlformats.org/presentationml/2006/main">
  <p:tag name="AS_UNIQUEID" val="1003"/>
</p:tagLst>
</file>

<file path=ppt/tags/tag62.xml><?xml version="1.0" encoding="utf-8"?>
<p:tagLst xmlns:p="http://schemas.openxmlformats.org/presentationml/2006/main">
  <p:tag name="AS_UNIQUEID" val="985"/>
</p:tagLst>
</file>

<file path=ppt/tags/tag63.xml><?xml version="1.0" encoding="utf-8"?>
<p:tagLst xmlns:p="http://schemas.openxmlformats.org/presentationml/2006/main">
  <p:tag name="AS_UNIQUEID" val="986"/>
</p:tagLst>
</file>

<file path=ppt/tags/tag64.xml><?xml version="1.0" encoding="utf-8"?>
<p:tagLst xmlns:p="http://schemas.openxmlformats.org/presentationml/2006/main">
  <p:tag name="AS_UNIQUEID" val="987"/>
</p:tagLst>
</file>

<file path=ppt/tags/tag65.xml><?xml version="1.0" encoding="utf-8"?>
<p:tagLst xmlns:p="http://schemas.openxmlformats.org/presentationml/2006/main">
  <p:tag name="AS_UNIQUEID" val="988"/>
</p:tagLst>
</file>

<file path=ppt/tags/tag66.xml><?xml version="1.0" encoding="utf-8"?>
<p:tagLst xmlns:p="http://schemas.openxmlformats.org/presentationml/2006/main">
  <p:tag name="AS_UNIQUEID" val="989"/>
</p:tagLst>
</file>

<file path=ppt/tags/tag67.xml><?xml version="1.0" encoding="utf-8"?>
<p:tagLst xmlns:p="http://schemas.openxmlformats.org/presentationml/2006/main">
  <p:tag name="AS_UNIQUEID" val="990"/>
</p:tagLst>
</file>

<file path=ppt/tags/tag68.xml><?xml version="1.0" encoding="utf-8"?>
<p:tagLst xmlns:p="http://schemas.openxmlformats.org/presentationml/2006/main">
  <p:tag name="AS_UNIQUEID" val="991"/>
</p:tagLst>
</file>

<file path=ppt/tags/tag69.xml><?xml version="1.0" encoding="utf-8"?>
<p:tagLst xmlns:p="http://schemas.openxmlformats.org/presentationml/2006/main">
  <p:tag name="AS_UNIQUEID" val="992"/>
</p:tagLst>
</file>

<file path=ppt/tags/tag70.xml><?xml version="1.0" encoding="utf-8"?>
<p:tagLst xmlns:p="http://schemas.openxmlformats.org/presentationml/2006/main">
  <p:tag name="AS_UNIQUEID" val="993"/>
</p:tagLst>
</file>

<file path=ppt/tags/tag71.xml><?xml version="1.0" encoding="utf-8"?>
<p:tagLst xmlns:p="http://schemas.openxmlformats.org/presentationml/2006/main">
  <p:tag name="AS_UNIQUEID" val="1004"/>
</p:tagLst>
</file>

<file path=ppt/tags/tag72.xml><?xml version="1.0" encoding="utf-8"?>
<p:tagLst xmlns:p="http://schemas.openxmlformats.org/presentationml/2006/main">
  <p:tag name="AS_UNIQUEID" val="994"/>
</p:tagLst>
</file>

<file path=ppt/tags/tag73.xml><?xml version="1.0" encoding="utf-8"?>
<p:tagLst xmlns:p="http://schemas.openxmlformats.org/presentationml/2006/main">
  <p:tag name="AS_UNIQUEID" val="995"/>
</p:tagLst>
</file>

<file path=ppt/tags/tag74.xml><?xml version="1.0" encoding="utf-8"?>
<p:tagLst xmlns:p="http://schemas.openxmlformats.org/presentationml/2006/main">
  <p:tag name="AS_UNIQUEID" val="996"/>
</p:tagLst>
</file>

<file path=ppt/tags/tag75.xml><?xml version="1.0" encoding="utf-8"?>
<p:tagLst xmlns:p="http://schemas.openxmlformats.org/presentationml/2006/main">
  <p:tag name="AS_UNIQUEID" val="997"/>
</p:tagLst>
</file>

<file path=ppt/tags/tag76.xml><?xml version="1.0" encoding="utf-8"?>
<p:tagLst xmlns:p="http://schemas.openxmlformats.org/presentationml/2006/main">
  <p:tag name="AS_UNIQUEID" val="984"/>
</p:tagLst>
</file>

<file path=ppt/tags/tag77.xml><?xml version="1.0" encoding="utf-8"?>
<p:tagLst xmlns:p="http://schemas.openxmlformats.org/presentationml/2006/main">
  <p:tag name="AS_UNIQUEID" val="1304"/>
</p:tagLst>
</file>

<file path=ppt/tags/tag78.xml><?xml version="1.0" encoding="utf-8"?>
<p:tagLst xmlns:p="http://schemas.openxmlformats.org/presentationml/2006/main">
  <p:tag name="AS_UNIQUEID" val="1305"/>
</p:tagLst>
</file>

<file path=ppt/tags/tag79.xml><?xml version="1.0" encoding="utf-8"?>
<p:tagLst xmlns:p="http://schemas.openxmlformats.org/presentationml/2006/main">
  <p:tag name="AS_UNIQUEID" val="1306"/>
</p:tagLst>
</file>

<file path=ppt/tags/tag80.xml><?xml version="1.0" encoding="utf-8"?>
<p:tagLst xmlns:p="http://schemas.openxmlformats.org/presentationml/2006/main">
  <p:tag name="AS_UNIQUEID" val="1005"/>
</p:tagLst>
</file>

<file path=ppt/tags/tag81.xml><?xml version="1.0" encoding="utf-8"?>
<p:tagLst xmlns:p="http://schemas.openxmlformats.org/presentationml/2006/main">
  <p:tag name="AS_UNIQUEID" val="1006"/>
</p:tagLst>
</file>

<file path=ppt/tags/tag82.xml><?xml version="1.0" encoding="utf-8"?>
<p:tagLst xmlns:p="http://schemas.openxmlformats.org/presentationml/2006/main">
  <p:tag name="AS_UNIQUEID" val="1007"/>
</p:tagLst>
</file>

<file path=ppt/tags/tag83.xml><?xml version="1.0" encoding="utf-8"?>
<p:tagLst xmlns:p="http://schemas.openxmlformats.org/presentationml/2006/main">
  <p:tag name="AS_UNIQUEID" val="1050"/>
</p:tagLst>
</file>

<file path=ppt/tags/tag84.xml><?xml version="1.0" encoding="utf-8"?>
<p:tagLst xmlns:p="http://schemas.openxmlformats.org/presentationml/2006/main">
  <p:tag name="AS_UNIQUEID" val="1042"/>
</p:tagLst>
</file>

<file path=ppt/tags/tag85.xml><?xml version="1.0" encoding="utf-8"?>
<p:tagLst xmlns:p="http://schemas.openxmlformats.org/presentationml/2006/main">
  <p:tag name="AS_UNIQUEID" val="1043"/>
</p:tagLst>
</file>

<file path=ppt/tags/tag86.xml><?xml version="1.0" encoding="utf-8"?>
<p:tagLst xmlns:p="http://schemas.openxmlformats.org/presentationml/2006/main">
  <p:tag name="AS_UNIQUEID" val="1044"/>
</p:tagLst>
</file>

<file path=ppt/tags/tag87.xml><?xml version="1.0" encoding="utf-8"?>
<p:tagLst xmlns:p="http://schemas.openxmlformats.org/presentationml/2006/main">
  <p:tag name="AS_UNIQUEID" val="1045"/>
</p:tagLst>
</file>

<file path=ppt/tags/tag88.xml><?xml version="1.0" encoding="utf-8"?>
<p:tagLst xmlns:p="http://schemas.openxmlformats.org/presentationml/2006/main">
  <p:tag name="AS_UNIQUEID" val="1046"/>
</p:tagLst>
</file>

<file path=ppt/tags/tag89.xml><?xml version="1.0" encoding="utf-8"?>
<p:tagLst xmlns:p="http://schemas.openxmlformats.org/presentationml/2006/main">
  <p:tag name="AS_UNIQUEID" val="1047"/>
</p:tagLst>
</file>

<file path=ppt/tags/tag90.xml><?xml version="1.0" encoding="utf-8"?>
<p:tagLst xmlns:p="http://schemas.openxmlformats.org/presentationml/2006/main">
  <p:tag name="AS_UNIQUEID" val="1048"/>
</p:tagLst>
</file>

<file path=ppt/tags/tag91.xml><?xml version="1.0" encoding="utf-8"?>
<p:tagLst xmlns:p="http://schemas.openxmlformats.org/presentationml/2006/main">
  <p:tag name="AS_UNIQUEID" val="1049"/>
</p:tagLst>
</file>

<file path=ppt/tags/tag92.xml><?xml version="1.0" encoding="utf-8"?>
<p:tagLst xmlns:p="http://schemas.openxmlformats.org/presentationml/2006/main">
  <p:tag name="AS_UNIQUEID" val="1016"/>
</p:tagLst>
</file>

<file path=ppt/tags/tag93.xml><?xml version="1.0" encoding="utf-8"?>
<p:tagLst xmlns:p="http://schemas.openxmlformats.org/presentationml/2006/main">
  <p:tag name="AS_UNIQUEID" val="1051"/>
</p:tagLst>
</file>

<file path=ppt/tags/tag94.xml><?xml version="1.0" encoding="utf-8"?>
<p:tagLst xmlns:p="http://schemas.openxmlformats.org/presentationml/2006/main">
  <p:tag name="AS_UNIQUEID" val="1030"/>
</p:tagLst>
</file>

<file path=ppt/tags/tag95.xml><?xml version="1.0" encoding="utf-8"?>
<p:tagLst xmlns:p="http://schemas.openxmlformats.org/presentationml/2006/main">
  <p:tag name="AS_UNIQUEID" val="1031"/>
</p:tagLst>
</file>

<file path=ppt/tags/tag96.xml><?xml version="1.0" encoding="utf-8"?>
<p:tagLst xmlns:p="http://schemas.openxmlformats.org/presentationml/2006/main">
  <p:tag name="AS_UNIQUEID" val="1032"/>
</p:tagLst>
</file>

<file path=ppt/tags/tag97.xml><?xml version="1.0" encoding="utf-8"?>
<p:tagLst xmlns:p="http://schemas.openxmlformats.org/presentationml/2006/main">
  <p:tag name="AS_UNIQUEID" val="1033"/>
</p:tagLst>
</file>

<file path=ppt/tags/tag98.xml><?xml version="1.0" encoding="utf-8"?>
<p:tagLst xmlns:p="http://schemas.openxmlformats.org/presentationml/2006/main">
  <p:tag name="AS_UNIQUEID" val="1034"/>
</p:tagLst>
</file>

<file path=ppt/tags/tag99.xml><?xml version="1.0" encoding="utf-8"?>
<p:tagLst xmlns:p="http://schemas.openxmlformats.org/presentationml/2006/main">
  <p:tag name="AS_UNIQUEID" val="1035"/>
</p:tagLst>
</file>

<file path=ppt/tags/tag100.xml><?xml version="1.0" encoding="utf-8"?>
<p:tagLst xmlns:p="http://schemas.openxmlformats.org/presentationml/2006/main">
  <p:tag name="AS_UNIQUEID" val="1036"/>
</p:tagLst>
</file>

<file path=ppt/tags/tag101.xml><?xml version="1.0" encoding="utf-8"?>
<p:tagLst xmlns:p="http://schemas.openxmlformats.org/presentationml/2006/main">
  <p:tag name="AS_UNIQUEID" val="1037"/>
</p:tagLst>
</file>

<file path=ppt/tags/tag102.xml><?xml version="1.0" encoding="utf-8"?>
<p:tagLst xmlns:p="http://schemas.openxmlformats.org/presentationml/2006/main">
  <p:tag name="AS_UNIQUEID" val="1038"/>
</p:tagLst>
</file>

<file path=ppt/tags/tag103.xml><?xml version="1.0" encoding="utf-8"?>
<p:tagLst xmlns:p="http://schemas.openxmlformats.org/presentationml/2006/main">
  <p:tag name="AS_UNIQUEID" val="1039"/>
</p:tagLst>
</file>

<file path=ppt/tags/tag104.xml><?xml version="1.0" encoding="utf-8"?>
<p:tagLst xmlns:p="http://schemas.openxmlformats.org/presentationml/2006/main">
  <p:tag name="AS_UNIQUEID" val="1040"/>
</p:tagLst>
</file>

<file path=ppt/tags/tag105.xml><?xml version="1.0" encoding="utf-8"?>
<p:tagLst xmlns:p="http://schemas.openxmlformats.org/presentationml/2006/main">
  <p:tag name="AS_UNIQUEID" val="1041"/>
</p:tagLst>
</file>

<file path=ppt/tags/tag106.xml><?xml version="1.0" encoding="utf-8"?>
<p:tagLst xmlns:p="http://schemas.openxmlformats.org/presentationml/2006/main">
  <p:tag name="AS_UNIQUEID" val="1029"/>
</p:tagLst>
</file>

<file path=ppt/tags/tag107.xml><?xml version="1.0" encoding="utf-8"?>
<p:tagLst xmlns:p="http://schemas.openxmlformats.org/presentationml/2006/main">
  <p:tag name="AS_UNIQUEID" val="1309"/>
</p:tagLst>
</file>

<file path=ppt/tags/tag108.xml><?xml version="1.0" encoding="utf-8"?>
<p:tagLst xmlns:p="http://schemas.openxmlformats.org/presentationml/2006/main">
  <p:tag name="AS_UNIQUEID" val="1310"/>
</p:tagLst>
</file>

<file path=ppt/tags/tag109.xml><?xml version="1.0" encoding="utf-8"?>
<p:tagLst xmlns:p="http://schemas.openxmlformats.org/presentationml/2006/main">
  <p:tag name="AS_UNIQUEID" val="1311"/>
</p:tagLst>
</file>

<file path=ppt/tags/tag110.xml><?xml version="1.0" encoding="utf-8"?>
<p:tagLst xmlns:p="http://schemas.openxmlformats.org/presentationml/2006/main">
  <p:tag name="AS_UNIQUEID" val="1058"/>
</p:tagLst>
</file>

<file path=ppt/tags/tag111.xml><?xml version="1.0" encoding="utf-8"?>
<p:tagLst xmlns:p="http://schemas.openxmlformats.org/presentationml/2006/main">
  <p:tag name="AS_UNIQUEID" val="1056"/>
</p:tagLst>
</file>

<file path=ppt/tags/tag112.xml><?xml version="1.0" encoding="utf-8"?>
<p:tagLst xmlns:p="http://schemas.openxmlformats.org/presentationml/2006/main">
  <p:tag name="AS_UNIQUEID" val="1053"/>
</p:tagLst>
</file>

<file path=ppt/tags/tag113.xml><?xml version="1.0" encoding="utf-8"?>
<p:tagLst xmlns:p="http://schemas.openxmlformats.org/presentationml/2006/main">
  <p:tag name="AS_UNIQUEID" val="1054"/>
</p:tagLst>
</file>

<file path=ppt/tags/tag114.xml><?xml version="1.0" encoding="utf-8"?>
<p:tagLst xmlns:p="http://schemas.openxmlformats.org/presentationml/2006/main">
  <p:tag name="AS_UNIQUEID" val="1059"/>
</p:tagLst>
</file>

<file path=ppt/tags/tag115.xml><?xml version="1.0" encoding="utf-8"?>
<p:tagLst xmlns:p="http://schemas.openxmlformats.org/presentationml/2006/main">
  <p:tag name="AS_UNIQUEID" val="1057"/>
</p:tagLst>
</file>

<file path=ppt/tags/tag116.xml><?xml version="1.0" encoding="utf-8"?>
<p:tagLst xmlns:p="http://schemas.openxmlformats.org/presentationml/2006/main">
  <p:tag name="AS_UNIQUEID" val="1314"/>
</p:tagLst>
</file>

<file path=ppt/tags/tag117.xml><?xml version="1.0" encoding="utf-8"?>
<p:tagLst xmlns:p="http://schemas.openxmlformats.org/presentationml/2006/main">
  <p:tag name="AS_UNIQUEID" val="1315"/>
</p:tagLst>
</file>

<file path=ppt/tags/tag118.xml><?xml version="1.0" encoding="utf-8"?>
<p:tagLst xmlns:p="http://schemas.openxmlformats.org/presentationml/2006/main">
  <p:tag name="AS_UNIQUEID" val="1316"/>
</p:tagLst>
</file>

<file path=ppt/tags/tag119.xml><?xml version="1.0" encoding="utf-8"?>
<p:tagLst xmlns:p="http://schemas.openxmlformats.org/presentationml/2006/main">
  <p:tag name="AS_UNIQUEID" val="1060"/>
</p:tagLst>
</file>

<file path=ppt/tags/tag120.xml><?xml version="1.0" encoding="utf-8"?>
<p:tagLst xmlns:p="http://schemas.openxmlformats.org/presentationml/2006/main">
  <p:tag name="AS_UNIQUEID" val="1061"/>
</p:tagLst>
</file>

<file path=ppt/tags/tag121.xml><?xml version="1.0" encoding="utf-8"?>
<p:tagLst xmlns:p="http://schemas.openxmlformats.org/presentationml/2006/main">
  <p:tag name="AS_UNIQUEID" val="1062"/>
</p:tagLst>
</file>

<file path=ppt/tags/tag122.xml><?xml version="1.0" encoding="utf-8"?>
<p:tagLst xmlns:p="http://schemas.openxmlformats.org/presentationml/2006/main">
  <p:tag name="AS_UNIQUEID" val="1063"/>
</p:tagLst>
</file>

<file path=ppt/tags/tag123.xml><?xml version="1.0" encoding="utf-8"?>
<p:tagLst xmlns:p="http://schemas.openxmlformats.org/presentationml/2006/main">
  <p:tag name="AS_UNIQUEID" val="1097"/>
</p:tagLst>
</file>

<file path=ppt/tags/tag124.xml><?xml version="1.0" encoding="utf-8"?>
<p:tagLst xmlns:p="http://schemas.openxmlformats.org/presentationml/2006/main">
  <p:tag name="AS_UNIQUEID" val="1093"/>
</p:tagLst>
</file>

<file path=ppt/tags/tag125.xml><?xml version="1.0" encoding="utf-8"?>
<p:tagLst xmlns:p="http://schemas.openxmlformats.org/presentationml/2006/main">
  <p:tag name="AS_UNIQUEID" val="1094"/>
</p:tagLst>
</file>

<file path=ppt/tags/tag126.xml><?xml version="1.0" encoding="utf-8"?>
<p:tagLst xmlns:p="http://schemas.openxmlformats.org/presentationml/2006/main">
  <p:tag name="AS_UNIQUEID" val="1095"/>
</p:tagLst>
</file>

<file path=ppt/tags/tag127.xml><?xml version="1.0" encoding="utf-8"?>
<p:tagLst xmlns:p="http://schemas.openxmlformats.org/presentationml/2006/main">
  <p:tag name="AS_UNIQUEID" val="1096"/>
</p:tagLst>
</file>

<file path=ppt/tags/tag128.xml><?xml version="1.0" encoding="utf-8"?>
<p:tagLst xmlns:p="http://schemas.openxmlformats.org/presentationml/2006/main">
  <p:tag name="AS_UNIQUEID" val="1098"/>
</p:tagLst>
</file>

<file path=ppt/tags/tag129.xml><?xml version="1.0" encoding="utf-8"?>
<p:tagLst xmlns:p="http://schemas.openxmlformats.org/presentationml/2006/main">
  <p:tag name="AS_UNIQUEID" val="1081"/>
</p:tagLst>
</file>

<file path=ppt/tags/tag130.xml><?xml version="1.0" encoding="utf-8"?>
<p:tagLst xmlns:p="http://schemas.openxmlformats.org/presentationml/2006/main">
  <p:tag name="AS_UNIQUEID" val="1084"/>
</p:tagLst>
</file>

<file path=ppt/tags/tag131.xml><?xml version="1.0" encoding="utf-8"?>
<p:tagLst xmlns:p="http://schemas.openxmlformats.org/presentationml/2006/main">
  <p:tag name="AS_UNIQUEID" val="1099"/>
</p:tagLst>
</file>

<file path=ppt/tags/tag132.xml><?xml version="1.0" encoding="utf-8"?>
<p:tagLst xmlns:p="http://schemas.openxmlformats.org/presentationml/2006/main">
  <p:tag name="AS_UNIQUEID" val="1085"/>
</p:tagLst>
</file>

<file path=ppt/tags/tag133.xml><?xml version="1.0" encoding="utf-8"?>
<p:tagLst xmlns:p="http://schemas.openxmlformats.org/presentationml/2006/main">
  <p:tag name="AS_UNIQUEID" val="1086"/>
</p:tagLst>
</file>

<file path=ppt/tags/tag134.xml><?xml version="1.0" encoding="utf-8"?>
<p:tagLst xmlns:p="http://schemas.openxmlformats.org/presentationml/2006/main">
  <p:tag name="AS_UNIQUEID" val="1087"/>
</p:tagLst>
</file>

<file path=ppt/tags/tag135.xml><?xml version="1.0" encoding="utf-8"?>
<p:tagLst xmlns:p="http://schemas.openxmlformats.org/presentationml/2006/main">
  <p:tag name="AS_UNIQUEID" val="1088"/>
</p:tagLst>
</file>

<file path=ppt/tags/tag136.xml><?xml version="1.0" encoding="utf-8"?>
<p:tagLst xmlns:p="http://schemas.openxmlformats.org/presentationml/2006/main">
  <p:tag name="AS_UNIQUEID" val="1100"/>
</p:tagLst>
</file>

<file path=ppt/tags/tag137.xml><?xml version="1.0" encoding="utf-8"?>
<p:tagLst xmlns:p="http://schemas.openxmlformats.org/presentationml/2006/main">
  <p:tag name="AS_UNIQUEID" val="1089"/>
</p:tagLst>
</file>

<file path=ppt/tags/tag138.xml><?xml version="1.0" encoding="utf-8"?>
<p:tagLst xmlns:p="http://schemas.openxmlformats.org/presentationml/2006/main">
  <p:tag name="AS_UNIQUEID" val="1090"/>
</p:tagLst>
</file>

<file path=ppt/tags/tag139.xml><?xml version="1.0" encoding="utf-8"?>
<p:tagLst xmlns:p="http://schemas.openxmlformats.org/presentationml/2006/main">
  <p:tag name="AS_UNIQUEID" val="1091"/>
</p:tagLst>
</file>

<file path=ppt/tags/tag140.xml><?xml version="1.0" encoding="utf-8"?>
<p:tagLst xmlns:p="http://schemas.openxmlformats.org/presentationml/2006/main">
  <p:tag name="AS_UNIQUEID" val="1092"/>
</p:tagLst>
</file>

<file path=ppt/tags/tag141.xml><?xml version="1.0" encoding="utf-8"?>
<p:tagLst xmlns:p="http://schemas.openxmlformats.org/presentationml/2006/main">
  <p:tag name="AS_UNIQUEID" val="1080"/>
</p:tagLst>
</file>

<file path=ppt/tags/tag142.xml><?xml version="1.0" encoding="utf-8"?>
<p:tagLst xmlns:p="http://schemas.openxmlformats.org/presentationml/2006/main">
  <p:tag name="AS_UNIQUEID" val="1090"/>
</p:tagLst>
</file>

<file path=ppt/tags/tag143.xml><?xml version="1.0" encoding="utf-8"?>
<p:tagLst xmlns:p="http://schemas.openxmlformats.org/presentationml/2006/main">
  <p:tag name="AS_UNIQUEID" val="1095"/>
</p:tagLst>
</file>

<file path=ppt/tags/tag144.xml><?xml version="1.0" encoding="utf-8"?>
<p:tagLst xmlns:p="http://schemas.openxmlformats.org/presentationml/2006/main">
  <p:tag name="AS_UNIQUEID" val="1319"/>
</p:tagLst>
</file>

<file path=ppt/tags/tag145.xml><?xml version="1.0" encoding="utf-8"?>
<p:tagLst xmlns:p="http://schemas.openxmlformats.org/presentationml/2006/main">
  <p:tag name="AS_UNIQUEID" val="1320"/>
</p:tagLst>
</file>

<file path=ppt/tags/tag146.xml><?xml version="1.0" encoding="utf-8"?>
<p:tagLst xmlns:p="http://schemas.openxmlformats.org/presentationml/2006/main">
  <p:tag name="AS_UNIQUEID" val="1321"/>
</p:tagLst>
</file>

<file path=ppt/tags/tag147.xml><?xml version="1.0" encoding="utf-8"?>
<p:tagLst xmlns:p="http://schemas.openxmlformats.org/presentationml/2006/main">
  <p:tag name="AS_UNIQUEID" val="1101"/>
</p:tagLst>
</file>

<file path=ppt/tags/tag148.xml><?xml version="1.0" encoding="utf-8"?>
<p:tagLst xmlns:p="http://schemas.openxmlformats.org/presentationml/2006/main">
  <p:tag name="AS_UNIQUEID" val="1102"/>
</p:tagLst>
</file>

<file path=ppt/tags/tag149.xml><?xml version="1.0" encoding="utf-8"?>
<p:tagLst xmlns:p="http://schemas.openxmlformats.org/presentationml/2006/main">
  <p:tag name="AS_UNIQUEID" val="1103"/>
</p:tagLst>
</file>

<file path=ppt/tags/tag150.xml><?xml version="1.0" encoding="utf-8"?>
<p:tagLst xmlns:p="http://schemas.openxmlformats.org/presentationml/2006/main">
  <p:tag name="AS_UNIQUEID" val="1104"/>
</p:tagLst>
</file>

<file path=ppt/tags/tag151.xml><?xml version="1.0" encoding="utf-8"?>
<p:tagLst xmlns:p="http://schemas.openxmlformats.org/presentationml/2006/main">
  <p:tag name="AS_UNIQUEID" val="1115"/>
</p:tagLst>
</file>

<file path=ppt/tags/tag152.xml><?xml version="1.0" encoding="utf-8"?>
<p:tagLst xmlns:p="http://schemas.openxmlformats.org/presentationml/2006/main">
  <p:tag name="AS_UNIQUEID" val="1111"/>
</p:tagLst>
</file>

<file path=ppt/tags/tag153.xml><?xml version="1.0" encoding="utf-8"?>
<p:tagLst xmlns:p="http://schemas.openxmlformats.org/presentationml/2006/main">
  <p:tag name="AS_UNIQUEID" val="1106"/>
</p:tagLst>
</file>

<file path=ppt/tags/tag154.xml><?xml version="1.0" encoding="utf-8"?>
<p:tagLst xmlns:p="http://schemas.openxmlformats.org/presentationml/2006/main">
  <p:tag name="AS_UNIQUEID" val="1116"/>
</p:tagLst>
</file>

<file path=ppt/tags/tag155.xml><?xml version="1.0" encoding="utf-8"?>
<p:tagLst xmlns:p="http://schemas.openxmlformats.org/presentationml/2006/main">
  <p:tag name="AS_UNIQUEID" val="1112"/>
</p:tagLst>
</file>

<file path=ppt/tags/tag156.xml><?xml version="1.0" encoding="utf-8"?>
<p:tagLst xmlns:p="http://schemas.openxmlformats.org/presentationml/2006/main">
  <p:tag name="AS_UNIQUEID" val="1113"/>
</p:tagLst>
</file>

<file path=ppt/tags/tag157.xml><?xml version="1.0" encoding="utf-8"?>
<p:tagLst xmlns:p="http://schemas.openxmlformats.org/presentationml/2006/main">
  <p:tag name="AS_UNIQUEID" val="1114"/>
</p:tagLst>
</file>

<file path=ppt/tags/tag158.xml><?xml version="1.0" encoding="utf-8"?>
<p:tagLst xmlns:p="http://schemas.openxmlformats.org/presentationml/2006/main">
  <p:tag name="AS_UNIQUEID" val="1110"/>
</p:tagLst>
</file>

<file path=ppt/tags/tag159.xml><?xml version="1.0" encoding="utf-8"?>
<p:tagLst xmlns:p="http://schemas.openxmlformats.org/presentationml/2006/main">
  <p:tag name="AS_UNIQUEID" val="1324"/>
</p:tagLst>
</file>

<file path=ppt/tags/tag160.xml><?xml version="1.0" encoding="utf-8"?>
<p:tagLst xmlns:p="http://schemas.openxmlformats.org/presentationml/2006/main">
  <p:tag name="AS_UNIQUEID" val="1325"/>
</p:tagLst>
</file>

<file path=ppt/tags/tag161.xml><?xml version="1.0" encoding="utf-8"?>
<p:tagLst xmlns:p="http://schemas.openxmlformats.org/presentationml/2006/main">
  <p:tag name="AS_UNIQUEID" val="1326"/>
</p:tagLst>
</file>

<file path=ppt/tags/tag162.xml><?xml version="1.0" encoding="utf-8"?>
<p:tagLst xmlns:p="http://schemas.openxmlformats.org/presentationml/2006/main">
  <p:tag name="AS_UNIQUEID" val="1123"/>
</p:tagLst>
</file>

<file path=ppt/tags/tag163.xml><?xml version="1.0" encoding="utf-8"?>
<p:tagLst xmlns:p="http://schemas.openxmlformats.org/presentationml/2006/main">
  <p:tag name="AS_UNIQUEID" val="1121"/>
</p:tagLst>
</file>

<file path=ppt/tags/tag164.xml><?xml version="1.0" encoding="utf-8"?>
<p:tagLst xmlns:p="http://schemas.openxmlformats.org/presentationml/2006/main">
  <p:tag name="AS_UNIQUEID" val="1118"/>
</p:tagLst>
</file>

<file path=ppt/tags/tag165.xml><?xml version="1.0" encoding="utf-8"?>
<p:tagLst xmlns:p="http://schemas.openxmlformats.org/presentationml/2006/main">
  <p:tag name="AS_UNIQUEID" val="1119"/>
</p:tagLst>
</file>

<file path=ppt/tags/tag166.xml><?xml version="1.0" encoding="utf-8"?>
<p:tagLst xmlns:p="http://schemas.openxmlformats.org/presentationml/2006/main">
  <p:tag name="AS_UNIQUEID" val="1124"/>
</p:tagLst>
</file>

<file path=ppt/tags/tag167.xml><?xml version="1.0" encoding="utf-8"?>
<p:tagLst xmlns:p="http://schemas.openxmlformats.org/presentationml/2006/main">
  <p:tag name="AS_UNIQUEID" val="1122"/>
</p:tagLst>
</file>

<file path=ppt/tags/tag168.xml><?xml version="1.0" encoding="utf-8"?>
<p:tagLst xmlns:p="http://schemas.openxmlformats.org/presentationml/2006/main">
  <p:tag name="AS_UNIQUEID" val="1329"/>
</p:tagLst>
</file>

<file path=ppt/tags/tag169.xml><?xml version="1.0" encoding="utf-8"?>
<p:tagLst xmlns:p="http://schemas.openxmlformats.org/presentationml/2006/main">
  <p:tag name="AS_UNIQUEID" val="1330"/>
</p:tagLst>
</file>

<file path=ppt/tags/tag170.xml><?xml version="1.0" encoding="utf-8"?>
<p:tagLst xmlns:p="http://schemas.openxmlformats.org/presentationml/2006/main">
  <p:tag name="AS_UNIQUEID" val="1331"/>
</p:tagLst>
</file>

<file path=ppt/tags/tag171.xml><?xml version="1.0" encoding="utf-8"?>
<p:tagLst xmlns:p="http://schemas.openxmlformats.org/presentationml/2006/main">
  <p:tag name="AS_UNIQUEID" val="1125"/>
</p:tagLst>
</file>

<file path=ppt/tags/tag172.xml><?xml version="1.0" encoding="utf-8"?>
<p:tagLst xmlns:p="http://schemas.openxmlformats.org/presentationml/2006/main">
  <p:tag name="AS_UNIQUEID" val="1126"/>
</p:tagLst>
</file>

<file path=ppt/tags/tag173.xml><?xml version="1.0" encoding="utf-8"?>
<p:tagLst xmlns:p="http://schemas.openxmlformats.org/presentationml/2006/main">
  <p:tag name="AS_UNIQUEID" val="1127"/>
</p:tagLst>
</file>

<file path=ppt/tags/tag174.xml><?xml version="1.0" encoding="utf-8"?>
<p:tagLst xmlns:p="http://schemas.openxmlformats.org/presentationml/2006/main">
  <p:tag name="AS_UNIQUEID" val="1128"/>
</p:tagLst>
</file>

<file path=ppt/tags/tag175.xml><?xml version="1.0" encoding="utf-8"?>
<p:tagLst xmlns:p="http://schemas.openxmlformats.org/presentationml/2006/main">
  <p:tag name="AS_UNIQUEID" val="1197"/>
  <p:tag name="KSO_WM_DIAGRAM_VIRTUALLY_FRAME" val="{&quot;height&quot;:292.2,&quot;left&quot;:48,&quot;top&quot;:157.2,&quot;width&quot;:864}"/>
</p:tagLst>
</file>

<file path=ppt/tags/tag176.xml><?xml version="1.0" encoding="utf-8"?>
<p:tagLst xmlns:p="http://schemas.openxmlformats.org/presentationml/2006/main">
  <p:tag name="AS_UNIQUEID" val="1173"/>
  <p:tag name="KSO_WM_DIAGRAM_VIRTUALLY_FRAME" val="{&quot;height&quot;:292.2,&quot;left&quot;:48,&quot;top&quot;:157.2,&quot;width&quot;:864}"/>
</p:tagLst>
</file>

<file path=ppt/tags/tag177.xml><?xml version="1.0" encoding="utf-8"?>
<p:tagLst xmlns:p="http://schemas.openxmlformats.org/presentationml/2006/main">
  <p:tag name="AS_UNIQUEID" val="1174"/>
  <p:tag name="KSO_WM_DIAGRAM_VIRTUALLY_FRAME" val="{&quot;height&quot;:292.2,&quot;left&quot;:48,&quot;top&quot;:157.2,&quot;width&quot;:864}"/>
</p:tagLst>
</file>

<file path=ppt/tags/tag178.xml><?xml version="1.0" encoding="utf-8"?>
<p:tagLst xmlns:p="http://schemas.openxmlformats.org/presentationml/2006/main">
  <p:tag name="AS_UNIQUEID" val="1175"/>
  <p:tag name="KSO_WM_DIAGRAM_VIRTUALLY_FRAME" val="{&quot;height&quot;:292.2,&quot;left&quot;:48,&quot;top&quot;:157.2,&quot;width&quot;:864}"/>
</p:tagLst>
</file>

<file path=ppt/tags/tag179.xml><?xml version="1.0" encoding="utf-8"?>
<p:tagLst xmlns:p="http://schemas.openxmlformats.org/presentationml/2006/main">
  <p:tag name="AS_UNIQUEID" val="1176"/>
  <p:tag name="KSO_WM_DIAGRAM_VIRTUALLY_FRAME" val="{&quot;height&quot;:292.2,&quot;left&quot;:48,&quot;top&quot;:157.2,&quot;width&quot;:864}"/>
</p:tagLst>
</file>

<file path=ppt/tags/tag180.xml><?xml version="1.0" encoding="utf-8"?>
<p:tagLst xmlns:p="http://schemas.openxmlformats.org/presentationml/2006/main">
  <p:tag name="AS_UNIQUEID" val="1177"/>
  <p:tag name="KSO_WM_DIAGRAM_VIRTUALLY_FRAME" val="{&quot;height&quot;:292.2,&quot;left&quot;:48,&quot;top&quot;:157.2,&quot;width&quot;:864}"/>
</p:tagLst>
</file>

<file path=ppt/tags/tag181.xml><?xml version="1.0" encoding="utf-8"?>
<p:tagLst xmlns:p="http://schemas.openxmlformats.org/presentationml/2006/main">
  <p:tag name="AS_UNIQUEID" val="1198"/>
  <p:tag name="KSO_WM_DIAGRAM_VIRTUALLY_FRAME" val="{&quot;height&quot;:292.2,&quot;left&quot;:48,&quot;top&quot;:157.2,&quot;width&quot;:864}"/>
</p:tagLst>
</file>

<file path=ppt/tags/tag182.xml><?xml version="1.0" encoding="utf-8"?>
<p:tagLst xmlns:p="http://schemas.openxmlformats.org/presentationml/2006/main">
  <p:tag name="AS_UNIQUEID" val="1183"/>
  <p:tag name="KSO_WM_DIAGRAM_VIRTUALLY_FRAME" val="{&quot;height&quot;:292.2,&quot;left&quot;:48,&quot;top&quot;:157.2,&quot;width&quot;:864}"/>
</p:tagLst>
</file>

<file path=ppt/tags/tag183.xml><?xml version="1.0" encoding="utf-8"?>
<p:tagLst xmlns:p="http://schemas.openxmlformats.org/presentationml/2006/main">
  <p:tag name="AS_UNIQUEID" val="1184"/>
  <p:tag name="KSO_WM_DIAGRAM_VIRTUALLY_FRAME" val="{&quot;height&quot;:292.2,&quot;left&quot;:48,&quot;top&quot;:157.2,&quot;width&quot;:864}"/>
</p:tagLst>
</file>

<file path=ppt/tags/tag184.xml><?xml version="1.0" encoding="utf-8"?>
<p:tagLst xmlns:p="http://schemas.openxmlformats.org/presentationml/2006/main">
  <p:tag name="AS_UNIQUEID" val="1185"/>
  <p:tag name="KSO_WM_DIAGRAM_VIRTUALLY_FRAME" val="{&quot;height&quot;:292.2,&quot;left&quot;:48,&quot;top&quot;:157.2,&quot;width&quot;:864}"/>
</p:tagLst>
</file>

<file path=ppt/tags/tag185.xml><?xml version="1.0" encoding="utf-8"?>
<p:tagLst xmlns:p="http://schemas.openxmlformats.org/presentationml/2006/main">
  <p:tag name="AS_UNIQUEID" val="1186"/>
  <p:tag name="KSO_WM_DIAGRAM_VIRTUALLY_FRAME" val="{&quot;height&quot;:292.2,&quot;left&quot;:48,&quot;top&quot;:157.2,&quot;width&quot;:864}"/>
</p:tagLst>
</file>

<file path=ppt/tags/tag186.xml><?xml version="1.0" encoding="utf-8"?>
<p:tagLst xmlns:p="http://schemas.openxmlformats.org/presentationml/2006/main">
  <p:tag name="AS_UNIQUEID" val="1187"/>
  <p:tag name="KSO_WM_DIAGRAM_VIRTUALLY_FRAME" val="{&quot;height&quot;:292.2,&quot;left&quot;:48,&quot;top&quot;:157.2,&quot;width&quot;:864}"/>
</p:tagLst>
</file>

<file path=ppt/tags/tag187.xml><?xml version="1.0" encoding="utf-8"?>
<p:tagLst xmlns:p="http://schemas.openxmlformats.org/presentationml/2006/main">
  <p:tag name="AS_UNIQUEID" val="1199"/>
  <p:tag name="KSO_WM_DIAGRAM_VIRTUALLY_FRAME" val="{&quot;height&quot;:292.2,&quot;left&quot;:48,&quot;top&quot;:157.2,&quot;width&quot;:864}"/>
</p:tagLst>
</file>

<file path=ppt/tags/tag188.xml><?xml version="1.0" encoding="utf-8"?>
<p:tagLst xmlns:p="http://schemas.openxmlformats.org/presentationml/2006/main">
  <p:tag name="AS_UNIQUEID" val="1188"/>
  <p:tag name="KSO_WM_DIAGRAM_VIRTUALLY_FRAME" val="{&quot;height&quot;:292.2,&quot;left&quot;:48,&quot;top&quot;:157.2,&quot;width&quot;:864}"/>
</p:tagLst>
</file>

<file path=ppt/tags/tag189.xml><?xml version="1.0" encoding="utf-8"?>
<p:tagLst xmlns:p="http://schemas.openxmlformats.org/presentationml/2006/main">
  <p:tag name="AS_UNIQUEID" val="1189"/>
  <p:tag name="KSO_WM_DIAGRAM_VIRTUALLY_FRAME" val="{&quot;height&quot;:292.2,&quot;left&quot;:48,&quot;top&quot;:157.2,&quot;width&quot;:864}"/>
</p:tagLst>
</file>

<file path=ppt/tags/tag190.xml><?xml version="1.0" encoding="utf-8"?>
<p:tagLst xmlns:p="http://schemas.openxmlformats.org/presentationml/2006/main">
  <p:tag name="AS_UNIQUEID" val="1190"/>
  <p:tag name="KSO_WM_DIAGRAM_VIRTUALLY_FRAME" val="{&quot;height&quot;:292.2,&quot;left&quot;:48,&quot;top&quot;:157.2,&quot;width&quot;:864}"/>
</p:tagLst>
</file>

<file path=ppt/tags/tag191.xml><?xml version="1.0" encoding="utf-8"?>
<p:tagLst xmlns:p="http://schemas.openxmlformats.org/presentationml/2006/main">
  <p:tag name="AS_UNIQUEID" val="1191"/>
  <p:tag name="KSO_WM_DIAGRAM_VIRTUALLY_FRAME" val="{&quot;height&quot;:292.2,&quot;left&quot;:48,&quot;top&quot;:157.2,&quot;width&quot;:864}"/>
</p:tagLst>
</file>

<file path=ppt/tags/tag192.xml><?xml version="1.0" encoding="utf-8"?>
<p:tagLst xmlns:p="http://schemas.openxmlformats.org/presentationml/2006/main">
  <p:tag name="AS_UNIQUEID" val="1192"/>
  <p:tag name="KSO_WM_DIAGRAM_VIRTUALLY_FRAME" val="{&quot;height&quot;:292.2,&quot;left&quot;:48,&quot;top&quot;:157.2,&quot;width&quot;:864}"/>
</p:tagLst>
</file>

<file path=ppt/tags/tag193.xml><?xml version="1.0" encoding="utf-8"?>
<p:tagLst xmlns:p="http://schemas.openxmlformats.org/presentationml/2006/main">
  <p:tag name="AS_UNIQUEID" val="1200"/>
  <p:tag name="KSO_WM_DIAGRAM_VIRTUALLY_FRAME" val="{&quot;height&quot;:292.2,&quot;left&quot;:48,&quot;top&quot;:157.2,&quot;width&quot;:864}"/>
</p:tagLst>
</file>

<file path=ppt/tags/tag194.xml><?xml version="1.0" encoding="utf-8"?>
<p:tagLst xmlns:p="http://schemas.openxmlformats.org/presentationml/2006/main">
  <p:tag name="AS_UNIQUEID" val="1163"/>
  <p:tag name="KSO_WM_DIAGRAM_VIRTUALLY_FRAME" val="{&quot;height&quot;:292.2,&quot;left&quot;:48,&quot;top&quot;:157.2,&quot;width&quot;:864}"/>
</p:tagLst>
</file>

<file path=ppt/tags/tag195.xml><?xml version="1.0" encoding="utf-8"?>
<p:tagLst xmlns:p="http://schemas.openxmlformats.org/presentationml/2006/main">
  <p:tag name="AS_UNIQUEID" val="1164"/>
  <p:tag name="KSO_WM_DIAGRAM_VIRTUALLY_FRAME" val="{&quot;height&quot;:292.2,&quot;left&quot;:48,&quot;top&quot;:157.2,&quot;width&quot;:864}"/>
</p:tagLst>
</file>

<file path=ppt/tags/tag196.xml><?xml version="1.0" encoding="utf-8"?>
<p:tagLst xmlns:p="http://schemas.openxmlformats.org/presentationml/2006/main">
  <p:tag name="AS_UNIQUEID" val="1165"/>
  <p:tag name="KSO_WM_DIAGRAM_VIRTUALLY_FRAME" val="{&quot;height&quot;:292.2,&quot;left&quot;:48,&quot;top&quot;:157.2,&quot;width&quot;:864}"/>
</p:tagLst>
</file>

<file path=ppt/tags/tag197.xml><?xml version="1.0" encoding="utf-8"?>
<p:tagLst xmlns:p="http://schemas.openxmlformats.org/presentationml/2006/main">
  <p:tag name="AS_UNIQUEID" val="1166"/>
  <p:tag name="KSO_WM_DIAGRAM_VIRTUALLY_FRAME" val="{&quot;height&quot;:292.2,&quot;left&quot;:48,&quot;top&quot;:157.2,&quot;width&quot;:864}"/>
</p:tagLst>
</file>

<file path=ppt/tags/tag198.xml><?xml version="1.0" encoding="utf-8"?>
<p:tagLst xmlns:p="http://schemas.openxmlformats.org/presentationml/2006/main">
  <p:tag name="AS_UNIQUEID" val="1167"/>
  <p:tag name="KSO_WM_DIAGRAM_VIRTUALLY_FRAME" val="{&quot;height&quot;:292.2,&quot;left&quot;:48,&quot;top&quot;:157.2,&quot;width&quot;:864}"/>
</p:tagLst>
</file>

<file path=ppt/tags/tag199.xml><?xml version="1.0" encoding="utf-8"?>
<p:tagLst xmlns:p="http://schemas.openxmlformats.org/presentationml/2006/main">
  <p:tag name="AS_UNIQUEID" val="1201"/>
  <p:tag name="KSO_WM_DIAGRAM_VIRTUALLY_FRAME" val="{&quot;height&quot;:292.2,&quot;left&quot;:48,&quot;top&quot;:157.2,&quot;width&quot;:864}"/>
</p:tagLst>
</file>

<file path=ppt/tags/tag200.xml><?xml version="1.0" encoding="utf-8"?>
<p:tagLst xmlns:p="http://schemas.openxmlformats.org/presentationml/2006/main">
  <p:tag name="AS_UNIQUEID" val="1168"/>
  <p:tag name="KSO_WM_DIAGRAM_VIRTUALLY_FRAME" val="{&quot;height&quot;:292.2,&quot;left&quot;:48,&quot;top&quot;:157.2,&quot;width&quot;:864}"/>
</p:tagLst>
</file>

<file path=ppt/tags/tag201.xml><?xml version="1.0" encoding="utf-8"?>
<p:tagLst xmlns:p="http://schemas.openxmlformats.org/presentationml/2006/main">
  <p:tag name="AS_UNIQUEID" val="1169"/>
  <p:tag name="KSO_WM_DIAGRAM_VIRTUALLY_FRAME" val="{&quot;height&quot;:292.2,&quot;left&quot;:48,&quot;top&quot;:157.2,&quot;width&quot;:864}"/>
</p:tagLst>
</file>

<file path=ppt/tags/tag202.xml><?xml version="1.0" encoding="utf-8"?>
<p:tagLst xmlns:p="http://schemas.openxmlformats.org/presentationml/2006/main">
  <p:tag name="AS_UNIQUEID" val="1170"/>
  <p:tag name="KSO_WM_DIAGRAM_VIRTUALLY_FRAME" val="{&quot;height&quot;:292.2,&quot;left&quot;:48,&quot;top&quot;:157.2,&quot;width&quot;:864}"/>
</p:tagLst>
</file>

<file path=ppt/tags/tag203.xml><?xml version="1.0" encoding="utf-8"?>
<p:tagLst xmlns:p="http://schemas.openxmlformats.org/presentationml/2006/main">
  <p:tag name="AS_UNIQUEID" val="1171"/>
  <p:tag name="KSO_WM_DIAGRAM_VIRTUALLY_FRAME" val="{&quot;height&quot;:292.2,&quot;left&quot;:48,&quot;top&quot;:157.2,&quot;width&quot;:864}"/>
</p:tagLst>
</file>

<file path=ppt/tags/tag204.xml><?xml version="1.0" encoding="utf-8"?>
<p:tagLst xmlns:p="http://schemas.openxmlformats.org/presentationml/2006/main">
  <p:tag name="AS_UNIQUEID" val="1172"/>
  <p:tag name="KSO_WM_DIAGRAM_VIRTUALLY_FRAME" val="{&quot;height&quot;:292.2,&quot;left&quot;:48,&quot;top&quot;:157.2,&quot;width&quot;:864}"/>
</p:tagLst>
</file>

<file path=ppt/tags/tag205.xml><?xml version="1.0" encoding="utf-8"?>
<p:tagLst xmlns:p="http://schemas.openxmlformats.org/presentationml/2006/main">
  <p:tag name="AS_UNIQUEID" val="1202"/>
  <p:tag name="KSO_WM_DIAGRAM_VIRTUALLY_FRAME" val="{&quot;height&quot;:292.2,&quot;left&quot;:48,&quot;top&quot;:157.2,&quot;width&quot;:864}"/>
</p:tagLst>
</file>

<file path=ppt/tags/tag206.xml><?xml version="1.0" encoding="utf-8"?>
<p:tagLst xmlns:p="http://schemas.openxmlformats.org/presentationml/2006/main">
  <p:tag name="AS_UNIQUEID" val="1178"/>
  <p:tag name="KSO_WM_DIAGRAM_VIRTUALLY_FRAME" val="{&quot;height&quot;:292.2,&quot;left&quot;:48,&quot;top&quot;:157.2,&quot;width&quot;:864}"/>
</p:tagLst>
</file>

<file path=ppt/tags/tag207.xml><?xml version="1.0" encoding="utf-8"?>
<p:tagLst xmlns:p="http://schemas.openxmlformats.org/presentationml/2006/main">
  <p:tag name="AS_UNIQUEID" val="1179"/>
  <p:tag name="KSO_WM_DIAGRAM_VIRTUALLY_FRAME" val="{&quot;height&quot;:292.2,&quot;left&quot;:48,&quot;top&quot;:157.2,&quot;width&quot;:864}"/>
</p:tagLst>
</file>

<file path=ppt/tags/tag208.xml><?xml version="1.0" encoding="utf-8"?>
<p:tagLst xmlns:p="http://schemas.openxmlformats.org/presentationml/2006/main">
  <p:tag name="AS_UNIQUEID" val="1180"/>
  <p:tag name="KSO_WM_DIAGRAM_VIRTUALLY_FRAME" val="{&quot;height&quot;:292.2,&quot;left&quot;:48,&quot;top&quot;:157.2,&quot;width&quot;:864}"/>
</p:tagLst>
</file>

<file path=ppt/tags/tag209.xml><?xml version="1.0" encoding="utf-8"?>
<p:tagLst xmlns:p="http://schemas.openxmlformats.org/presentationml/2006/main">
  <p:tag name="AS_UNIQUEID" val="1181"/>
  <p:tag name="KSO_WM_DIAGRAM_VIRTUALLY_FRAME" val="{&quot;height&quot;:292.2,&quot;left&quot;:48,&quot;top&quot;:157.2,&quot;width&quot;:864}"/>
</p:tagLst>
</file>

<file path=ppt/tags/tag210.xml><?xml version="1.0" encoding="utf-8"?>
<p:tagLst xmlns:p="http://schemas.openxmlformats.org/presentationml/2006/main">
  <p:tag name="AS_UNIQUEID" val="1182"/>
  <p:tag name="KSO_WM_DIAGRAM_VIRTUALLY_FRAME" val="{&quot;height&quot;:292.2,&quot;left&quot;:48,&quot;top&quot;:157.2,&quot;width&quot;:864}"/>
</p:tagLst>
</file>

<file path=ppt/tags/tag211.xml><?xml version="1.0" encoding="utf-8"?>
<p:tagLst xmlns:p="http://schemas.openxmlformats.org/presentationml/2006/main">
  <p:tag name="AS_UNIQUEID" val="1162"/>
</p:tagLst>
</file>

<file path=ppt/tags/tag212.xml><?xml version="1.0" encoding="utf-8"?>
<p:tagLst xmlns:p="http://schemas.openxmlformats.org/presentationml/2006/main">
  <p:tag name="AS_UNIQUEID" val="1334"/>
</p:tagLst>
</file>

<file path=ppt/tags/tag213.xml><?xml version="1.0" encoding="utf-8"?>
<p:tagLst xmlns:p="http://schemas.openxmlformats.org/presentationml/2006/main">
  <p:tag name="AS_UNIQUEID" val="1335"/>
</p:tagLst>
</file>

<file path=ppt/tags/tag214.xml><?xml version="1.0" encoding="utf-8"?>
<p:tagLst xmlns:p="http://schemas.openxmlformats.org/presentationml/2006/main">
  <p:tag name="AS_UNIQUEID" val="1336"/>
</p:tagLst>
</file>

<file path=ppt/tags/tag215.xml><?xml version="1.0" encoding="utf-8"?>
<p:tagLst xmlns:p="http://schemas.openxmlformats.org/presentationml/2006/main">
  <p:tag name="AS_UNIQUEID" val="322"/>
</p:tagLst>
</file>

<file path=ppt/tags/tag216.xml><?xml version="1.0" encoding="utf-8"?>
<p:tagLst xmlns:p="http://schemas.openxmlformats.org/presentationml/2006/main">
  <p:tag name="AS_UNIQUEID" val="323"/>
</p:tagLst>
</file>

<file path=ppt/tags/tag217.xml><?xml version="1.0" encoding="utf-8"?>
<p:tagLst xmlns:p="http://schemas.openxmlformats.org/presentationml/2006/main">
  <p:tag name="AS_UNIQUEID" val="324"/>
</p:tagLst>
</file>

<file path=ppt/tags/tag218.xml><?xml version="1.0" encoding="utf-8"?>
<p:tagLst xmlns:p="http://schemas.openxmlformats.org/presentationml/2006/main">
  <p:tag name="AS_UNIQUEID" val="387"/>
</p:tagLst>
</file>

<file path=ppt/tags/tag219.xml><?xml version="1.0" encoding="utf-8"?>
<p:tagLst xmlns:p="http://schemas.openxmlformats.org/presentationml/2006/main">
  <p:tag name="AS_UNIQUEID" val="385"/>
</p:tagLst>
</file>

<file path=ppt/tags/tag220.xml><?xml version="1.0" encoding="utf-8"?>
<p:tagLst xmlns:p="http://schemas.openxmlformats.org/presentationml/2006/main">
  <p:tag name="AS_UNIQUEID" val="326"/>
</p:tagLst>
</file>

<file path=ppt/tags/tag221.xml><?xml version="1.0" encoding="utf-8"?>
<p:tagLst xmlns:p="http://schemas.openxmlformats.org/presentationml/2006/main">
  <p:tag name="AS_UNIQUEID" val="388"/>
</p:tagLst>
</file>

<file path=ppt/tags/tag222.xml><?xml version="1.0" encoding="utf-8"?>
<p:tagLst xmlns:p="http://schemas.openxmlformats.org/presentationml/2006/main">
  <p:tag name="AS_UNIQUEID" val="357"/>
</p:tagLst>
</file>

<file path=ppt/tags/tag223.xml><?xml version="1.0" encoding="utf-8"?>
<p:tagLst xmlns:p="http://schemas.openxmlformats.org/presentationml/2006/main">
  <p:tag name="AS_UNIQUEID" val="358"/>
</p:tagLst>
</file>

<file path=ppt/tags/tag224.xml><?xml version="1.0" encoding="utf-8"?>
<p:tagLst xmlns:p="http://schemas.openxmlformats.org/presentationml/2006/main">
  <p:tag name="AS_UNIQUEID" val="359"/>
</p:tagLst>
</file>

<file path=ppt/tags/tag225.xml><?xml version="1.0" encoding="utf-8"?>
<p:tagLst xmlns:p="http://schemas.openxmlformats.org/presentationml/2006/main">
  <p:tag name="AS_UNIQUEID" val="360"/>
</p:tagLst>
</file>

<file path=ppt/tags/tag226.xml><?xml version="1.0" encoding="utf-8"?>
<p:tagLst xmlns:p="http://schemas.openxmlformats.org/presentationml/2006/main">
  <p:tag name="AS_UNIQUEID" val="361"/>
</p:tagLst>
</file>

<file path=ppt/tags/tag227.xml><?xml version="1.0" encoding="utf-8"?>
<p:tagLst xmlns:p="http://schemas.openxmlformats.org/presentationml/2006/main">
  <p:tag name="AS_UNIQUEID" val="362"/>
</p:tagLst>
</file>

<file path=ppt/tags/tag228.xml><?xml version="1.0" encoding="utf-8"?>
<p:tagLst xmlns:p="http://schemas.openxmlformats.org/presentationml/2006/main">
  <p:tag name="AS_UNIQUEID" val="363"/>
</p:tagLst>
</file>

<file path=ppt/tags/tag229.xml><?xml version="1.0" encoding="utf-8"?>
<p:tagLst xmlns:p="http://schemas.openxmlformats.org/presentationml/2006/main">
  <p:tag name="AS_UNIQUEID" val="364"/>
</p:tagLst>
</file>

<file path=ppt/tags/tag230.xml><?xml version="1.0" encoding="utf-8"?>
<p:tagLst xmlns:p="http://schemas.openxmlformats.org/presentationml/2006/main">
  <p:tag name="AS_UNIQUEID" val="365"/>
</p:tagLst>
</file>

<file path=ppt/tags/tag231.xml><?xml version="1.0" encoding="utf-8"?>
<p:tagLst xmlns:p="http://schemas.openxmlformats.org/presentationml/2006/main">
  <p:tag name="AS_UNIQUEID" val="366"/>
</p:tagLst>
</file>

<file path=ppt/tags/tag232.xml><?xml version="1.0" encoding="utf-8"?>
<p:tagLst xmlns:p="http://schemas.openxmlformats.org/presentationml/2006/main">
  <p:tag name="AS_UNIQUEID" val="367"/>
</p:tagLst>
</file>

<file path=ppt/tags/tag233.xml><?xml version="1.0" encoding="utf-8"?>
<p:tagLst xmlns:p="http://schemas.openxmlformats.org/presentationml/2006/main">
  <p:tag name="AS_UNIQUEID" val="368"/>
</p:tagLst>
</file>

<file path=ppt/tags/tag234.xml><?xml version="1.0" encoding="utf-8"?>
<p:tagLst xmlns:p="http://schemas.openxmlformats.org/presentationml/2006/main">
  <p:tag name="AS_UNIQUEID" val="369"/>
</p:tagLst>
</file>

<file path=ppt/tags/tag235.xml><?xml version="1.0" encoding="utf-8"?>
<p:tagLst xmlns:p="http://schemas.openxmlformats.org/presentationml/2006/main">
  <p:tag name="AS_UNIQUEID" val="370"/>
</p:tagLst>
</file>

<file path=ppt/tags/tag236.xml><?xml version="1.0" encoding="utf-8"?>
<p:tagLst xmlns:p="http://schemas.openxmlformats.org/presentationml/2006/main">
  <p:tag name="AS_UNIQUEID" val="371"/>
</p:tagLst>
</file>

<file path=ppt/tags/tag237.xml><?xml version="1.0" encoding="utf-8"?>
<p:tagLst xmlns:p="http://schemas.openxmlformats.org/presentationml/2006/main">
  <p:tag name="AS_UNIQUEID" val="372"/>
</p:tagLst>
</file>

<file path=ppt/tags/tag238.xml><?xml version="1.0" encoding="utf-8"?>
<p:tagLst xmlns:p="http://schemas.openxmlformats.org/presentationml/2006/main">
  <p:tag name="AS_UNIQUEID" val="373"/>
</p:tagLst>
</file>

<file path=ppt/tags/tag239.xml><?xml version="1.0" encoding="utf-8"?>
<p:tagLst xmlns:p="http://schemas.openxmlformats.org/presentationml/2006/main">
  <p:tag name="AS_UNIQUEID" val="374"/>
</p:tagLst>
</file>

<file path=ppt/tags/tag240.xml><?xml version="1.0" encoding="utf-8"?>
<p:tagLst xmlns:p="http://schemas.openxmlformats.org/presentationml/2006/main">
  <p:tag name="AS_UNIQUEID" val="375"/>
</p:tagLst>
</file>

<file path=ppt/tags/tag241.xml><?xml version="1.0" encoding="utf-8"?>
<p:tagLst xmlns:p="http://schemas.openxmlformats.org/presentationml/2006/main">
  <p:tag name="AS_UNIQUEID" val="376"/>
</p:tagLst>
</file>

<file path=ppt/tags/tag242.xml><?xml version="1.0" encoding="utf-8"?>
<p:tagLst xmlns:p="http://schemas.openxmlformats.org/presentationml/2006/main">
  <p:tag name="AS_UNIQUEID" val="377"/>
</p:tagLst>
</file>

<file path=ppt/tags/tag243.xml><?xml version="1.0" encoding="utf-8"?>
<p:tagLst xmlns:p="http://schemas.openxmlformats.org/presentationml/2006/main">
  <p:tag name="AS_UNIQUEID" val="378"/>
</p:tagLst>
</file>

<file path=ppt/tags/tag244.xml><?xml version="1.0" encoding="utf-8"?>
<p:tagLst xmlns:p="http://schemas.openxmlformats.org/presentationml/2006/main">
  <p:tag name="AS_UNIQUEID" val="379"/>
</p:tagLst>
</file>

<file path=ppt/tags/tag245.xml><?xml version="1.0" encoding="utf-8"?>
<p:tagLst xmlns:p="http://schemas.openxmlformats.org/presentationml/2006/main">
  <p:tag name="AS_UNIQUEID" val="380"/>
</p:tagLst>
</file>

<file path=ppt/tags/tag246.xml><?xml version="1.0" encoding="utf-8"?>
<p:tagLst xmlns:p="http://schemas.openxmlformats.org/presentationml/2006/main">
  <p:tag name="AS_UNIQUEID" val="389"/>
</p:tagLst>
</file>

<file path=ppt/tags/tag247.xml><?xml version="1.0" encoding="utf-8"?>
<p:tagLst xmlns:p="http://schemas.openxmlformats.org/presentationml/2006/main">
  <p:tag name="AS_UNIQUEID" val="381"/>
</p:tagLst>
</file>

<file path=ppt/tags/tag248.xml><?xml version="1.0" encoding="utf-8"?>
<p:tagLst xmlns:p="http://schemas.openxmlformats.org/presentationml/2006/main">
  <p:tag name="AS_UNIQUEID" val="382"/>
</p:tagLst>
</file>

<file path=ppt/tags/tag249.xml><?xml version="1.0" encoding="utf-8"?>
<p:tagLst xmlns:p="http://schemas.openxmlformats.org/presentationml/2006/main">
  <p:tag name="AS_UNIQUEID" val="383"/>
</p:tagLst>
</file>

<file path=ppt/tags/tag250.xml><?xml version="1.0" encoding="utf-8"?>
<p:tagLst xmlns:p="http://schemas.openxmlformats.org/presentationml/2006/main">
  <p:tag name="AS_UNIQUEID" val="384"/>
</p:tagLst>
</file>

<file path=ppt/tags/tag251.xml><?xml version="1.0" encoding="utf-8"?>
<p:tagLst xmlns:p="http://schemas.openxmlformats.org/presentationml/2006/main">
  <p:tag name="AS_UNIQUEID" val="355"/>
  <p:tag name="TABLE_ENDDRAG_ORIGIN_RECT" val="443*295"/>
  <p:tag name="TABLE_ENDDRAG_RECT" val="53*190*443*295"/>
</p:tagLst>
</file>

<file path=ppt/tags/tag252.xml><?xml version="1.0" encoding="utf-8"?>
<p:tagLst xmlns:p="http://schemas.openxmlformats.org/presentationml/2006/main">
  <p:tag name="AS_UNIQUEID" val="390"/>
</p:tagLst>
</file>

<file path=ppt/tags/tag253.xml><?xml version="1.0" encoding="utf-8"?>
<p:tagLst xmlns:p="http://schemas.openxmlformats.org/presentationml/2006/main">
  <p:tag name="AS_UNIQUEID" val="386"/>
</p:tagLst>
</file>

<file path=ppt/tags/tag254.xml><?xml version="1.0" encoding="utf-8"?>
<p:tagLst xmlns:p="http://schemas.openxmlformats.org/presentationml/2006/main">
  <p:tag name="AS_UNIQUEID" val="1339"/>
</p:tagLst>
</file>

<file path=ppt/tags/tag255.xml><?xml version="1.0" encoding="utf-8"?>
<p:tagLst xmlns:p="http://schemas.openxmlformats.org/presentationml/2006/main">
  <p:tag name="AS_UNIQUEID" val="1340"/>
</p:tagLst>
</file>

<file path=ppt/tags/tag256.xml><?xml version="1.0" encoding="utf-8"?>
<p:tagLst xmlns:p="http://schemas.openxmlformats.org/presentationml/2006/main">
  <p:tag name="AS_UNIQUEID" val="1341"/>
</p:tagLst>
</file>

<file path=ppt/tags/tag257.xml><?xml version="1.0" encoding="utf-8"?>
<p:tagLst xmlns:p="http://schemas.openxmlformats.org/presentationml/2006/main">
  <p:tag name="AS_UNIQUEID" val="391"/>
</p:tagLst>
</file>

<file path=ppt/tags/tag258.xml><?xml version="1.0" encoding="utf-8"?>
<p:tagLst xmlns:p="http://schemas.openxmlformats.org/presentationml/2006/main">
  <p:tag name="AS_UNIQUEID" val="392"/>
</p:tagLst>
</file>

<file path=ppt/tags/tag259.xml><?xml version="1.0" encoding="utf-8"?>
<p:tagLst xmlns:p="http://schemas.openxmlformats.org/presentationml/2006/main">
  <p:tag name="AS_UNIQUEID" val="393"/>
</p:tagLst>
</file>

<file path=ppt/tags/tag260.xml><?xml version="1.0" encoding="utf-8"?>
<p:tagLst xmlns:p="http://schemas.openxmlformats.org/presentationml/2006/main">
  <p:tag name="AS_UNIQUEID" val="443"/>
</p:tagLst>
</file>

<file path=ppt/tags/tag261.xml><?xml version="1.0" encoding="utf-8"?>
<p:tagLst xmlns:p="http://schemas.openxmlformats.org/presentationml/2006/main">
  <p:tag name="AS_UNIQUEID" val="434"/>
</p:tagLst>
</file>

<file path=ppt/tags/tag262.xml><?xml version="1.0" encoding="utf-8"?>
<p:tagLst xmlns:p="http://schemas.openxmlformats.org/presentationml/2006/main">
  <p:tag name="AS_UNIQUEID" val="435"/>
</p:tagLst>
</file>

<file path=ppt/tags/tag263.xml><?xml version="1.0" encoding="utf-8"?>
<p:tagLst xmlns:p="http://schemas.openxmlformats.org/presentationml/2006/main">
  <p:tag name="AS_UNIQUEID" val="436"/>
</p:tagLst>
</file>

<file path=ppt/tags/tag264.xml><?xml version="1.0" encoding="utf-8"?>
<p:tagLst xmlns:p="http://schemas.openxmlformats.org/presentationml/2006/main">
  <p:tag name="AS_UNIQUEID" val="437"/>
</p:tagLst>
</file>

<file path=ppt/tags/tag265.xml><?xml version="1.0" encoding="utf-8"?>
<p:tagLst xmlns:p="http://schemas.openxmlformats.org/presentationml/2006/main">
  <p:tag name="AS_UNIQUEID" val="438"/>
</p:tagLst>
</file>

<file path=ppt/tags/tag266.xml><?xml version="1.0" encoding="utf-8"?>
<p:tagLst xmlns:p="http://schemas.openxmlformats.org/presentationml/2006/main">
  <p:tag name="AS_UNIQUEID" val="439"/>
</p:tagLst>
</file>

<file path=ppt/tags/tag267.xml><?xml version="1.0" encoding="utf-8"?>
<p:tagLst xmlns:p="http://schemas.openxmlformats.org/presentationml/2006/main">
  <p:tag name="AS_UNIQUEID" val="440"/>
</p:tagLst>
</file>

<file path=ppt/tags/tag268.xml><?xml version="1.0" encoding="utf-8"?>
<p:tagLst xmlns:p="http://schemas.openxmlformats.org/presentationml/2006/main">
  <p:tag name="AS_UNIQUEID" val="441"/>
</p:tagLst>
</file>

<file path=ppt/tags/tag269.xml><?xml version="1.0" encoding="utf-8"?>
<p:tagLst xmlns:p="http://schemas.openxmlformats.org/presentationml/2006/main">
  <p:tag name="AS_UNIQUEID" val="442"/>
</p:tagLst>
</file>

<file path=ppt/tags/tag270.xml><?xml version="1.0" encoding="utf-8"?>
<p:tagLst xmlns:p="http://schemas.openxmlformats.org/presentationml/2006/main">
  <p:tag name="AS_UNIQUEID" val="444"/>
</p:tagLst>
</file>

<file path=ppt/tags/tag271.xml><?xml version="1.0" encoding="utf-8"?>
<p:tagLst xmlns:p="http://schemas.openxmlformats.org/presentationml/2006/main">
  <p:tag name="AS_UNIQUEID" val="419"/>
</p:tagLst>
</file>

<file path=ppt/tags/tag272.xml><?xml version="1.0" encoding="utf-8"?>
<p:tagLst xmlns:p="http://schemas.openxmlformats.org/presentationml/2006/main">
  <p:tag name="AS_UNIQUEID" val="420"/>
</p:tagLst>
</file>

<file path=ppt/tags/tag273.xml><?xml version="1.0" encoding="utf-8"?>
<p:tagLst xmlns:p="http://schemas.openxmlformats.org/presentationml/2006/main">
  <p:tag name="AS_UNIQUEID" val="421"/>
</p:tagLst>
</file>

<file path=ppt/tags/tag274.xml><?xml version="1.0" encoding="utf-8"?>
<p:tagLst xmlns:p="http://schemas.openxmlformats.org/presentationml/2006/main">
  <p:tag name="AS_UNIQUEID" val="422"/>
</p:tagLst>
</file>

<file path=ppt/tags/tag275.xml><?xml version="1.0" encoding="utf-8"?>
<p:tagLst xmlns:p="http://schemas.openxmlformats.org/presentationml/2006/main">
  <p:tag name="AS_UNIQUEID" val="423"/>
</p:tagLst>
</file>

<file path=ppt/tags/tag276.xml><?xml version="1.0" encoding="utf-8"?>
<p:tagLst xmlns:p="http://schemas.openxmlformats.org/presentationml/2006/main">
  <p:tag name="AS_UNIQUEID" val="424"/>
</p:tagLst>
</file>

<file path=ppt/tags/tag277.xml><?xml version="1.0" encoding="utf-8"?>
<p:tagLst xmlns:p="http://schemas.openxmlformats.org/presentationml/2006/main">
  <p:tag name="AS_UNIQUEID" val="425"/>
</p:tagLst>
</file>

<file path=ppt/tags/tag278.xml><?xml version="1.0" encoding="utf-8"?>
<p:tagLst xmlns:p="http://schemas.openxmlformats.org/presentationml/2006/main">
  <p:tag name="AS_UNIQUEID" val="426"/>
</p:tagLst>
</file>

<file path=ppt/tags/tag279.xml><?xml version="1.0" encoding="utf-8"?>
<p:tagLst xmlns:p="http://schemas.openxmlformats.org/presentationml/2006/main">
  <p:tag name="AS_UNIQUEID" val="427"/>
</p:tagLst>
</file>

<file path=ppt/tags/tag280.xml><?xml version="1.0" encoding="utf-8"?>
<p:tagLst xmlns:p="http://schemas.openxmlformats.org/presentationml/2006/main">
  <p:tag name="AS_UNIQUEID" val="428"/>
</p:tagLst>
</file>

<file path=ppt/tags/tag281.xml><?xml version="1.0" encoding="utf-8"?>
<p:tagLst xmlns:p="http://schemas.openxmlformats.org/presentationml/2006/main">
  <p:tag name="AS_UNIQUEID" val="429"/>
</p:tagLst>
</file>

<file path=ppt/tags/tag282.xml><?xml version="1.0" encoding="utf-8"?>
<p:tagLst xmlns:p="http://schemas.openxmlformats.org/presentationml/2006/main">
  <p:tag name="AS_UNIQUEID" val="430"/>
</p:tagLst>
</file>

<file path=ppt/tags/tag283.xml><?xml version="1.0" encoding="utf-8"?>
<p:tagLst xmlns:p="http://schemas.openxmlformats.org/presentationml/2006/main">
  <p:tag name="AS_UNIQUEID" val="431"/>
</p:tagLst>
</file>

<file path=ppt/tags/tag284.xml><?xml version="1.0" encoding="utf-8"?>
<p:tagLst xmlns:p="http://schemas.openxmlformats.org/presentationml/2006/main">
  <p:tag name="AS_UNIQUEID" val="432"/>
</p:tagLst>
</file>

<file path=ppt/tags/tag285.xml><?xml version="1.0" encoding="utf-8"?>
<p:tagLst xmlns:p="http://schemas.openxmlformats.org/presentationml/2006/main">
  <p:tag name="AS_UNIQUEID" val="433"/>
</p:tagLst>
</file>

<file path=ppt/tags/tag286.xml><?xml version="1.0" encoding="utf-8"?>
<p:tagLst xmlns:p="http://schemas.openxmlformats.org/presentationml/2006/main">
  <p:tag name="AS_UNIQUEID" val="418"/>
</p:tagLst>
</file>

<file path=ppt/tags/tag287.xml><?xml version="1.0" encoding="utf-8"?>
<p:tagLst xmlns:p="http://schemas.openxmlformats.org/presentationml/2006/main">
  <p:tag name="AS_UNIQUEID" val="1344"/>
</p:tagLst>
</file>

<file path=ppt/tags/tag288.xml><?xml version="1.0" encoding="utf-8"?>
<p:tagLst xmlns:p="http://schemas.openxmlformats.org/presentationml/2006/main">
  <p:tag name="AS_UNIQUEID" val="1345"/>
</p:tagLst>
</file>

<file path=ppt/tags/tag289.xml><?xml version="1.0" encoding="utf-8"?>
<p:tagLst xmlns:p="http://schemas.openxmlformats.org/presentationml/2006/main">
  <p:tag name="AS_UNIQUEID" val="1346"/>
</p:tagLst>
</file>

<file path=ppt/tags/tag290.xml><?xml version="1.0" encoding="utf-8"?>
<p:tagLst xmlns:p="http://schemas.openxmlformats.org/presentationml/2006/main">
  <p:tag name="AS_UNIQUEID" val="445"/>
</p:tagLst>
</file>

<file path=ppt/tags/tag291.xml><?xml version="1.0" encoding="utf-8"?>
<p:tagLst xmlns:p="http://schemas.openxmlformats.org/presentationml/2006/main">
  <p:tag name="AS_UNIQUEID" val="446"/>
</p:tagLst>
</file>

<file path=ppt/tags/tag292.xml><?xml version="1.0" encoding="utf-8"?>
<p:tagLst xmlns:p="http://schemas.openxmlformats.org/presentationml/2006/main">
  <p:tag name="AS_UNIQUEID" val="447"/>
</p:tagLst>
</file>

<file path=ppt/tags/tag293.xml><?xml version="1.0" encoding="utf-8"?>
<p:tagLst xmlns:p="http://schemas.openxmlformats.org/presentationml/2006/main">
  <p:tag name="AS_UNIQUEID" val="497"/>
</p:tagLst>
</file>

<file path=ppt/tags/tag294.xml><?xml version="1.0" encoding="utf-8"?>
<p:tagLst xmlns:p="http://schemas.openxmlformats.org/presentationml/2006/main">
  <p:tag name="AS_UNIQUEID" val="487"/>
</p:tagLst>
</file>

<file path=ppt/tags/tag295.xml><?xml version="1.0" encoding="utf-8"?>
<p:tagLst xmlns:p="http://schemas.openxmlformats.org/presentationml/2006/main">
  <p:tag name="AS_UNIQUEID" val="449"/>
</p:tagLst>
</file>

<file path=ppt/tags/tag296.xml><?xml version="1.0" encoding="utf-8"?>
<p:tagLst xmlns:p="http://schemas.openxmlformats.org/presentationml/2006/main">
  <p:tag name="AS_UNIQUEID" val="498"/>
</p:tagLst>
</file>

<file path=ppt/tags/tag297.xml><?xml version="1.0" encoding="utf-8"?>
<p:tagLst xmlns:p="http://schemas.openxmlformats.org/presentationml/2006/main">
  <p:tag name="AS_UNIQUEID" val="493"/>
</p:tagLst>
</file>

<file path=ppt/tags/tag298.xml><?xml version="1.0" encoding="utf-8"?>
<p:tagLst xmlns:p="http://schemas.openxmlformats.org/presentationml/2006/main">
  <p:tag name="AS_UNIQUEID" val="494"/>
</p:tagLst>
</file>

<file path=ppt/tags/tag299.xml><?xml version="1.0" encoding="utf-8"?>
<p:tagLst xmlns:p="http://schemas.openxmlformats.org/presentationml/2006/main">
  <p:tag name="AS_UNIQUEID" val="495"/>
</p:tagLst>
</file>

<file path=ppt/tags/tag300.xml><?xml version="1.0" encoding="utf-8"?>
<p:tagLst xmlns:p="http://schemas.openxmlformats.org/presentationml/2006/main">
  <p:tag name="AS_UNIQUEID" val="496"/>
</p:tagLst>
</file>

<file path=ppt/tags/tag301.xml><?xml version="1.0" encoding="utf-8"?>
<p:tagLst xmlns:p="http://schemas.openxmlformats.org/presentationml/2006/main">
  <p:tag name="AS_UNIQUEID" val="499"/>
</p:tagLst>
</file>

<file path=ppt/tags/tag302.xml><?xml version="1.0" encoding="utf-8"?>
<p:tagLst xmlns:p="http://schemas.openxmlformats.org/presentationml/2006/main">
  <p:tag name="AS_UNIQUEID" val="489"/>
</p:tagLst>
</file>

<file path=ppt/tags/tag303.xml><?xml version="1.0" encoding="utf-8"?>
<p:tagLst xmlns:p="http://schemas.openxmlformats.org/presentationml/2006/main">
  <p:tag name="AS_UNIQUEID" val="490"/>
</p:tagLst>
</file>

<file path=ppt/tags/tag304.xml><?xml version="1.0" encoding="utf-8"?>
<p:tagLst xmlns:p="http://schemas.openxmlformats.org/presentationml/2006/main">
  <p:tag name="AS_UNIQUEID" val="491"/>
</p:tagLst>
</file>

<file path=ppt/tags/tag305.xml><?xml version="1.0" encoding="utf-8"?>
<p:tagLst xmlns:p="http://schemas.openxmlformats.org/presentationml/2006/main">
  <p:tag name="AS_UNIQUEID" val="492"/>
</p:tagLst>
</file>

<file path=ppt/tags/tag306.xml><?xml version="1.0" encoding="utf-8"?>
<p:tagLst xmlns:p="http://schemas.openxmlformats.org/presentationml/2006/main">
  <p:tag name="AS_UNIQUEID" val="500"/>
</p:tagLst>
</file>

<file path=ppt/tags/tag307.xml><?xml version="1.0" encoding="utf-8"?>
<p:tagLst xmlns:p="http://schemas.openxmlformats.org/presentationml/2006/main">
  <p:tag name="AS_UNIQUEID" val="473"/>
</p:tagLst>
</file>

<file path=ppt/tags/tag308.xml><?xml version="1.0" encoding="utf-8"?>
<p:tagLst xmlns:p="http://schemas.openxmlformats.org/presentationml/2006/main">
  <p:tag name="AS_UNIQUEID" val="474"/>
</p:tagLst>
</file>

<file path=ppt/tags/tag309.xml><?xml version="1.0" encoding="utf-8"?>
<p:tagLst xmlns:p="http://schemas.openxmlformats.org/presentationml/2006/main">
  <p:tag name="AS_UNIQUEID" val="475"/>
</p:tagLst>
</file>

<file path=ppt/tags/tag310.xml><?xml version="1.0" encoding="utf-8"?>
<p:tagLst xmlns:p="http://schemas.openxmlformats.org/presentationml/2006/main">
  <p:tag name="AS_UNIQUEID" val="476"/>
</p:tagLst>
</file>

<file path=ppt/tags/tag311.xml><?xml version="1.0" encoding="utf-8"?>
<p:tagLst xmlns:p="http://schemas.openxmlformats.org/presentationml/2006/main">
  <p:tag name="AS_UNIQUEID" val="477"/>
</p:tagLst>
</file>

<file path=ppt/tags/tag312.xml><?xml version="1.0" encoding="utf-8"?>
<p:tagLst xmlns:p="http://schemas.openxmlformats.org/presentationml/2006/main">
  <p:tag name="AS_UNIQUEID" val="478"/>
</p:tagLst>
</file>

<file path=ppt/tags/tag313.xml><?xml version="1.0" encoding="utf-8"?>
<p:tagLst xmlns:p="http://schemas.openxmlformats.org/presentationml/2006/main">
  <p:tag name="AS_UNIQUEID" val="479"/>
</p:tagLst>
</file>

<file path=ppt/tags/tag314.xml><?xml version="1.0" encoding="utf-8"?>
<p:tagLst xmlns:p="http://schemas.openxmlformats.org/presentationml/2006/main">
  <p:tag name="AS_UNIQUEID" val="480"/>
</p:tagLst>
</file>

<file path=ppt/tags/tag315.xml><?xml version="1.0" encoding="utf-8"?>
<p:tagLst xmlns:p="http://schemas.openxmlformats.org/presentationml/2006/main">
  <p:tag name="AS_UNIQUEID" val="481"/>
</p:tagLst>
</file>

<file path=ppt/tags/tag316.xml><?xml version="1.0" encoding="utf-8"?>
<p:tagLst xmlns:p="http://schemas.openxmlformats.org/presentationml/2006/main">
  <p:tag name="AS_UNIQUEID" val="482"/>
</p:tagLst>
</file>

<file path=ppt/tags/tag317.xml><?xml version="1.0" encoding="utf-8"?>
<p:tagLst xmlns:p="http://schemas.openxmlformats.org/presentationml/2006/main">
  <p:tag name="AS_UNIQUEID" val="483"/>
</p:tagLst>
</file>

<file path=ppt/tags/tag318.xml><?xml version="1.0" encoding="utf-8"?>
<p:tagLst xmlns:p="http://schemas.openxmlformats.org/presentationml/2006/main">
  <p:tag name="AS_UNIQUEID" val="484"/>
</p:tagLst>
</file>

<file path=ppt/tags/tag319.xml><?xml version="1.0" encoding="utf-8"?>
<p:tagLst xmlns:p="http://schemas.openxmlformats.org/presentationml/2006/main">
  <p:tag name="AS_UNIQUEID" val="485"/>
</p:tagLst>
</file>

<file path=ppt/tags/tag320.xml><?xml version="1.0" encoding="utf-8"?>
<p:tagLst xmlns:p="http://schemas.openxmlformats.org/presentationml/2006/main">
  <p:tag name="AS_UNIQUEID" val="486"/>
</p:tagLst>
</file>

<file path=ppt/tags/tag321.xml><?xml version="1.0" encoding="utf-8"?>
<p:tagLst xmlns:p="http://schemas.openxmlformats.org/presentationml/2006/main">
  <p:tag name="AS_UNIQUEID" val="501"/>
</p:tagLst>
</file>

<file path=ppt/tags/tag322.xml><?xml version="1.0" encoding="utf-8"?>
<p:tagLst xmlns:p="http://schemas.openxmlformats.org/presentationml/2006/main">
  <p:tag name="AS_UNIQUEID" val="488"/>
</p:tagLst>
</file>

<file path=ppt/tags/tag323.xml><?xml version="1.0" encoding="utf-8"?>
<p:tagLst xmlns:p="http://schemas.openxmlformats.org/presentationml/2006/main">
  <p:tag name="AS_UNIQUEID" val="1349"/>
</p:tagLst>
</file>

<file path=ppt/tags/tag324.xml><?xml version="1.0" encoding="utf-8"?>
<p:tagLst xmlns:p="http://schemas.openxmlformats.org/presentationml/2006/main">
  <p:tag name="AS_UNIQUEID" val="1350"/>
</p:tagLst>
</file>

<file path=ppt/tags/tag325.xml><?xml version="1.0" encoding="utf-8"?>
<p:tagLst xmlns:p="http://schemas.openxmlformats.org/presentationml/2006/main">
  <p:tag name="AS_UNIQUEID" val="1351"/>
</p:tagLst>
</file>

<file path=ppt/tags/tag326.xml><?xml version="1.0" encoding="utf-8"?>
<p:tagLst xmlns:p="http://schemas.openxmlformats.org/presentationml/2006/main">
  <p:tag name="AS_UNIQUEID" val="502"/>
</p:tagLst>
</file>

<file path=ppt/tags/tag327.xml><?xml version="1.0" encoding="utf-8"?>
<p:tagLst xmlns:p="http://schemas.openxmlformats.org/presentationml/2006/main">
  <p:tag name="AS_UNIQUEID" val="503"/>
</p:tagLst>
</file>

<file path=ppt/tags/tag328.xml><?xml version="1.0" encoding="utf-8"?>
<p:tagLst xmlns:p="http://schemas.openxmlformats.org/presentationml/2006/main">
  <p:tag name="AS_UNIQUEID" val="504"/>
</p:tagLst>
</file>

<file path=ppt/tags/tag329.xml><?xml version="1.0" encoding="utf-8"?>
<p:tagLst xmlns:p="http://schemas.openxmlformats.org/presentationml/2006/main">
  <p:tag name="AS_UNIQUEID" val="548"/>
</p:tagLst>
</file>

<file path=ppt/tags/tag330.xml><?xml version="1.0" encoding="utf-8"?>
<p:tagLst xmlns:p="http://schemas.openxmlformats.org/presentationml/2006/main">
  <p:tag name="AS_UNIQUEID" val="546"/>
</p:tagLst>
</file>

<file path=ppt/tags/tag331.xml><?xml version="1.0" encoding="utf-8"?>
<p:tagLst xmlns:p="http://schemas.openxmlformats.org/presentationml/2006/main">
  <p:tag name="AS_UNIQUEID" val="547"/>
</p:tagLst>
</file>

<file path=ppt/tags/tag332.xml><?xml version="1.0" encoding="utf-8"?>
<p:tagLst xmlns:p="http://schemas.openxmlformats.org/presentationml/2006/main">
  <p:tag name="AS_UNIQUEID" val="549"/>
</p:tagLst>
</file>

<file path=ppt/tags/tag333.xml><?xml version="1.0" encoding="utf-8"?>
<p:tagLst xmlns:p="http://schemas.openxmlformats.org/presentationml/2006/main">
  <p:tag name="AS_UNIQUEID" val="527"/>
</p:tagLst>
</file>

<file path=ppt/tags/tag334.xml><?xml version="1.0" encoding="utf-8"?>
<p:tagLst xmlns:p="http://schemas.openxmlformats.org/presentationml/2006/main">
  <p:tag name="AS_UNIQUEID" val="528"/>
</p:tagLst>
</file>

<file path=ppt/tags/tag335.xml><?xml version="1.0" encoding="utf-8"?>
<p:tagLst xmlns:p="http://schemas.openxmlformats.org/presentationml/2006/main">
  <p:tag name="AS_UNIQUEID" val="529"/>
</p:tagLst>
</file>

<file path=ppt/tags/tag336.xml><?xml version="1.0" encoding="utf-8"?>
<p:tagLst xmlns:p="http://schemas.openxmlformats.org/presentationml/2006/main">
  <p:tag name="AS_UNIQUEID" val="530"/>
</p:tagLst>
</file>

<file path=ppt/tags/tag337.xml><?xml version="1.0" encoding="utf-8"?>
<p:tagLst xmlns:p="http://schemas.openxmlformats.org/presentationml/2006/main">
  <p:tag name="AS_UNIQUEID" val="531"/>
</p:tagLst>
</file>

<file path=ppt/tags/tag338.xml><?xml version="1.0" encoding="utf-8"?>
<p:tagLst xmlns:p="http://schemas.openxmlformats.org/presentationml/2006/main">
  <p:tag name="AS_UNIQUEID" val="532"/>
</p:tagLst>
</file>

<file path=ppt/tags/tag339.xml><?xml version="1.0" encoding="utf-8"?>
<p:tagLst xmlns:p="http://schemas.openxmlformats.org/presentationml/2006/main">
  <p:tag name="AS_UNIQUEID" val="533"/>
</p:tagLst>
</file>

<file path=ppt/tags/tag340.xml><?xml version="1.0" encoding="utf-8"?>
<p:tagLst xmlns:p="http://schemas.openxmlformats.org/presentationml/2006/main">
  <p:tag name="AS_UNIQUEID" val="534"/>
</p:tagLst>
</file>

<file path=ppt/tags/tag341.xml><?xml version="1.0" encoding="utf-8"?>
<p:tagLst xmlns:p="http://schemas.openxmlformats.org/presentationml/2006/main">
  <p:tag name="AS_UNIQUEID" val="535"/>
</p:tagLst>
</file>

<file path=ppt/tags/tag342.xml><?xml version="1.0" encoding="utf-8"?>
<p:tagLst xmlns:p="http://schemas.openxmlformats.org/presentationml/2006/main">
  <p:tag name="AS_UNIQUEID" val="536"/>
</p:tagLst>
</file>

<file path=ppt/tags/tag343.xml><?xml version="1.0" encoding="utf-8"?>
<p:tagLst xmlns:p="http://schemas.openxmlformats.org/presentationml/2006/main">
  <p:tag name="AS_UNIQUEID" val="537"/>
</p:tagLst>
</file>

<file path=ppt/tags/tag344.xml><?xml version="1.0" encoding="utf-8"?>
<p:tagLst xmlns:p="http://schemas.openxmlformats.org/presentationml/2006/main">
  <p:tag name="AS_UNIQUEID" val="550"/>
</p:tagLst>
</file>

<file path=ppt/tags/tag345.xml><?xml version="1.0" encoding="utf-8"?>
<p:tagLst xmlns:p="http://schemas.openxmlformats.org/presentationml/2006/main">
  <p:tag name="AS_UNIQUEID" val="538"/>
</p:tagLst>
</file>

<file path=ppt/tags/tag346.xml><?xml version="1.0" encoding="utf-8"?>
<p:tagLst xmlns:p="http://schemas.openxmlformats.org/presentationml/2006/main">
  <p:tag name="AS_UNIQUEID" val="539"/>
</p:tagLst>
</file>

<file path=ppt/tags/tag347.xml><?xml version="1.0" encoding="utf-8"?>
<p:tagLst xmlns:p="http://schemas.openxmlformats.org/presentationml/2006/main">
  <p:tag name="AS_UNIQUEID" val="540"/>
</p:tagLst>
</file>

<file path=ppt/tags/tag348.xml><?xml version="1.0" encoding="utf-8"?>
<p:tagLst xmlns:p="http://schemas.openxmlformats.org/presentationml/2006/main">
  <p:tag name="AS_UNIQUEID" val="541"/>
</p:tagLst>
</file>

<file path=ppt/tags/tag349.xml><?xml version="1.0" encoding="utf-8"?>
<p:tagLst xmlns:p="http://schemas.openxmlformats.org/presentationml/2006/main">
  <p:tag name="AS_UNIQUEID" val="542"/>
</p:tagLst>
</file>

<file path=ppt/tags/tag350.xml><?xml version="1.0" encoding="utf-8"?>
<p:tagLst xmlns:p="http://schemas.openxmlformats.org/presentationml/2006/main">
  <p:tag name="AS_UNIQUEID" val="543"/>
</p:tagLst>
</file>

<file path=ppt/tags/tag351.xml><?xml version="1.0" encoding="utf-8"?>
<p:tagLst xmlns:p="http://schemas.openxmlformats.org/presentationml/2006/main">
  <p:tag name="AS_UNIQUEID" val="544"/>
</p:tagLst>
</file>

<file path=ppt/tags/tag352.xml><?xml version="1.0" encoding="utf-8"?>
<p:tagLst xmlns:p="http://schemas.openxmlformats.org/presentationml/2006/main">
  <p:tag name="AS_UNIQUEID" val="545"/>
</p:tagLst>
</file>

<file path=ppt/tags/tag353.xml><?xml version="1.0" encoding="utf-8"?>
<p:tagLst xmlns:p="http://schemas.openxmlformats.org/presentationml/2006/main">
  <p:tag name="AS_UNIQUEID" val="526"/>
</p:tagLst>
</file>

<file path=ppt/tags/tag354.xml><?xml version="1.0" encoding="utf-8"?>
<p:tagLst xmlns:p="http://schemas.openxmlformats.org/presentationml/2006/main">
  <p:tag name="AS_UNIQUEID" val="1354"/>
</p:tagLst>
</file>

<file path=ppt/tags/tag355.xml><?xml version="1.0" encoding="utf-8"?>
<p:tagLst xmlns:p="http://schemas.openxmlformats.org/presentationml/2006/main">
  <p:tag name="AS_UNIQUEID" val="1355"/>
</p:tagLst>
</file>

<file path=ppt/tags/tag356.xml><?xml version="1.0" encoding="utf-8"?>
<p:tagLst xmlns:p="http://schemas.openxmlformats.org/presentationml/2006/main">
  <p:tag name="AS_UNIQUEID" val="1356"/>
</p:tagLst>
</file>

<file path=ppt/tags/tag357.xml><?xml version="1.0" encoding="utf-8"?>
<p:tagLst xmlns:p="http://schemas.openxmlformats.org/presentationml/2006/main">
  <p:tag name="AS_UNIQUEID" val="551"/>
</p:tagLst>
</file>

<file path=ppt/tags/tag358.xml><?xml version="1.0" encoding="utf-8"?>
<p:tagLst xmlns:p="http://schemas.openxmlformats.org/presentationml/2006/main">
  <p:tag name="AS_UNIQUEID" val="552"/>
</p:tagLst>
</file>

<file path=ppt/tags/tag359.xml><?xml version="1.0" encoding="utf-8"?>
<p:tagLst xmlns:p="http://schemas.openxmlformats.org/presentationml/2006/main">
  <p:tag name="AS_UNIQUEID" val="553"/>
</p:tagLst>
</file>

<file path=ppt/tags/tag360.xml><?xml version="1.0" encoding="utf-8"?>
<p:tagLst xmlns:p="http://schemas.openxmlformats.org/presentationml/2006/main">
  <p:tag name="AS_UNIQUEID" val="646"/>
</p:tagLst>
</file>

<file path=ppt/tags/tag361.xml><?xml version="1.0" encoding="utf-8"?>
<p:tagLst xmlns:p="http://schemas.openxmlformats.org/presentationml/2006/main">
  <p:tag name="AS_UNIQUEID" val="643"/>
</p:tagLst>
</file>

<file path=ppt/tags/tag362.xml><?xml version="1.0" encoding="utf-8"?>
<p:tagLst xmlns:p="http://schemas.openxmlformats.org/presentationml/2006/main">
  <p:tag name="AS_UNIQUEID" val="644"/>
</p:tagLst>
</file>

<file path=ppt/tags/tag363.xml><?xml version="1.0" encoding="utf-8"?>
<p:tagLst xmlns:p="http://schemas.openxmlformats.org/presentationml/2006/main">
  <p:tag name="AS_UNIQUEID" val="647"/>
</p:tagLst>
</file>

<file path=ppt/tags/tag364.xml><?xml version="1.0" encoding="utf-8"?>
<p:tagLst xmlns:p="http://schemas.openxmlformats.org/presentationml/2006/main">
  <p:tag name="AS_UNIQUEID" val="600"/>
</p:tagLst>
</file>

<file path=ppt/tags/tag365.xml><?xml version="1.0" encoding="utf-8"?>
<p:tagLst xmlns:p="http://schemas.openxmlformats.org/presentationml/2006/main">
  <p:tag name="AS_UNIQUEID" val="601"/>
</p:tagLst>
</file>

<file path=ppt/tags/tag366.xml><?xml version="1.0" encoding="utf-8"?>
<p:tagLst xmlns:p="http://schemas.openxmlformats.org/presentationml/2006/main">
  <p:tag name="AS_UNIQUEID" val="602"/>
</p:tagLst>
</file>

<file path=ppt/tags/tag367.xml><?xml version="1.0" encoding="utf-8"?>
<p:tagLst xmlns:p="http://schemas.openxmlformats.org/presentationml/2006/main">
  <p:tag name="AS_UNIQUEID" val="603"/>
</p:tagLst>
</file>

<file path=ppt/tags/tag368.xml><?xml version="1.0" encoding="utf-8"?>
<p:tagLst xmlns:p="http://schemas.openxmlformats.org/presentationml/2006/main">
  <p:tag name="AS_UNIQUEID" val="604"/>
</p:tagLst>
</file>

<file path=ppt/tags/tag369.xml><?xml version="1.0" encoding="utf-8"?>
<p:tagLst xmlns:p="http://schemas.openxmlformats.org/presentationml/2006/main">
  <p:tag name="AS_UNIQUEID" val="605"/>
</p:tagLst>
</file>

<file path=ppt/tags/tag370.xml><?xml version="1.0" encoding="utf-8"?>
<p:tagLst xmlns:p="http://schemas.openxmlformats.org/presentationml/2006/main">
  <p:tag name="AS_UNIQUEID" val="606"/>
</p:tagLst>
</file>

<file path=ppt/tags/tag371.xml><?xml version="1.0" encoding="utf-8"?>
<p:tagLst xmlns:p="http://schemas.openxmlformats.org/presentationml/2006/main">
  <p:tag name="AS_UNIQUEID" val="607"/>
</p:tagLst>
</file>

<file path=ppt/tags/tag372.xml><?xml version="1.0" encoding="utf-8"?>
<p:tagLst xmlns:p="http://schemas.openxmlformats.org/presentationml/2006/main">
  <p:tag name="AS_UNIQUEID" val="608"/>
</p:tagLst>
</file>

<file path=ppt/tags/tag373.xml><?xml version="1.0" encoding="utf-8"?>
<p:tagLst xmlns:p="http://schemas.openxmlformats.org/presentationml/2006/main">
  <p:tag name="AS_UNIQUEID" val="609"/>
</p:tagLst>
</file>

<file path=ppt/tags/tag374.xml><?xml version="1.0" encoding="utf-8"?>
<p:tagLst xmlns:p="http://schemas.openxmlformats.org/presentationml/2006/main">
  <p:tag name="AS_UNIQUEID" val="610"/>
</p:tagLst>
</file>

<file path=ppt/tags/tag375.xml><?xml version="1.0" encoding="utf-8"?>
<p:tagLst xmlns:p="http://schemas.openxmlformats.org/presentationml/2006/main">
  <p:tag name="AS_UNIQUEID" val="611"/>
</p:tagLst>
</file>

<file path=ppt/tags/tag376.xml><?xml version="1.0" encoding="utf-8"?>
<p:tagLst xmlns:p="http://schemas.openxmlformats.org/presentationml/2006/main">
  <p:tag name="AS_UNIQUEID" val="612"/>
</p:tagLst>
</file>

<file path=ppt/tags/tag377.xml><?xml version="1.0" encoding="utf-8"?>
<p:tagLst xmlns:p="http://schemas.openxmlformats.org/presentationml/2006/main">
  <p:tag name="AS_UNIQUEID" val="613"/>
</p:tagLst>
</file>

<file path=ppt/tags/tag378.xml><?xml version="1.0" encoding="utf-8"?>
<p:tagLst xmlns:p="http://schemas.openxmlformats.org/presentationml/2006/main">
  <p:tag name="AS_UNIQUEID" val="614"/>
</p:tagLst>
</file>

<file path=ppt/tags/tag379.xml><?xml version="1.0" encoding="utf-8"?>
<p:tagLst xmlns:p="http://schemas.openxmlformats.org/presentationml/2006/main">
  <p:tag name="AS_UNIQUEID" val="615"/>
</p:tagLst>
</file>

<file path=ppt/tags/tag380.xml><?xml version="1.0" encoding="utf-8"?>
<p:tagLst xmlns:p="http://schemas.openxmlformats.org/presentationml/2006/main">
  <p:tag name="AS_UNIQUEID" val="616"/>
</p:tagLst>
</file>

<file path=ppt/tags/tag381.xml><?xml version="1.0" encoding="utf-8"?>
<p:tagLst xmlns:p="http://schemas.openxmlformats.org/presentationml/2006/main">
  <p:tag name="AS_UNIQUEID" val="617"/>
</p:tagLst>
</file>

<file path=ppt/tags/tag382.xml><?xml version="1.0" encoding="utf-8"?>
<p:tagLst xmlns:p="http://schemas.openxmlformats.org/presentationml/2006/main">
  <p:tag name="AS_UNIQUEID" val="618"/>
</p:tagLst>
</file>

<file path=ppt/tags/tag383.xml><?xml version="1.0" encoding="utf-8"?>
<p:tagLst xmlns:p="http://schemas.openxmlformats.org/presentationml/2006/main">
  <p:tag name="AS_UNIQUEID" val="619"/>
</p:tagLst>
</file>

<file path=ppt/tags/tag384.xml><?xml version="1.0" encoding="utf-8"?>
<p:tagLst xmlns:p="http://schemas.openxmlformats.org/presentationml/2006/main">
  <p:tag name="AS_UNIQUEID" val="620"/>
</p:tagLst>
</file>

<file path=ppt/tags/tag385.xml><?xml version="1.0" encoding="utf-8"?>
<p:tagLst xmlns:p="http://schemas.openxmlformats.org/presentationml/2006/main">
  <p:tag name="AS_UNIQUEID" val="621"/>
</p:tagLst>
</file>

<file path=ppt/tags/tag386.xml><?xml version="1.0" encoding="utf-8"?>
<p:tagLst xmlns:p="http://schemas.openxmlformats.org/presentationml/2006/main">
  <p:tag name="AS_UNIQUEID" val="622"/>
</p:tagLst>
</file>

<file path=ppt/tags/tag387.xml><?xml version="1.0" encoding="utf-8"?>
<p:tagLst xmlns:p="http://schemas.openxmlformats.org/presentationml/2006/main">
  <p:tag name="AS_UNIQUEID" val="623"/>
</p:tagLst>
</file>

<file path=ppt/tags/tag388.xml><?xml version="1.0" encoding="utf-8"?>
<p:tagLst xmlns:p="http://schemas.openxmlformats.org/presentationml/2006/main">
  <p:tag name="AS_UNIQUEID" val="624"/>
</p:tagLst>
</file>

<file path=ppt/tags/tag389.xml><?xml version="1.0" encoding="utf-8"?>
<p:tagLst xmlns:p="http://schemas.openxmlformats.org/presentationml/2006/main">
  <p:tag name="AS_UNIQUEID" val="648"/>
</p:tagLst>
</file>

<file path=ppt/tags/tag390.xml><?xml version="1.0" encoding="utf-8"?>
<p:tagLst xmlns:p="http://schemas.openxmlformats.org/presentationml/2006/main">
  <p:tag name="AS_UNIQUEID" val="625"/>
</p:tagLst>
</file>

<file path=ppt/tags/tag391.xml><?xml version="1.0" encoding="utf-8"?>
<p:tagLst xmlns:p="http://schemas.openxmlformats.org/presentationml/2006/main">
  <p:tag name="AS_UNIQUEID" val="626"/>
</p:tagLst>
</file>

<file path=ppt/tags/tag392.xml><?xml version="1.0" encoding="utf-8"?>
<p:tagLst xmlns:p="http://schemas.openxmlformats.org/presentationml/2006/main">
  <p:tag name="AS_UNIQUEID" val="627"/>
</p:tagLst>
</file>

<file path=ppt/tags/tag393.xml><?xml version="1.0" encoding="utf-8"?>
<p:tagLst xmlns:p="http://schemas.openxmlformats.org/presentationml/2006/main">
  <p:tag name="AS_UNIQUEID" val="628"/>
</p:tagLst>
</file>

<file path=ppt/tags/tag394.xml><?xml version="1.0" encoding="utf-8"?>
<p:tagLst xmlns:p="http://schemas.openxmlformats.org/presentationml/2006/main">
  <p:tag name="AS_UNIQUEID" val="629"/>
</p:tagLst>
</file>

<file path=ppt/tags/tag395.xml><?xml version="1.0" encoding="utf-8"?>
<p:tagLst xmlns:p="http://schemas.openxmlformats.org/presentationml/2006/main">
  <p:tag name="AS_UNIQUEID" val="630"/>
</p:tagLst>
</file>

<file path=ppt/tags/tag396.xml><?xml version="1.0" encoding="utf-8"?>
<p:tagLst xmlns:p="http://schemas.openxmlformats.org/presentationml/2006/main">
  <p:tag name="AS_UNIQUEID" val="631"/>
</p:tagLst>
</file>

<file path=ppt/tags/tag397.xml><?xml version="1.0" encoding="utf-8"?>
<p:tagLst xmlns:p="http://schemas.openxmlformats.org/presentationml/2006/main">
  <p:tag name="AS_UNIQUEID" val="632"/>
</p:tagLst>
</file>

<file path=ppt/tags/tag398.xml><?xml version="1.0" encoding="utf-8"?>
<p:tagLst xmlns:p="http://schemas.openxmlformats.org/presentationml/2006/main">
  <p:tag name="AS_UNIQUEID" val="633"/>
</p:tagLst>
</file>

<file path=ppt/tags/tag399.xml><?xml version="1.0" encoding="utf-8"?>
<p:tagLst xmlns:p="http://schemas.openxmlformats.org/presentationml/2006/main">
  <p:tag name="AS_UNIQUEID" val="634"/>
</p:tagLst>
</file>

<file path=ppt/tags/tag400.xml><?xml version="1.0" encoding="utf-8"?>
<p:tagLst xmlns:p="http://schemas.openxmlformats.org/presentationml/2006/main">
  <p:tag name="AS_UNIQUEID" val="635"/>
</p:tagLst>
</file>

<file path=ppt/tags/tag401.xml><?xml version="1.0" encoding="utf-8"?>
<p:tagLst xmlns:p="http://schemas.openxmlformats.org/presentationml/2006/main">
  <p:tag name="AS_UNIQUEID" val="636"/>
</p:tagLst>
</file>

<file path=ppt/tags/tag402.xml><?xml version="1.0" encoding="utf-8"?>
<p:tagLst xmlns:p="http://schemas.openxmlformats.org/presentationml/2006/main">
  <p:tag name="AS_UNIQUEID" val="637"/>
</p:tagLst>
</file>

<file path=ppt/tags/tag403.xml><?xml version="1.0" encoding="utf-8"?>
<p:tagLst xmlns:p="http://schemas.openxmlformats.org/presentationml/2006/main">
  <p:tag name="AS_UNIQUEID" val="638"/>
</p:tagLst>
</file>

<file path=ppt/tags/tag404.xml><?xml version="1.0" encoding="utf-8"?>
<p:tagLst xmlns:p="http://schemas.openxmlformats.org/presentationml/2006/main">
  <p:tag name="AS_UNIQUEID" val="639"/>
</p:tagLst>
</file>

<file path=ppt/tags/tag405.xml><?xml version="1.0" encoding="utf-8"?>
<p:tagLst xmlns:p="http://schemas.openxmlformats.org/presentationml/2006/main">
  <p:tag name="AS_UNIQUEID" val="640"/>
</p:tagLst>
</file>

<file path=ppt/tags/tag406.xml><?xml version="1.0" encoding="utf-8"?>
<p:tagLst xmlns:p="http://schemas.openxmlformats.org/presentationml/2006/main">
  <p:tag name="AS_UNIQUEID" val="641"/>
</p:tagLst>
</file>

<file path=ppt/tags/tag407.xml><?xml version="1.0" encoding="utf-8"?>
<p:tagLst xmlns:p="http://schemas.openxmlformats.org/presentationml/2006/main">
  <p:tag name="AS_UNIQUEID" val="642"/>
</p:tagLst>
</file>

<file path=ppt/tags/tag408.xml><?xml version="1.0" encoding="utf-8"?>
<p:tagLst xmlns:p="http://schemas.openxmlformats.org/presentationml/2006/main">
  <p:tag name="AS_UNIQUEID" val="649"/>
</p:tagLst>
</file>

<file path=ppt/tags/tag409.xml><?xml version="1.0" encoding="utf-8"?>
<p:tagLst xmlns:p="http://schemas.openxmlformats.org/presentationml/2006/main">
  <p:tag name="AS_UNIQUEID" val="645"/>
</p:tagLst>
</file>

<file path=ppt/tags/tag410.xml><?xml version="1.0" encoding="utf-8"?>
<p:tagLst xmlns:p="http://schemas.openxmlformats.org/presentationml/2006/main">
  <p:tag name="AS_UNIQUEID" val="1359"/>
</p:tagLst>
</file>

<file path=ppt/tags/tag411.xml><?xml version="1.0" encoding="utf-8"?>
<p:tagLst xmlns:p="http://schemas.openxmlformats.org/presentationml/2006/main">
  <p:tag name="AS_UNIQUEID" val="1360"/>
</p:tagLst>
</file>

<file path=ppt/tags/tag412.xml><?xml version="1.0" encoding="utf-8"?>
<p:tagLst xmlns:p="http://schemas.openxmlformats.org/presentationml/2006/main">
  <p:tag name="AS_UNIQUEID" val="1361"/>
</p:tagLst>
</file>

<file path=ppt/tags/tag413.xml><?xml version="1.0" encoding="utf-8"?>
<p:tagLst xmlns:p="http://schemas.openxmlformats.org/presentationml/2006/main">
  <p:tag name="AS_UNIQUEID" val="650"/>
</p:tagLst>
</file>

<file path=ppt/tags/tag414.xml><?xml version="1.0" encoding="utf-8"?>
<p:tagLst xmlns:p="http://schemas.openxmlformats.org/presentationml/2006/main">
  <p:tag name="AS_UNIQUEID" val="651"/>
</p:tagLst>
</file>

<file path=ppt/tags/tag415.xml><?xml version="1.0" encoding="utf-8"?>
<p:tagLst xmlns:p="http://schemas.openxmlformats.org/presentationml/2006/main">
  <p:tag name="AS_UNIQUEID" val="652"/>
</p:tagLst>
</file>

<file path=ppt/tags/tag416.xml><?xml version="1.0" encoding="utf-8"?>
<p:tagLst xmlns:p="http://schemas.openxmlformats.org/presentationml/2006/main">
  <p:tag name="AS_UNIQUEID" val="687"/>
</p:tagLst>
</file>

<file path=ppt/tags/tag417.xml><?xml version="1.0" encoding="utf-8"?>
<p:tagLst xmlns:p="http://schemas.openxmlformats.org/presentationml/2006/main">
  <p:tag name="AS_UNIQUEID" val="685"/>
</p:tagLst>
</file>

<file path=ppt/tags/tag418.xml><?xml version="1.0" encoding="utf-8"?>
<p:tagLst xmlns:p="http://schemas.openxmlformats.org/presentationml/2006/main">
  <p:tag name="AS_UNIQUEID" val="686"/>
</p:tagLst>
</file>

<file path=ppt/tags/tag419.xml><?xml version="1.0" encoding="utf-8"?>
<p:tagLst xmlns:p="http://schemas.openxmlformats.org/presentationml/2006/main">
  <p:tag name="AS_UNIQUEID" val="655"/>
</p:tagLst>
</file>

<file path=ppt/tags/tag420.xml><?xml version="1.0" encoding="utf-8"?>
<p:tagLst xmlns:p="http://schemas.openxmlformats.org/presentationml/2006/main">
  <p:tag name="AS_UNIQUEID" val="688"/>
</p:tagLst>
</file>

<file path=ppt/tags/tag421.xml><?xml version="1.0" encoding="utf-8"?>
<p:tagLst xmlns:p="http://schemas.openxmlformats.org/presentationml/2006/main">
  <p:tag name="AS_UNIQUEID" val="671"/>
</p:tagLst>
</file>

<file path=ppt/tags/tag422.xml><?xml version="1.0" encoding="utf-8"?>
<p:tagLst xmlns:p="http://schemas.openxmlformats.org/presentationml/2006/main">
  <p:tag name="AS_UNIQUEID" val="672"/>
</p:tagLst>
</file>

<file path=ppt/tags/tag423.xml><?xml version="1.0" encoding="utf-8"?>
<p:tagLst xmlns:p="http://schemas.openxmlformats.org/presentationml/2006/main">
  <p:tag name="AS_UNIQUEID" val="673"/>
</p:tagLst>
</file>

<file path=ppt/tags/tag424.xml><?xml version="1.0" encoding="utf-8"?>
<p:tagLst xmlns:p="http://schemas.openxmlformats.org/presentationml/2006/main">
  <p:tag name="AS_UNIQUEID" val="674"/>
</p:tagLst>
</file>

<file path=ppt/tags/tag425.xml><?xml version="1.0" encoding="utf-8"?>
<p:tagLst xmlns:p="http://schemas.openxmlformats.org/presentationml/2006/main">
  <p:tag name="AS_UNIQUEID" val="675"/>
</p:tagLst>
</file>

<file path=ppt/tags/tag426.xml><?xml version="1.0" encoding="utf-8"?>
<p:tagLst xmlns:p="http://schemas.openxmlformats.org/presentationml/2006/main">
  <p:tag name="AS_UNIQUEID" val="676"/>
</p:tagLst>
</file>

<file path=ppt/tags/tag427.xml><?xml version="1.0" encoding="utf-8"?>
<p:tagLst xmlns:p="http://schemas.openxmlformats.org/presentationml/2006/main">
  <p:tag name="AS_UNIQUEID" val="677"/>
</p:tagLst>
</file>

<file path=ppt/tags/tag428.xml><?xml version="1.0" encoding="utf-8"?>
<p:tagLst xmlns:p="http://schemas.openxmlformats.org/presentationml/2006/main">
  <p:tag name="AS_UNIQUEID" val="689"/>
</p:tagLst>
</file>

<file path=ppt/tags/tag429.xml><?xml version="1.0" encoding="utf-8"?>
<p:tagLst xmlns:p="http://schemas.openxmlformats.org/presentationml/2006/main">
  <p:tag name="AS_UNIQUEID" val="678"/>
</p:tagLst>
</file>

<file path=ppt/tags/tag430.xml><?xml version="1.0" encoding="utf-8"?>
<p:tagLst xmlns:p="http://schemas.openxmlformats.org/presentationml/2006/main">
  <p:tag name="AS_UNIQUEID" val="679"/>
</p:tagLst>
</file>

<file path=ppt/tags/tag431.xml><?xml version="1.0" encoding="utf-8"?>
<p:tagLst xmlns:p="http://schemas.openxmlformats.org/presentationml/2006/main">
  <p:tag name="AS_UNIQUEID" val="680"/>
</p:tagLst>
</file>

<file path=ppt/tags/tag432.xml><?xml version="1.0" encoding="utf-8"?>
<p:tagLst xmlns:p="http://schemas.openxmlformats.org/presentationml/2006/main">
  <p:tag name="AS_UNIQUEID" val="681"/>
</p:tagLst>
</file>

<file path=ppt/tags/tag433.xml><?xml version="1.0" encoding="utf-8"?>
<p:tagLst xmlns:p="http://schemas.openxmlformats.org/presentationml/2006/main">
  <p:tag name="AS_UNIQUEID" val="682"/>
</p:tagLst>
</file>

<file path=ppt/tags/tag434.xml><?xml version="1.0" encoding="utf-8"?>
<p:tagLst xmlns:p="http://schemas.openxmlformats.org/presentationml/2006/main">
  <p:tag name="AS_UNIQUEID" val="683"/>
</p:tagLst>
</file>

<file path=ppt/tags/tag435.xml><?xml version="1.0" encoding="utf-8"?>
<p:tagLst xmlns:p="http://schemas.openxmlformats.org/presentationml/2006/main">
  <p:tag name="AS_UNIQUEID" val="684"/>
</p:tagLst>
</file>

<file path=ppt/tags/tag436.xml><?xml version="1.0" encoding="utf-8"?>
<p:tagLst xmlns:p="http://schemas.openxmlformats.org/presentationml/2006/main">
  <p:tag name="AS_UNIQUEID" val="670"/>
</p:tagLst>
</file>

<file path=ppt/tags/tag437.xml><?xml version="1.0" encoding="utf-8"?>
<p:tagLst xmlns:p="http://schemas.openxmlformats.org/presentationml/2006/main">
  <p:tag name="AS_UNIQUEID" val="1364"/>
</p:tagLst>
</file>

<file path=ppt/tags/tag438.xml><?xml version="1.0" encoding="utf-8"?>
<p:tagLst xmlns:p="http://schemas.openxmlformats.org/presentationml/2006/main">
  <p:tag name="AS_UNIQUEID" val="1365"/>
</p:tagLst>
</file>

<file path=ppt/tags/tag439.xml><?xml version="1.0" encoding="utf-8"?>
<p:tagLst xmlns:p="http://schemas.openxmlformats.org/presentationml/2006/main">
  <p:tag name="AS_UNIQUEID" val="1366"/>
</p:tagLst>
</file>

<file path=ppt/tags/tag440.xml><?xml version="1.0" encoding="utf-8"?>
<p:tagLst xmlns:p="http://schemas.openxmlformats.org/presentationml/2006/main">
  <p:tag name="AS_UNIQUEID" val="696"/>
</p:tagLst>
</file>

<file path=ppt/tags/tag441.xml><?xml version="1.0" encoding="utf-8"?>
<p:tagLst xmlns:p="http://schemas.openxmlformats.org/presentationml/2006/main">
  <p:tag name="AS_UNIQUEID" val="694"/>
</p:tagLst>
</file>

<file path=ppt/tags/tag442.xml><?xml version="1.0" encoding="utf-8"?>
<p:tagLst xmlns:p="http://schemas.openxmlformats.org/presentationml/2006/main">
  <p:tag name="AS_UNIQUEID" val="691"/>
</p:tagLst>
</file>

<file path=ppt/tags/tag443.xml><?xml version="1.0" encoding="utf-8"?>
<p:tagLst xmlns:p="http://schemas.openxmlformats.org/presentationml/2006/main">
  <p:tag name="AS_UNIQUEID" val="692"/>
</p:tagLst>
</file>

<file path=ppt/tags/tag444.xml><?xml version="1.0" encoding="utf-8"?>
<p:tagLst xmlns:p="http://schemas.openxmlformats.org/presentationml/2006/main">
  <p:tag name="AS_UNIQUEID" val="697"/>
</p:tagLst>
</file>

<file path=ppt/tags/tag445.xml><?xml version="1.0" encoding="utf-8"?>
<p:tagLst xmlns:p="http://schemas.openxmlformats.org/presentationml/2006/main">
  <p:tag name="AS_UNIQUEID" val="695"/>
</p:tagLst>
</file>

<file path=ppt/tags/tag446.xml><?xml version="1.0" encoding="utf-8"?>
<p:tagLst xmlns:p="http://schemas.openxmlformats.org/presentationml/2006/main">
  <p:tag name="AS_UNIQUEID" val="1369"/>
</p:tagLst>
</file>

<file path=ppt/tags/tag447.xml><?xml version="1.0" encoding="utf-8"?>
<p:tagLst xmlns:p="http://schemas.openxmlformats.org/presentationml/2006/main">
  <p:tag name="AS_UNIQUEID" val="1370"/>
</p:tagLst>
</file>

<file path=ppt/tags/tag448.xml><?xml version="1.0" encoding="utf-8"?>
<p:tagLst xmlns:p="http://schemas.openxmlformats.org/presentationml/2006/main">
  <p:tag name="AS_UNIQUEID" val="1371"/>
</p:tagLst>
</file>

<file path=ppt/tags/tag449.xml><?xml version="1.0" encoding="utf-8"?>
<p:tagLst xmlns:p="http://schemas.openxmlformats.org/presentationml/2006/main">
  <p:tag name="AS_UNIQUEID" val="698"/>
</p:tagLst>
</file>

<file path=ppt/tags/tag450.xml><?xml version="1.0" encoding="utf-8"?>
<p:tagLst xmlns:p="http://schemas.openxmlformats.org/presentationml/2006/main">
  <p:tag name="AS_UNIQUEID" val="699"/>
</p:tagLst>
</file>

<file path=ppt/tags/tag451.xml><?xml version="1.0" encoding="utf-8"?>
<p:tagLst xmlns:p="http://schemas.openxmlformats.org/presentationml/2006/main">
  <p:tag name="AS_UNIQUEID" val="700"/>
</p:tagLst>
</file>

<file path=ppt/tags/tag452.xml><?xml version="1.0" encoding="utf-8"?>
<p:tagLst xmlns:p="http://schemas.openxmlformats.org/presentationml/2006/main">
  <p:tag name="AS_UNIQUEID" val="790"/>
</p:tagLst>
</file>

<file path=ppt/tags/tag453.xml><?xml version="1.0" encoding="utf-8"?>
<p:tagLst xmlns:p="http://schemas.openxmlformats.org/presentationml/2006/main">
  <p:tag name="AS_UNIQUEID" val="773"/>
</p:tagLst>
</file>

<file path=ppt/tags/tag454.xml><?xml version="1.0" encoding="utf-8"?>
<p:tagLst xmlns:p="http://schemas.openxmlformats.org/presentationml/2006/main">
  <p:tag name="AS_UNIQUEID" val="774"/>
</p:tagLst>
</file>

<file path=ppt/tags/tag455.xml><?xml version="1.0" encoding="utf-8"?>
<p:tagLst xmlns:p="http://schemas.openxmlformats.org/presentationml/2006/main">
  <p:tag name="AS_UNIQUEID" val="775"/>
</p:tagLst>
</file>

<file path=ppt/tags/tag456.xml><?xml version="1.0" encoding="utf-8"?>
<p:tagLst xmlns:p="http://schemas.openxmlformats.org/presentationml/2006/main">
  <p:tag name="AS_UNIQUEID" val="776"/>
</p:tagLst>
</file>

<file path=ppt/tags/tag457.xml><?xml version="1.0" encoding="utf-8"?>
<p:tagLst xmlns:p="http://schemas.openxmlformats.org/presentationml/2006/main">
  <p:tag name="AS_UNIQUEID" val="777"/>
</p:tagLst>
</file>

<file path=ppt/tags/tag458.xml><?xml version="1.0" encoding="utf-8"?>
<p:tagLst xmlns:p="http://schemas.openxmlformats.org/presentationml/2006/main">
  <p:tag name="AS_UNIQUEID" val="778"/>
</p:tagLst>
</file>

<file path=ppt/tags/tag459.xml><?xml version="1.0" encoding="utf-8"?>
<p:tagLst xmlns:p="http://schemas.openxmlformats.org/presentationml/2006/main">
  <p:tag name="AS_UNIQUEID" val="779"/>
</p:tagLst>
</file>

<file path=ppt/tags/tag460.xml><?xml version="1.0" encoding="utf-8"?>
<p:tagLst xmlns:p="http://schemas.openxmlformats.org/presentationml/2006/main">
  <p:tag name="AS_UNIQUEID" val="780"/>
</p:tagLst>
</file>

<file path=ppt/tags/tag461.xml><?xml version="1.0" encoding="utf-8"?>
<p:tagLst xmlns:p="http://schemas.openxmlformats.org/presentationml/2006/main">
  <p:tag name="AS_UNIQUEID" val="791"/>
</p:tagLst>
</file>

<file path=ppt/tags/tag462.xml><?xml version="1.0" encoding="utf-8"?>
<p:tagLst xmlns:p="http://schemas.openxmlformats.org/presentationml/2006/main">
  <p:tag name="AS_UNIQUEID" val="781"/>
</p:tagLst>
</file>

<file path=ppt/tags/tag463.xml><?xml version="1.0" encoding="utf-8"?>
<p:tagLst xmlns:p="http://schemas.openxmlformats.org/presentationml/2006/main">
  <p:tag name="AS_UNIQUEID" val="782"/>
</p:tagLst>
</file>

<file path=ppt/tags/tag464.xml><?xml version="1.0" encoding="utf-8"?>
<p:tagLst xmlns:p="http://schemas.openxmlformats.org/presentationml/2006/main">
  <p:tag name="AS_UNIQUEID" val="783"/>
</p:tagLst>
</file>

<file path=ppt/tags/tag465.xml><?xml version="1.0" encoding="utf-8"?>
<p:tagLst xmlns:p="http://schemas.openxmlformats.org/presentationml/2006/main">
  <p:tag name="AS_UNIQUEID" val="784"/>
</p:tagLst>
</file>

<file path=ppt/tags/tag466.xml><?xml version="1.0" encoding="utf-8"?>
<p:tagLst xmlns:p="http://schemas.openxmlformats.org/presentationml/2006/main">
  <p:tag name="AS_UNIQUEID" val="785"/>
</p:tagLst>
</file>

<file path=ppt/tags/tag467.xml><?xml version="1.0" encoding="utf-8"?>
<p:tagLst xmlns:p="http://schemas.openxmlformats.org/presentationml/2006/main">
  <p:tag name="AS_UNIQUEID" val="786"/>
</p:tagLst>
</file>

<file path=ppt/tags/tag468.xml><?xml version="1.0" encoding="utf-8"?>
<p:tagLst xmlns:p="http://schemas.openxmlformats.org/presentationml/2006/main">
  <p:tag name="AS_UNIQUEID" val="787"/>
</p:tagLst>
</file>

<file path=ppt/tags/tag469.xml><?xml version="1.0" encoding="utf-8"?>
<p:tagLst xmlns:p="http://schemas.openxmlformats.org/presentationml/2006/main">
  <p:tag name="AS_UNIQUEID" val="788"/>
</p:tagLst>
</file>

<file path=ppt/tags/tag470.xml><?xml version="1.0" encoding="utf-8"?>
<p:tagLst xmlns:p="http://schemas.openxmlformats.org/presentationml/2006/main">
  <p:tag name="AS_UNIQUEID" val="789"/>
</p:tagLst>
</file>

<file path=ppt/tags/tag471.xml><?xml version="1.0" encoding="utf-8"?>
<p:tagLst xmlns:p="http://schemas.openxmlformats.org/presentationml/2006/main">
  <p:tag name="AS_UNIQUEID" val="792"/>
</p:tagLst>
</file>

<file path=ppt/tags/tag472.xml><?xml version="1.0" encoding="utf-8"?>
<p:tagLst xmlns:p="http://schemas.openxmlformats.org/presentationml/2006/main">
  <p:tag name="AS_UNIQUEID" val="746"/>
</p:tagLst>
</file>

<file path=ppt/tags/tag473.xml><?xml version="1.0" encoding="utf-8"?>
<p:tagLst xmlns:p="http://schemas.openxmlformats.org/presentationml/2006/main">
  <p:tag name="AS_UNIQUEID" val="747"/>
</p:tagLst>
</file>

<file path=ppt/tags/tag474.xml><?xml version="1.0" encoding="utf-8"?>
<p:tagLst xmlns:p="http://schemas.openxmlformats.org/presentationml/2006/main">
  <p:tag name="AS_UNIQUEID" val="748"/>
</p:tagLst>
</file>

<file path=ppt/tags/tag475.xml><?xml version="1.0" encoding="utf-8"?>
<p:tagLst xmlns:p="http://schemas.openxmlformats.org/presentationml/2006/main">
  <p:tag name="AS_UNIQUEID" val="749"/>
</p:tagLst>
</file>

<file path=ppt/tags/tag476.xml><?xml version="1.0" encoding="utf-8"?>
<p:tagLst xmlns:p="http://schemas.openxmlformats.org/presentationml/2006/main">
  <p:tag name="AS_UNIQUEID" val="750"/>
</p:tagLst>
</file>

<file path=ppt/tags/tag477.xml><?xml version="1.0" encoding="utf-8"?>
<p:tagLst xmlns:p="http://schemas.openxmlformats.org/presentationml/2006/main">
  <p:tag name="AS_UNIQUEID" val="751"/>
</p:tagLst>
</file>

<file path=ppt/tags/tag478.xml><?xml version="1.0" encoding="utf-8"?>
<p:tagLst xmlns:p="http://schemas.openxmlformats.org/presentationml/2006/main">
  <p:tag name="AS_UNIQUEID" val="752"/>
</p:tagLst>
</file>

<file path=ppt/tags/tag479.xml><?xml version="1.0" encoding="utf-8"?>
<p:tagLst xmlns:p="http://schemas.openxmlformats.org/presentationml/2006/main">
  <p:tag name="AS_UNIQUEID" val="753"/>
</p:tagLst>
</file>

<file path=ppt/tags/tag480.xml><?xml version="1.0" encoding="utf-8"?>
<p:tagLst xmlns:p="http://schemas.openxmlformats.org/presentationml/2006/main">
  <p:tag name="AS_UNIQUEID" val="754"/>
</p:tagLst>
</file>

<file path=ppt/tags/tag481.xml><?xml version="1.0" encoding="utf-8"?>
<p:tagLst xmlns:p="http://schemas.openxmlformats.org/presentationml/2006/main">
  <p:tag name="AS_UNIQUEID" val="793"/>
</p:tagLst>
</file>

<file path=ppt/tags/tag482.xml><?xml version="1.0" encoding="utf-8"?>
<p:tagLst xmlns:p="http://schemas.openxmlformats.org/presentationml/2006/main">
  <p:tag name="AS_UNIQUEID" val="764"/>
</p:tagLst>
</file>

<file path=ppt/tags/tag483.xml><?xml version="1.0" encoding="utf-8"?>
<p:tagLst xmlns:p="http://schemas.openxmlformats.org/presentationml/2006/main">
  <p:tag name="AS_UNIQUEID" val="765"/>
</p:tagLst>
</file>

<file path=ppt/tags/tag484.xml><?xml version="1.0" encoding="utf-8"?>
<p:tagLst xmlns:p="http://schemas.openxmlformats.org/presentationml/2006/main">
  <p:tag name="AS_UNIQUEID" val="766"/>
</p:tagLst>
</file>

<file path=ppt/tags/tag485.xml><?xml version="1.0" encoding="utf-8"?>
<p:tagLst xmlns:p="http://schemas.openxmlformats.org/presentationml/2006/main">
  <p:tag name="AS_UNIQUEID" val="767"/>
</p:tagLst>
</file>

<file path=ppt/tags/tag486.xml><?xml version="1.0" encoding="utf-8"?>
<p:tagLst xmlns:p="http://schemas.openxmlformats.org/presentationml/2006/main">
  <p:tag name="AS_UNIQUEID" val="768"/>
</p:tagLst>
</file>

<file path=ppt/tags/tag487.xml><?xml version="1.0" encoding="utf-8"?>
<p:tagLst xmlns:p="http://schemas.openxmlformats.org/presentationml/2006/main">
  <p:tag name="AS_UNIQUEID" val="769"/>
</p:tagLst>
</file>

<file path=ppt/tags/tag488.xml><?xml version="1.0" encoding="utf-8"?>
<p:tagLst xmlns:p="http://schemas.openxmlformats.org/presentationml/2006/main">
  <p:tag name="AS_UNIQUEID" val="770"/>
</p:tagLst>
</file>

<file path=ppt/tags/tag489.xml><?xml version="1.0" encoding="utf-8"?>
<p:tagLst xmlns:p="http://schemas.openxmlformats.org/presentationml/2006/main">
  <p:tag name="AS_UNIQUEID" val="771"/>
</p:tagLst>
</file>

<file path=ppt/tags/tag490.xml><?xml version="1.0" encoding="utf-8"?>
<p:tagLst xmlns:p="http://schemas.openxmlformats.org/presentationml/2006/main">
  <p:tag name="AS_UNIQUEID" val="772"/>
</p:tagLst>
</file>

<file path=ppt/tags/tag491.xml><?xml version="1.0" encoding="utf-8"?>
<p:tagLst xmlns:p="http://schemas.openxmlformats.org/presentationml/2006/main">
  <p:tag name="AS_UNIQUEID" val="794"/>
</p:tagLst>
</file>

<file path=ppt/tags/tag492.xml><?xml version="1.0" encoding="utf-8"?>
<p:tagLst xmlns:p="http://schemas.openxmlformats.org/presentationml/2006/main">
  <p:tag name="AS_UNIQUEID" val="755"/>
</p:tagLst>
</file>

<file path=ppt/tags/tag493.xml><?xml version="1.0" encoding="utf-8"?>
<p:tagLst xmlns:p="http://schemas.openxmlformats.org/presentationml/2006/main">
  <p:tag name="AS_UNIQUEID" val="756"/>
</p:tagLst>
</file>

<file path=ppt/tags/tag494.xml><?xml version="1.0" encoding="utf-8"?>
<p:tagLst xmlns:p="http://schemas.openxmlformats.org/presentationml/2006/main">
  <p:tag name="AS_UNIQUEID" val="757"/>
</p:tagLst>
</file>

<file path=ppt/tags/tag495.xml><?xml version="1.0" encoding="utf-8"?>
<p:tagLst xmlns:p="http://schemas.openxmlformats.org/presentationml/2006/main">
  <p:tag name="AS_UNIQUEID" val="758"/>
</p:tagLst>
</file>

<file path=ppt/tags/tag496.xml><?xml version="1.0" encoding="utf-8"?>
<p:tagLst xmlns:p="http://schemas.openxmlformats.org/presentationml/2006/main">
  <p:tag name="AS_UNIQUEID" val="759"/>
</p:tagLst>
</file>

<file path=ppt/tags/tag497.xml><?xml version="1.0" encoding="utf-8"?>
<p:tagLst xmlns:p="http://schemas.openxmlformats.org/presentationml/2006/main">
  <p:tag name="AS_UNIQUEID" val="760"/>
</p:tagLst>
</file>

<file path=ppt/tags/tag498.xml><?xml version="1.0" encoding="utf-8"?>
<p:tagLst xmlns:p="http://schemas.openxmlformats.org/presentationml/2006/main">
  <p:tag name="AS_UNIQUEID" val="761"/>
</p:tagLst>
</file>

<file path=ppt/tags/tag499.xml><?xml version="1.0" encoding="utf-8"?>
<p:tagLst xmlns:p="http://schemas.openxmlformats.org/presentationml/2006/main">
  <p:tag name="AS_UNIQUEID" val="762"/>
</p:tagLst>
</file>

<file path=ppt/tags/tag500.xml><?xml version="1.0" encoding="utf-8"?>
<p:tagLst xmlns:p="http://schemas.openxmlformats.org/presentationml/2006/main">
  <p:tag name="AS_UNIQUEID" val="763"/>
</p:tagLst>
</file>

<file path=ppt/tags/tag501.xml><?xml version="1.0" encoding="utf-8"?>
<p:tagLst xmlns:p="http://schemas.openxmlformats.org/presentationml/2006/main">
  <p:tag name="AS_UNIQUEID" val="745"/>
</p:tagLst>
</file>

<file path=ppt/tags/tag502.xml><?xml version="1.0" encoding="utf-8"?>
<p:tagLst xmlns:p="http://schemas.openxmlformats.org/presentationml/2006/main">
  <p:tag name="AS_UNIQUEID" val="1374"/>
</p:tagLst>
</file>

<file path=ppt/tags/tag503.xml><?xml version="1.0" encoding="utf-8"?>
<p:tagLst xmlns:p="http://schemas.openxmlformats.org/presentationml/2006/main">
  <p:tag name="AS_UNIQUEID" val="1375"/>
</p:tagLst>
</file>

<file path=ppt/tags/tag504.xml><?xml version="1.0" encoding="utf-8"?>
<p:tagLst xmlns:p="http://schemas.openxmlformats.org/presentationml/2006/main">
  <p:tag name="AS_UNIQUEID" val="1376"/>
</p:tagLst>
</file>

<file path=ppt/tags/tag505.xml><?xml version="1.0" encoding="utf-8"?>
<p:tagLst xmlns:p="http://schemas.openxmlformats.org/presentationml/2006/main">
  <p:tag name="AS_UNIQUEID" val="795"/>
</p:tagLst>
</file>

<file path=ppt/tags/tag506.xml><?xml version="1.0" encoding="utf-8"?>
<p:tagLst xmlns:p="http://schemas.openxmlformats.org/presentationml/2006/main">
  <p:tag name="AS_UNIQUEID" val="796"/>
</p:tagLst>
</file>

<file path=ppt/tags/tag507.xml><?xml version="1.0" encoding="utf-8"?>
<p:tagLst xmlns:p="http://schemas.openxmlformats.org/presentationml/2006/main">
  <p:tag name="AS_UNIQUEID" val="797"/>
</p:tagLst>
</file>

<file path=ppt/tags/tag508.xml><?xml version="1.0" encoding="utf-8"?>
<p:tagLst xmlns:p="http://schemas.openxmlformats.org/presentationml/2006/main">
  <p:tag name="AS_UNIQUEID" val="843"/>
</p:tagLst>
</file>

<file path=ppt/tags/tag509.xml><?xml version="1.0" encoding="utf-8"?>
<p:tagLst xmlns:p="http://schemas.openxmlformats.org/presentationml/2006/main">
  <p:tag name="AS_UNIQUEID" val="821"/>
</p:tagLst>
</file>

<file path=ppt/tags/tag510.xml><?xml version="1.0" encoding="utf-8"?>
<p:tagLst xmlns:p="http://schemas.openxmlformats.org/presentationml/2006/main">
  <p:tag name="AS_UNIQUEID" val="822"/>
</p:tagLst>
</file>

<file path=ppt/tags/tag511.xml><?xml version="1.0" encoding="utf-8"?>
<p:tagLst xmlns:p="http://schemas.openxmlformats.org/presentationml/2006/main">
  <p:tag name="AS_UNIQUEID" val="823"/>
</p:tagLst>
</file>

<file path=ppt/tags/tag512.xml><?xml version="1.0" encoding="utf-8"?>
<p:tagLst xmlns:p="http://schemas.openxmlformats.org/presentationml/2006/main">
  <p:tag name="AS_UNIQUEID" val="824"/>
</p:tagLst>
</file>

<file path=ppt/tags/tag513.xml><?xml version="1.0" encoding="utf-8"?>
<p:tagLst xmlns:p="http://schemas.openxmlformats.org/presentationml/2006/main">
  <p:tag name="AS_UNIQUEID" val="825"/>
</p:tagLst>
</file>

<file path=ppt/tags/tag514.xml><?xml version="1.0" encoding="utf-8"?>
<p:tagLst xmlns:p="http://schemas.openxmlformats.org/presentationml/2006/main">
  <p:tag name="AS_UNIQUEID" val="826"/>
</p:tagLst>
</file>

<file path=ppt/tags/tag515.xml><?xml version="1.0" encoding="utf-8"?>
<p:tagLst xmlns:p="http://schemas.openxmlformats.org/presentationml/2006/main">
  <p:tag name="AS_UNIQUEID" val="827"/>
</p:tagLst>
</file>

<file path=ppt/tags/tag516.xml><?xml version="1.0" encoding="utf-8"?>
<p:tagLst xmlns:p="http://schemas.openxmlformats.org/presentationml/2006/main">
  <p:tag name="AS_UNIQUEID" val="828"/>
</p:tagLst>
</file>

<file path=ppt/tags/tag517.xml><?xml version="1.0" encoding="utf-8"?>
<p:tagLst xmlns:p="http://schemas.openxmlformats.org/presentationml/2006/main">
  <p:tag name="AS_UNIQUEID" val="829"/>
</p:tagLst>
</file>

<file path=ppt/tags/tag518.xml><?xml version="1.0" encoding="utf-8"?>
<p:tagLst xmlns:p="http://schemas.openxmlformats.org/presentationml/2006/main">
  <p:tag name="AS_UNIQUEID" val="830"/>
</p:tagLst>
</file>

<file path=ppt/tags/tag519.xml><?xml version="1.0" encoding="utf-8"?>
<p:tagLst xmlns:p="http://schemas.openxmlformats.org/presentationml/2006/main">
  <p:tag name="AS_UNIQUEID" val="831"/>
</p:tagLst>
</file>

<file path=ppt/tags/tag520.xml><?xml version="1.0" encoding="utf-8"?>
<p:tagLst xmlns:p="http://schemas.openxmlformats.org/presentationml/2006/main">
  <p:tag name="AS_UNIQUEID" val="832"/>
</p:tagLst>
</file>

<file path=ppt/tags/tag521.xml><?xml version="1.0" encoding="utf-8"?>
<p:tagLst xmlns:p="http://schemas.openxmlformats.org/presentationml/2006/main">
  <p:tag name="AS_UNIQUEID" val="833"/>
</p:tagLst>
</file>

<file path=ppt/tags/tag522.xml><?xml version="1.0" encoding="utf-8"?>
<p:tagLst xmlns:p="http://schemas.openxmlformats.org/presentationml/2006/main">
  <p:tag name="AS_UNIQUEID" val="834"/>
</p:tagLst>
</file>

<file path=ppt/tags/tag523.xml><?xml version="1.0" encoding="utf-8"?>
<p:tagLst xmlns:p="http://schemas.openxmlformats.org/presentationml/2006/main">
  <p:tag name="AS_UNIQUEID" val="835"/>
</p:tagLst>
</file>

<file path=ppt/tags/tag524.xml><?xml version="1.0" encoding="utf-8"?>
<p:tagLst xmlns:p="http://schemas.openxmlformats.org/presentationml/2006/main">
  <p:tag name="AS_UNIQUEID" val="836"/>
</p:tagLst>
</file>

<file path=ppt/tags/tag525.xml><?xml version="1.0" encoding="utf-8"?>
<p:tagLst xmlns:p="http://schemas.openxmlformats.org/presentationml/2006/main">
  <p:tag name="AS_UNIQUEID" val="837"/>
</p:tagLst>
</file>

<file path=ppt/tags/tag526.xml><?xml version="1.0" encoding="utf-8"?>
<p:tagLst xmlns:p="http://schemas.openxmlformats.org/presentationml/2006/main">
  <p:tag name="AS_UNIQUEID" val="838"/>
</p:tagLst>
</file>

<file path=ppt/tags/tag527.xml><?xml version="1.0" encoding="utf-8"?>
<p:tagLst xmlns:p="http://schemas.openxmlformats.org/presentationml/2006/main">
  <p:tag name="AS_UNIQUEID" val="839"/>
</p:tagLst>
</file>

<file path=ppt/tags/tag528.xml><?xml version="1.0" encoding="utf-8"?>
<p:tagLst xmlns:p="http://schemas.openxmlformats.org/presentationml/2006/main">
  <p:tag name="AS_UNIQUEID" val="840"/>
</p:tagLst>
</file>

<file path=ppt/tags/tag529.xml><?xml version="1.0" encoding="utf-8"?>
<p:tagLst xmlns:p="http://schemas.openxmlformats.org/presentationml/2006/main">
  <p:tag name="AS_UNIQUEID" val="844"/>
</p:tagLst>
</file>

<file path=ppt/tags/tag530.xml><?xml version="1.0" encoding="utf-8"?>
<p:tagLst xmlns:p="http://schemas.openxmlformats.org/presentationml/2006/main">
  <p:tag name="AS_UNIQUEID" val="841"/>
</p:tagLst>
</file>

<file path=ppt/tags/tag531.xml><?xml version="1.0" encoding="utf-8"?>
<p:tagLst xmlns:p="http://schemas.openxmlformats.org/presentationml/2006/main">
  <p:tag name="AS_UNIQUEID" val="842"/>
</p:tagLst>
</file>

<file path=ppt/tags/tag532.xml><?xml version="1.0" encoding="utf-8"?>
<p:tagLst xmlns:p="http://schemas.openxmlformats.org/presentationml/2006/main">
  <p:tag name="AS_UNIQUEID" val="820"/>
</p:tagLst>
</file>

<file path=ppt/tags/tag533.xml><?xml version="1.0" encoding="utf-8"?>
<p:tagLst xmlns:p="http://schemas.openxmlformats.org/presentationml/2006/main">
  <p:tag name="AS_UNIQUEID" val="1379"/>
</p:tagLst>
</file>

<file path=ppt/tags/tag534.xml><?xml version="1.0" encoding="utf-8"?>
<p:tagLst xmlns:p="http://schemas.openxmlformats.org/presentationml/2006/main">
  <p:tag name="AS_UNIQUEID" val="1380"/>
</p:tagLst>
</file>

<file path=ppt/tags/tag535.xml><?xml version="1.0" encoding="utf-8"?>
<p:tagLst xmlns:p="http://schemas.openxmlformats.org/presentationml/2006/main">
  <p:tag name="AS_UNIQUEID" val="1381"/>
</p:tagLst>
</file>

<file path=ppt/tags/tag536.xml><?xml version="1.0" encoding="utf-8"?>
<p:tagLst xmlns:p="http://schemas.openxmlformats.org/presentationml/2006/main">
  <p:tag name="AS_UNIQUEID" val="845"/>
</p:tagLst>
</file>

<file path=ppt/tags/tag537.xml><?xml version="1.0" encoding="utf-8"?>
<p:tagLst xmlns:p="http://schemas.openxmlformats.org/presentationml/2006/main">
  <p:tag name="AS_UNIQUEID" val="846"/>
</p:tagLst>
</file>

<file path=ppt/tags/tag538.xml><?xml version="1.0" encoding="utf-8"?>
<p:tagLst xmlns:p="http://schemas.openxmlformats.org/presentationml/2006/main">
  <p:tag name="AS_UNIQUEID" val="847"/>
</p:tagLst>
</file>

<file path=ppt/tags/tag539.xml><?xml version="1.0" encoding="utf-8"?>
<p:tagLst xmlns:p="http://schemas.openxmlformats.org/presentationml/2006/main">
  <p:tag name="AS_UNIQUEID" val="901"/>
</p:tagLst>
</file>

<file path=ppt/tags/tag540.xml><?xml version="1.0" encoding="utf-8"?>
<p:tagLst xmlns:p="http://schemas.openxmlformats.org/presentationml/2006/main">
  <p:tag name="AS_UNIQUEID" val="886"/>
</p:tagLst>
</file>

<file path=ppt/tags/tag541.xml><?xml version="1.0" encoding="utf-8"?>
<p:tagLst xmlns:p="http://schemas.openxmlformats.org/presentationml/2006/main">
  <p:tag name="AS_UNIQUEID" val="887"/>
</p:tagLst>
</file>

<file path=ppt/tags/tag542.xml><?xml version="1.0" encoding="utf-8"?>
<p:tagLst xmlns:p="http://schemas.openxmlformats.org/presentationml/2006/main">
  <p:tag name="AS_UNIQUEID" val="888"/>
</p:tagLst>
</file>

<file path=ppt/tags/tag543.xml><?xml version="1.0" encoding="utf-8"?>
<p:tagLst xmlns:p="http://schemas.openxmlformats.org/presentationml/2006/main">
  <p:tag name="AS_UNIQUEID" val="889"/>
</p:tagLst>
</file>

<file path=ppt/tags/tag544.xml><?xml version="1.0" encoding="utf-8"?>
<p:tagLst xmlns:p="http://schemas.openxmlformats.org/presentationml/2006/main">
  <p:tag name="AS_UNIQUEID" val="890"/>
</p:tagLst>
</file>

<file path=ppt/tags/tag545.xml><?xml version="1.0" encoding="utf-8"?>
<p:tagLst xmlns:p="http://schemas.openxmlformats.org/presentationml/2006/main">
  <p:tag name="AS_UNIQUEID" val="891"/>
</p:tagLst>
</file>

<file path=ppt/tags/tag546.xml><?xml version="1.0" encoding="utf-8"?>
<p:tagLst xmlns:p="http://schemas.openxmlformats.org/presentationml/2006/main">
  <p:tag name="AS_UNIQUEID" val="892"/>
</p:tagLst>
</file>

<file path=ppt/tags/tag547.xml><?xml version="1.0" encoding="utf-8"?>
<p:tagLst xmlns:p="http://schemas.openxmlformats.org/presentationml/2006/main">
  <p:tag name="AS_UNIQUEID" val="893"/>
</p:tagLst>
</file>

<file path=ppt/tags/tag548.xml><?xml version="1.0" encoding="utf-8"?>
<p:tagLst xmlns:p="http://schemas.openxmlformats.org/presentationml/2006/main">
  <p:tag name="AS_UNIQUEID" val="894"/>
</p:tagLst>
</file>

<file path=ppt/tags/tag549.xml><?xml version="1.0" encoding="utf-8"?>
<p:tagLst xmlns:p="http://schemas.openxmlformats.org/presentationml/2006/main">
  <p:tag name="AS_UNIQUEID" val="895"/>
</p:tagLst>
</file>

<file path=ppt/tags/tag550.xml><?xml version="1.0" encoding="utf-8"?>
<p:tagLst xmlns:p="http://schemas.openxmlformats.org/presentationml/2006/main">
  <p:tag name="AS_UNIQUEID" val="896"/>
</p:tagLst>
</file>

<file path=ppt/tags/tag551.xml><?xml version="1.0" encoding="utf-8"?>
<p:tagLst xmlns:p="http://schemas.openxmlformats.org/presentationml/2006/main">
  <p:tag name="AS_UNIQUEID" val="897"/>
</p:tagLst>
</file>

<file path=ppt/tags/tag552.xml><?xml version="1.0" encoding="utf-8"?>
<p:tagLst xmlns:p="http://schemas.openxmlformats.org/presentationml/2006/main">
  <p:tag name="AS_UNIQUEID" val="898"/>
</p:tagLst>
</file>

<file path=ppt/tags/tag553.xml><?xml version="1.0" encoding="utf-8"?>
<p:tagLst xmlns:p="http://schemas.openxmlformats.org/presentationml/2006/main">
  <p:tag name="AS_UNIQUEID" val="899"/>
</p:tagLst>
</file>

<file path=ppt/tags/tag554.xml><?xml version="1.0" encoding="utf-8"?>
<p:tagLst xmlns:p="http://schemas.openxmlformats.org/presentationml/2006/main">
  <p:tag name="AS_UNIQUEID" val="900"/>
</p:tagLst>
</file>

<file path=ppt/tags/tag555.xml><?xml version="1.0" encoding="utf-8"?>
<p:tagLst xmlns:p="http://schemas.openxmlformats.org/presentationml/2006/main">
  <p:tag name="AS_UNIQUEID" val="902"/>
</p:tagLst>
</file>

<file path=ppt/tags/tag556.xml><?xml version="1.0" encoding="utf-8"?>
<p:tagLst xmlns:p="http://schemas.openxmlformats.org/presentationml/2006/main">
  <p:tag name="AS_UNIQUEID" val="875"/>
</p:tagLst>
</file>

<file path=ppt/tags/tag557.xml><?xml version="1.0" encoding="utf-8"?>
<p:tagLst xmlns:p="http://schemas.openxmlformats.org/presentationml/2006/main">
  <p:tag name="AS_UNIQUEID" val="876"/>
</p:tagLst>
</file>

<file path=ppt/tags/tag558.xml><?xml version="1.0" encoding="utf-8"?>
<p:tagLst xmlns:p="http://schemas.openxmlformats.org/presentationml/2006/main">
  <p:tag name="AS_UNIQUEID" val="878"/>
</p:tagLst>
</file>

<file path=ppt/tags/tag559.xml><?xml version="1.0" encoding="utf-8"?>
<p:tagLst xmlns:p="http://schemas.openxmlformats.org/presentationml/2006/main">
  <p:tag name="AS_UNIQUEID" val="879"/>
</p:tagLst>
</file>

<file path=ppt/tags/tag560.xml><?xml version="1.0" encoding="utf-8"?>
<p:tagLst xmlns:p="http://schemas.openxmlformats.org/presentationml/2006/main">
  <p:tag name="AS_UNIQUEID" val="880"/>
</p:tagLst>
</file>

<file path=ppt/tags/tag561.xml><?xml version="1.0" encoding="utf-8"?>
<p:tagLst xmlns:p="http://schemas.openxmlformats.org/presentationml/2006/main">
  <p:tag name="AS_UNIQUEID" val="882"/>
</p:tagLst>
</file>

<file path=ppt/tags/tag562.xml><?xml version="1.0" encoding="utf-8"?>
<p:tagLst xmlns:p="http://schemas.openxmlformats.org/presentationml/2006/main">
  <p:tag name="AS_UNIQUEID" val="883"/>
</p:tagLst>
</file>

<file path=ppt/tags/tag563.xml><?xml version="1.0" encoding="utf-8"?>
<p:tagLst xmlns:p="http://schemas.openxmlformats.org/presentationml/2006/main">
  <p:tag name="AS_UNIQUEID" val="884"/>
</p:tagLst>
</file>

<file path=ppt/tags/tag564.xml><?xml version="1.0" encoding="utf-8"?>
<p:tagLst xmlns:p="http://schemas.openxmlformats.org/presentationml/2006/main">
  <p:tag name="AS_UNIQUEID" val="885"/>
</p:tagLst>
</file>

<file path=ppt/tags/tag565.xml><?xml version="1.0" encoding="utf-8"?>
<p:tagLst xmlns:p="http://schemas.openxmlformats.org/presentationml/2006/main">
  <p:tag name="AS_UNIQUEID" val="874"/>
</p:tagLst>
</file>

<file path=ppt/tags/tag566.xml><?xml version="1.0" encoding="utf-8"?>
<p:tagLst xmlns:p="http://schemas.openxmlformats.org/presentationml/2006/main">
  <p:tag name="AS_UNIQUEID" val="1384"/>
</p:tagLst>
</file>

<file path=ppt/tags/tag567.xml><?xml version="1.0" encoding="utf-8"?>
<p:tagLst xmlns:p="http://schemas.openxmlformats.org/presentationml/2006/main">
  <p:tag name="AS_UNIQUEID" val="1385"/>
</p:tagLst>
</file>

<file path=ppt/tags/tag568.xml><?xml version="1.0" encoding="utf-8"?>
<p:tagLst xmlns:p="http://schemas.openxmlformats.org/presentationml/2006/main">
  <p:tag name="AS_UNIQUEID" val="1386"/>
</p:tagLst>
</file>

<file path=ppt/tags/tag569.xml><?xml version="1.0" encoding="utf-8"?>
<p:tagLst xmlns:p="http://schemas.openxmlformats.org/presentationml/2006/main">
  <p:tag name="AS_UNIQUEID" val="1203"/>
</p:tagLst>
</file>

<file path=ppt/tags/tag570.xml><?xml version="1.0" encoding="utf-8"?>
<p:tagLst xmlns:p="http://schemas.openxmlformats.org/presentationml/2006/main">
  <p:tag name="AS_UNIQUEID" val="1204"/>
</p:tagLst>
</file>

<file path=ppt/tags/tag571.xml><?xml version="1.0" encoding="utf-8"?>
<p:tagLst xmlns:p="http://schemas.openxmlformats.org/presentationml/2006/main">
  <p:tag name="AS_UNIQUEID" val="1205"/>
</p:tagLst>
</file>

<file path=ppt/tags/tag572.xml><?xml version="1.0" encoding="utf-8"?>
<p:tagLst xmlns:p="http://schemas.openxmlformats.org/presentationml/2006/main">
  <p:tag name="AS_UNIQUEID" val="1210"/>
</p:tagLst>
</file>

<file path=ppt/tags/tag573.xml><?xml version="1.0" encoding="utf-8"?>
<p:tagLst xmlns:p="http://schemas.openxmlformats.org/presentationml/2006/main">
  <p:tag name="AS_UNIQUEID" val="1209"/>
</p:tagLst>
</file>

<file path=ppt/tags/tag574.xml><?xml version="1.0" encoding="utf-8"?>
<p:tagLst xmlns:p="http://schemas.openxmlformats.org/presentationml/2006/main">
  <p:tag name="AS_UNIQUEID" val="1207"/>
  <p:tag name="TABLE_ENDDRAG_ORIGIN_RECT" val="424*305"/>
  <p:tag name="TABLE_ENDDRAG_RECT" val="266*198*424*305"/>
</p:tagLst>
</file>

<file path=ppt/tags/tag575.xml><?xml version="1.0" encoding="utf-8"?>
<p:tagLst xmlns:p="http://schemas.openxmlformats.org/presentationml/2006/main">
  <p:tag name="AS_UNIQUEID" val="1208"/>
</p:tagLst>
</file>

<file path=ppt/tags/tag576.xml><?xml version="1.0" encoding="utf-8"?>
<p:tagLst xmlns:p="http://schemas.openxmlformats.org/presentationml/2006/main">
  <p:tag name="AS_UNIQUEID" val="1389"/>
</p:tagLst>
</file>

<file path=ppt/tags/tag577.xml><?xml version="1.0" encoding="utf-8"?>
<p:tagLst xmlns:p="http://schemas.openxmlformats.org/presentationml/2006/main">
  <p:tag name="AS_UNIQUEID" val="1390"/>
</p:tagLst>
</file>

<file path=ppt/tags/tag578.xml><?xml version="1.0" encoding="utf-8"?>
<p:tagLst xmlns:p="http://schemas.openxmlformats.org/presentationml/2006/main">
  <p:tag name="AS_UNIQUEID" val="1391"/>
</p:tagLst>
</file>

<file path=ppt/tags/tag579.xml><?xml version="1.0" encoding="utf-8"?>
<p:tagLst xmlns:p="http://schemas.openxmlformats.org/presentationml/2006/main">
  <p:tag name="AS_UNIQUEID" val="1211"/>
</p:tagLst>
</file>

<file path=ppt/tags/tag580.xml><?xml version="1.0" encoding="utf-8"?>
<p:tagLst xmlns:p="http://schemas.openxmlformats.org/presentationml/2006/main">
  <p:tag name="AS_UNIQUEID" val="1212"/>
</p:tagLst>
</file>

<file path=ppt/tags/tag581.xml><?xml version="1.0" encoding="utf-8"?>
<p:tagLst xmlns:p="http://schemas.openxmlformats.org/presentationml/2006/main">
  <p:tag name="AS_UNIQUEID" val="1213"/>
</p:tagLst>
</file>

<file path=ppt/tags/tag582.xml><?xml version="1.0" encoding="utf-8"?>
<p:tagLst xmlns:p="http://schemas.openxmlformats.org/presentationml/2006/main">
  <p:tag name="AS_UNIQUEID" val="1275"/>
</p:tagLst>
</file>

<file path=ppt/tags/tag583.xml><?xml version="1.0" encoding="utf-8"?>
<p:tagLst xmlns:p="http://schemas.openxmlformats.org/presentationml/2006/main">
  <p:tag name="AS_UNIQUEID" val="1271"/>
</p:tagLst>
</file>

<file path=ppt/tags/tag584.xml><?xml version="1.0" encoding="utf-8"?>
<p:tagLst xmlns:p="http://schemas.openxmlformats.org/presentationml/2006/main">
  <p:tag name="AS_UNIQUEID" val="1272"/>
</p:tagLst>
</file>

<file path=ppt/tags/tag585.xml><?xml version="1.0" encoding="utf-8"?>
<p:tagLst xmlns:p="http://schemas.openxmlformats.org/presentationml/2006/main">
  <p:tag name="AS_UNIQUEID" val="1273"/>
</p:tagLst>
</file>

<file path=ppt/tags/tag586.xml><?xml version="1.0" encoding="utf-8"?>
<p:tagLst xmlns:p="http://schemas.openxmlformats.org/presentationml/2006/main">
  <p:tag name="AS_UNIQUEID" val="1274"/>
</p:tagLst>
</file>

<file path=ppt/tags/tag587.xml><?xml version="1.0" encoding="utf-8"?>
<p:tagLst xmlns:p="http://schemas.openxmlformats.org/presentationml/2006/main">
  <p:tag name="AS_UNIQUEID" val="1276"/>
</p:tagLst>
</file>

<file path=ppt/tags/tag588.xml><?xml version="1.0" encoding="utf-8"?>
<p:tagLst xmlns:p="http://schemas.openxmlformats.org/presentationml/2006/main">
  <p:tag name="AS_UNIQUEID" val="1258"/>
</p:tagLst>
</file>

<file path=ppt/tags/tag589.xml><?xml version="1.0" encoding="utf-8"?>
<p:tagLst xmlns:p="http://schemas.openxmlformats.org/presentationml/2006/main">
  <p:tag name="AS_UNIQUEID" val="1259"/>
</p:tagLst>
</file>

<file path=ppt/tags/tag590.xml><?xml version="1.0" encoding="utf-8"?>
<p:tagLst xmlns:p="http://schemas.openxmlformats.org/presentationml/2006/main">
  <p:tag name="AS_UNIQUEID" val="1260"/>
</p:tagLst>
</file>

<file path=ppt/tags/tag591.xml><?xml version="1.0" encoding="utf-8"?>
<p:tagLst xmlns:p="http://schemas.openxmlformats.org/presentationml/2006/main">
  <p:tag name="AS_UNIQUEID" val="1261"/>
</p:tagLst>
</file>

<file path=ppt/tags/tag592.xml><?xml version="1.0" encoding="utf-8"?>
<p:tagLst xmlns:p="http://schemas.openxmlformats.org/presentationml/2006/main">
  <p:tag name="AS_UNIQUEID" val="1262"/>
</p:tagLst>
</file>

<file path=ppt/tags/tag593.xml><?xml version="1.0" encoding="utf-8"?>
<p:tagLst xmlns:p="http://schemas.openxmlformats.org/presentationml/2006/main">
  <p:tag name="AS_UNIQUEID" val="1263"/>
</p:tagLst>
</file>

<file path=ppt/tags/tag594.xml><?xml version="1.0" encoding="utf-8"?>
<p:tagLst xmlns:p="http://schemas.openxmlformats.org/presentationml/2006/main">
  <p:tag name="AS_UNIQUEID" val="1264"/>
</p:tagLst>
</file>

<file path=ppt/tags/tag595.xml><?xml version="1.0" encoding="utf-8"?>
<p:tagLst xmlns:p="http://schemas.openxmlformats.org/presentationml/2006/main">
  <p:tag name="AS_UNIQUEID" val="1265"/>
</p:tagLst>
</file>

<file path=ppt/tags/tag596.xml><?xml version="1.0" encoding="utf-8"?>
<p:tagLst xmlns:p="http://schemas.openxmlformats.org/presentationml/2006/main">
  <p:tag name="AS_UNIQUEID" val="1266"/>
</p:tagLst>
</file>

<file path=ppt/tags/tag597.xml><?xml version="1.0" encoding="utf-8"?>
<p:tagLst xmlns:p="http://schemas.openxmlformats.org/presentationml/2006/main">
  <p:tag name="AS_UNIQUEID" val="1267"/>
</p:tagLst>
</file>

<file path=ppt/tags/tag598.xml><?xml version="1.0" encoding="utf-8"?>
<p:tagLst xmlns:p="http://schemas.openxmlformats.org/presentationml/2006/main">
  <p:tag name="AS_UNIQUEID" val="1268"/>
</p:tagLst>
</file>

<file path=ppt/tags/tag599.xml><?xml version="1.0" encoding="utf-8"?>
<p:tagLst xmlns:p="http://schemas.openxmlformats.org/presentationml/2006/main">
  <p:tag name="AS_UNIQUEID" val="1269"/>
</p:tagLst>
</file>

<file path=ppt/tags/tag600.xml><?xml version="1.0" encoding="utf-8"?>
<p:tagLst xmlns:p="http://schemas.openxmlformats.org/presentationml/2006/main">
  <p:tag name="AS_UNIQUEID" val="1270"/>
</p:tagLst>
</file>

<file path=ppt/tags/tag601.xml><?xml version="1.0" encoding="utf-8"?>
<p:tagLst xmlns:p="http://schemas.openxmlformats.org/presentationml/2006/main">
  <p:tag name="AS_UNIQUEID" val="1277"/>
</p:tagLst>
</file>

<file path=ppt/tags/tag602.xml><?xml version="1.0" encoding="utf-8"?>
<p:tagLst xmlns:p="http://schemas.openxmlformats.org/presentationml/2006/main">
  <p:tag name="AS_UNIQUEID" val="1245"/>
</p:tagLst>
</file>

<file path=ppt/tags/tag603.xml><?xml version="1.0" encoding="utf-8"?>
<p:tagLst xmlns:p="http://schemas.openxmlformats.org/presentationml/2006/main">
  <p:tag name="AS_UNIQUEID" val="1246"/>
</p:tagLst>
</file>

<file path=ppt/tags/tag604.xml><?xml version="1.0" encoding="utf-8"?>
<p:tagLst xmlns:p="http://schemas.openxmlformats.org/presentationml/2006/main">
  <p:tag name="AS_UNIQUEID" val="1247"/>
</p:tagLst>
</file>

<file path=ppt/tags/tag605.xml><?xml version="1.0" encoding="utf-8"?>
<p:tagLst xmlns:p="http://schemas.openxmlformats.org/presentationml/2006/main">
  <p:tag name="AS_UNIQUEID" val="1248"/>
</p:tagLst>
</file>

<file path=ppt/tags/tag606.xml><?xml version="1.0" encoding="utf-8"?>
<p:tagLst xmlns:p="http://schemas.openxmlformats.org/presentationml/2006/main">
  <p:tag name="AS_UNIQUEID" val="1249"/>
</p:tagLst>
</file>

<file path=ppt/tags/tag607.xml><?xml version="1.0" encoding="utf-8"?>
<p:tagLst xmlns:p="http://schemas.openxmlformats.org/presentationml/2006/main">
  <p:tag name="AS_UNIQUEID" val="1250"/>
</p:tagLst>
</file>

<file path=ppt/tags/tag608.xml><?xml version="1.0" encoding="utf-8"?>
<p:tagLst xmlns:p="http://schemas.openxmlformats.org/presentationml/2006/main">
  <p:tag name="AS_UNIQUEID" val="1251"/>
</p:tagLst>
</file>

<file path=ppt/tags/tag609.xml><?xml version="1.0" encoding="utf-8"?>
<p:tagLst xmlns:p="http://schemas.openxmlformats.org/presentationml/2006/main">
  <p:tag name="AS_UNIQUEID" val="1252"/>
</p:tagLst>
</file>

<file path=ppt/tags/tag610.xml><?xml version="1.0" encoding="utf-8"?>
<p:tagLst xmlns:p="http://schemas.openxmlformats.org/presentationml/2006/main">
  <p:tag name="AS_UNIQUEID" val="1253"/>
</p:tagLst>
</file>

<file path=ppt/tags/tag611.xml><?xml version="1.0" encoding="utf-8"?>
<p:tagLst xmlns:p="http://schemas.openxmlformats.org/presentationml/2006/main">
  <p:tag name="AS_UNIQUEID" val="1278"/>
</p:tagLst>
</file>

<file path=ppt/tags/tag612.xml><?xml version="1.0" encoding="utf-8"?>
<p:tagLst xmlns:p="http://schemas.openxmlformats.org/presentationml/2006/main">
  <p:tag name="AS_UNIQUEID" val="1254"/>
</p:tagLst>
</file>

<file path=ppt/tags/tag613.xml><?xml version="1.0" encoding="utf-8"?>
<p:tagLst xmlns:p="http://schemas.openxmlformats.org/presentationml/2006/main">
  <p:tag name="AS_UNIQUEID" val="1255"/>
</p:tagLst>
</file>

<file path=ppt/tags/tag614.xml><?xml version="1.0" encoding="utf-8"?>
<p:tagLst xmlns:p="http://schemas.openxmlformats.org/presentationml/2006/main">
  <p:tag name="AS_UNIQUEID" val="1256"/>
</p:tagLst>
</file>

<file path=ppt/tags/tag615.xml><?xml version="1.0" encoding="utf-8"?>
<p:tagLst xmlns:p="http://schemas.openxmlformats.org/presentationml/2006/main">
  <p:tag name="AS_UNIQUEID" val="1257"/>
</p:tagLst>
</file>

<file path=ppt/tags/tag616.xml><?xml version="1.0" encoding="utf-8"?>
<p:tagLst xmlns:p="http://schemas.openxmlformats.org/presentationml/2006/main">
  <p:tag name="AS_UNIQUEID" val="1244"/>
</p:tagLst>
</file>

<file path=ppt/tags/tag617.xml><?xml version="1.0" encoding="utf-8"?>
<p:tagLst xmlns:p="http://schemas.openxmlformats.org/presentationml/2006/main">
  <p:tag name="AS_UNIQUEID" val="1394"/>
</p:tagLst>
</file>

<file path=ppt/tags/tag618.xml><?xml version="1.0" encoding="utf-8"?>
<p:tagLst xmlns:p="http://schemas.openxmlformats.org/presentationml/2006/main">
  <p:tag name="AS_UNIQUEID" val="1395"/>
</p:tagLst>
</file>

<file path=ppt/tags/tag619.xml><?xml version="1.0" encoding="utf-8"?>
<p:tagLst xmlns:p="http://schemas.openxmlformats.org/presentationml/2006/main">
  <p:tag name="AS_UNIQUEID" val="1396"/>
</p:tagLst>
</file>

<file path=ppt/tags/tag620.xml><?xml version="1.0" encoding="utf-8"?>
<p:tagLst xmlns:p="http://schemas.openxmlformats.org/presentationml/2006/main">
  <p:tag name="AS_UNIQUEID" val="6"/>
</p:tagLst>
</file>

<file path=ppt/tags/tag621.xml><?xml version="1.0" encoding="utf-8"?>
<p:tagLst xmlns:p="http://schemas.openxmlformats.org/presentationml/2006/main">
  <p:tag name="AS_UNIQUEID" val="4"/>
</p:tagLst>
</file>

<file path=ppt/tags/tag622.xml><?xml version="1.0" encoding="utf-8"?>
<p:tagLst xmlns:p="http://schemas.openxmlformats.org/presentationml/2006/main">
  <p:tag name="AS_UNIQUEID" val="1"/>
</p:tagLst>
</file>

<file path=ppt/tags/tag623.xml><?xml version="1.0" encoding="utf-8"?>
<p:tagLst xmlns:p="http://schemas.openxmlformats.org/presentationml/2006/main">
  <p:tag name="AS_UNIQUEID" val="2"/>
</p:tagLst>
</file>

<file path=ppt/tags/tag624.xml><?xml version="1.0" encoding="utf-8"?>
<p:tagLst xmlns:p="http://schemas.openxmlformats.org/presentationml/2006/main">
  <p:tag name="AS_UNIQUEID" val="7"/>
</p:tagLst>
</file>

<file path=ppt/tags/tag625.xml><?xml version="1.0" encoding="utf-8"?>
<p:tagLst xmlns:p="http://schemas.openxmlformats.org/presentationml/2006/main">
  <p:tag name="AS_UNIQUEID" val="5"/>
</p:tagLst>
</file>

<file path=ppt/tags/tag626.xml><?xml version="1.0" encoding="utf-8"?>
<p:tagLst xmlns:p="http://schemas.openxmlformats.org/presentationml/2006/main">
  <p:tag name="AS_UNIQUEID" val="1399"/>
</p:tagLst>
</file>

<file path=ppt/tags/tag627.xml><?xml version="1.0" encoding="utf-8"?>
<p:tagLst xmlns:p="http://schemas.openxmlformats.org/presentationml/2006/main">
  <p:tag name="AS_UNIQUEID" val="1400"/>
</p:tagLst>
</file>

<file path=ppt/tags/tag628.xml><?xml version="1.0" encoding="utf-8"?>
<p:tagLst xmlns:p="http://schemas.openxmlformats.org/presentationml/2006/main">
  <p:tag name="AS_UNIQUEID" val="1401"/>
</p:tagLst>
</file>

<file path=ppt/tags/tag629.xml><?xml version="1.0" encoding="utf-8"?>
<p:tagLst xmlns:p="http://schemas.openxmlformats.org/presentationml/2006/main">
  <p:tag name="AS_UNIQUEID" val="8"/>
</p:tagLst>
</file>

<file path=ppt/tags/tag630.xml><?xml version="1.0" encoding="utf-8"?>
<p:tagLst xmlns:p="http://schemas.openxmlformats.org/presentationml/2006/main">
  <p:tag name="AS_UNIQUEID" val="9"/>
</p:tagLst>
</file>

<file path=ppt/tags/tag631.xml><?xml version="1.0" encoding="utf-8"?>
<p:tagLst xmlns:p="http://schemas.openxmlformats.org/presentationml/2006/main">
  <p:tag name="AS_UNIQUEID" val="10"/>
</p:tagLst>
</file>

<file path=ppt/tags/tag632.xml><?xml version="1.0" encoding="utf-8"?>
<p:tagLst xmlns:p="http://schemas.openxmlformats.org/presentationml/2006/main">
  <p:tag name="AS_UNIQUEID" val="66"/>
</p:tagLst>
</file>

<file path=ppt/tags/tag633.xml><?xml version="1.0" encoding="utf-8"?>
<p:tagLst xmlns:p="http://schemas.openxmlformats.org/presentationml/2006/main">
  <p:tag name="AS_UNIQUEID" val="64"/>
</p:tagLst>
</file>

<file path=ppt/tags/tag634.xml><?xml version="1.0" encoding="utf-8"?>
<p:tagLst xmlns:p="http://schemas.openxmlformats.org/presentationml/2006/main">
  <p:tag name="AS_UNIQUEID" val="65"/>
</p:tagLst>
</file>

<file path=ppt/tags/tag635.xml><?xml version="1.0" encoding="utf-8"?>
<p:tagLst xmlns:p="http://schemas.openxmlformats.org/presentationml/2006/main">
  <p:tag name="AS_UNIQUEID" val="67"/>
</p:tagLst>
</file>

<file path=ppt/tags/tag636.xml><?xml version="1.0" encoding="utf-8"?>
<p:tagLst xmlns:p="http://schemas.openxmlformats.org/presentationml/2006/main">
  <p:tag name="AS_UNIQUEID" val="49"/>
</p:tagLst>
</file>

<file path=ppt/tags/tag637.xml><?xml version="1.0" encoding="utf-8"?>
<p:tagLst xmlns:p="http://schemas.openxmlformats.org/presentationml/2006/main">
  <p:tag name="AS_UNIQUEID" val="68"/>
</p:tagLst>
</file>

<file path=ppt/tags/tag638.xml><?xml version="1.0" encoding="utf-8"?>
<p:tagLst xmlns:p="http://schemas.openxmlformats.org/presentationml/2006/main">
  <p:tag name="AS_UNIQUEID" val="54"/>
</p:tagLst>
</file>

<file path=ppt/tags/tag639.xml><?xml version="1.0" encoding="utf-8"?>
<p:tagLst xmlns:p="http://schemas.openxmlformats.org/presentationml/2006/main">
  <p:tag name="AS_UNIQUEID" val="69"/>
</p:tagLst>
</file>

<file path=ppt/tags/tag640.xml><?xml version="1.0" encoding="utf-8"?>
<p:tagLst xmlns:p="http://schemas.openxmlformats.org/presentationml/2006/main">
  <p:tag name="AS_UNIQUEID" val="59"/>
</p:tagLst>
</file>

<file path=ppt/tags/tag641.xml><?xml version="1.0" encoding="utf-8"?>
<p:tagLst xmlns:p="http://schemas.openxmlformats.org/presentationml/2006/main">
  <p:tag name="AS_UNIQUEID" val="70"/>
</p:tagLst>
</file>

<file path=ppt/tags/tag642.xml><?xml version="1.0" encoding="utf-8"?>
<p:tagLst xmlns:p="http://schemas.openxmlformats.org/presentationml/2006/main">
  <p:tag name="AS_UNIQUEID" val="39"/>
</p:tagLst>
</file>

<file path=ppt/tags/tag643.xml><?xml version="1.0" encoding="utf-8"?>
<p:tagLst xmlns:p="http://schemas.openxmlformats.org/presentationml/2006/main">
  <p:tag name="AS_UNIQUEID" val="71"/>
</p:tagLst>
</file>

<file path=ppt/tags/tag644.xml><?xml version="1.0" encoding="utf-8"?>
<p:tagLst xmlns:p="http://schemas.openxmlformats.org/presentationml/2006/main">
  <p:tag name="AS_UNIQUEID" val="44"/>
</p:tagLst>
</file>

<file path=ppt/tags/tag645.xml><?xml version="1.0" encoding="utf-8"?>
<p:tagLst xmlns:p="http://schemas.openxmlformats.org/presentationml/2006/main">
  <p:tag name="AS_UNIQUEID" val="72"/>
</p:tagLst>
</file>

<file path=ppt/tags/tag646.xml><?xml version="1.0" encoding="utf-8"?>
<p:tagLst xmlns:p="http://schemas.openxmlformats.org/presentationml/2006/main">
  <p:tag name="AS_UNIQUEID" val="50"/>
</p:tagLst>
</file>

<file path=ppt/tags/tag647.xml><?xml version="1.0" encoding="utf-8"?>
<p:tagLst xmlns:p="http://schemas.openxmlformats.org/presentationml/2006/main">
  <p:tag name="AS_UNIQUEID" val="51"/>
</p:tagLst>
</file>

<file path=ppt/tags/tag648.xml><?xml version="1.0" encoding="utf-8"?>
<p:tagLst xmlns:p="http://schemas.openxmlformats.org/presentationml/2006/main">
  <p:tag name="AS_UNIQUEID" val="52"/>
</p:tagLst>
</file>

<file path=ppt/tags/tag649.xml><?xml version="1.0" encoding="utf-8"?>
<p:tagLst xmlns:p="http://schemas.openxmlformats.org/presentationml/2006/main">
  <p:tag name="AS_UNIQUEID" val="53"/>
</p:tagLst>
</file>

<file path=ppt/tags/tag650.xml><?xml version="1.0" encoding="utf-8"?>
<p:tagLst xmlns:p="http://schemas.openxmlformats.org/presentationml/2006/main">
  <p:tag name="AS_UNIQUEID" val="73"/>
</p:tagLst>
</file>

<file path=ppt/tags/tag651.xml><?xml version="1.0" encoding="utf-8"?>
<p:tagLst xmlns:p="http://schemas.openxmlformats.org/presentationml/2006/main">
  <p:tag name="AS_UNIQUEID" val="55"/>
</p:tagLst>
</file>

<file path=ppt/tags/tag652.xml><?xml version="1.0" encoding="utf-8"?>
<p:tagLst xmlns:p="http://schemas.openxmlformats.org/presentationml/2006/main">
  <p:tag name="AS_UNIQUEID" val="56"/>
</p:tagLst>
</file>

<file path=ppt/tags/tag653.xml><?xml version="1.0" encoding="utf-8"?>
<p:tagLst xmlns:p="http://schemas.openxmlformats.org/presentationml/2006/main">
  <p:tag name="AS_UNIQUEID" val="57"/>
</p:tagLst>
</file>

<file path=ppt/tags/tag654.xml><?xml version="1.0" encoding="utf-8"?>
<p:tagLst xmlns:p="http://schemas.openxmlformats.org/presentationml/2006/main">
  <p:tag name="AS_UNIQUEID" val="58"/>
</p:tagLst>
</file>

<file path=ppt/tags/tag655.xml><?xml version="1.0" encoding="utf-8"?>
<p:tagLst xmlns:p="http://schemas.openxmlformats.org/presentationml/2006/main">
  <p:tag name="AS_UNIQUEID" val="74"/>
</p:tagLst>
</file>

<file path=ppt/tags/tag656.xml><?xml version="1.0" encoding="utf-8"?>
<p:tagLst xmlns:p="http://schemas.openxmlformats.org/presentationml/2006/main">
  <p:tag name="AS_UNIQUEID" val="60"/>
</p:tagLst>
</file>

<file path=ppt/tags/tag657.xml><?xml version="1.0" encoding="utf-8"?>
<p:tagLst xmlns:p="http://schemas.openxmlformats.org/presentationml/2006/main">
  <p:tag name="AS_UNIQUEID" val="61"/>
</p:tagLst>
</file>

<file path=ppt/tags/tag658.xml><?xml version="1.0" encoding="utf-8"?>
<p:tagLst xmlns:p="http://schemas.openxmlformats.org/presentationml/2006/main">
  <p:tag name="AS_UNIQUEID" val="62"/>
</p:tagLst>
</file>

<file path=ppt/tags/tag659.xml><?xml version="1.0" encoding="utf-8"?>
<p:tagLst xmlns:p="http://schemas.openxmlformats.org/presentationml/2006/main">
  <p:tag name="AS_UNIQUEID" val="63"/>
</p:tagLst>
</file>

<file path=ppt/tags/tag660.xml><?xml version="1.0" encoding="utf-8"?>
<p:tagLst xmlns:p="http://schemas.openxmlformats.org/presentationml/2006/main">
  <p:tag name="AS_UNIQUEID" val="75"/>
</p:tagLst>
</file>

<file path=ppt/tags/tag661.xml><?xml version="1.0" encoding="utf-8"?>
<p:tagLst xmlns:p="http://schemas.openxmlformats.org/presentationml/2006/main">
  <p:tag name="AS_UNIQUEID" val="40"/>
</p:tagLst>
</file>

<file path=ppt/tags/tag662.xml><?xml version="1.0" encoding="utf-8"?>
<p:tagLst xmlns:p="http://schemas.openxmlformats.org/presentationml/2006/main">
  <p:tag name="AS_UNIQUEID" val="41"/>
</p:tagLst>
</file>

<file path=ppt/tags/tag663.xml><?xml version="1.0" encoding="utf-8"?>
<p:tagLst xmlns:p="http://schemas.openxmlformats.org/presentationml/2006/main">
  <p:tag name="AS_UNIQUEID" val="42"/>
</p:tagLst>
</file>

<file path=ppt/tags/tag664.xml><?xml version="1.0" encoding="utf-8"?>
<p:tagLst xmlns:p="http://schemas.openxmlformats.org/presentationml/2006/main">
  <p:tag name="AS_UNIQUEID" val="43"/>
</p:tagLst>
</file>

<file path=ppt/tags/tag665.xml><?xml version="1.0" encoding="utf-8"?>
<p:tagLst xmlns:p="http://schemas.openxmlformats.org/presentationml/2006/main">
  <p:tag name="AS_UNIQUEID" val="76"/>
</p:tagLst>
</file>

<file path=ppt/tags/tag666.xml><?xml version="1.0" encoding="utf-8"?>
<p:tagLst xmlns:p="http://schemas.openxmlformats.org/presentationml/2006/main">
  <p:tag name="AS_UNIQUEID" val="45"/>
</p:tagLst>
</file>

<file path=ppt/tags/tag667.xml><?xml version="1.0" encoding="utf-8"?>
<p:tagLst xmlns:p="http://schemas.openxmlformats.org/presentationml/2006/main">
  <p:tag name="AS_UNIQUEID" val="46"/>
</p:tagLst>
</file>

<file path=ppt/tags/tag668.xml><?xml version="1.0" encoding="utf-8"?>
<p:tagLst xmlns:p="http://schemas.openxmlformats.org/presentationml/2006/main">
  <p:tag name="AS_UNIQUEID" val="47"/>
</p:tagLst>
</file>

<file path=ppt/tags/tag669.xml><?xml version="1.0" encoding="utf-8"?>
<p:tagLst xmlns:p="http://schemas.openxmlformats.org/presentationml/2006/main">
  <p:tag name="AS_UNIQUEID" val="48"/>
</p:tagLst>
</file>

<file path=ppt/tags/tag670.xml><?xml version="1.0" encoding="utf-8"?>
<p:tagLst xmlns:p="http://schemas.openxmlformats.org/presentationml/2006/main">
  <p:tag name="AS_UNIQUEID" val="38"/>
</p:tagLst>
</file>

<file path=ppt/tags/tag671.xml><?xml version="1.0" encoding="utf-8"?>
<p:tagLst xmlns:p="http://schemas.openxmlformats.org/presentationml/2006/main">
  <p:tag name="AS_UNIQUEID" val="1404"/>
</p:tagLst>
</file>

<file path=ppt/tags/tag672.xml><?xml version="1.0" encoding="utf-8"?>
<p:tagLst xmlns:p="http://schemas.openxmlformats.org/presentationml/2006/main">
  <p:tag name="AS_UNIQUEID" val="1405"/>
</p:tagLst>
</file>

<file path=ppt/tags/tag673.xml><?xml version="1.0" encoding="utf-8"?>
<p:tagLst xmlns:p="http://schemas.openxmlformats.org/presentationml/2006/main">
  <p:tag name="AS_UNIQUEID" val="1406"/>
</p:tagLst>
</file>

<file path=ppt/tags/tag674.xml><?xml version="1.0" encoding="utf-8"?>
<p:tagLst xmlns:p="http://schemas.openxmlformats.org/presentationml/2006/main">
  <p:tag name="AS_UNIQUEID" val="77"/>
</p:tagLst>
</file>

<file path=ppt/tags/tag675.xml><?xml version="1.0" encoding="utf-8"?>
<p:tagLst xmlns:p="http://schemas.openxmlformats.org/presentationml/2006/main">
  <p:tag name="AS_UNIQUEID" val="78"/>
</p:tagLst>
</file>

<file path=ppt/tags/tag676.xml><?xml version="1.0" encoding="utf-8"?>
<p:tagLst xmlns:p="http://schemas.openxmlformats.org/presentationml/2006/main">
  <p:tag name="AS_UNIQUEID" val="79"/>
</p:tagLst>
</file>

<file path=ppt/tags/tag677.xml><?xml version="1.0" encoding="utf-8"?>
<p:tagLst xmlns:p="http://schemas.openxmlformats.org/presentationml/2006/main">
  <p:tag name="AS_UNIQUEID" val="131"/>
</p:tagLst>
</file>

<file path=ppt/tags/tag678.xml><?xml version="1.0" encoding="utf-8"?>
<p:tagLst xmlns:p="http://schemas.openxmlformats.org/presentationml/2006/main">
  <p:tag name="AS_UNIQUEID" val="129"/>
</p:tagLst>
</file>

<file path=ppt/tags/tag679.xml><?xml version="1.0" encoding="utf-8"?>
<p:tagLst xmlns:p="http://schemas.openxmlformats.org/presentationml/2006/main">
  <p:tag name="AS_UNIQUEID" val="130"/>
</p:tagLst>
</file>

<file path=ppt/tags/tag680.xml><?xml version="1.0" encoding="utf-8"?>
<p:tagLst xmlns:p="http://schemas.openxmlformats.org/presentationml/2006/main">
  <p:tag name="AS_UNIQUEID" val="132"/>
</p:tagLst>
</file>

<file path=ppt/tags/tag681.xml><?xml version="1.0" encoding="utf-8"?>
<p:tagLst xmlns:p="http://schemas.openxmlformats.org/presentationml/2006/main">
  <p:tag name="AS_UNIQUEID" val="113"/>
</p:tagLst>
</file>

<file path=ppt/tags/tag682.xml><?xml version="1.0" encoding="utf-8"?>
<p:tagLst xmlns:p="http://schemas.openxmlformats.org/presentationml/2006/main">
  <p:tag name="AS_UNIQUEID" val="114"/>
</p:tagLst>
</file>

<file path=ppt/tags/tag683.xml><?xml version="1.0" encoding="utf-8"?>
<p:tagLst xmlns:p="http://schemas.openxmlformats.org/presentationml/2006/main">
  <p:tag name="AS_UNIQUEID" val="115"/>
</p:tagLst>
</file>

<file path=ppt/tags/tag684.xml><?xml version="1.0" encoding="utf-8"?>
<p:tagLst xmlns:p="http://schemas.openxmlformats.org/presentationml/2006/main">
  <p:tag name="AS_UNIQUEID" val="116"/>
</p:tagLst>
</file>

<file path=ppt/tags/tag685.xml><?xml version="1.0" encoding="utf-8"?>
<p:tagLst xmlns:p="http://schemas.openxmlformats.org/presentationml/2006/main">
  <p:tag name="AS_UNIQUEID" val="117"/>
</p:tagLst>
</file>

<file path=ppt/tags/tag686.xml><?xml version="1.0" encoding="utf-8"?>
<p:tagLst xmlns:p="http://schemas.openxmlformats.org/presentationml/2006/main">
  <p:tag name="AS_UNIQUEID" val="118"/>
</p:tagLst>
</file>

<file path=ppt/tags/tag687.xml><?xml version="1.0" encoding="utf-8"?>
<p:tagLst xmlns:p="http://schemas.openxmlformats.org/presentationml/2006/main">
  <p:tag name="AS_UNIQUEID" val="119"/>
</p:tagLst>
</file>

<file path=ppt/tags/tag688.xml><?xml version="1.0" encoding="utf-8"?>
<p:tagLst xmlns:p="http://schemas.openxmlformats.org/presentationml/2006/main">
  <p:tag name="AS_UNIQUEID" val="120"/>
</p:tagLst>
</file>

<file path=ppt/tags/tag689.xml><?xml version="1.0" encoding="utf-8"?>
<p:tagLst xmlns:p="http://schemas.openxmlformats.org/presentationml/2006/main">
  <p:tag name="AS_UNIQUEID" val="121"/>
</p:tagLst>
</file>

<file path=ppt/tags/tag690.xml><?xml version="1.0" encoding="utf-8"?>
<p:tagLst xmlns:p="http://schemas.openxmlformats.org/presentationml/2006/main">
  <p:tag name="AS_UNIQUEID" val="133"/>
</p:tagLst>
</file>

<file path=ppt/tags/tag691.xml><?xml version="1.0" encoding="utf-8"?>
<p:tagLst xmlns:p="http://schemas.openxmlformats.org/presentationml/2006/main">
  <p:tag name="AS_UNIQUEID" val="122"/>
</p:tagLst>
</file>

<file path=ppt/tags/tag692.xml><?xml version="1.0" encoding="utf-8"?>
<p:tagLst xmlns:p="http://schemas.openxmlformats.org/presentationml/2006/main">
  <p:tag name="AS_UNIQUEID" val="123"/>
</p:tagLst>
</file>

<file path=ppt/tags/tag693.xml><?xml version="1.0" encoding="utf-8"?>
<p:tagLst xmlns:p="http://schemas.openxmlformats.org/presentationml/2006/main">
  <p:tag name="AS_UNIQUEID" val="124"/>
</p:tagLst>
</file>

<file path=ppt/tags/tag694.xml><?xml version="1.0" encoding="utf-8"?>
<p:tagLst xmlns:p="http://schemas.openxmlformats.org/presentationml/2006/main">
  <p:tag name="AS_UNIQUEID" val="125"/>
</p:tagLst>
</file>

<file path=ppt/tags/tag695.xml><?xml version="1.0" encoding="utf-8"?>
<p:tagLst xmlns:p="http://schemas.openxmlformats.org/presentationml/2006/main">
  <p:tag name="AS_UNIQUEID" val="126"/>
</p:tagLst>
</file>

<file path=ppt/tags/tag696.xml><?xml version="1.0" encoding="utf-8"?>
<p:tagLst xmlns:p="http://schemas.openxmlformats.org/presentationml/2006/main">
  <p:tag name="AS_UNIQUEID" val="127"/>
</p:tagLst>
</file>

<file path=ppt/tags/tag697.xml><?xml version="1.0" encoding="utf-8"?>
<p:tagLst xmlns:p="http://schemas.openxmlformats.org/presentationml/2006/main">
  <p:tag name="AS_UNIQUEID" val="128"/>
</p:tagLst>
</file>

<file path=ppt/tags/tag698.xml><?xml version="1.0" encoding="utf-8"?>
<p:tagLst xmlns:p="http://schemas.openxmlformats.org/presentationml/2006/main">
  <p:tag name="AS_UNIQUEID" val="134"/>
</p:tagLst>
</file>

<file path=ppt/tags/tag699.xml><?xml version="1.0" encoding="utf-8"?>
<p:tagLst xmlns:p="http://schemas.openxmlformats.org/presentationml/2006/main">
  <p:tag name="AS_UNIQUEID" val="106"/>
</p:tagLst>
</file>

<file path=ppt/tags/tag700.xml><?xml version="1.0" encoding="utf-8"?>
<p:tagLst xmlns:p="http://schemas.openxmlformats.org/presentationml/2006/main">
  <p:tag name="AS_UNIQUEID" val="107"/>
</p:tagLst>
</file>

<file path=ppt/tags/tag701.xml><?xml version="1.0" encoding="utf-8"?>
<p:tagLst xmlns:p="http://schemas.openxmlformats.org/presentationml/2006/main">
  <p:tag name="AS_UNIQUEID" val="108"/>
</p:tagLst>
</file>

<file path=ppt/tags/tag702.xml><?xml version="1.0" encoding="utf-8"?>
<p:tagLst xmlns:p="http://schemas.openxmlformats.org/presentationml/2006/main">
  <p:tag name="AS_UNIQUEID" val="109"/>
</p:tagLst>
</file>

<file path=ppt/tags/tag703.xml><?xml version="1.0" encoding="utf-8"?>
<p:tagLst xmlns:p="http://schemas.openxmlformats.org/presentationml/2006/main">
  <p:tag name="AS_UNIQUEID" val="110"/>
</p:tagLst>
</file>

<file path=ppt/tags/tag704.xml><?xml version="1.0" encoding="utf-8"?>
<p:tagLst xmlns:p="http://schemas.openxmlformats.org/presentationml/2006/main">
  <p:tag name="AS_UNIQUEID" val="111"/>
</p:tagLst>
</file>

<file path=ppt/tags/tag705.xml><?xml version="1.0" encoding="utf-8"?>
<p:tagLst xmlns:p="http://schemas.openxmlformats.org/presentationml/2006/main">
  <p:tag name="AS_UNIQUEID" val="112"/>
</p:tagLst>
</file>

<file path=ppt/tags/tag706.xml><?xml version="1.0" encoding="utf-8"?>
<p:tagLst xmlns:p="http://schemas.openxmlformats.org/presentationml/2006/main">
  <p:tag name="AS_UNIQUEID" val="105"/>
</p:tagLst>
</file>

<file path=ppt/tags/tag707.xml><?xml version="1.0" encoding="utf-8"?>
<p:tagLst xmlns:p="http://schemas.openxmlformats.org/presentationml/2006/main">
  <p:tag name="AS_UNIQUEID" val="1409"/>
</p:tagLst>
</file>

<file path=ppt/tags/tag708.xml><?xml version="1.0" encoding="utf-8"?>
<p:tagLst xmlns:p="http://schemas.openxmlformats.org/presentationml/2006/main">
  <p:tag name="AS_UNIQUEID" val="1410"/>
</p:tagLst>
</file>

<file path=ppt/tags/tag709.xml><?xml version="1.0" encoding="utf-8"?>
<p:tagLst xmlns:p="http://schemas.openxmlformats.org/presentationml/2006/main">
  <p:tag name="AS_UNIQUEID" val="1411"/>
</p:tagLst>
</file>

<file path=ppt/tags/tag710.xml><?xml version="1.0" encoding="utf-8"?>
<p:tagLst xmlns:p="http://schemas.openxmlformats.org/presentationml/2006/main">
  <p:tag name="AS_UNIQUEID" val="141"/>
</p:tagLst>
</file>

<file path=ppt/tags/tag711.xml><?xml version="1.0" encoding="utf-8"?>
<p:tagLst xmlns:p="http://schemas.openxmlformats.org/presentationml/2006/main">
  <p:tag name="AS_UNIQUEID" val="139"/>
</p:tagLst>
</file>

<file path=ppt/tags/tag712.xml><?xml version="1.0" encoding="utf-8"?>
<p:tagLst xmlns:p="http://schemas.openxmlformats.org/presentationml/2006/main">
  <p:tag name="AS_UNIQUEID" val="136"/>
</p:tagLst>
</file>

<file path=ppt/tags/tag713.xml><?xml version="1.0" encoding="utf-8"?>
<p:tagLst xmlns:p="http://schemas.openxmlformats.org/presentationml/2006/main">
  <p:tag name="AS_UNIQUEID" val="137"/>
</p:tagLst>
</file>

<file path=ppt/tags/tag714.xml><?xml version="1.0" encoding="utf-8"?>
<p:tagLst xmlns:p="http://schemas.openxmlformats.org/presentationml/2006/main">
  <p:tag name="AS_UNIQUEID" val="142"/>
</p:tagLst>
</file>

<file path=ppt/tags/tag715.xml><?xml version="1.0" encoding="utf-8"?>
<p:tagLst xmlns:p="http://schemas.openxmlformats.org/presentationml/2006/main">
  <p:tag name="AS_UNIQUEID" val="140"/>
</p:tagLst>
</file>

<file path=ppt/tags/tag716.xml><?xml version="1.0" encoding="utf-8"?>
<p:tagLst xmlns:p="http://schemas.openxmlformats.org/presentationml/2006/main">
  <p:tag name="AS_UNIQUEID" val="1414"/>
</p:tagLst>
</file>

<file path=ppt/tags/tag717.xml><?xml version="1.0" encoding="utf-8"?>
<p:tagLst xmlns:p="http://schemas.openxmlformats.org/presentationml/2006/main">
  <p:tag name="AS_UNIQUEID" val="1415"/>
</p:tagLst>
</file>

<file path=ppt/tags/tag718.xml><?xml version="1.0" encoding="utf-8"?>
<p:tagLst xmlns:p="http://schemas.openxmlformats.org/presentationml/2006/main">
  <p:tag name="AS_UNIQUEID" val="1416"/>
</p:tagLst>
</file>

<file path=ppt/tags/tag719.xml><?xml version="1.0" encoding="utf-8"?>
<p:tagLst xmlns:p="http://schemas.openxmlformats.org/presentationml/2006/main">
  <p:tag name="AS_UNIQUEID" val="143"/>
</p:tagLst>
</file>

<file path=ppt/tags/tag720.xml><?xml version="1.0" encoding="utf-8"?>
<p:tagLst xmlns:p="http://schemas.openxmlformats.org/presentationml/2006/main">
  <p:tag name="AS_UNIQUEID" val="144"/>
</p:tagLst>
</file>

<file path=ppt/tags/tag721.xml><?xml version="1.0" encoding="utf-8"?>
<p:tagLst xmlns:p="http://schemas.openxmlformats.org/presentationml/2006/main">
  <p:tag name="AS_UNIQUEID" val="145"/>
</p:tagLst>
</file>

<file path=ppt/tags/tag722.xml><?xml version="1.0" encoding="utf-8"?>
<p:tagLst xmlns:p="http://schemas.openxmlformats.org/presentationml/2006/main">
  <p:tag name="AS_UNIQUEID" val="146"/>
</p:tagLst>
</file>

<file path=ppt/tags/tag723.xml><?xml version="1.0" encoding="utf-8"?>
<p:tagLst xmlns:p="http://schemas.openxmlformats.org/presentationml/2006/main">
  <p:tag name="AS_UNIQUEID" val="216"/>
</p:tagLst>
</file>

<file path=ppt/tags/tag724.xml><?xml version="1.0" encoding="utf-8"?>
<p:tagLst xmlns:p="http://schemas.openxmlformats.org/presentationml/2006/main">
  <p:tag name="AS_UNIQUEID" val="213"/>
</p:tagLst>
</file>

<file path=ppt/tags/tag725.xml><?xml version="1.0" encoding="utf-8"?>
<p:tagLst xmlns:p="http://schemas.openxmlformats.org/presentationml/2006/main">
  <p:tag name="AS_UNIQUEID" val="214"/>
</p:tagLst>
</file>

<file path=ppt/tags/tag726.xml><?xml version="1.0" encoding="utf-8"?>
<p:tagLst xmlns:p="http://schemas.openxmlformats.org/presentationml/2006/main">
  <p:tag name="AS_UNIQUEID" val="215"/>
</p:tagLst>
</file>

<file path=ppt/tags/tag727.xml><?xml version="1.0" encoding="utf-8"?>
<p:tagLst xmlns:p="http://schemas.openxmlformats.org/presentationml/2006/main">
  <p:tag name="AS_UNIQUEID" val="217"/>
</p:tagLst>
</file>

<file path=ppt/tags/tag728.xml><?xml version="1.0" encoding="utf-8"?>
<p:tagLst xmlns:p="http://schemas.openxmlformats.org/presentationml/2006/main">
  <p:tag name="AS_UNIQUEID" val="194"/>
</p:tagLst>
</file>

<file path=ppt/tags/tag729.xml><?xml version="1.0" encoding="utf-8"?>
<p:tagLst xmlns:p="http://schemas.openxmlformats.org/presentationml/2006/main">
  <p:tag name="AS_UNIQUEID" val="218"/>
</p:tagLst>
</file>

<file path=ppt/tags/tag730.xml><?xml version="1.0" encoding="utf-8"?>
<p:tagLst xmlns:p="http://schemas.openxmlformats.org/presentationml/2006/main">
  <p:tag name="AS_UNIQUEID" val="198"/>
</p:tagLst>
</file>

<file path=ppt/tags/tag731.xml><?xml version="1.0" encoding="utf-8"?>
<p:tagLst xmlns:p="http://schemas.openxmlformats.org/presentationml/2006/main">
  <p:tag name="AS_UNIQUEID" val="199"/>
</p:tagLst>
</file>

<file path=ppt/tags/tag732.xml><?xml version="1.0" encoding="utf-8"?>
<p:tagLst xmlns:p="http://schemas.openxmlformats.org/presentationml/2006/main">
  <p:tag name="AS_UNIQUEID" val="200"/>
</p:tagLst>
</file>

<file path=ppt/tags/tag733.xml><?xml version="1.0" encoding="utf-8"?>
<p:tagLst xmlns:p="http://schemas.openxmlformats.org/presentationml/2006/main">
  <p:tag name="AS_UNIQUEID" val="201"/>
</p:tagLst>
</file>

<file path=ppt/tags/tag734.xml><?xml version="1.0" encoding="utf-8"?>
<p:tagLst xmlns:p="http://schemas.openxmlformats.org/presentationml/2006/main">
  <p:tag name="AS_UNIQUEID" val="202"/>
</p:tagLst>
</file>

<file path=ppt/tags/tag735.xml><?xml version="1.0" encoding="utf-8"?>
<p:tagLst xmlns:p="http://schemas.openxmlformats.org/presentationml/2006/main">
  <p:tag name="AS_UNIQUEID" val="203"/>
</p:tagLst>
</file>

<file path=ppt/tags/tag736.xml><?xml version="1.0" encoding="utf-8"?>
<p:tagLst xmlns:p="http://schemas.openxmlformats.org/presentationml/2006/main">
  <p:tag name="AS_UNIQUEID" val="204"/>
</p:tagLst>
</file>

<file path=ppt/tags/tag737.xml><?xml version="1.0" encoding="utf-8"?>
<p:tagLst xmlns:p="http://schemas.openxmlformats.org/presentationml/2006/main">
  <p:tag name="AS_UNIQUEID" val="205"/>
</p:tagLst>
</file>

<file path=ppt/tags/tag738.xml><?xml version="1.0" encoding="utf-8"?>
<p:tagLst xmlns:p="http://schemas.openxmlformats.org/presentationml/2006/main">
  <p:tag name="AS_UNIQUEID" val="206"/>
</p:tagLst>
</file>

<file path=ppt/tags/tag739.xml><?xml version="1.0" encoding="utf-8"?>
<p:tagLst xmlns:p="http://schemas.openxmlformats.org/presentationml/2006/main">
  <p:tag name="AS_UNIQUEID" val="207"/>
</p:tagLst>
</file>

<file path=ppt/tags/tag740.xml><?xml version="1.0" encoding="utf-8"?>
<p:tagLst xmlns:p="http://schemas.openxmlformats.org/presentationml/2006/main">
  <p:tag name="AS_UNIQUEID" val="208"/>
</p:tagLst>
</file>

<file path=ppt/tags/tag741.xml><?xml version="1.0" encoding="utf-8"?>
<p:tagLst xmlns:p="http://schemas.openxmlformats.org/presentationml/2006/main">
  <p:tag name="AS_UNIQUEID" val="209"/>
</p:tagLst>
</file>

<file path=ppt/tags/tag742.xml><?xml version="1.0" encoding="utf-8"?>
<p:tagLst xmlns:p="http://schemas.openxmlformats.org/presentationml/2006/main">
  <p:tag name="AS_UNIQUEID" val="219"/>
</p:tagLst>
</file>

<file path=ppt/tags/tag743.xml><?xml version="1.0" encoding="utf-8"?>
<p:tagLst xmlns:p="http://schemas.openxmlformats.org/presentationml/2006/main">
  <p:tag name="AS_UNIQUEID" val="182"/>
</p:tagLst>
</file>

<file path=ppt/tags/tag744.xml><?xml version="1.0" encoding="utf-8"?>
<p:tagLst xmlns:p="http://schemas.openxmlformats.org/presentationml/2006/main">
  <p:tag name="AS_UNIQUEID" val="183"/>
</p:tagLst>
</file>

<file path=ppt/tags/tag745.xml><?xml version="1.0" encoding="utf-8"?>
<p:tagLst xmlns:p="http://schemas.openxmlformats.org/presentationml/2006/main">
  <p:tag name="AS_UNIQUEID" val="184"/>
</p:tagLst>
</file>

<file path=ppt/tags/tag746.xml><?xml version="1.0" encoding="utf-8"?>
<p:tagLst xmlns:p="http://schemas.openxmlformats.org/presentationml/2006/main">
  <p:tag name="AS_UNIQUEID" val="185"/>
</p:tagLst>
</file>

<file path=ppt/tags/tag747.xml><?xml version="1.0" encoding="utf-8"?>
<p:tagLst xmlns:p="http://schemas.openxmlformats.org/presentationml/2006/main">
  <p:tag name="AS_UNIQUEID" val="186"/>
</p:tagLst>
</file>

<file path=ppt/tags/tag748.xml><?xml version="1.0" encoding="utf-8"?>
<p:tagLst xmlns:p="http://schemas.openxmlformats.org/presentationml/2006/main">
  <p:tag name="AS_UNIQUEID" val="187"/>
</p:tagLst>
</file>

<file path=ppt/tags/tag749.xml><?xml version="1.0" encoding="utf-8"?>
<p:tagLst xmlns:p="http://schemas.openxmlformats.org/presentationml/2006/main">
  <p:tag name="AS_UNIQUEID" val="188"/>
</p:tagLst>
</file>

<file path=ppt/tags/tag750.xml><?xml version="1.0" encoding="utf-8"?>
<p:tagLst xmlns:p="http://schemas.openxmlformats.org/presentationml/2006/main">
  <p:tag name="AS_UNIQUEID" val="189"/>
</p:tagLst>
</file>

<file path=ppt/tags/tag751.xml><?xml version="1.0" encoding="utf-8"?>
<p:tagLst xmlns:p="http://schemas.openxmlformats.org/presentationml/2006/main">
  <p:tag name="AS_UNIQUEID" val="190"/>
</p:tagLst>
</file>

<file path=ppt/tags/tag752.xml><?xml version="1.0" encoding="utf-8"?>
<p:tagLst xmlns:p="http://schemas.openxmlformats.org/presentationml/2006/main">
  <p:tag name="AS_UNIQUEID" val="220"/>
</p:tagLst>
</file>

<file path=ppt/tags/tag753.xml><?xml version="1.0" encoding="utf-8"?>
<p:tagLst xmlns:p="http://schemas.openxmlformats.org/presentationml/2006/main">
  <p:tag name="AS_UNIQUEID" val="195"/>
</p:tagLst>
</file>

<file path=ppt/tags/tag754.xml><?xml version="1.0" encoding="utf-8"?>
<p:tagLst xmlns:p="http://schemas.openxmlformats.org/presentationml/2006/main">
  <p:tag name="AS_UNIQUEID" val="221"/>
</p:tagLst>
</file>

<file path=ppt/tags/tag755.xml><?xml version="1.0" encoding="utf-8"?>
<p:tagLst xmlns:p="http://schemas.openxmlformats.org/presentationml/2006/main">
  <p:tag name="AS_UNIQUEID" val="210"/>
</p:tagLst>
</file>

<file path=ppt/tags/tag756.xml><?xml version="1.0" encoding="utf-8"?>
<p:tagLst xmlns:p="http://schemas.openxmlformats.org/presentationml/2006/main">
  <p:tag name="AS_UNIQUEID" val="222"/>
</p:tagLst>
</file>

<file path=ppt/tags/tag757.xml><?xml version="1.0" encoding="utf-8"?>
<p:tagLst xmlns:p="http://schemas.openxmlformats.org/presentationml/2006/main">
  <p:tag name="AS_UNIQUEID" val="191"/>
</p:tagLst>
</file>

<file path=ppt/tags/tag758.xml><?xml version="1.0" encoding="utf-8"?>
<p:tagLst xmlns:p="http://schemas.openxmlformats.org/presentationml/2006/main">
  <p:tag name="AS_UNIQUEID" val="223"/>
</p:tagLst>
</file>

<file path=ppt/tags/tag759.xml><?xml version="1.0" encoding="utf-8"?>
<p:tagLst xmlns:p="http://schemas.openxmlformats.org/presentationml/2006/main">
  <p:tag name="AS_UNIQUEID" val="196"/>
</p:tagLst>
</file>

<file path=ppt/tags/tag760.xml><?xml version="1.0" encoding="utf-8"?>
<p:tagLst xmlns:p="http://schemas.openxmlformats.org/presentationml/2006/main">
  <p:tag name="AS_UNIQUEID" val="197"/>
</p:tagLst>
</file>

<file path=ppt/tags/tag761.xml><?xml version="1.0" encoding="utf-8"?>
<p:tagLst xmlns:p="http://schemas.openxmlformats.org/presentationml/2006/main">
  <p:tag name="AS_UNIQUEID" val="224"/>
</p:tagLst>
</file>

<file path=ppt/tags/tag762.xml><?xml version="1.0" encoding="utf-8"?>
<p:tagLst xmlns:p="http://schemas.openxmlformats.org/presentationml/2006/main">
  <p:tag name="AS_UNIQUEID" val="211"/>
</p:tagLst>
</file>

<file path=ppt/tags/tag763.xml><?xml version="1.0" encoding="utf-8"?>
<p:tagLst xmlns:p="http://schemas.openxmlformats.org/presentationml/2006/main">
  <p:tag name="AS_UNIQUEID" val="212"/>
</p:tagLst>
</file>

<file path=ppt/tags/tag764.xml><?xml version="1.0" encoding="utf-8"?>
<p:tagLst xmlns:p="http://schemas.openxmlformats.org/presentationml/2006/main">
  <p:tag name="AS_UNIQUEID" val="225"/>
</p:tagLst>
</file>

<file path=ppt/tags/tag765.xml><?xml version="1.0" encoding="utf-8"?>
<p:tagLst xmlns:p="http://schemas.openxmlformats.org/presentationml/2006/main">
  <p:tag name="AS_UNIQUEID" val="192"/>
</p:tagLst>
</file>

<file path=ppt/tags/tag766.xml><?xml version="1.0" encoding="utf-8"?>
<p:tagLst xmlns:p="http://schemas.openxmlformats.org/presentationml/2006/main">
  <p:tag name="AS_UNIQUEID" val="193"/>
</p:tagLst>
</file>

<file path=ppt/tags/tag767.xml><?xml version="1.0" encoding="utf-8"?>
<p:tagLst xmlns:p="http://schemas.openxmlformats.org/presentationml/2006/main">
  <p:tag name="AS_UNIQUEID" val="181"/>
</p:tagLst>
</file>

<file path=ppt/tags/tag768.xml><?xml version="1.0" encoding="utf-8"?>
<p:tagLst xmlns:p="http://schemas.openxmlformats.org/presentationml/2006/main">
  <p:tag name="AS_UNIQUEID" val="1419"/>
</p:tagLst>
</file>

<file path=ppt/tags/tag769.xml><?xml version="1.0" encoding="utf-8"?>
<p:tagLst xmlns:p="http://schemas.openxmlformats.org/presentationml/2006/main">
  <p:tag name="AS_UNIQUEID" val="1420"/>
</p:tagLst>
</file>

<file path=ppt/tags/tag770.xml><?xml version="1.0" encoding="utf-8"?>
<p:tagLst xmlns:p="http://schemas.openxmlformats.org/presentationml/2006/main">
  <p:tag name="AS_UNIQUEID" val="1421"/>
</p:tagLst>
</file>

<file path=ppt/tags/tag771.xml><?xml version="1.0" encoding="utf-8"?>
<p:tagLst xmlns:p="http://schemas.openxmlformats.org/presentationml/2006/main">
  <p:tag name="AS_UNIQUEID" val="226"/>
</p:tagLst>
</file>

<file path=ppt/tags/tag772.xml><?xml version="1.0" encoding="utf-8"?>
<p:tagLst xmlns:p="http://schemas.openxmlformats.org/presentationml/2006/main">
  <p:tag name="AS_UNIQUEID" val="227"/>
</p:tagLst>
</file>

<file path=ppt/tags/tag773.xml><?xml version="1.0" encoding="utf-8"?>
<p:tagLst xmlns:p="http://schemas.openxmlformats.org/presentationml/2006/main">
  <p:tag name="AS_UNIQUEID" val="228"/>
</p:tagLst>
</file>

<file path=ppt/tags/tag774.xml><?xml version="1.0" encoding="utf-8"?>
<p:tagLst xmlns:p="http://schemas.openxmlformats.org/presentationml/2006/main">
  <p:tag name="AS_UNIQUEID" val="270"/>
</p:tagLst>
</file>

<file path=ppt/tags/tag775.xml><?xml version="1.0" encoding="utf-8"?>
<p:tagLst xmlns:p="http://schemas.openxmlformats.org/presentationml/2006/main">
  <p:tag name="AS_UNIQUEID" val="250"/>
</p:tagLst>
</file>

<file path=ppt/tags/tag776.xml><?xml version="1.0" encoding="utf-8"?>
<p:tagLst xmlns:p="http://schemas.openxmlformats.org/presentationml/2006/main">
  <p:tag name="AS_UNIQUEID" val="251"/>
</p:tagLst>
</file>

<file path=ppt/tags/tag777.xml><?xml version="1.0" encoding="utf-8"?>
<p:tagLst xmlns:p="http://schemas.openxmlformats.org/presentationml/2006/main">
  <p:tag name="AS_UNIQUEID" val="252"/>
</p:tagLst>
</file>

<file path=ppt/tags/tag778.xml><?xml version="1.0" encoding="utf-8"?>
<p:tagLst xmlns:p="http://schemas.openxmlformats.org/presentationml/2006/main">
  <p:tag name="AS_UNIQUEID" val="253"/>
</p:tagLst>
</file>

<file path=ppt/tags/tag779.xml><?xml version="1.0" encoding="utf-8"?>
<p:tagLst xmlns:p="http://schemas.openxmlformats.org/presentationml/2006/main">
  <p:tag name="AS_UNIQUEID" val="254"/>
</p:tagLst>
</file>

<file path=ppt/tags/tag780.xml><?xml version="1.0" encoding="utf-8"?>
<p:tagLst xmlns:p="http://schemas.openxmlformats.org/presentationml/2006/main">
  <p:tag name="AS_UNIQUEID" val="255"/>
</p:tagLst>
</file>

<file path=ppt/tags/tag781.xml><?xml version="1.0" encoding="utf-8"?>
<p:tagLst xmlns:p="http://schemas.openxmlformats.org/presentationml/2006/main">
  <p:tag name="AS_UNIQUEID" val="256"/>
</p:tagLst>
</file>

<file path=ppt/tags/tag782.xml><?xml version="1.0" encoding="utf-8"?>
<p:tagLst xmlns:p="http://schemas.openxmlformats.org/presentationml/2006/main">
  <p:tag name="AS_UNIQUEID" val="257"/>
</p:tagLst>
</file>

<file path=ppt/tags/tag783.xml><?xml version="1.0" encoding="utf-8"?>
<p:tagLst xmlns:p="http://schemas.openxmlformats.org/presentationml/2006/main">
  <p:tag name="AS_UNIQUEID" val="258"/>
</p:tagLst>
</file>

<file path=ppt/tags/tag784.xml><?xml version="1.0" encoding="utf-8"?>
<p:tagLst xmlns:p="http://schemas.openxmlformats.org/presentationml/2006/main">
  <p:tag name="AS_UNIQUEID" val="259"/>
</p:tagLst>
</file>

<file path=ppt/tags/tag785.xml><?xml version="1.0" encoding="utf-8"?>
<p:tagLst xmlns:p="http://schemas.openxmlformats.org/presentationml/2006/main">
  <p:tag name="AS_UNIQUEID" val="260"/>
</p:tagLst>
</file>

<file path=ppt/tags/tag786.xml><?xml version="1.0" encoding="utf-8"?>
<p:tagLst xmlns:p="http://schemas.openxmlformats.org/presentationml/2006/main">
  <p:tag name="AS_UNIQUEID" val="261"/>
</p:tagLst>
</file>

<file path=ppt/tags/tag787.xml><?xml version="1.0" encoding="utf-8"?>
<p:tagLst xmlns:p="http://schemas.openxmlformats.org/presentationml/2006/main">
  <p:tag name="AS_UNIQUEID" val="271"/>
</p:tagLst>
</file>

<file path=ppt/tags/tag788.xml><?xml version="1.0" encoding="utf-8"?>
<p:tagLst xmlns:p="http://schemas.openxmlformats.org/presentationml/2006/main">
  <p:tag name="AS_UNIQUEID" val="262"/>
</p:tagLst>
</file>

<file path=ppt/tags/tag789.xml><?xml version="1.0" encoding="utf-8"?>
<p:tagLst xmlns:p="http://schemas.openxmlformats.org/presentationml/2006/main">
  <p:tag name="AS_UNIQUEID" val="263"/>
</p:tagLst>
</file>

<file path=ppt/tags/tag790.xml><?xml version="1.0" encoding="utf-8"?>
<p:tagLst xmlns:p="http://schemas.openxmlformats.org/presentationml/2006/main">
  <p:tag name="AS_UNIQUEID" val="264"/>
</p:tagLst>
</file>

<file path=ppt/tags/tag791.xml><?xml version="1.0" encoding="utf-8"?>
<p:tagLst xmlns:p="http://schemas.openxmlformats.org/presentationml/2006/main">
  <p:tag name="AS_UNIQUEID" val="265"/>
</p:tagLst>
</file>

<file path=ppt/tags/tag792.xml><?xml version="1.0" encoding="utf-8"?>
<p:tagLst xmlns:p="http://schemas.openxmlformats.org/presentationml/2006/main">
  <p:tag name="AS_UNIQUEID" val="266"/>
</p:tagLst>
</file>

<file path=ppt/tags/tag793.xml><?xml version="1.0" encoding="utf-8"?>
<p:tagLst xmlns:p="http://schemas.openxmlformats.org/presentationml/2006/main">
  <p:tag name="AS_UNIQUEID" val="267"/>
</p:tagLst>
</file>

<file path=ppt/tags/tag794.xml><?xml version="1.0" encoding="utf-8"?>
<p:tagLst xmlns:p="http://schemas.openxmlformats.org/presentationml/2006/main">
  <p:tag name="AS_UNIQUEID" val="268"/>
</p:tagLst>
</file>

<file path=ppt/tags/tag795.xml><?xml version="1.0" encoding="utf-8"?>
<p:tagLst xmlns:p="http://schemas.openxmlformats.org/presentationml/2006/main">
  <p:tag name="AS_UNIQUEID" val="269"/>
</p:tagLst>
</file>

<file path=ppt/tags/tag796.xml><?xml version="1.0" encoding="utf-8"?>
<p:tagLst xmlns:p="http://schemas.openxmlformats.org/presentationml/2006/main">
  <p:tag name="AS_UNIQUEID" val="249"/>
</p:tagLst>
</file>

<file path=ppt/tags/tag797.xml><?xml version="1.0" encoding="utf-8"?>
<p:tagLst xmlns:p="http://schemas.openxmlformats.org/presentationml/2006/main">
  <p:tag name="AS_UNIQUEID" val="1424"/>
</p:tagLst>
</file>

<file path=ppt/tags/tag798.xml><?xml version="1.0" encoding="utf-8"?>
<p:tagLst xmlns:p="http://schemas.openxmlformats.org/presentationml/2006/main">
  <p:tag name="AS_UNIQUEID" val="1425"/>
</p:tagLst>
</file>

<file path=ppt/tags/tag799.xml><?xml version="1.0" encoding="utf-8"?>
<p:tagLst xmlns:p="http://schemas.openxmlformats.org/presentationml/2006/main">
  <p:tag name="AS_UNIQUEID" val="1426"/>
</p:tagLst>
</file>

<file path=ppt/tags/tag800.xml><?xml version="1.0" encoding="utf-8"?>
<p:tagLst xmlns:p="http://schemas.openxmlformats.org/presentationml/2006/main">
  <p:tag name="AS_UNIQUEID" val="272"/>
</p:tagLst>
</file>

<file path=ppt/tags/tag801.xml><?xml version="1.0" encoding="utf-8"?>
<p:tagLst xmlns:p="http://schemas.openxmlformats.org/presentationml/2006/main">
  <p:tag name="AS_UNIQUEID" val="273"/>
</p:tagLst>
</file>

<file path=ppt/tags/tag802.xml><?xml version="1.0" encoding="utf-8"?>
<p:tagLst xmlns:p="http://schemas.openxmlformats.org/presentationml/2006/main">
  <p:tag name="AS_UNIQUEID" val="318"/>
</p:tagLst>
</file>

<file path=ppt/tags/tag803.xml><?xml version="1.0" encoding="utf-8"?>
<p:tagLst xmlns:p="http://schemas.openxmlformats.org/presentationml/2006/main">
  <p:tag name="AS_UNIQUEID" val="316"/>
</p:tagLst>
</file>

<file path=ppt/tags/tag804.xml><?xml version="1.0" encoding="utf-8"?>
<p:tagLst xmlns:p="http://schemas.openxmlformats.org/presentationml/2006/main">
  <p:tag name="AS_UNIQUEID" val="317"/>
</p:tagLst>
</file>

<file path=ppt/tags/tag805.xml><?xml version="1.0" encoding="utf-8"?>
<p:tagLst xmlns:p="http://schemas.openxmlformats.org/presentationml/2006/main">
  <p:tag name="AS_UNIQUEID" val="319"/>
</p:tagLst>
</file>

<file path=ppt/tags/tag806.xml><?xml version="1.0" encoding="utf-8"?>
<p:tagLst xmlns:p="http://schemas.openxmlformats.org/presentationml/2006/main">
  <p:tag name="AS_UNIQUEID" val="296"/>
</p:tagLst>
</file>

<file path=ppt/tags/tag807.xml><?xml version="1.0" encoding="utf-8"?>
<p:tagLst xmlns:p="http://schemas.openxmlformats.org/presentationml/2006/main">
  <p:tag name="AS_UNIQUEID" val="297"/>
</p:tagLst>
</file>

<file path=ppt/tags/tag808.xml><?xml version="1.0" encoding="utf-8"?>
<p:tagLst xmlns:p="http://schemas.openxmlformats.org/presentationml/2006/main">
  <p:tag name="AS_UNIQUEID" val="298"/>
</p:tagLst>
</file>

<file path=ppt/tags/tag809.xml><?xml version="1.0" encoding="utf-8"?>
<p:tagLst xmlns:p="http://schemas.openxmlformats.org/presentationml/2006/main">
  <p:tag name="AS_UNIQUEID" val="299"/>
</p:tagLst>
</file>

<file path=ppt/tags/tag810.xml><?xml version="1.0" encoding="utf-8"?>
<p:tagLst xmlns:p="http://schemas.openxmlformats.org/presentationml/2006/main">
  <p:tag name="AS_UNIQUEID" val="300"/>
</p:tagLst>
</file>

<file path=ppt/tags/tag811.xml><?xml version="1.0" encoding="utf-8"?>
<p:tagLst xmlns:p="http://schemas.openxmlformats.org/presentationml/2006/main">
  <p:tag name="AS_UNIQUEID" val="301"/>
</p:tagLst>
</file>

<file path=ppt/tags/tag812.xml><?xml version="1.0" encoding="utf-8"?>
<p:tagLst xmlns:p="http://schemas.openxmlformats.org/presentationml/2006/main">
  <p:tag name="AS_UNIQUEID" val="302"/>
</p:tagLst>
</file>

<file path=ppt/tags/tag813.xml><?xml version="1.0" encoding="utf-8"?>
<p:tagLst xmlns:p="http://schemas.openxmlformats.org/presentationml/2006/main">
  <p:tag name="AS_UNIQUEID" val="303"/>
</p:tagLst>
</file>

<file path=ppt/tags/tag814.xml><?xml version="1.0" encoding="utf-8"?>
<p:tagLst xmlns:p="http://schemas.openxmlformats.org/presentationml/2006/main">
  <p:tag name="AS_UNIQUEID" val="304"/>
</p:tagLst>
</file>

<file path=ppt/tags/tag815.xml><?xml version="1.0" encoding="utf-8"?>
<p:tagLst xmlns:p="http://schemas.openxmlformats.org/presentationml/2006/main">
  <p:tag name="AS_UNIQUEID" val="320"/>
</p:tagLst>
</file>

<file path=ppt/tags/tag816.xml><?xml version="1.0" encoding="utf-8"?>
<p:tagLst xmlns:p="http://schemas.openxmlformats.org/presentationml/2006/main">
  <p:tag name="AS_UNIQUEID" val="309"/>
</p:tagLst>
</file>

<file path=ppt/tags/tag817.xml><?xml version="1.0" encoding="utf-8"?>
<p:tagLst xmlns:p="http://schemas.openxmlformats.org/presentationml/2006/main">
  <p:tag name="AS_UNIQUEID" val="310"/>
</p:tagLst>
</file>

<file path=ppt/tags/tag818.xml><?xml version="1.0" encoding="utf-8"?>
<p:tagLst xmlns:p="http://schemas.openxmlformats.org/presentationml/2006/main">
  <p:tag name="AS_UNIQUEID" val="311"/>
</p:tagLst>
</file>

<file path=ppt/tags/tag819.xml><?xml version="1.0" encoding="utf-8"?>
<p:tagLst xmlns:p="http://schemas.openxmlformats.org/presentationml/2006/main">
  <p:tag name="AS_UNIQUEID" val="312"/>
</p:tagLst>
</file>

<file path=ppt/tags/tag820.xml><?xml version="1.0" encoding="utf-8"?>
<p:tagLst xmlns:p="http://schemas.openxmlformats.org/presentationml/2006/main">
  <p:tag name="AS_UNIQUEID" val="313"/>
</p:tagLst>
</file>

<file path=ppt/tags/tag821.xml><?xml version="1.0" encoding="utf-8"?>
<p:tagLst xmlns:p="http://schemas.openxmlformats.org/presentationml/2006/main">
  <p:tag name="AS_UNIQUEID" val="314"/>
</p:tagLst>
</file>

<file path=ppt/tags/tag822.xml><?xml version="1.0" encoding="utf-8"?>
<p:tagLst xmlns:p="http://schemas.openxmlformats.org/presentationml/2006/main">
  <p:tag name="AS_UNIQUEID" val="315"/>
</p:tagLst>
</file>

<file path=ppt/tags/tag823.xml><?xml version="1.0" encoding="utf-8"?>
<p:tagLst xmlns:p="http://schemas.openxmlformats.org/presentationml/2006/main">
  <p:tag name="AS_UNIQUEID" val="321"/>
</p:tagLst>
</file>

<file path=ppt/tags/tag824.xml><?xml version="1.0" encoding="utf-8"?>
<p:tagLst xmlns:p="http://schemas.openxmlformats.org/presentationml/2006/main">
  <p:tag name="AS_UNIQUEID" val="305"/>
</p:tagLst>
</file>

<file path=ppt/tags/tag825.xml><?xml version="1.0" encoding="utf-8"?>
<p:tagLst xmlns:p="http://schemas.openxmlformats.org/presentationml/2006/main">
  <p:tag name="AS_UNIQUEID" val="306"/>
</p:tagLst>
</file>

<file path=ppt/tags/tag826.xml><?xml version="1.0" encoding="utf-8"?>
<p:tagLst xmlns:p="http://schemas.openxmlformats.org/presentationml/2006/main">
  <p:tag name="AS_UNIQUEID" val="307"/>
</p:tagLst>
</file>

<file path=ppt/tags/tag827.xml><?xml version="1.0" encoding="utf-8"?>
<p:tagLst xmlns:p="http://schemas.openxmlformats.org/presentationml/2006/main">
  <p:tag name="AS_UNIQUEID" val="308"/>
</p:tagLst>
</file>

<file path=ppt/tags/tag828.xml><?xml version="1.0" encoding="utf-8"?>
<p:tagLst xmlns:p="http://schemas.openxmlformats.org/presentationml/2006/main">
  <p:tag name="AS_UNIQUEID" val="1429"/>
</p:tagLst>
</file>

<file path=ppt/tags/tag829.xml><?xml version="1.0" encoding="utf-8"?>
<p:tagLst xmlns:p="http://schemas.openxmlformats.org/presentationml/2006/main">
  <p:tag name="AS_UNIQUEID" val="1430"/>
</p:tagLst>
</file>

<file path=ppt/tags/tag830.xml><?xml version="1.0" encoding="utf-8"?>
<p:tagLst xmlns:p="http://schemas.openxmlformats.org/presentationml/2006/main">
  <p:tag name="AS_UNIQUEID" val="1431"/>
</p:tagLst>
</file>

<file path=ppt/tags/tag831.xml><?xml version="1.0" encoding="utf-8"?>
<p:tagLst xmlns:p="http://schemas.openxmlformats.org/presentationml/2006/main">
  <p:tag name="AS_UNIQUEID" val="1282"/>
</p:tagLst>
</file>

<file path=ppt/tags/tag832.xml><?xml version="1.0" encoding="utf-8"?>
<p:tagLst xmlns:p="http://schemas.openxmlformats.org/presentationml/2006/main">
  <p:tag name="AS_UNIQUEID" val="1283"/>
</p:tagLst>
</file>

<file path=ppt/tags/tag833.xml><?xml version="1.0" encoding="utf-8"?>
<p:tagLst xmlns:p="http://schemas.openxmlformats.org/presentationml/2006/main">
  <p:tag name="AS_UNIQUEID" val="1284"/>
</p:tagLst>
</file>

<file path=ppt/tags/tag834.xml><?xml version="1.0" encoding="utf-8"?>
<p:tagLst xmlns:p="http://schemas.openxmlformats.org/presentationml/2006/main">
  <p:tag name="AS_UNIQUEID" val="1285"/>
</p:tagLst>
</file>

<file path=ppt/tags/tag835.xml><?xml version="1.0" encoding="utf-8"?>
<p:tagLst xmlns:p="http://schemas.openxmlformats.org/presentationml/2006/main">
  <p:tag name="AS_UNIQUEID" val="1286"/>
</p:tagLst>
</file>

<file path=ppt/tags/tag836.xml><?xml version="1.0" encoding="utf-8"?>
<p:tagLst xmlns:p="http://schemas.openxmlformats.org/presentationml/2006/main">
  <p:tag name="AS_UNIQUEID" val="1287"/>
</p:tagLst>
</file>

<file path=ppt/tags/tag837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4650</Words>
  <Application>WPS 演示</Application>
  <PresentationFormat>On-screen Show (4:3)</PresentationFormat>
  <Paragraphs>788</Paragraphs>
  <Slides>30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52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KSOFD72470BC</vt:lpstr>
      <vt:lpstr>FFont-Family</vt:lpstr>
      <vt:lpstr>Office Theme</vt:lpstr>
      <vt:lpstr>Word.Document.12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杨传筠</cp:lastModifiedBy>
  <cp:revision>3</cp:revision>
  <cp:lastPrinted>2026-08-31T11:12:00Z</cp:lastPrinted>
  <dcterms:created xsi:type="dcterms:W3CDTF">2026-08-31T03:12:00Z</dcterms:created>
  <dcterms:modified xsi:type="dcterms:W3CDTF">2026-09-05T23:19:59Z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63353E43D2F447608DD68FE2409AD6C7_12</vt:lpwstr>
  </property>
</Properties>
</file>