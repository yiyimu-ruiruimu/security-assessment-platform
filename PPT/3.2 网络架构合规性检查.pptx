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1.svg" ContentType="image/svg+xml"/>
  <Override PartName="/ppt/media/image103.svg" ContentType="image/svg+xml"/>
  <Override PartName="/ppt/media/image107.svg" ContentType="image/svg+xml"/>
  <Override PartName="/ppt/media/image109.svg" ContentType="image/svg+xml"/>
  <Override PartName="/ppt/media/image111.svg" ContentType="image/svg+xml"/>
  <Override PartName="/ppt/media/image113.svg" ContentType="image/svg+xml"/>
  <Override PartName="/ppt/media/image115.svg" ContentType="image/svg+xml"/>
  <Override PartName="/ppt/media/image117.svg" ContentType="image/svg+xml"/>
  <Override PartName="/ppt/media/image119.svg" ContentType="image/svg+xml"/>
  <Override PartName="/ppt/media/image122.svg" ContentType="image/svg+xml"/>
  <Override PartName="/ppt/media/image124.svg" ContentType="image/svg+xml"/>
  <Override PartName="/ppt/media/image126.svg" ContentType="image/svg+xml"/>
  <Override PartName="/ppt/media/image128.svg" ContentType="image/svg+xml"/>
  <Override PartName="/ppt/media/image13.svg" ContentType="image/svg+xml"/>
  <Override PartName="/ppt/media/image131.svg" ContentType="image/svg+xml"/>
  <Override PartName="/ppt/media/image133.svg" ContentType="image/svg+xml"/>
  <Override PartName="/ppt/media/image135.svg" ContentType="image/svg+xml"/>
  <Override PartName="/ppt/media/image137.svg" ContentType="image/svg+xml"/>
  <Override PartName="/ppt/media/image139.svg" ContentType="image/svg+xml"/>
  <Override PartName="/ppt/media/image142.svg" ContentType="image/svg+xml"/>
  <Override PartName="/ppt/media/image145.svg" ContentType="image/svg+xml"/>
  <Override PartName="/ppt/media/image147.svg" ContentType="image/svg+xml"/>
  <Override PartName="/ppt/media/image16.svg" ContentType="image/svg+xml"/>
  <Override PartName="/ppt/media/image18.svg" ContentType="image/svg+xml"/>
  <Override PartName="/ppt/media/image23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40.svg" ContentType="image/svg+xml"/>
  <Override PartName="/ppt/media/image43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6.svg" ContentType="image/svg+xml"/>
  <Override PartName="/ppt/media/image58.svg" ContentType="image/svg+xml"/>
  <Override PartName="/ppt/media/image60.svg" ContentType="image/svg+xml"/>
  <Override PartName="/ppt/media/image65.svg" ContentType="image/svg+xml"/>
  <Override PartName="/ppt/media/image67.svg" ContentType="image/svg+xml"/>
  <Override PartName="/ppt/media/image70.svg" ContentType="image/svg+xml"/>
  <Override PartName="/ppt/media/image72.svg" ContentType="image/svg+xml"/>
  <Override PartName="/ppt/media/image75.svg" ContentType="image/svg+xml"/>
  <Override PartName="/ppt/media/image77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1.svg" ContentType="image/svg+xml"/>
  <Override PartName="/ppt/media/image93.svg" ContentType="image/svg+xml"/>
  <Override PartName="/ppt/media/image95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  <p:sldId id="262" r:id="rId5"/>
    <p:sldId id="265" r:id="rId6"/>
    <p:sldId id="268" r:id="rId7"/>
    <p:sldId id="271" r:id="rId8"/>
    <p:sldId id="274" r:id="rId9"/>
    <p:sldId id="277" r:id="rId10"/>
    <p:sldId id="280" r:id="rId11"/>
    <p:sldId id="283" r:id="rId12"/>
    <p:sldId id="286" r:id="rId13"/>
    <p:sldId id="289" r:id="rId14"/>
    <p:sldId id="292" r:id="rId15"/>
    <p:sldId id="295" r:id="rId16"/>
    <p:sldId id="298" r:id="rId17"/>
    <p:sldId id="311" r:id="rId18"/>
    <p:sldId id="301" r:id="rId19"/>
    <p:sldId id="304" r:id="rId20"/>
    <p:sldId id="307" r:id="rId21"/>
    <p:sldId id="310" r:id="rId22"/>
  </p:sldIdLst>
  <p:sldSz cx="12192000" cy="6858000"/>
  <p:notesSz cx="6858000" cy="9144000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 showGuides="1"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gs" Target="tags/tag52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tags" Target="../tags/tag521.xml"/><Relationship Id="rId5" Type="http://schemas.openxmlformats.org/officeDocument/2006/relationships/tags" Target="../tags/tag520.xml"/><Relationship Id="rId4" Type="http://schemas.openxmlformats.org/officeDocument/2006/relationships/tags" Target="../tags/tag519.xml"/><Relationship Id="rId3" Type="http://schemas.openxmlformats.org/officeDocument/2006/relationships/tags" Target="../tags/tag518.xml"/><Relationship Id="rId2" Type="http://schemas.openxmlformats.org/officeDocument/2006/relationships/tags" Target="../tags/tag517.xml"/><Relationship Id="rId1" Type="http://schemas.openxmlformats.org/officeDocument/2006/relationships/tags" Target="../tags/tag5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  <p:custDataLst>
              <p:tags r:id="rId2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  <p:custDataLst>
              <p:tags r:id="rId3"/>
            </p:custDataLst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5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  <p:custDataLst>
              <p:tags r:id="rId6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5" Type="http://schemas.openxmlformats.org/officeDocument/2006/relationships/tags" Target="../tags/tag191.xml"/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5" Type="http://schemas.openxmlformats.org/officeDocument/2006/relationships/tags" Target="../tags/tag239.xml"/><Relationship Id="rId4" Type="http://schemas.openxmlformats.org/officeDocument/2006/relationships/tags" Target="../tags/tag238.xml"/><Relationship Id="rId3" Type="http://schemas.openxmlformats.org/officeDocument/2006/relationships/tags" Target="../tags/tag237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5" Type="http://schemas.openxmlformats.org/officeDocument/2006/relationships/tags" Target="../tags/tag267.xml"/><Relationship Id="rId4" Type="http://schemas.openxmlformats.org/officeDocument/2006/relationships/tags" Target="../tags/tag266.xml"/><Relationship Id="rId3" Type="http://schemas.openxmlformats.org/officeDocument/2006/relationships/tags" Target="../tags/tag265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5" Type="http://schemas.openxmlformats.org/officeDocument/2006/relationships/tags" Target="../tags/tag298.xml"/><Relationship Id="rId4" Type="http://schemas.openxmlformats.org/officeDocument/2006/relationships/tags" Target="../tags/tag297.xml"/><Relationship Id="rId3" Type="http://schemas.openxmlformats.org/officeDocument/2006/relationships/tags" Target="../tags/tag296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5" Type="http://schemas.openxmlformats.org/officeDocument/2006/relationships/tags" Target="../tags/tag320.xml"/><Relationship Id="rId4" Type="http://schemas.openxmlformats.org/officeDocument/2006/relationships/tags" Target="../tags/tag319.xml"/><Relationship Id="rId3" Type="http://schemas.openxmlformats.org/officeDocument/2006/relationships/tags" Target="../tags/tag318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5" Type="http://schemas.openxmlformats.org/officeDocument/2006/relationships/tags" Target="../tags/tag354.xml"/><Relationship Id="rId4" Type="http://schemas.openxmlformats.org/officeDocument/2006/relationships/tags" Target="../tags/tag353.xml"/><Relationship Id="rId3" Type="http://schemas.openxmlformats.org/officeDocument/2006/relationships/tags" Target="../tags/tag352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5" Type="http://schemas.openxmlformats.org/officeDocument/2006/relationships/tags" Target="../tags/tag395.xml"/><Relationship Id="rId4" Type="http://schemas.openxmlformats.org/officeDocument/2006/relationships/tags" Target="../tags/tag394.xml"/><Relationship Id="rId3" Type="http://schemas.openxmlformats.org/officeDocument/2006/relationships/tags" Target="../tags/tag393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5" Type="http://schemas.openxmlformats.org/officeDocument/2006/relationships/tags" Target="../tags/tag417.xml"/><Relationship Id="rId4" Type="http://schemas.openxmlformats.org/officeDocument/2006/relationships/tags" Target="../tags/tag416.xml"/><Relationship Id="rId3" Type="http://schemas.openxmlformats.org/officeDocument/2006/relationships/tags" Target="../tags/tag415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5" Type="http://schemas.openxmlformats.org/officeDocument/2006/relationships/tags" Target="../tags/tag442.xml"/><Relationship Id="rId4" Type="http://schemas.openxmlformats.org/officeDocument/2006/relationships/tags" Target="../tags/tag441.xml"/><Relationship Id="rId3" Type="http://schemas.openxmlformats.org/officeDocument/2006/relationships/tags" Target="../tags/tag440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5" Type="http://schemas.openxmlformats.org/officeDocument/2006/relationships/tags" Target="../tags/tag486.xml"/><Relationship Id="rId4" Type="http://schemas.openxmlformats.org/officeDocument/2006/relationships/tags" Target="../tags/tag485.xml"/><Relationship Id="rId3" Type="http://schemas.openxmlformats.org/officeDocument/2006/relationships/tags" Target="../tags/tag484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5" Type="http://schemas.openxmlformats.org/officeDocument/2006/relationships/tags" Target="../tags/tag510.xml"/><Relationship Id="rId4" Type="http://schemas.openxmlformats.org/officeDocument/2006/relationships/tags" Target="../tags/tag509.xml"/><Relationship Id="rId3" Type="http://schemas.openxmlformats.org/officeDocument/2006/relationships/tags" Target="../tags/tag508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5" Type="http://schemas.openxmlformats.org/officeDocument/2006/relationships/tags" Target="../tags/tag515.xml"/><Relationship Id="rId4" Type="http://schemas.openxmlformats.org/officeDocument/2006/relationships/tags" Target="../tags/tag514.xml"/><Relationship Id="rId3" Type="http://schemas.openxmlformats.org/officeDocument/2006/relationships/tags" Target="../tags/tag513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5.xml"/><Relationship Id="rId7" Type="http://schemas.openxmlformats.org/officeDocument/2006/relationships/image" Target="../media/image3.png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6" Type="http://schemas.openxmlformats.org/officeDocument/2006/relationships/notesSlide" Target="../notesSlides/notesSlide1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16.xml"/><Relationship Id="rId23" Type="http://schemas.openxmlformats.org/officeDocument/2006/relationships/tags" Target="../tags/tag15.xml"/><Relationship Id="rId22" Type="http://schemas.openxmlformats.org/officeDocument/2006/relationships/tags" Target="../tags/tag14.xml"/><Relationship Id="rId21" Type="http://schemas.openxmlformats.org/officeDocument/2006/relationships/tags" Target="../tags/tag13.xml"/><Relationship Id="rId20" Type="http://schemas.openxmlformats.org/officeDocument/2006/relationships/image" Target="../media/image8.png"/><Relationship Id="rId2" Type="http://schemas.openxmlformats.org/officeDocument/2006/relationships/image" Target="../media/image1.png"/><Relationship Id="rId19" Type="http://schemas.openxmlformats.org/officeDocument/2006/relationships/tags" Target="../tags/tag12.xml"/><Relationship Id="rId18" Type="http://schemas.openxmlformats.org/officeDocument/2006/relationships/tags" Target="../tags/tag11.xml"/><Relationship Id="rId17" Type="http://schemas.openxmlformats.org/officeDocument/2006/relationships/image" Target="../media/image7.png"/><Relationship Id="rId16" Type="http://schemas.openxmlformats.org/officeDocument/2006/relationships/tags" Target="../tags/tag10.xml"/><Relationship Id="rId15" Type="http://schemas.openxmlformats.org/officeDocument/2006/relationships/image" Target="../media/image6.png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image" Target="../media/image5.png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image" Target="../media/image10.png"/><Relationship Id="rId3" Type="http://schemas.openxmlformats.org/officeDocument/2006/relationships/tags" Target="../tags/tag21.xml"/><Relationship Id="rId2" Type="http://schemas.openxmlformats.org/officeDocument/2006/relationships/image" Target="../media/image9.png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tags" Target="../tags/tag20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svg"/><Relationship Id="rId8" Type="http://schemas.openxmlformats.org/officeDocument/2006/relationships/image" Target="../media/image12.png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image" Target="../media/image11.png"/><Relationship Id="rId32" Type="http://schemas.openxmlformats.org/officeDocument/2006/relationships/notesSlide" Target="../notesSlides/notesSlide3.xml"/><Relationship Id="rId31" Type="http://schemas.openxmlformats.org/officeDocument/2006/relationships/slideLayout" Target="../slideLayouts/slideLayout1.xml"/><Relationship Id="rId30" Type="http://schemas.openxmlformats.org/officeDocument/2006/relationships/tags" Target="../tags/tag53.xml"/><Relationship Id="rId3" Type="http://schemas.openxmlformats.org/officeDocument/2006/relationships/tags" Target="../tags/tag36.xml"/><Relationship Id="rId29" Type="http://schemas.openxmlformats.org/officeDocument/2006/relationships/image" Target="../media/image20.png"/><Relationship Id="rId28" Type="http://schemas.openxmlformats.org/officeDocument/2006/relationships/tags" Target="../tags/tag52.xml"/><Relationship Id="rId27" Type="http://schemas.openxmlformats.org/officeDocument/2006/relationships/image" Target="../media/image19.png"/><Relationship Id="rId26" Type="http://schemas.openxmlformats.org/officeDocument/2006/relationships/tags" Target="../tags/tag51.xml"/><Relationship Id="rId25" Type="http://schemas.openxmlformats.org/officeDocument/2006/relationships/image" Target="../media/image18.svg"/><Relationship Id="rId24" Type="http://schemas.openxmlformats.org/officeDocument/2006/relationships/image" Target="../media/image17.png"/><Relationship Id="rId23" Type="http://schemas.openxmlformats.org/officeDocument/2006/relationships/tags" Target="../tags/tag50.xml"/><Relationship Id="rId22" Type="http://schemas.openxmlformats.org/officeDocument/2006/relationships/tags" Target="../tags/tag49.xml"/><Relationship Id="rId21" Type="http://schemas.openxmlformats.org/officeDocument/2006/relationships/tags" Target="../tags/tag48.xml"/><Relationship Id="rId20" Type="http://schemas.openxmlformats.org/officeDocument/2006/relationships/tags" Target="../tags/tag47.xml"/><Relationship Id="rId2" Type="http://schemas.openxmlformats.org/officeDocument/2006/relationships/image" Target="../media/image9.png"/><Relationship Id="rId19" Type="http://schemas.openxmlformats.org/officeDocument/2006/relationships/tags" Target="../tags/tag46.xml"/><Relationship Id="rId18" Type="http://schemas.openxmlformats.org/officeDocument/2006/relationships/image" Target="../media/image16.svg"/><Relationship Id="rId17" Type="http://schemas.openxmlformats.org/officeDocument/2006/relationships/image" Target="../media/image15.png"/><Relationship Id="rId16" Type="http://schemas.openxmlformats.org/officeDocument/2006/relationships/tags" Target="../tags/tag45.xml"/><Relationship Id="rId15" Type="http://schemas.openxmlformats.org/officeDocument/2006/relationships/tags" Target="../tags/tag44.xml"/><Relationship Id="rId14" Type="http://schemas.openxmlformats.org/officeDocument/2006/relationships/tags" Target="../tags/tag43.xml"/><Relationship Id="rId13" Type="http://schemas.openxmlformats.org/officeDocument/2006/relationships/tags" Target="../tags/tag42.xml"/><Relationship Id="rId12" Type="http://schemas.openxmlformats.org/officeDocument/2006/relationships/image" Target="../media/image14.png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tags" Target="../tags/tag3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image" Target="../media/image21.png"/><Relationship Id="rId5" Type="http://schemas.openxmlformats.org/officeDocument/2006/relationships/tags" Target="../tags/tag59.xml"/><Relationship Id="rId4" Type="http://schemas.openxmlformats.org/officeDocument/2006/relationships/image" Target="../media/image11.png"/><Relationship Id="rId3" Type="http://schemas.openxmlformats.org/officeDocument/2006/relationships/tags" Target="../tags/tag58.xml"/><Relationship Id="rId27" Type="http://schemas.openxmlformats.org/officeDocument/2006/relationships/notesSlide" Target="../notesSlides/notesSlide4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76.xml"/><Relationship Id="rId24" Type="http://schemas.openxmlformats.org/officeDocument/2006/relationships/tags" Target="../tags/tag75.xml"/><Relationship Id="rId23" Type="http://schemas.openxmlformats.org/officeDocument/2006/relationships/tags" Target="../tags/tag74.xml"/><Relationship Id="rId22" Type="http://schemas.openxmlformats.org/officeDocument/2006/relationships/tags" Target="../tags/tag73.xml"/><Relationship Id="rId21" Type="http://schemas.openxmlformats.org/officeDocument/2006/relationships/tags" Target="../tags/tag72.xml"/><Relationship Id="rId20" Type="http://schemas.openxmlformats.org/officeDocument/2006/relationships/tags" Target="../tags/tag71.xml"/><Relationship Id="rId2" Type="http://schemas.openxmlformats.org/officeDocument/2006/relationships/image" Target="../media/image9.png"/><Relationship Id="rId19" Type="http://schemas.openxmlformats.org/officeDocument/2006/relationships/tags" Target="../tags/tag70.xml"/><Relationship Id="rId18" Type="http://schemas.openxmlformats.org/officeDocument/2006/relationships/tags" Target="../tags/tag69.xml"/><Relationship Id="rId17" Type="http://schemas.openxmlformats.org/officeDocument/2006/relationships/tags" Target="../tags/tag68.xml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tags" Target="../tags/tag65.xml"/><Relationship Id="rId13" Type="http://schemas.openxmlformats.org/officeDocument/2006/relationships/tags" Target="../tags/tag64.xml"/><Relationship Id="rId12" Type="http://schemas.openxmlformats.org/officeDocument/2006/relationships/tags" Target="../tags/tag63.xml"/><Relationship Id="rId11" Type="http://schemas.openxmlformats.org/officeDocument/2006/relationships/tags" Target="../tags/tag62.xml"/><Relationship Id="rId10" Type="http://schemas.openxmlformats.org/officeDocument/2006/relationships/image" Target="../media/image23.svg"/><Relationship Id="rId1" Type="http://schemas.openxmlformats.org/officeDocument/2006/relationships/tags" Target="../tags/tag5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image" Target="../media/image21.png"/><Relationship Id="rId5" Type="http://schemas.openxmlformats.org/officeDocument/2006/relationships/tags" Target="../tags/tag82.xml"/><Relationship Id="rId4" Type="http://schemas.openxmlformats.org/officeDocument/2006/relationships/image" Target="../media/image11.png"/><Relationship Id="rId3" Type="http://schemas.openxmlformats.org/officeDocument/2006/relationships/tags" Target="../tags/tag81.xml"/><Relationship Id="rId25" Type="http://schemas.openxmlformats.org/officeDocument/2006/relationships/notesSlide" Target="../notesSlides/notesSlide5.x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96.xml"/><Relationship Id="rId22" Type="http://schemas.openxmlformats.org/officeDocument/2006/relationships/tags" Target="../tags/tag95.xml"/><Relationship Id="rId21" Type="http://schemas.openxmlformats.org/officeDocument/2006/relationships/tags" Target="../tags/tag94.xml"/><Relationship Id="rId20" Type="http://schemas.openxmlformats.org/officeDocument/2006/relationships/tags" Target="../tags/tag93.xml"/><Relationship Id="rId2" Type="http://schemas.openxmlformats.org/officeDocument/2006/relationships/image" Target="../media/image9.png"/><Relationship Id="rId19" Type="http://schemas.openxmlformats.org/officeDocument/2006/relationships/tags" Target="../tags/tag92.xml"/><Relationship Id="rId18" Type="http://schemas.openxmlformats.org/officeDocument/2006/relationships/tags" Target="../tags/tag91.xml"/><Relationship Id="rId17" Type="http://schemas.openxmlformats.org/officeDocument/2006/relationships/tags" Target="../tags/tag90.xml"/><Relationship Id="rId16" Type="http://schemas.openxmlformats.org/officeDocument/2006/relationships/image" Target="../media/image26.svg"/><Relationship Id="rId15" Type="http://schemas.openxmlformats.org/officeDocument/2006/relationships/image" Target="../media/image25.png"/><Relationship Id="rId14" Type="http://schemas.openxmlformats.org/officeDocument/2006/relationships/tags" Target="../tags/tag89.xml"/><Relationship Id="rId13" Type="http://schemas.openxmlformats.org/officeDocument/2006/relationships/tags" Target="../tags/tag88.xml"/><Relationship Id="rId12" Type="http://schemas.openxmlformats.org/officeDocument/2006/relationships/image" Target="../media/image24.png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tags" Target="../tags/tag8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05.xml"/><Relationship Id="rId8" Type="http://schemas.openxmlformats.org/officeDocument/2006/relationships/tags" Target="../tags/tag104.xml"/><Relationship Id="rId7" Type="http://schemas.openxmlformats.org/officeDocument/2006/relationships/tags" Target="../tags/tag103.xml"/><Relationship Id="rId6" Type="http://schemas.openxmlformats.org/officeDocument/2006/relationships/image" Target="../media/image21.png"/><Relationship Id="rId5" Type="http://schemas.openxmlformats.org/officeDocument/2006/relationships/tags" Target="../tags/tag102.xml"/><Relationship Id="rId4" Type="http://schemas.openxmlformats.org/officeDocument/2006/relationships/image" Target="../media/image11.png"/><Relationship Id="rId32" Type="http://schemas.openxmlformats.org/officeDocument/2006/relationships/notesSlide" Target="../notesSlides/notesSlide6.xml"/><Relationship Id="rId31" Type="http://schemas.openxmlformats.org/officeDocument/2006/relationships/slideLayout" Target="../slideLayouts/slideLayout1.xml"/><Relationship Id="rId30" Type="http://schemas.openxmlformats.org/officeDocument/2006/relationships/tags" Target="../tags/tag118.xml"/><Relationship Id="rId3" Type="http://schemas.openxmlformats.org/officeDocument/2006/relationships/tags" Target="../tags/tag101.xml"/><Relationship Id="rId29" Type="http://schemas.openxmlformats.org/officeDocument/2006/relationships/tags" Target="../tags/tag117.xml"/><Relationship Id="rId28" Type="http://schemas.openxmlformats.org/officeDocument/2006/relationships/image" Target="../media/image34.svg"/><Relationship Id="rId27" Type="http://schemas.openxmlformats.org/officeDocument/2006/relationships/image" Target="../media/image33.png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image" Target="../media/image32.svg"/><Relationship Id="rId22" Type="http://schemas.openxmlformats.org/officeDocument/2006/relationships/image" Target="../media/image31.png"/><Relationship Id="rId21" Type="http://schemas.openxmlformats.org/officeDocument/2006/relationships/tags" Target="../tags/tag113.xml"/><Relationship Id="rId20" Type="http://schemas.openxmlformats.org/officeDocument/2006/relationships/tags" Target="../tags/tag112.xml"/><Relationship Id="rId2" Type="http://schemas.openxmlformats.org/officeDocument/2006/relationships/image" Target="../media/image9.png"/><Relationship Id="rId19" Type="http://schemas.openxmlformats.org/officeDocument/2006/relationships/tags" Target="../tags/tag111.xml"/><Relationship Id="rId18" Type="http://schemas.openxmlformats.org/officeDocument/2006/relationships/image" Target="../media/image30.svg"/><Relationship Id="rId17" Type="http://schemas.openxmlformats.org/officeDocument/2006/relationships/image" Target="../media/image29.png"/><Relationship Id="rId16" Type="http://schemas.openxmlformats.org/officeDocument/2006/relationships/tags" Target="../tags/tag110.xml"/><Relationship Id="rId15" Type="http://schemas.openxmlformats.org/officeDocument/2006/relationships/tags" Target="../tags/tag109.xml"/><Relationship Id="rId14" Type="http://schemas.openxmlformats.org/officeDocument/2006/relationships/tags" Target="../tags/tag108.xml"/><Relationship Id="rId13" Type="http://schemas.openxmlformats.org/officeDocument/2006/relationships/image" Target="../media/image28.svg"/><Relationship Id="rId12" Type="http://schemas.openxmlformats.org/officeDocument/2006/relationships/image" Target="../media/image27.png"/><Relationship Id="rId11" Type="http://schemas.openxmlformats.org/officeDocument/2006/relationships/tags" Target="../tags/tag107.xml"/><Relationship Id="rId10" Type="http://schemas.openxmlformats.org/officeDocument/2006/relationships/tags" Target="../tags/tag106.xml"/><Relationship Id="rId1" Type="http://schemas.openxmlformats.org/officeDocument/2006/relationships/tags" Target="../tags/tag100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png"/><Relationship Id="rId8" Type="http://schemas.openxmlformats.org/officeDocument/2006/relationships/tags" Target="../tags/tag126.xml"/><Relationship Id="rId7" Type="http://schemas.openxmlformats.org/officeDocument/2006/relationships/tags" Target="../tags/tag125.xml"/><Relationship Id="rId6" Type="http://schemas.openxmlformats.org/officeDocument/2006/relationships/image" Target="../media/image21.png"/><Relationship Id="rId5" Type="http://schemas.openxmlformats.org/officeDocument/2006/relationships/tags" Target="../tags/tag124.xml"/><Relationship Id="rId4" Type="http://schemas.openxmlformats.org/officeDocument/2006/relationships/image" Target="../media/image11.png"/><Relationship Id="rId38" Type="http://schemas.openxmlformats.org/officeDocument/2006/relationships/notesSlide" Target="../notesSlides/notesSlide7.xml"/><Relationship Id="rId37" Type="http://schemas.openxmlformats.org/officeDocument/2006/relationships/slideLayout" Target="../slideLayouts/slideLayout1.xml"/><Relationship Id="rId36" Type="http://schemas.openxmlformats.org/officeDocument/2006/relationships/tags" Target="../tags/tag147.xml"/><Relationship Id="rId35" Type="http://schemas.openxmlformats.org/officeDocument/2006/relationships/image" Target="../media/image41.png"/><Relationship Id="rId34" Type="http://schemas.openxmlformats.org/officeDocument/2006/relationships/tags" Target="../tags/tag146.xml"/><Relationship Id="rId33" Type="http://schemas.openxmlformats.org/officeDocument/2006/relationships/image" Target="../media/image40.svg"/><Relationship Id="rId32" Type="http://schemas.openxmlformats.org/officeDocument/2006/relationships/image" Target="../media/image39.png"/><Relationship Id="rId31" Type="http://schemas.openxmlformats.org/officeDocument/2006/relationships/tags" Target="../tags/tag145.xml"/><Relationship Id="rId30" Type="http://schemas.openxmlformats.org/officeDocument/2006/relationships/tags" Target="../tags/tag144.xml"/><Relationship Id="rId3" Type="http://schemas.openxmlformats.org/officeDocument/2006/relationships/tags" Target="../tags/tag123.xml"/><Relationship Id="rId29" Type="http://schemas.openxmlformats.org/officeDocument/2006/relationships/tags" Target="../tags/tag143.xml"/><Relationship Id="rId28" Type="http://schemas.openxmlformats.org/officeDocument/2006/relationships/tags" Target="../tags/tag142.xml"/><Relationship Id="rId27" Type="http://schemas.openxmlformats.org/officeDocument/2006/relationships/tags" Target="../tags/tag141.xml"/><Relationship Id="rId26" Type="http://schemas.openxmlformats.org/officeDocument/2006/relationships/tags" Target="../tags/tag140.xml"/><Relationship Id="rId25" Type="http://schemas.openxmlformats.org/officeDocument/2006/relationships/tags" Target="../tags/tag139.xml"/><Relationship Id="rId24" Type="http://schemas.openxmlformats.org/officeDocument/2006/relationships/image" Target="../media/image38.png"/><Relationship Id="rId23" Type="http://schemas.openxmlformats.org/officeDocument/2006/relationships/tags" Target="../tags/tag138.xml"/><Relationship Id="rId22" Type="http://schemas.openxmlformats.org/officeDocument/2006/relationships/image" Target="../media/image37.png"/><Relationship Id="rId21" Type="http://schemas.openxmlformats.org/officeDocument/2006/relationships/tags" Target="../tags/tag137.xml"/><Relationship Id="rId20" Type="http://schemas.openxmlformats.org/officeDocument/2006/relationships/tags" Target="../tags/tag136.xml"/><Relationship Id="rId2" Type="http://schemas.openxmlformats.org/officeDocument/2006/relationships/image" Target="../media/image9.png"/><Relationship Id="rId19" Type="http://schemas.openxmlformats.org/officeDocument/2006/relationships/tags" Target="../tags/tag135.xml"/><Relationship Id="rId18" Type="http://schemas.openxmlformats.org/officeDocument/2006/relationships/tags" Target="../tags/tag134.xml"/><Relationship Id="rId17" Type="http://schemas.openxmlformats.org/officeDocument/2006/relationships/tags" Target="../tags/tag133.xml"/><Relationship Id="rId16" Type="http://schemas.openxmlformats.org/officeDocument/2006/relationships/tags" Target="../tags/tag132.xml"/><Relationship Id="rId15" Type="http://schemas.openxmlformats.org/officeDocument/2006/relationships/tags" Target="../tags/tag131.xml"/><Relationship Id="rId14" Type="http://schemas.openxmlformats.org/officeDocument/2006/relationships/tags" Target="../tags/tag130.xml"/><Relationship Id="rId13" Type="http://schemas.openxmlformats.org/officeDocument/2006/relationships/tags" Target="../tags/tag129.xml"/><Relationship Id="rId12" Type="http://schemas.openxmlformats.org/officeDocument/2006/relationships/tags" Target="../tags/tag128.xml"/><Relationship Id="rId11" Type="http://schemas.openxmlformats.org/officeDocument/2006/relationships/tags" Target="../tags/tag127.xml"/><Relationship Id="rId10" Type="http://schemas.openxmlformats.org/officeDocument/2006/relationships/image" Target="../media/image36.svg"/><Relationship Id="rId1" Type="http://schemas.openxmlformats.org/officeDocument/2006/relationships/tags" Target="../tags/tag12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png"/><Relationship Id="rId8" Type="http://schemas.openxmlformats.org/officeDocument/2006/relationships/tags" Target="../tags/tag155.xml"/><Relationship Id="rId7" Type="http://schemas.openxmlformats.org/officeDocument/2006/relationships/tags" Target="../tags/tag154.xml"/><Relationship Id="rId6" Type="http://schemas.openxmlformats.org/officeDocument/2006/relationships/image" Target="../media/image21.png"/><Relationship Id="rId5" Type="http://schemas.openxmlformats.org/officeDocument/2006/relationships/tags" Target="../tags/tag153.xml"/><Relationship Id="rId48" Type="http://schemas.openxmlformats.org/officeDocument/2006/relationships/notesSlide" Target="../notesSlides/notesSlide8.xml"/><Relationship Id="rId47" Type="http://schemas.openxmlformats.org/officeDocument/2006/relationships/slideLayout" Target="../slideLayouts/slideLayout1.xml"/><Relationship Id="rId46" Type="http://schemas.openxmlformats.org/officeDocument/2006/relationships/tags" Target="../tags/tag188.xml"/><Relationship Id="rId45" Type="http://schemas.openxmlformats.org/officeDocument/2006/relationships/tags" Target="../tags/tag187.xml"/><Relationship Id="rId44" Type="http://schemas.openxmlformats.org/officeDocument/2006/relationships/tags" Target="../tags/tag186.xml"/><Relationship Id="rId43" Type="http://schemas.openxmlformats.org/officeDocument/2006/relationships/tags" Target="../tags/tag185.xml"/><Relationship Id="rId42" Type="http://schemas.openxmlformats.org/officeDocument/2006/relationships/tags" Target="../tags/tag184.xml"/><Relationship Id="rId41" Type="http://schemas.openxmlformats.org/officeDocument/2006/relationships/tags" Target="../tags/tag183.xml"/><Relationship Id="rId40" Type="http://schemas.openxmlformats.org/officeDocument/2006/relationships/tags" Target="../tags/tag182.xml"/><Relationship Id="rId4" Type="http://schemas.openxmlformats.org/officeDocument/2006/relationships/image" Target="../media/image11.png"/><Relationship Id="rId39" Type="http://schemas.openxmlformats.org/officeDocument/2006/relationships/tags" Target="../tags/tag181.xml"/><Relationship Id="rId38" Type="http://schemas.openxmlformats.org/officeDocument/2006/relationships/tags" Target="../tags/tag180.xml"/><Relationship Id="rId37" Type="http://schemas.openxmlformats.org/officeDocument/2006/relationships/tags" Target="../tags/tag179.xml"/><Relationship Id="rId36" Type="http://schemas.openxmlformats.org/officeDocument/2006/relationships/tags" Target="../tags/tag178.xml"/><Relationship Id="rId35" Type="http://schemas.openxmlformats.org/officeDocument/2006/relationships/tags" Target="../tags/tag177.xml"/><Relationship Id="rId34" Type="http://schemas.openxmlformats.org/officeDocument/2006/relationships/tags" Target="../tags/tag176.xml"/><Relationship Id="rId33" Type="http://schemas.openxmlformats.org/officeDocument/2006/relationships/tags" Target="../tags/tag175.xml"/><Relationship Id="rId32" Type="http://schemas.openxmlformats.org/officeDocument/2006/relationships/tags" Target="../tags/tag174.xml"/><Relationship Id="rId31" Type="http://schemas.openxmlformats.org/officeDocument/2006/relationships/tags" Target="../tags/tag173.xml"/><Relationship Id="rId30" Type="http://schemas.openxmlformats.org/officeDocument/2006/relationships/tags" Target="../tags/tag172.xml"/><Relationship Id="rId3" Type="http://schemas.openxmlformats.org/officeDocument/2006/relationships/tags" Target="../tags/tag152.xml"/><Relationship Id="rId29" Type="http://schemas.openxmlformats.org/officeDocument/2006/relationships/tags" Target="../tags/tag171.xml"/><Relationship Id="rId28" Type="http://schemas.openxmlformats.org/officeDocument/2006/relationships/tags" Target="../tags/tag170.xml"/><Relationship Id="rId27" Type="http://schemas.openxmlformats.org/officeDocument/2006/relationships/tags" Target="../tags/tag169.xml"/><Relationship Id="rId26" Type="http://schemas.openxmlformats.org/officeDocument/2006/relationships/image" Target="../media/image46.png"/><Relationship Id="rId25" Type="http://schemas.openxmlformats.org/officeDocument/2006/relationships/tags" Target="../tags/tag168.xml"/><Relationship Id="rId24" Type="http://schemas.openxmlformats.org/officeDocument/2006/relationships/tags" Target="../tags/tag167.xml"/><Relationship Id="rId23" Type="http://schemas.openxmlformats.org/officeDocument/2006/relationships/tags" Target="../tags/tag166.xml"/><Relationship Id="rId22" Type="http://schemas.openxmlformats.org/officeDocument/2006/relationships/tags" Target="../tags/tag165.xml"/><Relationship Id="rId21" Type="http://schemas.openxmlformats.org/officeDocument/2006/relationships/tags" Target="../tags/tag164.xml"/><Relationship Id="rId20" Type="http://schemas.openxmlformats.org/officeDocument/2006/relationships/tags" Target="../tags/tag163.xml"/><Relationship Id="rId2" Type="http://schemas.openxmlformats.org/officeDocument/2006/relationships/image" Target="../media/image9.png"/><Relationship Id="rId19" Type="http://schemas.openxmlformats.org/officeDocument/2006/relationships/tags" Target="../tags/tag162.xml"/><Relationship Id="rId18" Type="http://schemas.openxmlformats.org/officeDocument/2006/relationships/image" Target="../media/image45.png"/><Relationship Id="rId17" Type="http://schemas.openxmlformats.org/officeDocument/2006/relationships/tags" Target="../tags/tag161.xml"/><Relationship Id="rId16" Type="http://schemas.openxmlformats.org/officeDocument/2006/relationships/tags" Target="../tags/tag160.xml"/><Relationship Id="rId15" Type="http://schemas.openxmlformats.org/officeDocument/2006/relationships/tags" Target="../tags/tag159.xml"/><Relationship Id="rId14" Type="http://schemas.openxmlformats.org/officeDocument/2006/relationships/tags" Target="../tags/tag158.xml"/><Relationship Id="rId13" Type="http://schemas.openxmlformats.org/officeDocument/2006/relationships/tags" Target="../tags/tag157.xml"/><Relationship Id="rId12" Type="http://schemas.openxmlformats.org/officeDocument/2006/relationships/image" Target="../media/image44.png"/><Relationship Id="rId11" Type="http://schemas.openxmlformats.org/officeDocument/2006/relationships/tags" Target="../tags/tag156.xml"/><Relationship Id="rId10" Type="http://schemas.openxmlformats.org/officeDocument/2006/relationships/image" Target="../media/image43.svg"/><Relationship Id="rId1" Type="http://schemas.openxmlformats.org/officeDocument/2006/relationships/tags" Target="../tags/tag15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7.png"/><Relationship Id="rId8" Type="http://schemas.openxmlformats.org/officeDocument/2006/relationships/tags" Target="../tags/tag196.xml"/><Relationship Id="rId7" Type="http://schemas.openxmlformats.org/officeDocument/2006/relationships/tags" Target="../tags/tag195.xml"/><Relationship Id="rId66" Type="http://schemas.openxmlformats.org/officeDocument/2006/relationships/notesSlide" Target="../notesSlides/notesSlide9.xml"/><Relationship Id="rId65" Type="http://schemas.openxmlformats.org/officeDocument/2006/relationships/slideLayout" Target="../slideLayouts/slideLayout1.xml"/><Relationship Id="rId64" Type="http://schemas.openxmlformats.org/officeDocument/2006/relationships/tags" Target="../tags/tag236.xml"/><Relationship Id="rId63" Type="http://schemas.openxmlformats.org/officeDocument/2006/relationships/tags" Target="../tags/tag235.xml"/><Relationship Id="rId62" Type="http://schemas.openxmlformats.org/officeDocument/2006/relationships/tags" Target="../tags/tag234.xml"/><Relationship Id="rId61" Type="http://schemas.openxmlformats.org/officeDocument/2006/relationships/tags" Target="../tags/tag233.xml"/><Relationship Id="rId60" Type="http://schemas.openxmlformats.org/officeDocument/2006/relationships/tags" Target="../tags/tag232.xml"/><Relationship Id="rId6" Type="http://schemas.openxmlformats.org/officeDocument/2006/relationships/image" Target="../media/image21.png"/><Relationship Id="rId59" Type="http://schemas.openxmlformats.org/officeDocument/2006/relationships/tags" Target="../tags/tag231.xml"/><Relationship Id="rId58" Type="http://schemas.openxmlformats.org/officeDocument/2006/relationships/tags" Target="../tags/tag230.xml"/><Relationship Id="rId57" Type="http://schemas.openxmlformats.org/officeDocument/2006/relationships/tags" Target="../tags/tag229.xml"/><Relationship Id="rId56" Type="http://schemas.openxmlformats.org/officeDocument/2006/relationships/tags" Target="../tags/tag228.xml"/><Relationship Id="rId55" Type="http://schemas.openxmlformats.org/officeDocument/2006/relationships/tags" Target="../tags/tag227.xml"/><Relationship Id="rId54" Type="http://schemas.openxmlformats.org/officeDocument/2006/relationships/tags" Target="../tags/tag226.xml"/><Relationship Id="rId53" Type="http://schemas.openxmlformats.org/officeDocument/2006/relationships/tags" Target="../tags/tag225.xml"/><Relationship Id="rId52" Type="http://schemas.openxmlformats.org/officeDocument/2006/relationships/tags" Target="../tags/tag224.xml"/><Relationship Id="rId51" Type="http://schemas.openxmlformats.org/officeDocument/2006/relationships/tags" Target="../tags/tag223.xml"/><Relationship Id="rId50" Type="http://schemas.openxmlformats.org/officeDocument/2006/relationships/tags" Target="../tags/tag222.xml"/><Relationship Id="rId5" Type="http://schemas.openxmlformats.org/officeDocument/2006/relationships/tags" Target="../tags/tag194.xml"/><Relationship Id="rId49" Type="http://schemas.openxmlformats.org/officeDocument/2006/relationships/tags" Target="../tags/tag221.xml"/><Relationship Id="rId48" Type="http://schemas.openxmlformats.org/officeDocument/2006/relationships/image" Target="../media/image62.png"/><Relationship Id="rId47" Type="http://schemas.openxmlformats.org/officeDocument/2006/relationships/tags" Target="../tags/tag220.xml"/><Relationship Id="rId46" Type="http://schemas.openxmlformats.org/officeDocument/2006/relationships/tags" Target="../tags/tag219.xml"/><Relationship Id="rId45" Type="http://schemas.openxmlformats.org/officeDocument/2006/relationships/image" Target="../media/image61.png"/><Relationship Id="rId44" Type="http://schemas.openxmlformats.org/officeDocument/2006/relationships/tags" Target="../tags/tag218.xml"/><Relationship Id="rId43" Type="http://schemas.openxmlformats.org/officeDocument/2006/relationships/image" Target="../media/image60.svg"/><Relationship Id="rId42" Type="http://schemas.openxmlformats.org/officeDocument/2006/relationships/image" Target="../media/image59.png"/><Relationship Id="rId41" Type="http://schemas.openxmlformats.org/officeDocument/2006/relationships/tags" Target="../tags/tag217.xml"/><Relationship Id="rId40" Type="http://schemas.openxmlformats.org/officeDocument/2006/relationships/tags" Target="../tags/tag216.xml"/><Relationship Id="rId4" Type="http://schemas.openxmlformats.org/officeDocument/2006/relationships/image" Target="../media/image11.png"/><Relationship Id="rId39" Type="http://schemas.openxmlformats.org/officeDocument/2006/relationships/tags" Target="../tags/tag215.xml"/><Relationship Id="rId38" Type="http://schemas.openxmlformats.org/officeDocument/2006/relationships/tags" Target="../tags/tag214.xml"/><Relationship Id="rId37" Type="http://schemas.openxmlformats.org/officeDocument/2006/relationships/image" Target="../media/image58.svg"/><Relationship Id="rId36" Type="http://schemas.openxmlformats.org/officeDocument/2006/relationships/image" Target="../media/image57.png"/><Relationship Id="rId35" Type="http://schemas.openxmlformats.org/officeDocument/2006/relationships/tags" Target="../tags/tag213.xml"/><Relationship Id="rId34" Type="http://schemas.openxmlformats.org/officeDocument/2006/relationships/image" Target="../media/image56.svg"/><Relationship Id="rId33" Type="http://schemas.openxmlformats.org/officeDocument/2006/relationships/image" Target="../media/image55.png"/><Relationship Id="rId32" Type="http://schemas.openxmlformats.org/officeDocument/2006/relationships/tags" Target="../tags/tag212.xml"/><Relationship Id="rId31" Type="http://schemas.openxmlformats.org/officeDocument/2006/relationships/tags" Target="../tags/tag211.xml"/><Relationship Id="rId30" Type="http://schemas.openxmlformats.org/officeDocument/2006/relationships/tags" Target="../tags/tag210.xml"/><Relationship Id="rId3" Type="http://schemas.openxmlformats.org/officeDocument/2006/relationships/tags" Target="../tags/tag193.xml"/><Relationship Id="rId29" Type="http://schemas.openxmlformats.org/officeDocument/2006/relationships/tags" Target="../tags/tag209.xml"/><Relationship Id="rId28" Type="http://schemas.openxmlformats.org/officeDocument/2006/relationships/image" Target="../media/image54.png"/><Relationship Id="rId27" Type="http://schemas.openxmlformats.org/officeDocument/2006/relationships/tags" Target="../tags/tag208.xml"/><Relationship Id="rId26" Type="http://schemas.openxmlformats.org/officeDocument/2006/relationships/tags" Target="../tags/tag207.xml"/><Relationship Id="rId25" Type="http://schemas.openxmlformats.org/officeDocument/2006/relationships/tags" Target="../tags/tag206.xml"/><Relationship Id="rId24" Type="http://schemas.openxmlformats.org/officeDocument/2006/relationships/tags" Target="../tags/tag205.xml"/><Relationship Id="rId23" Type="http://schemas.openxmlformats.org/officeDocument/2006/relationships/tags" Target="../tags/tag204.xml"/><Relationship Id="rId22" Type="http://schemas.openxmlformats.org/officeDocument/2006/relationships/tags" Target="../tags/tag203.xml"/><Relationship Id="rId21" Type="http://schemas.openxmlformats.org/officeDocument/2006/relationships/image" Target="../media/image53.svg"/><Relationship Id="rId20" Type="http://schemas.openxmlformats.org/officeDocument/2006/relationships/image" Target="../media/image52.png"/><Relationship Id="rId2" Type="http://schemas.openxmlformats.org/officeDocument/2006/relationships/image" Target="../media/image9.png"/><Relationship Id="rId19" Type="http://schemas.openxmlformats.org/officeDocument/2006/relationships/tags" Target="../tags/tag202.xml"/><Relationship Id="rId18" Type="http://schemas.openxmlformats.org/officeDocument/2006/relationships/tags" Target="../tags/tag201.xml"/><Relationship Id="rId17" Type="http://schemas.openxmlformats.org/officeDocument/2006/relationships/tags" Target="../tags/tag200.xml"/><Relationship Id="rId16" Type="http://schemas.openxmlformats.org/officeDocument/2006/relationships/image" Target="../media/image51.svg"/><Relationship Id="rId15" Type="http://schemas.openxmlformats.org/officeDocument/2006/relationships/image" Target="../media/image50.png"/><Relationship Id="rId14" Type="http://schemas.openxmlformats.org/officeDocument/2006/relationships/tags" Target="../tags/tag199.xml"/><Relationship Id="rId13" Type="http://schemas.openxmlformats.org/officeDocument/2006/relationships/tags" Target="../tags/tag198.xml"/><Relationship Id="rId12" Type="http://schemas.openxmlformats.org/officeDocument/2006/relationships/image" Target="../media/image49.svg"/><Relationship Id="rId11" Type="http://schemas.openxmlformats.org/officeDocument/2006/relationships/image" Target="../media/image48.png"/><Relationship Id="rId10" Type="http://schemas.openxmlformats.org/officeDocument/2006/relationships/tags" Target="../tags/tag197.xml"/><Relationship Id="rId1" Type="http://schemas.openxmlformats.org/officeDocument/2006/relationships/tags" Target="../tags/tag19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63.png"/><Relationship Id="rId8" Type="http://schemas.openxmlformats.org/officeDocument/2006/relationships/tags" Target="../tags/tag244.xml"/><Relationship Id="rId7" Type="http://schemas.openxmlformats.org/officeDocument/2006/relationships/tags" Target="../tags/tag243.xml"/><Relationship Id="rId6" Type="http://schemas.openxmlformats.org/officeDocument/2006/relationships/image" Target="../media/image21.png"/><Relationship Id="rId5" Type="http://schemas.openxmlformats.org/officeDocument/2006/relationships/tags" Target="../tags/tag242.xml"/><Relationship Id="rId40" Type="http://schemas.openxmlformats.org/officeDocument/2006/relationships/notesSlide" Target="../notesSlides/notesSlide10.xml"/><Relationship Id="rId4" Type="http://schemas.openxmlformats.org/officeDocument/2006/relationships/image" Target="../media/image11.png"/><Relationship Id="rId39" Type="http://schemas.openxmlformats.org/officeDocument/2006/relationships/slideLayout" Target="../slideLayouts/slideLayout1.xml"/><Relationship Id="rId38" Type="http://schemas.openxmlformats.org/officeDocument/2006/relationships/tags" Target="../tags/tag264.xml"/><Relationship Id="rId37" Type="http://schemas.openxmlformats.org/officeDocument/2006/relationships/tags" Target="../tags/tag263.xml"/><Relationship Id="rId36" Type="http://schemas.openxmlformats.org/officeDocument/2006/relationships/tags" Target="../tags/tag262.xml"/><Relationship Id="rId35" Type="http://schemas.openxmlformats.org/officeDocument/2006/relationships/image" Target="../media/image72.svg"/><Relationship Id="rId34" Type="http://schemas.openxmlformats.org/officeDocument/2006/relationships/image" Target="../media/image71.png"/><Relationship Id="rId33" Type="http://schemas.openxmlformats.org/officeDocument/2006/relationships/tags" Target="../tags/tag261.xml"/><Relationship Id="rId32" Type="http://schemas.openxmlformats.org/officeDocument/2006/relationships/tags" Target="../tags/tag260.xml"/><Relationship Id="rId31" Type="http://schemas.openxmlformats.org/officeDocument/2006/relationships/tags" Target="../tags/tag259.xml"/><Relationship Id="rId30" Type="http://schemas.openxmlformats.org/officeDocument/2006/relationships/tags" Target="../tags/tag258.xml"/><Relationship Id="rId3" Type="http://schemas.openxmlformats.org/officeDocument/2006/relationships/tags" Target="../tags/tag241.xml"/><Relationship Id="rId29" Type="http://schemas.openxmlformats.org/officeDocument/2006/relationships/tags" Target="../tags/tag257.xml"/><Relationship Id="rId28" Type="http://schemas.openxmlformats.org/officeDocument/2006/relationships/tags" Target="../tags/tag256.xml"/><Relationship Id="rId27" Type="http://schemas.openxmlformats.org/officeDocument/2006/relationships/tags" Target="../tags/tag255.xml"/><Relationship Id="rId26" Type="http://schemas.openxmlformats.org/officeDocument/2006/relationships/tags" Target="../tags/tag254.xml"/><Relationship Id="rId25" Type="http://schemas.openxmlformats.org/officeDocument/2006/relationships/tags" Target="../tags/tag253.xml"/><Relationship Id="rId24" Type="http://schemas.openxmlformats.org/officeDocument/2006/relationships/image" Target="../media/image70.svg"/><Relationship Id="rId23" Type="http://schemas.openxmlformats.org/officeDocument/2006/relationships/image" Target="../media/image69.png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image" Target="../media/image68.png"/><Relationship Id="rId2" Type="http://schemas.openxmlformats.org/officeDocument/2006/relationships/image" Target="../media/image9.png"/><Relationship Id="rId19" Type="http://schemas.openxmlformats.org/officeDocument/2006/relationships/tags" Target="../tags/tag250.xml"/><Relationship Id="rId18" Type="http://schemas.openxmlformats.org/officeDocument/2006/relationships/tags" Target="../tags/tag249.xml"/><Relationship Id="rId17" Type="http://schemas.openxmlformats.org/officeDocument/2006/relationships/tags" Target="../tags/tag248.xml"/><Relationship Id="rId16" Type="http://schemas.openxmlformats.org/officeDocument/2006/relationships/tags" Target="../tags/tag247.xml"/><Relationship Id="rId15" Type="http://schemas.openxmlformats.org/officeDocument/2006/relationships/image" Target="../media/image67.svg"/><Relationship Id="rId14" Type="http://schemas.openxmlformats.org/officeDocument/2006/relationships/image" Target="../media/image66.png"/><Relationship Id="rId13" Type="http://schemas.openxmlformats.org/officeDocument/2006/relationships/tags" Target="../tags/tag246.xml"/><Relationship Id="rId12" Type="http://schemas.openxmlformats.org/officeDocument/2006/relationships/image" Target="../media/image65.svg"/><Relationship Id="rId11" Type="http://schemas.openxmlformats.org/officeDocument/2006/relationships/image" Target="../media/image64.png"/><Relationship Id="rId10" Type="http://schemas.openxmlformats.org/officeDocument/2006/relationships/tags" Target="../tags/tag245.xml"/><Relationship Id="rId1" Type="http://schemas.openxmlformats.org/officeDocument/2006/relationships/tags" Target="../tags/tag240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73.xml"/><Relationship Id="rId8" Type="http://schemas.openxmlformats.org/officeDocument/2006/relationships/image" Target="../media/image73.png"/><Relationship Id="rId7" Type="http://schemas.openxmlformats.org/officeDocument/2006/relationships/tags" Target="../tags/tag272.xml"/><Relationship Id="rId6" Type="http://schemas.openxmlformats.org/officeDocument/2006/relationships/tags" Target="../tags/tag271.xml"/><Relationship Id="rId5" Type="http://schemas.openxmlformats.org/officeDocument/2006/relationships/tags" Target="../tags/tag270.xml"/><Relationship Id="rId4" Type="http://schemas.openxmlformats.org/officeDocument/2006/relationships/image" Target="../media/image11.png"/><Relationship Id="rId37" Type="http://schemas.openxmlformats.org/officeDocument/2006/relationships/notesSlide" Target="../notesSlides/notesSlide11.xml"/><Relationship Id="rId36" Type="http://schemas.openxmlformats.org/officeDocument/2006/relationships/slideLayout" Target="../slideLayouts/slideLayout1.xml"/><Relationship Id="rId35" Type="http://schemas.openxmlformats.org/officeDocument/2006/relationships/tags" Target="../tags/tag295.xml"/><Relationship Id="rId34" Type="http://schemas.openxmlformats.org/officeDocument/2006/relationships/tags" Target="../tags/tag294.xml"/><Relationship Id="rId33" Type="http://schemas.openxmlformats.org/officeDocument/2006/relationships/tags" Target="../tags/tag293.xml"/><Relationship Id="rId32" Type="http://schemas.openxmlformats.org/officeDocument/2006/relationships/tags" Target="../tags/tag292.xml"/><Relationship Id="rId31" Type="http://schemas.openxmlformats.org/officeDocument/2006/relationships/tags" Target="../tags/tag291.xml"/><Relationship Id="rId30" Type="http://schemas.openxmlformats.org/officeDocument/2006/relationships/tags" Target="../tags/tag290.xml"/><Relationship Id="rId3" Type="http://schemas.openxmlformats.org/officeDocument/2006/relationships/tags" Target="../tags/tag269.xml"/><Relationship Id="rId29" Type="http://schemas.openxmlformats.org/officeDocument/2006/relationships/tags" Target="../tags/tag289.xml"/><Relationship Id="rId28" Type="http://schemas.openxmlformats.org/officeDocument/2006/relationships/tags" Target="../tags/tag288.xml"/><Relationship Id="rId27" Type="http://schemas.openxmlformats.org/officeDocument/2006/relationships/tags" Target="../tags/tag287.xml"/><Relationship Id="rId26" Type="http://schemas.openxmlformats.org/officeDocument/2006/relationships/tags" Target="../tags/tag286.xml"/><Relationship Id="rId25" Type="http://schemas.openxmlformats.org/officeDocument/2006/relationships/tags" Target="../tags/tag285.xml"/><Relationship Id="rId24" Type="http://schemas.openxmlformats.org/officeDocument/2006/relationships/tags" Target="../tags/tag284.xml"/><Relationship Id="rId23" Type="http://schemas.openxmlformats.org/officeDocument/2006/relationships/tags" Target="../tags/tag283.xml"/><Relationship Id="rId22" Type="http://schemas.openxmlformats.org/officeDocument/2006/relationships/tags" Target="../tags/tag282.xml"/><Relationship Id="rId21" Type="http://schemas.openxmlformats.org/officeDocument/2006/relationships/tags" Target="../tags/tag281.xml"/><Relationship Id="rId20" Type="http://schemas.openxmlformats.org/officeDocument/2006/relationships/tags" Target="../tags/tag280.xml"/><Relationship Id="rId2" Type="http://schemas.openxmlformats.org/officeDocument/2006/relationships/image" Target="../media/image9.png"/><Relationship Id="rId19" Type="http://schemas.openxmlformats.org/officeDocument/2006/relationships/image" Target="../media/image77.svg"/><Relationship Id="rId18" Type="http://schemas.openxmlformats.org/officeDocument/2006/relationships/image" Target="../media/image76.png"/><Relationship Id="rId17" Type="http://schemas.openxmlformats.org/officeDocument/2006/relationships/tags" Target="../tags/tag279.xml"/><Relationship Id="rId16" Type="http://schemas.openxmlformats.org/officeDocument/2006/relationships/tags" Target="../tags/tag278.xml"/><Relationship Id="rId15" Type="http://schemas.openxmlformats.org/officeDocument/2006/relationships/tags" Target="../tags/tag277.xml"/><Relationship Id="rId14" Type="http://schemas.openxmlformats.org/officeDocument/2006/relationships/tags" Target="../tags/tag276.xml"/><Relationship Id="rId13" Type="http://schemas.openxmlformats.org/officeDocument/2006/relationships/tags" Target="../tags/tag275.xml"/><Relationship Id="rId12" Type="http://schemas.openxmlformats.org/officeDocument/2006/relationships/image" Target="../media/image75.svg"/><Relationship Id="rId11" Type="http://schemas.openxmlformats.org/officeDocument/2006/relationships/image" Target="../media/image74.png"/><Relationship Id="rId10" Type="http://schemas.openxmlformats.org/officeDocument/2006/relationships/tags" Target="../tags/tag274.xml"/><Relationship Id="rId1" Type="http://schemas.openxmlformats.org/officeDocument/2006/relationships/tags" Target="../tags/tag268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8.png"/><Relationship Id="rId8" Type="http://schemas.openxmlformats.org/officeDocument/2006/relationships/tags" Target="../tags/tag303.xml"/><Relationship Id="rId7" Type="http://schemas.openxmlformats.org/officeDocument/2006/relationships/tags" Target="../tags/tag302.xml"/><Relationship Id="rId6" Type="http://schemas.openxmlformats.org/officeDocument/2006/relationships/image" Target="../media/image21.png"/><Relationship Id="rId5" Type="http://schemas.openxmlformats.org/officeDocument/2006/relationships/tags" Target="../tags/tag301.xml"/><Relationship Id="rId4" Type="http://schemas.openxmlformats.org/officeDocument/2006/relationships/image" Target="../media/image11.png"/><Relationship Id="rId37" Type="http://schemas.openxmlformats.org/officeDocument/2006/relationships/notesSlide" Target="../notesSlides/notesSlide12.xml"/><Relationship Id="rId36" Type="http://schemas.openxmlformats.org/officeDocument/2006/relationships/slideLayout" Target="../slideLayouts/slideLayout1.xml"/><Relationship Id="rId35" Type="http://schemas.openxmlformats.org/officeDocument/2006/relationships/tags" Target="../tags/tag317.xml"/><Relationship Id="rId34" Type="http://schemas.openxmlformats.org/officeDocument/2006/relationships/tags" Target="../tags/tag316.xml"/><Relationship Id="rId33" Type="http://schemas.openxmlformats.org/officeDocument/2006/relationships/tags" Target="../tags/tag315.xml"/><Relationship Id="rId32" Type="http://schemas.openxmlformats.org/officeDocument/2006/relationships/tags" Target="../tags/tag314.xml"/><Relationship Id="rId31" Type="http://schemas.openxmlformats.org/officeDocument/2006/relationships/image" Target="../media/image88.svg"/><Relationship Id="rId30" Type="http://schemas.openxmlformats.org/officeDocument/2006/relationships/image" Target="../media/image87.png"/><Relationship Id="rId3" Type="http://schemas.openxmlformats.org/officeDocument/2006/relationships/tags" Target="../tags/tag300.xml"/><Relationship Id="rId29" Type="http://schemas.openxmlformats.org/officeDocument/2006/relationships/tags" Target="../tags/tag313.xml"/><Relationship Id="rId28" Type="http://schemas.openxmlformats.org/officeDocument/2006/relationships/tags" Target="../tags/tag312.xml"/><Relationship Id="rId27" Type="http://schemas.openxmlformats.org/officeDocument/2006/relationships/image" Target="../media/image86.svg"/><Relationship Id="rId26" Type="http://schemas.openxmlformats.org/officeDocument/2006/relationships/image" Target="../media/image85.png"/><Relationship Id="rId25" Type="http://schemas.openxmlformats.org/officeDocument/2006/relationships/tags" Target="../tags/tag311.xml"/><Relationship Id="rId24" Type="http://schemas.openxmlformats.org/officeDocument/2006/relationships/image" Target="../media/image84.svg"/><Relationship Id="rId23" Type="http://schemas.openxmlformats.org/officeDocument/2006/relationships/image" Target="../media/image83.png"/><Relationship Id="rId22" Type="http://schemas.openxmlformats.org/officeDocument/2006/relationships/tags" Target="../tags/tag310.xml"/><Relationship Id="rId21" Type="http://schemas.openxmlformats.org/officeDocument/2006/relationships/image" Target="../media/image82.svg"/><Relationship Id="rId20" Type="http://schemas.openxmlformats.org/officeDocument/2006/relationships/image" Target="../media/image81.png"/><Relationship Id="rId2" Type="http://schemas.openxmlformats.org/officeDocument/2006/relationships/image" Target="../media/image9.png"/><Relationship Id="rId19" Type="http://schemas.openxmlformats.org/officeDocument/2006/relationships/tags" Target="../tags/tag309.xml"/><Relationship Id="rId18" Type="http://schemas.openxmlformats.org/officeDocument/2006/relationships/tags" Target="../tags/tag308.xml"/><Relationship Id="rId17" Type="http://schemas.openxmlformats.org/officeDocument/2006/relationships/tags" Target="../tags/tag307.xml"/><Relationship Id="rId16" Type="http://schemas.openxmlformats.org/officeDocument/2006/relationships/tags" Target="../tags/tag306.xml"/><Relationship Id="rId15" Type="http://schemas.openxmlformats.org/officeDocument/2006/relationships/image" Target="../media/image67.svg"/><Relationship Id="rId14" Type="http://schemas.openxmlformats.org/officeDocument/2006/relationships/image" Target="../media/image66.png"/><Relationship Id="rId13" Type="http://schemas.openxmlformats.org/officeDocument/2006/relationships/tags" Target="../tags/tag305.xml"/><Relationship Id="rId12" Type="http://schemas.openxmlformats.org/officeDocument/2006/relationships/image" Target="../media/image80.svg"/><Relationship Id="rId11" Type="http://schemas.openxmlformats.org/officeDocument/2006/relationships/image" Target="../media/image79.png"/><Relationship Id="rId10" Type="http://schemas.openxmlformats.org/officeDocument/2006/relationships/tags" Target="../tags/tag304.xml"/><Relationship Id="rId1" Type="http://schemas.openxmlformats.org/officeDocument/2006/relationships/tags" Target="../tags/tag299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89.png"/><Relationship Id="rId8" Type="http://schemas.openxmlformats.org/officeDocument/2006/relationships/tags" Target="../tags/tag325.xml"/><Relationship Id="rId7" Type="http://schemas.openxmlformats.org/officeDocument/2006/relationships/tags" Target="../tags/tag324.xml"/><Relationship Id="rId6" Type="http://schemas.openxmlformats.org/officeDocument/2006/relationships/image" Target="../media/image21.png"/><Relationship Id="rId53" Type="http://schemas.openxmlformats.org/officeDocument/2006/relationships/notesSlide" Target="../notesSlides/notesSlide13.xml"/><Relationship Id="rId52" Type="http://schemas.openxmlformats.org/officeDocument/2006/relationships/slideLayout" Target="../slideLayouts/slideLayout1.xml"/><Relationship Id="rId51" Type="http://schemas.openxmlformats.org/officeDocument/2006/relationships/tags" Target="../tags/tag351.xml"/><Relationship Id="rId50" Type="http://schemas.openxmlformats.org/officeDocument/2006/relationships/tags" Target="../tags/tag350.xml"/><Relationship Id="rId5" Type="http://schemas.openxmlformats.org/officeDocument/2006/relationships/tags" Target="../tags/tag323.xml"/><Relationship Id="rId49" Type="http://schemas.openxmlformats.org/officeDocument/2006/relationships/tags" Target="../tags/tag349.xml"/><Relationship Id="rId48" Type="http://schemas.openxmlformats.org/officeDocument/2006/relationships/tags" Target="../tags/tag348.xml"/><Relationship Id="rId47" Type="http://schemas.openxmlformats.org/officeDocument/2006/relationships/tags" Target="../tags/tag347.xml"/><Relationship Id="rId46" Type="http://schemas.openxmlformats.org/officeDocument/2006/relationships/tags" Target="../tags/tag346.xml"/><Relationship Id="rId45" Type="http://schemas.openxmlformats.org/officeDocument/2006/relationships/tags" Target="../tags/tag345.xml"/><Relationship Id="rId44" Type="http://schemas.openxmlformats.org/officeDocument/2006/relationships/tags" Target="../tags/tag344.xml"/><Relationship Id="rId43" Type="http://schemas.openxmlformats.org/officeDocument/2006/relationships/tags" Target="../tags/tag343.xml"/><Relationship Id="rId42" Type="http://schemas.openxmlformats.org/officeDocument/2006/relationships/image" Target="../media/image103.svg"/><Relationship Id="rId41" Type="http://schemas.openxmlformats.org/officeDocument/2006/relationships/image" Target="../media/image102.png"/><Relationship Id="rId40" Type="http://schemas.openxmlformats.org/officeDocument/2006/relationships/tags" Target="../tags/tag342.xml"/><Relationship Id="rId4" Type="http://schemas.openxmlformats.org/officeDocument/2006/relationships/image" Target="../media/image11.png"/><Relationship Id="rId39" Type="http://schemas.openxmlformats.org/officeDocument/2006/relationships/tags" Target="../tags/tag341.xml"/><Relationship Id="rId38" Type="http://schemas.openxmlformats.org/officeDocument/2006/relationships/image" Target="../media/image101.svg"/><Relationship Id="rId37" Type="http://schemas.openxmlformats.org/officeDocument/2006/relationships/image" Target="../media/image100.png"/><Relationship Id="rId36" Type="http://schemas.openxmlformats.org/officeDocument/2006/relationships/tags" Target="../tags/tag340.xml"/><Relationship Id="rId35" Type="http://schemas.openxmlformats.org/officeDocument/2006/relationships/image" Target="../media/image99.svg"/><Relationship Id="rId34" Type="http://schemas.openxmlformats.org/officeDocument/2006/relationships/image" Target="../media/image98.png"/><Relationship Id="rId33" Type="http://schemas.openxmlformats.org/officeDocument/2006/relationships/tags" Target="../tags/tag339.xml"/><Relationship Id="rId32" Type="http://schemas.openxmlformats.org/officeDocument/2006/relationships/image" Target="../media/image97.svg"/><Relationship Id="rId31" Type="http://schemas.openxmlformats.org/officeDocument/2006/relationships/image" Target="../media/image96.png"/><Relationship Id="rId30" Type="http://schemas.openxmlformats.org/officeDocument/2006/relationships/tags" Target="../tags/tag338.xml"/><Relationship Id="rId3" Type="http://schemas.openxmlformats.org/officeDocument/2006/relationships/tags" Target="../tags/tag322.xml"/><Relationship Id="rId29" Type="http://schemas.openxmlformats.org/officeDocument/2006/relationships/tags" Target="../tags/tag337.xml"/><Relationship Id="rId28" Type="http://schemas.openxmlformats.org/officeDocument/2006/relationships/tags" Target="../tags/tag336.xml"/><Relationship Id="rId27" Type="http://schemas.openxmlformats.org/officeDocument/2006/relationships/tags" Target="../tags/tag335.xml"/><Relationship Id="rId26" Type="http://schemas.openxmlformats.org/officeDocument/2006/relationships/tags" Target="../tags/tag334.xml"/><Relationship Id="rId25" Type="http://schemas.openxmlformats.org/officeDocument/2006/relationships/tags" Target="../tags/tag333.xml"/><Relationship Id="rId24" Type="http://schemas.openxmlformats.org/officeDocument/2006/relationships/tags" Target="../tags/tag332.xml"/><Relationship Id="rId23" Type="http://schemas.openxmlformats.org/officeDocument/2006/relationships/tags" Target="../tags/tag331.xml"/><Relationship Id="rId22" Type="http://schemas.openxmlformats.org/officeDocument/2006/relationships/image" Target="../media/image95.svg"/><Relationship Id="rId21" Type="http://schemas.openxmlformats.org/officeDocument/2006/relationships/image" Target="../media/image94.png"/><Relationship Id="rId20" Type="http://schemas.openxmlformats.org/officeDocument/2006/relationships/tags" Target="../tags/tag330.xml"/><Relationship Id="rId2" Type="http://schemas.openxmlformats.org/officeDocument/2006/relationships/image" Target="../media/image9.png"/><Relationship Id="rId19" Type="http://schemas.openxmlformats.org/officeDocument/2006/relationships/image" Target="../media/image93.svg"/><Relationship Id="rId18" Type="http://schemas.openxmlformats.org/officeDocument/2006/relationships/image" Target="../media/image92.png"/><Relationship Id="rId17" Type="http://schemas.openxmlformats.org/officeDocument/2006/relationships/tags" Target="../tags/tag329.xml"/><Relationship Id="rId16" Type="http://schemas.openxmlformats.org/officeDocument/2006/relationships/tags" Target="../tags/tag328.xml"/><Relationship Id="rId15" Type="http://schemas.openxmlformats.org/officeDocument/2006/relationships/image" Target="../media/image67.svg"/><Relationship Id="rId14" Type="http://schemas.openxmlformats.org/officeDocument/2006/relationships/image" Target="../media/image66.png"/><Relationship Id="rId13" Type="http://schemas.openxmlformats.org/officeDocument/2006/relationships/tags" Target="../tags/tag327.xml"/><Relationship Id="rId12" Type="http://schemas.openxmlformats.org/officeDocument/2006/relationships/image" Target="../media/image91.svg"/><Relationship Id="rId11" Type="http://schemas.openxmlformats.org/officeDocument/2006/relationships/image" Target="../media/image90.png"/><Relationship Id="rId10" Type="http://schemas.openxmlformats.org/officeDocument/2006/relationships/tags" Target="../tags/tag326.xml"/><Relationship Id="rId1" Type="http://schemas.openxmlformats.org/officeDocument/2006/relationships/tags" Target="../tags/tag32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359.xml"/><Relationship Id="rId8" Type="http://schemas.openxmlformats.org/officeDocument/2006/relationships/image" Target="../media/image104.png"/><Relationship Id="rId7" Type="http://schemas.openxmlformats.org/officeDocument/2006/relationships/tags" Target="../tags/tag358.xml"/><Relationship Id="rId6" Type="http://schemas.openxmlformats.org/officeDocument/2006/relationships/image" Target="../media/image21.png"/><Relationship Id="rId53" Type="http://schemas.openxmlformats.org/officeDocument/2006/relationships/notesSlide" Target="../notesSlides/notesSlide14.xml"/><Relationship Id="rId52" Type="http://schemas.openxmlformats.org/officeDocument/2006/relationships/slideLayout" Target="../slideLayouts/slideLayout1.xml"/><Relationship Id="rId51" Type="http://schemas.openxmlformats.org/officeDocument/2006/relationships/tags" Target="../tags/tag392.xml"/><Relationship Id="rId50" Type="http://schemas.openxmlformats.org/officeDocument/2006/relationships/tags" Target="../tags/tag391.xml"/><Relationship Id="rId5" Type="http://schemas.openxmlformats.org/officeDocument/2006/relationships/tags" Target="../tags/tag357.xml"/><Relationship Id="rId49" Type="http://schemas.openxmlformats.org/officeDocument/2006/relationships/tags" Target="../tags/tag390.xml"/><Relationship Id="rId48" Type="http://schemas.openxmlformats.org/officeDocument/2006/relationships/tags" Target="../tags/tag389.xml"/><Relationship Id="rId47" Type="http://schemas.openxmlformats.org/officeDocument/2006/relationships/tags" Target="../tags/tag388.xml"/><Relationship Id="rId46" Type="http://schemas.openxmlformats.org/officeDocument/2006/relationships/tags" Target="../tags/tag387.xml"/><Relationship Id="rId45" Type="http://schemas.openxmlformats.org/officeDocument/2006/relationships/tags" Target="../tags/tag386.xml"/><Relationship Id="rId44" Type="http://schemas.openxmlformats.org/officeDocument/2006/relationships/tags" Target="../tags/tag385.xml"/><Relationship Id="rId43" Type="http://schemas.openxmlformats.org/officeDocument/2006/relationships/tags" Target="../tags/tag384.xml"/><Relationship Id="rId42" Type="http://schemas.openxmlformats.org/officeDocument/2006/relationships/tags" Target="../tags/tag383.xml"/><Relationship Id="rId41" Type="http://schemas.openxmlformats.org/officeDocument/2006/relationships/tags" Target="../tags/tag382.xml"/><Relationship Id="rId40" Type="http://schemas.openxmlformats.org/officeDocument/2006/relationships/tags" Target="../tags/tag381.xml"/><Relationship Id="rId4" Type="http://schemas.openxmlformats.org/officeDocument/2006/relationships/image" Target="../media/image11.png"/><Relationship Id="rId39" Type="http://schemas.openxmlformats.org/officeDocument/2006/relationships/tags" Target="../tags/tag380.xml"/><Relationship Id="rId38" Type="http://schemas.openxmlformats.org/officeDocument/2006/relationships/tags" Target="../tags/tag379.xml"/><Relationship Id="rId37" Type="http://schemas.openxmlformats.org/officeDocument/2006/relationships/tags" Target="../tags/tag378.xml"/><Relationship Id="rId36" Type="http://schemas.openxmlformats.org/officeDocument/2006/relationships/tags" Target="../tags/tag377.xml"/><Relationship Id="rId35" Type="http://schemas.openxmlformats.org/officeDocument/2006/relationships/tags" Target="../tags/tag376.xml"/><Relationship Id="rId34" Type="http://schemas.openxmlformats.org/officeDocument/2006/relationships/image" Target="../media/image113.svg"/><Relationship Id="rId33" Type="http://schemas.openxmlformats.org/officeDocument/2006/relationships/image" Target="../media/image112.png"/><Relationship Id="rId32" Type="http://schemas.openxmlformats.org/officeDocument/2006/relationships/tags" Target="../tags/tag375.xml"/><Relationship Id="rId31" Type="http://schemas.openxmlformats.org/officeDocument/2006/relationships/tags" Target="../tags/tag374.xml"/><Relationship Id="rId30" Type="http://schemas.openxmlformats.org/officeDocument/2006/relationships/tags" Target="../tags/tag373.xml"/><Relationship Id="rId3" Type="http://schemas.openxmlformats.org/officeDocument/2006/relationships/tags" Target="../tags/tag356.xml"/><Relationship Id="rId29" Type="http://schemas.openxmlformats.org/officeDocument/2006/relationships/tags" Target="../tags/tag372.xml"/><Relationship Id="rId28" Type="http://schemas.openxmlformats.org/officeDocument/2006/relationships/tags" Target="../tags/tag371.xml"/><Relationship Id="rId27" Type="http://schemas.openxmlformats.org/officeDocument/2006/relationships/tags" Target="../tags/tag370.xml"/><Relationship Id="rId26" Type="http://schemas.openxmlformats.org/officeDocument/2006/relationships/image" Target="../media/image111.svg"/><Relationship Id="rId25" Type="http://schemas.openxmlformats.org/officeDocument/2006/relationships/image" Target="../media/image110.png"/><Relationship Id="rId24" Type="http://schemas.openxmlformats.org/officeDocument/2006/relationships/tags" Target="../tags/tag369.xml"/><Relationship Id="rId23" Type="http://schemas.openxmlformats.org/officeDocument/2006/relationships/tags" Target="../tags/tag368.xml"/><Relationship Id="rId22" Type="http://schemas.openxmlformats.org/officeDocument/2006/relationships/tags" Target="../tags/tag367.xml"/><Relationship Id="rId21" Type="http://schemas.openxmlformats.org/officeDocument/2006/relationships/tags" Target="../tags/tag366.xml"/><Relationship Id="rId20" Type="http://schemas.openxmlformats.org/officeDocument/2006/relationships/tags" Target="../tags/tag365.xml"/><Relationship Id="rId2" Type="http://schemas.openxmlformats.org/officeDocument/2006/relationships/image" Target="../media/image9.png"/><Relationship Id="rId19" Type="http://schemas.openxmlformats.org/officeDocument/2006/relationships/image" Target="../media/image109.svg"/><Relationship Id="rId18" Type="http://schemas.openxmlformats.org/officeDocument/2006/relationships/image" Target="../media/image108.png"/><Relationship Id="rId17" Type="http://schemas.openxmlformats.org/officeDocument/2006/relationships/tags" Target="../tags/tag364.xml"/><Relationship Id="rId16" Type="http://schemas.openxmlformats.org/officeDocument/2006/relationships/image" Target="../media/image107.svg"/><Relationship Id="rId15" Type="http://schemas.openxmlformats.org/officeDocument/2006/relationships/image" Target="../media/image106.png"/><Relationship Id="rId14" Type="http://schemas.openxmlformats.org/officeDocument/2006/relationships/tags" Target="../tags/tag363.xml"/><Relationship Id="rId13" Type="http://schemas.openxmlformats.org/officeDocument/2006/relationships/tags" Target="../tags/tag362.xml"/><Relationship Id="rId12" Type="http://schemas.openxmlformats.org/officeDocument/2006/relationships/tags" Target="../tags/tag361.xml"/><Relationship Id="rId11" Type="http://schemas.openxmlformats.org/officeDocument/2006/relationships/image" Target="../media/image105.png"/><Relationship Id="rId10" Type="http://schemas.openxmlformats.org/officeDocument/2006/relationships/tags" Target="../tags/tag360.xml"/><Relationship Id="rId1" Type="http://schemas.openxmlformats.org/officeDocument/2006/relationships/tags" Target="../tags/tag355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5.svg"/><Relationship Id="rId8" Type="http://schemas.openxmlformats.org/officeDocument/2006/relationships/image" Target="../media/image114.png"/><Relationship Id="rId7" Type="http://schemas.openxmlformats.org/officeDocument/2006/relationships/tags" Target="../tags/tag400.xml"/><Relationship Id="rId6" Type="http://schemas.openxmlformats.org/officeDocument/2006/relationships/tags" Target="../tags/tag399.xml"/><Relationship Id="rId5" Type="http://schemas.openxmlformats.org/officeDocument/2006/relationships/tags" Target="../tags/tag398.xml"/><Relationship Id="rId4" Type="http://schemas.openxmlformats.org/officeDocument/2006/relationships/image" Target="../media/image11.png"/><Relationship Id="rId32" Type="http://schemas.openxmlformats.org/officeDocument/2006/relationships/notesSlide" Target="../notesSlides/notesSlide15.xml"/><Relationship Id="rId31" Type="http://schemas.openxmlformats.org/officeDocument/2006/relationships/slideLayout" Target="../slideLayouts/slideLayout1.xml"/><Relationship Id="rId30" Type="http://schemas.openxmlformats.org/officeDocument/2006/relationships/tags" Target="../tags/tag414.xml"/><Relationship Id="rId3" Type="http://schemas.openxmlformats.org/officeDocument/2006/relationships/tags" Target="../tags/tag397.xml"/><Relationship Id="rId29" Type="http://schemas.openxmlformats.org/officeDocument/2006/relationships/image" Target="../media/image20.png"/><Relationship Id="rId28" Type="http://schemas.openxmlformats.org/officeDocument/2006/relationships/tags" Target="../tags/tag413.xml"/><Relationship Id="rId27" Type="http://schemas.openxmlformats.org/officeDocument/2006/relationships/image" Target="../media/image19.png"/><Relationship Id="rId26" Type="http://schemas.openxmlformats.org/officeDocument/2006/relationships/tags" Target="../tags/tag412.xml"/><Relationship Id="rId25" Type="http://schemas.openxmlformats.org/officeDocument/2006/relationships/image" Target="../media/image119.svg"/><Relationship Id="rId24" Type="http://schemas.openxmlformats.org/officeDocument/2006/relationships/image" Target="../media/image118.png"/><Relationship Id="rId23" Type="http://schemas.openxmlformats.org/officeDocument/2006/relationships/tags" Target="../tags/tag411.xml"/><Relationship Id="rId22" Type="http://schemas.openxmlformats.org/officeDocument/2006/relationships/tags" Target="../tags/tag410.xml"/><Relationship Id="rId21" Type="http://schemas.openxmlformats.org/officeDocument/2006/relationships/tags" Target="../tags/tag409.xml"/><Relationship Id="rId20" Type="http://schemas.openxmlformats.org/officeDocument/2006/relationships/tags" Target="../tags/tag408.xml"/><Relationship Id="rId2" Type="http://schemas.openxmlformats.org/officeDocument/2006/relationships/image" Target="../media/image9.png"/><Relationship Id="rId19" Type="http://schemas.openxmlformats.org/officeDocument/2006/relationships/tags" Target="../tags/tag407.xml"/><Relationship Id="rId18" Type="http://schemas.openxmlformats.org/officeDocument/2006/relationships/image" Target="../media/image117.svg"/><Relationship Id="rId17" Type="http://schemas.openxmlformats.org/officeDocument/2006/relationships/image" Target="../media/image116.png"/><Relationship Id="rId16" Type="http://schemas.openxmlformats.org/officeDocument/2006/relationships/tags" Target="../tags/tag406.xml"/><Relationship Id="rId15" Type="http://schemas.openxmlformats.org/officeDocument/2006/relationships/tags" Target="../tags/tag405.xml"/><Relationship Id="rId14" Type="http://schemas.openxmlformats.org/officeDocument/2006/relationships/tags" Target="../tags/tag404.xml"/><Relationship Id="rId13" Type="http://schemas.openxmlformats.org/officeDocument/2006/relationships/tags" Target="../tags/tag403.xml"/><Relationship Id="rId12" Type="http://schemas.openxmlformats.org/officeDocument/2006/relationships/image" Target="../media/image14.png"/><Relationship Id="rId11" Type="http://schemas.openxmlformats.org/officeDocument/2006/relationships/tags" Target="../tags/tag402.xml"/><Relationship Id="rId10" Type="http://schemas.openxmlformats.org/officeDocument/2006/relationships/tags" Target="../tags/tag401.xml"/><Relationship Id="rId1" Type="http://schemas.openxmlformats.org/officeDocument/2006/relationships/tags" Target="../tags/tag396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0.png"/><Relationship Id="rId8" Type="http://schemas.openxmlformats.org/officeDocument/2006/relationships/tags" Target="../tags/tag422.xml"/><Relationship Id="rId7" Type="http://schemas.openxmlformats.org/officeDocument/2006/relationships/tags" Target="../tags/tag421.xml"/><Relationship Id="rId6" Type="http://schemas.openxmlformats.org/officeDocument/2006/relationships/image" Target="../media/image21.png"/><Relationship Id="rId5" Type="http://schemas.openxmlformats.org/officeDocument/2006/relationships/tags" Target="../tags/tag420.xml"/><Relationship Id="rId4" Type="http://schemas.openxmlformats.org/officeDocument/2006/relationships/image" Target="../media/image11.png"/><Relationship Id="rId36" Type="http://schemas.openxmlformats.org/officeDocument/2006/relationships/notesSlide" Target="../notesSlides/notesSlide16.xml"/><Relationship Id="rId35" Type="http://schemas.openxmlformats.org/officeDocument/2006/relationships/slideLayout" Target="../slideLayouts/slideLayout1.xml"/><Relationship Id="rId34" Type="http://schemas.openxmlformats.org/officeDocument/2006/relationships/tags" Target="../tags/tag439.xml"/><Relationship Id="rId33" Type="http://schemas.openxmlformats.org/officeDocument/2006/relationships/tags" Target="../tags/tag438.xml"/><Relationship Id="rId32" Type="http://schemas.openxmlformats.org/officeDocument/2006/relationships/image" Target="../media/image128.svg"/><Relationship Id="rId31" Type="http://schemas.openxmlformats.org/officeDocument/2006/relationships/image" Target="../media/image127.png"/><Relationship Id="rId30" Type="http://schemas.openxmlformats.org/officeDocument/2006/relationships/tags" Target="../tags/tag437.xml"/><Relationship Id="rId3" Type="http://schemas.openxmlformats.org/officeDocument/2006/relationships/tags" Target="../tags/tag419.xml"/><Relationship Id="rId29" Type="http://schemas.openxmlformats.org/officeDocument/2006/relationships/tags" Target="../tags/tag436.xml"/><Relationship Id="rId28" Type="http://schemas.openxmlformats.org/officeDocument/2006/relationships/tags" Target="../tags/tag435.xml"/><Relationship Id="rId27" Type="http://schemas.openxmlformats.org/officeDocument/2006/relationships/tags" Target="../tags/tag434.xml"/><Relationship Id="rId26" Type="http://schemas.openxmlformats.org/officeDocument/2006/relationships/tags" Target="../tags/tag433.xml"/><Relationship Id="rId25" Type="http://schemas.openxmlformats.org/officeDocument/2006/relationships/tags" Target="../tags/tag432.xml"/><Relationship Id="rId24" Type="http://schemas.openxmlformats.org/officeDocument/2006/relationships/image" Target="../media/image126.svg"/><Relationship Id="rId23" Type="http://schemas.openxmlformats.org/officeDocument/2006/relationships/image" Target="../media/image125.png"/><Relationship Id="rId22" Type="http://schemas.openxmlformats.org/officeDocument/2006/relationships/tags" Target="../tags/tag431.xml"/><Relationship Id="rId21" Type="http://schemas.openxmlformats.org/officeDocument/2006/relationships/tags" Target="../tags/tag430.xml"/><Relationship Id="rId20" Type="http://schemas.openxmlformats.org/officeDocument/2006/relationships/tags" Target="../tags/tag429.xml"/><Relationship Id="rId2" Type="http://schemas.openxmlformats.org/officeDocument/2006/relationships/image" Target="../media/image9.png"/><Relationship Id="rId19" Type="http://schemas.openxmlformats.org/officeDocument/2006/relationships/tags" Target="../tags/tag428.xml"/><Relationship Id="rId18" Type="http://schemas.openxmlformats.org/officeDocument/2006/relationships/tags" Target="../tags/tag427.xml"/><Relationship Id="rId17" Type="http://schemas.openxmlformats.org/officeDocument/2006/relationships/tags" Target="../tags/tag426.xml"/><Relationship Id="rId16" Type="http://schemas.openxmlformats.org/officeDocument/2006/relationships/image" Target="../media/image124.svg"/><Relationship Id="rId15" Type="http://schemas.openxmlformats.org/officeDocument/2006/relationships/image" Target="../media/image123.png"/><Relationship Id="rId14" Type="http://schemas.openxmlformats.org/officeDocument/2006/relationships/tags" Target="../tags/tag425.xml"/><Relationship Id="rId13" Type="http://schemas.openxmlformats.org/officeDocument/2006/relationships/image" Target="../media/image122.svg"/><Relationship Id="rId12" Type="http://schemas.openxmlformats.org/officeDocument/2006/relationships/image" Target="../media/image121.png"/><Relationship Id="rId11" Type="http://schemas.openxmlformats.org/officeDocument/2006/relationships/tags" Target="../tags/tag424.xml"/><Relationship Id="rId10" Type="http://schemas.openxmlformats.org/officeDocument/2006/relationships/tags" Target="../tags/tag423.xml"/><Relationship Id="rId1" Type="http://schemas.openxmlformats.org/officeDocument/2006/relationships/tags" Target="../tags/tag418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9.png"/><Relationship Id="rId8" Type="http://schemas.openxmlformats.org/officeDocument/2006/relationships/tags" Target="../tags/tag447.xml"/><Relationship Id="rId7" Type="http://schemas.openxmlformats.org/officeDocument/2006/relationships/tags" Target="../tags/tag446.xml"/><Relationship Id="rId62" Type="http://schemas.openxmlformats.org/officeDocument/2006/relationships/notesSlide" Target="../notesSlides/notesSlide17.xml"/><Relationship Id="rId61" Type="http://schemas.openxmlformats.org/officeDocument/2006/relationships/slideLayout" Target="../slideLayouts/slideLayout1.xml"/><Relationship Id="rId60" Type="http://schemas.openxmlformats.org/officeDocument/2006/relationships/tags" Target="../tags/tag483.xml"/><Relationship Id="rId6" Type="http://schemas.openxmlformats.org/officeDocument/2006/relationships/image" Target="../media/image21.png"/><Relationship Id="rId59" Type="http://schemas.openxmlformats.org/officeDocument/2006/relationships/tags" Target="../tags/tag482.xml"/><Relationship Id="rId58" Type="http://schemas.openxmlformats.org/officeDocument/2006/relationships/tags" Target="../tags/tag481.xml"/><Relationship Id="rId57" Type="http://schemas.openxmlformats.org/officeDocument/2006/relationships/tags" Target="../tags/tag480.xml"/><Relationship Id="rId56" Type="http://schemas.openxmlformats.org/officeDocument/2006/relationships/tags" Target="../tags/tag479.xml"/><Relationship Id="rId55" Type="http://schemas.openxmlformats.org/officeDocument/2006/relationships/tags" Target="../tags/tag478.xml"/><Relationship Id="rId54" Type="http://schemas.openxmlformats.org/officeDocument/2006/relationships/tags" Target="../tags/tag477.xml"/><Relationship Id="rId53" Type="http://schemas.openxmlformats.org/officeDocument/2006/relationships/tags" Target="../tags/tag476.xml"/><Relationship Id="rId52" Type="http://schemas.openxmlformats.org/officeDocument/2006/relationships/tags" Target="../tags/tag475.xml"/><Relationship Id="rId51" Type="http://schemas.openxmlformats.org/officeDocument/2006/relationships/tags" Target="../tags/tag474.xml"/><Relationship Id="rId50" Type="http://schemas.openxmlformats.org/officeDocument/2006/relationships/tags" Target="../tags/tag473.xml"/><Relationship Id="rId5" Type="http://schemas.openxmlformats.org/officeDocument/2006/relationships/tags" Target="../tags/tag445.xml"/><Relationship Id="rId49" Type="http://schemas.openxmlformats.org/officeDocument/2006/relationships/tags" Target="../tags/tag472.xml"/><Relationship Id="rId48" Type="http://schemas.openxmlformats.org/officeDocument/2006/relationships/tags" Target="../tags/tag471.xml"/><Relationship Id="rId47" Type="http://schemas.openxmlformats.org/officeDocument/2006/relationships/tags" Target="../tags/tag470.xml"/><Relationship Id="rId46" Type="http://schemas.openxmlformats.org/officeDocument/2006/relationships/tags" Target="../tags/tag469.xml"/><Relationship Id="rId45" Type="http://schemas.openxmlformats.org/officeDocument/2006/relationships/tags" Target="../tags/tag468.xml"/><Relationship Id="rId44" Type="http://schemas.openxmlformats.org/officeDocument/2006/relationships/tags" Target="../tags/tag467.xml"/><Relationship Id="rId43" Type="http://schemas.openxmlformats.org/officeDocument/2006/relationships/tags" Target="../tags/tag466.xml"/><Relationship Id="rId42" Type="http://schemas.openxmlformats.org/officeDocument/2006/relationships/tags" Target="../tags/tag465.xml"/><Relationship Id="rId41" Type="http://schemas.openxmlformats.org/officeDocument/2006/relationships/image" Target="../media/image58.svg"/><Relationship Id="rId40" Type="http://schemas.openxmlformats.org/officeDocument/2006/relationships/image" Target="../media/image57.png"/><Relationship Id="rId4" Type="http://schemas.openxmlformats.org/officeDocument/2006/relationships/image" Target="../media/image11.png"/><Relationship Id="rId39" Type="http://schemas.openxmlformats.org/officeDocument/2006/relationships/tags" Target="../tags/tag464.xml"/><Relationship Id="rId38" Type="http://schemas.openxmlformats.org/officeDocument/2006/relationships/tags" Target="../tags/tag463.xml"/><Relationship Id="rId37" Type="http://schemas.openxmlformats.org/officeDocument/2006/relationships/image" Target="../media/image142.svg"/><Relationship Id="rId36" Type="http://schemas.openxmlformats.org/officeDocument/2006/relationships/image" Target="../media/image141.png"/><Relationship Id="rId35" Type="http://schemas.openxmlformats.org/officeDocument/2006/relationships/tags" Target="../tags/tag462.xml"/><Relationship Id="rId34" Type="http://schemas.openxmlformats.org/officeDocument/2006/relationships/image" Target="../media/image140.png"/><Relationship Id="rId33" Type="http://schemas.openxmlformats.org/officeDocument/2006/relationships/tags" Target="../tags/tag461.xml"/><Relationship Id="rId32" Type="http://schemas.openxmlformats.org/officeDocument/2006/relationships/tags" Target="../tags/tag460.xml"/><Relationship Id="rId31" Type="http://schemas.openxmlformats.org/officeDocument/2006/relationships/tags" Target="../tags/tag459.xml"/><Relationship Id="rId30" Type="http://schemas.openxmlformats.org/officeDocument/2006/relationships/tags" Target="../tags/tag458.xml"/><Relationship Id="rId3" Type="http://schemas.openxmlformats.org/officeDocument/2006/relationships/tags" Target="../tags/tag444.xml"/><Relationship Id="rId29" Type="http://schemas.openxmlformats.org/officeDocument/2006/relationships/image" Target="../media/image139.svg"/><Relationship Id="rId28" Type="http://schemas.openxmlformats.org/officeDocument/2006/relationships/image" Target="../media/image138.png"/><Relationship Id="rId27" Type="http://schemas.openxmlformats.org/officeDocument/2006/relationships/tags" Target="../tags/tag457.xml"/><Relationship Id="rId26" Type="http://schemas.openxmlformats.org/officeDocument/2006/relationships/tags" Target="../tags/tag456.xml"/><Relationship Id="rId25" Type="http://schemas.openxmlformats.org/officeDocument/2006/relationships/tags" Target="../tags/tag455.xml"/><Relationship Id="rId24" Type="http://schemas.openxmlformats.org/officeDocument/2006/relationships/tags" Target="../tags/tag454.xml"/><Relationship Id="rId23" Type="http://schemas.openxmlformats.org/officeDocument/2006/relationships/tags" Target="../tags/tag453.xml"/><Relationship Id="rId22" Type="http://schemas.openxmlformats.org/officeDocument/2006/relationships/image" Target="../media/image137.svg"/><Relationship Id="rId21" Type="http://schemas.openxmlformats.org/officeDocument/2006/relationships/image" Target="../media/image136.png"/><Relationship Id="rId20" Type="http://schemas.openxmlformats.org/officeDocument/2006/relationships/tags" Target="../tags/tag452.xml"/><Relationship Id="rId2" Type="http://schemas.openxmlformats.org/officeDocument/2006/relationships/image" Target="../media/image9.png"/><Relationship Id="rId19" Type="http://schemas.openxmlformats.org/officeDocument/2006/relationships/image" Target="../media/image135.svg"/><Relationship Id="rId18" Type="http://schemas.openxmlformats.org/officeDocument/2006/relationships/image" Target="../media/image134.png"/><Relationship Id="rId17" Type="http://schemas.openxmlformats.org/officeDocument/2006/relationships/tags" Target="../tags/tag451.xml"/><Relationship Id="rId16" Type="http://schemas.openxmlformats.org/officeDocument/2006/relationships/image" Target="../media/image133.svg"/><Relationship Id="rId15" Type="http://schemas.openxmlformats.org/officeDocument/2006/relationships/image" Target="../media/image132.png"/><Relationship Id="rId14" Type="http://schemas.openxmlformats.org/officeDocument/2006/relationships/tags" Target="../tags/tag450.xml"/><Relationship Id="rId13" Type="http://schemas.openxmlformats.org/officeDocument/2006/relationships/tags" Target="../tags/tag449.xml"/><Relationship Id="rId12" Type="http://schemas.openxmlformats.org/officeDocument/2006/relationships/image" Target="../media/image131.svg"/><Relationship Id="rId11" Type="http://schemas.openxmlformats.org/officeDocument/2006/relationships/image" Target="../media/image130.png"/><Relationship Id="rId10" Type="http://schemas.openxmlformats.org/officeDocument/2006/relationships/tags" Target="../tags/tag448.xml"/><Relationship Id="rId1" Type="http://schemas.openxmlformats.org/officeDocument/2006/relationships/tags" Target="../tags/tag443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3.png"/><Relationship Id="rId8" Type="http://schemas.openxmlformats.org/officeDocument/2006/relationships/tags" Target="../tags/tag491.xml"/><Relationship Id="rId7" Type="http://schemas.openxmlformats.org/officeDocument/2006/relationships/tags" Target="../tags/tag490.xml"/><Relationship Id="rId6" Type="http://schemas.openxmlformats.org/officeDocument/2006/relationships/image" Target="../media/image21.png"/><Relationship Id="rId5" Type="http://schemas.openxmlformats.org/officeDocument/2006/relationships/tags" Target="../tags/tag489.xml"/><Relationship Id="rId4" Type="http://schemas.openxmlformats.org/officeDocument/2006/relationships/image" Target="../media/image11.png"/><Relationship Id="rId31" Type="http://schemas.openxmlformats.org/officeDocument/2006/relationships/notesSlide" Target="../notesSlides/notesSlide18.xml"/><Relationship Id="rId30" Type="http://schemas.openxmlformats.org/officeDocument/2006/relationships/slideLayout" Target="../slideLayouts/slideLayout1.xml"/><Relationship Id="rId3" Type="http://schemas.openxmlformats.org/officeDocument/2006/relationships/tags" Target="../tags/tag488.xml"/><Relationship Id="rId29" Type="http://schemas.openxmlformats.org/officeDocument/2006/relationships/tags" Target="../tags/tag507.xml"/><Relationship Id="rId28" Type="http://schemas.openxmlformats.org/officeDocument/2006/relationships/tags" Target="../tags/tag506.xml"/><Relationship Id="rId27" Type="http://schemas.openxmlformats.org/officeDocument/2006/relationships/tags" Target="../tags/tag505.xml"/><Relationship Id="rId26" Type="http://schemas.openxmlformats.org/officeDocument/2006/relationships/tags" Target="../tags/tag504.xml"/><Relationship Id="rId25" Type="http://schemas.openxmlformats.org/officeDocument/2006/relationships/tags" Target="../tags/tag503.xml"/><Relationship Id="rId24" Type="http://schemas.openxmlformats.org/officeDocument/2006/relationships/tags" Target="../tags/tag502.xml"/><Relationship Id="rId23" Type="http://schemas.openxmlformats.org/officeDocument/2006/relationships/tags" Target="../tags/tag501.xml"/><Relationship Id="rId22" Type="http://schemas.openxmlformats.org/officeDocument/2006/relationships/tags" Target="../tags/tag500.xml"/><Relationship Id="rId21" Type="http://schemas.openxmlformats.org/officeDocument/2006/relationships/tags" Target="../tags/tag499.xml"/><Relationship Id="rId20" Type="http://schemas.openxmlformats.org/officeDocument/2006/relationships/tags" Target="../tags/tag498.xml"/><Relationship Id="rId2" Type="http://schemas.openxmlformats.org/officeDocument/2006/relationships/image" Target="../media/image9.png"/><Relationship Id="rId19" Type="http://schemas.openxmlformats.org/officeDocument/2006/relationships/tags" Target="../tags/tag497.xml"/><Relationship Id="rId18" Type="http://schemas.openxmlformats.org/officeDocument/2006/relationships/image" Target="../media/image147.svg"/><Relationship Id="rId17" Type="http://schemas.openxmlformats.org/officeDocument/2006/relationships/image" Target="../media/image146.png"/><Relationship Id="rId16" Type="http://schemas.openxmlformats.org/officeDocument/2006/relationships/tags" Target="../tags/tag496.xml"/><Relationship Id="rId15" Type="http://schemas.openxmlformats.org/officeDocument/2006/relationships/tags" Target="../tags/tag495.xml"/><Relationship Id="rId14" Type="http://schemas.openxmlformats.org/officeDocument/2006/relationships/tags" Target="../tags/tag494.xml"/><Relationship Id="rId13" Type="http://schemas.openxmlformats.org/officeDocument/2006/relationships/tags" Target="../tags/tag493.xml"/><Relationship Id="rId12" Type="http://schemas.openxmlformats.org/officeDocument/2006/relationships/image" Target="../media/image145.svg"/><Relationship Id="rId11" Type="http://schemas.openxmlformats.org/officeDocument/2006/relationships/image" Target="../media/image144.png"/><Relationship Id="rId10" Type="http://schemas.openxmlformats.org/officeDocument/2006/relationships/tags" Target="../tags/tag492.xml"/><Relationship Id="rId1" Type="http://schemas.openxmlformats.org/officeDocument/2006/relationships/tags" Target="../tags/tag487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512.xml"/><Relationship Id="rId2" Type="http://schemas.openxmlformats.org/officeDocument/2006/relationships/image" Target="../media/image9.png"/><Relationship Id="rId1" Type="http://schemas.openxmlformats.org/officeDocument/2006/relationships/tags" Target="../tags/tag5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E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test.web.static.jianzeppt.com/ppt-temp-img3/53c8b2a610a31b616cbf03a52510cc95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157596" y="-13894"/>
            <a:ext cx="8051010" cy="6858000"/>
          </a:xfrm>
          <a:prstGeom prst="rect">
            <a:avLst/>
          </a:prstGeom>
        </p:spPr>
      </p:pic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0" y="-2"/>
            <a:ext cx="1799718" cy="2533649"/>
            <a:chOff x="-635000" y="-635000"/>
            <a:chExt cx="1799718" cy="2533647"/>
          </a:xfrm>
        </p:grpSpPr>
        <p:pic>
          <p:nvPicPr>
            <p:cNvPr id="14" name="Image 2" descr="TEMP_Z_ORDER_2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-635000" y="-635000"/>
              <a:ext cx="1799718" cy="1829017"/>
            </a:xfrm>
            <a:prstGeom prst="rect">
              <a:avLst/>
            </a:prstGeom>
          </p:spPr>
        </p:pic>
        <p:pic>
          <p:nvPicPr>
            <p:cNvPr id="15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173903"/>
              <a:ext cx="961132" cy="1724746"/>
            </a:xfrm>
            <a:prstGeom prst="rect">
              <a:avLst/>
            </a:prstGeom>
          </p:spPr>
        </p:pic>
      </p:grpSp>
      <p:grpSp>
        <p:nvGrpSpPr>
          <p:cNvPr id="16" name="组合 15"/>
          <p:cNvGrpSpPr/>
          <p:nvPr>
            <p:custDataLst>
              <p:tags r:id="rId10"/>
            </p:custDataLst>
          </p:nvPr>
        </p:nvGrpSpPr>
        <p:grpSpPr>
          <a:xfrm>
            <a:off x="487069" y="4530971"/>
            <a:ext cx="3482974" cy="637829"/>
            <a:chOff x="-635000" y="-635000"/>
            <a:chExt cx="3482974" cy="637829"/>
          </a:xfrm>
        </p:grpSpPr>
        <p:pic>
          <p:nvPicPr>
            <p:cNvPr id="17" name="Image 4" descr="TEMP_Z_ORDER_4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635000" y="-635000"/>
              <a:ext cx="3482974" cy="637829"/>
            </a:xfrm>
            <a:prstGeom prst="rect">
              <a:avLst/>
            </a:prstGeom>
          </p:spPr>
        </p:pic>
      </p:grpSp>
      <p:grpSp>
        <p:nvGrpSpPr>
          <p:cNvPr id="20" name="组合 19"/>
          <p:cNvGrpSpPr/>
          <p:nvPr>
            <p:custDataLst>
              <p:tags r:id="rId13"/>
            </p:custDataLst>
          </p:nvPr>
        </p:nvGrpSpPr>
        <p:grpSpPr>
          <a:xfrm>
            <a:off x="10101383" y="2273111"/>
            <a:ext cx="2105868" cy="4595809"/>
            <a:chOff x="-635000" y="-635000"/>
            <a:chExt cx="2105868" cy="4595809"/>
          </a:xfrm>
        </p:grpSpPr>
        <p:pic>
          <p:nvPicPr>
            <p:cNvPr id="21" name="Image 5" descr="TEMP_Z_ORDER_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-635000" y="-635000"/>
              <a:ext cx="2105868" cy="4595809"/>
            </a:xfrm>
            <a:prstGeom prst="rect">
              <a:avLst/>
            </a:prstGeom>
          </p:spPr>
        </p:pic>
      </p:grpSp>
      <p:pic>
        <p:nvPicPr>
          <p:cNvPr id="8" name="Image 6" descr="https://test.web.static.jianzeppt.com/ppt-temp-img3/785b4c7764742237954fb25c8a197f91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3782024" y="3802120"/>
            <a:ext cx="2104426" cy="3069770"/>
          </a:xfrm>
          <a:prstGeom prst="rect">
            <a:avLst/>
          </a:prstGeom>
        </p:spPr>
      </p:pic>
      <p:grpSp>
        <p:nvGrpSpPr>
          <p:cNvPr id="22" name="组合 21"/>
          <p:cNvGrpSpPr/>
          <p:nvPr>
            <p:custDataLst>
              <p:tags r:id="rId18"/>
            </p:custDataLst>
          </p:nvPr>
        </p:nvGrpSpPr>
        <p:grpSpPr>
          <a:xfrm>
            <a:off x="9613224" y="2284033"/>
            <a:ext cx="2578776" cy="4584889"/>
            <a:chOff x="-635000" y="-635000"/>
            <a:chExt cx="2578776" cy="4584889"/>
          </a:xfrm>
        </p:grpSpPr>
        <p:pic>
          <p:nvPicPr>
            <p:cNvPr id="23" name="Image 7" descr="TEMP_Z_ORDER_7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/>
            <a:stretch>
              <a:fillRect/>
            </a:stretch>
          </p:blipFill>
          <p:spPr>
            <a:xfrm>
              <a:off x="-635000" y="-635000"/>
              <a:ext cx="2578776" cy="4584889"/>
            </a:xfrm>
            <a:prstGeom prst="rect">
              <a:avLst/>
            </a:prstGeom>
          </p:spPr>
        </p:pic>
      </p:grpSp>
      <p:grpSp>
        <p:nvGrpSpPr>
          <p:cNvPr id="18" name="组合 17"/>
          <p:cNvGrpSpPr/>
          <p:nvPr>
            <p:custDataLst>
              <p:tags r:id="rId21"/>
            </p:custDataLst>
          </p:nvPr>
        </p:nvGrpSpPr>
        <p:grpSpPr>
          <a:xfrm>
            <a:off x="577080" y="4693350"/>
            <a:ext cx="3321262" cy="313055"/>
            <a:chOff x="-635000" y="-519413"/>
            <a:chExt cx="3321262" cy="313055"/>
          </a:xfrm>
        </p:grpSpPr>
        <p:sp>
          <p:nvSpPr>
            <p:cNvPr id="19" name="Text 0" descr="TEMP_Z_ORDER_8"/>
            <p:cNvSpPr/>
            <p:nvPr>
              <p:custDataLst>
                <p:tags r:id="rId22"/>
              </p:custDataLst>
            </p:nvPr>
          </p:nvSpPr>
          <p:spPr>
            <a:xfrm>
              <a:off x="-635000" y="-519413"/>
              <a:ext cx="3321262" cy="31305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040">
                  <a:solidFill>
                    <a:srgbClr val="000000"/>
                  </a:solidFill>
                </a:rPr>
                <a:t>授课教师：</a:t>
              </a:r>
              <a:r>
                <a:rPr lang="zh-CN" altLang="en-US" sz="2040">
                  <a:solidFill>
                    <a:srgbClr val="000000"/>
                  </a:solidFill>
                </a:rPr>
                <a:t>张玉</a:t>
              </a:r>
              <a:endParaRPr lang="zh-CN" altLang="en-US" sz="2040">
                <a:solidFill>
                  <a:srgbClr val="000000"/>
                </a:solidFill>
              </a:endParaRPr>
            </a:p>
          </p:txBody>
        </p:sp>
      </p:grpSp>
      <p:sp>
        <p:nvSpPr>
          <p:cNvPr id="11" name="Text 1"/>
          <p:cNvSpPr/>
          <p:nvPr>
            <p:custDataLst>
              <p:tags r:id="rId23"/>
            </p:custDataLst>
          </p:nvPr>
        </p:nvSpPr>
        <p:spPr>
          <a:xfrm>
            <a:off x="577068" y="1649785"/>
            <a:ext cx="5490553" cy="18745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6120">
                <a:solidFill>
                  <a:srgbClr val="FFFFFF"/>
                </a:solidFill>
              </a:rPr>
              <a:t>信息安全测评与风险评估</a:t>
            </a:r>
            <a:endParaRPr lang="en-US" sz="6120"/>
          </a:p>
        </p:txBody>
      </p:sp>
      <p:sp>
        <p:nvSpPr>
          <p:cNvPr id="12" name="Text 2"/>
          <p:cNvSpPr/>
          <p:nvPr>
            <p:custDataLst>
              <p:tags r:id="rId24"/>
            </p:custDataLst>
          </p:nvPr>
        </p:nvSpPr>
        <p:spPr>
          <a:xfrm>
            <a:off x="577068" y="3867726"/>
            <a:ext cx="4339657" cy="5181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168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任务3：安全物理环境与通信网络测评 / 3.2 网络架构合规性检查</a:t>
            </a:r>
            <a:endParaRPr lang="en-US" sz="168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" presetClass="entr" presetSubtype="2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3" presetClass="entr" presetSubtype="16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3" presetClass="entr" presetSubtype="16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3" presetClass="entr" presetSubtype="16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2" animBg="1"/>
      <p:bldP spid="12" grpId="5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3d7a216c70ecba8f9c09a39add3fad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4345" y="245378"/>
            <a:ext cx="11803310" cy="6367244"/>
          </a:xfrm>
          <a:prstGeom prst="rect">
            <a:avLst/>
          </a:prstGeom>
        </p:spPr>
      </p:pic>
      <p:sp>
        <p:nvSpPr>
          <p:cNvPr id="4" name="Text 0"/>
          <p:cNvSpPr/>
          <p:nvPr>
            <p:custDataLst>
              <p:tags r:id="rId5"/>
            </p:custDataLst>
          </p:nvPr>
        </p:nvSpPr>
        <p:spPr>
          <a:xfrm>
            <a:off x="5769119" y="1653024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360">
                <a:solidFill>
                  <a:srgbClr val="000000"/>
                </a:solidFill>
              </a:rPr>
              <a:t>01</a:t>
            </a:r>
            <a:endParaRPr lang="en-US" sz="3360"/>
          </a:p>
        </p:txBody>
      </p:sp>
      <p:sp>
        <p:nvSpPr>
          <p:cNvPr id="5" name="Text 1"/>
          <p:cNvSpPr/>
          <p:nvPr>
            <p:custDataLst>
              <p:tags r:id="rId6"/>
            </p:custDataLst>
          </p:nvPr>
        </p:nvSpPr>
        <p:spPr>
          <a:xfrm>
            <a:off x="5769119" y="2669616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360">
                <a:solidFill>
                  <a:srgbClr val="000000"/>
                </a:solidFill>
              </a:rPr>
              <a:t>02</a:t>
            </a:r>
            <a:endParaRPr lang="en-US" sz="3360"/>
          </a:p>
        </p:txBody>
      </p:sp>
      <p:sp>
        <p:nvSpPr>
          <p:cNvPr id="6" name="Text 2"/>
          <p:cNvSpPr/>
          <p:nvPr>
            <p:custDataLst>
              <p:tags r:id="rId7"/>
            </p:custDataLst>
          </p:nvPr>
        </p:nvSpPr>
        <p:spPr>
          <a:xfrm>
            <a:off x="5769119" y="3686208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360">
                <a:solidFill>
                  <a:srgbClr val="000000"/>
                </a:solidFill>
              </a:rPr>
              <a:t>03</a:t>
            </a:r>
            <a:endParaRPr lang="en-US" sz="3360"/>
          </a:p>
        </p:txBody>
      </p:sp>
      <p:sp>
        <p:nvSpPr>
          <p:cNvPr id="7" name="Text 3"/>
          <p:cNvSpPr/>
          <p:nvPr>
            <p:custDataLst>
              <p:tags r:id="rId8"/>
            </p:custDataLst>
          </p:nvPr>
        </p:nvSpPr>
        <p:spPr>
          <a:xfrm>
            <a:off x="5769119" y="4702801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360">
                <a:solidFill>
                  <a:srgbClr val="000000"/>
                </a:solidFill>
              </a:rPr>
              <a:t>04</a:t>
            </a:r>
            <a:endParaRPr lang="en-US" sz="3360"/>
          </a:p>
        </p:txBody>
      </p:sp>
      <p:sp>
        <p:nvSpPr>
          <p:cNvPr id="8" name="Text 4"/>
          <p:cNvSpPr/>
          <p:nvPr>
            <p:custDataLst>
              <p:tags r:id="rId9"/>
            </p:custDataLst>
          </p:nvPr>
        </p:nvSpPr>
        <p:spPr>
          <a:xfrm>
            <a:off x="965498" y="2799393"/>
            <a:ext cx="1769654" cy="73152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4800">
                <a:solidFill>
                  <a:srgbClr val="000000"/>
                </a:solidFill>
              </a:rPr>
              <a:t>目录</a:t>
            </a:r>
            <a:endParaRPr lang="en-US" sz="4800"/>
          </a:p>
        </p:txBody>
      </p:sp>
      <p:sp>
        <p:nvSpPr>
          <p:cNvPr id="9" name="Text 5"/>
          <p:cNvSpPr/>
          <p:nvPr>
            <p:custDataLst>
              <p:tags r:id="rId10"/>
            </p:custDataLst>
          </p:nvPr>
        </p:nvSpPr>
        <p:spPr>
          <a:xfrm>
            <a:off x="953110" y="3733353"/>
            <a:ext cx="315010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2040">
                <a:solidFill>
                  <a:srgbClr val="000000"/>
                </a:solidFill>
              </a:rPr>
              <a:t>CONTENTS</a:t>
            </a:r>
            <a:endParaRPr lang="en-US" sz="2040"/>
          </a:p>
        </p:txBody>
      </p:sp>
      <p:sp>
        <p:nvSpPr>
          <p:cNvPr id="10" name="Text 6"/>
          <p:cNvSpPr/>
          <p:nvPr>
            <p:custDataLst>
              <p:tags r:id="rId11"/>
            </p:custDataLst>
          </p:nvPr>
        </p:nvSpPr>
        <p:spPr>
          <a:xfrm>
            <a:off x="7064048" y="4727345"/>
            <a:ext cx="4878288" cy="9144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3000">
                <a:solidFill>
                  <a:srgbClr val="000000"/>
                </a:solidFill>
              </a:rPr>
              <a:t>网络架构测评核心指标（冗余与可用性）</a:t>
            </a:r>
            <a:endParaRPr lang="en-US" sz="3000"/>
          </a:p>
        </p:txBody>
      </p:sp>
      <p:sp>
        <p:nvSpPr>
          <p:cNvPr id="11" name="Text 7"/>
          <p:cNvSpPr/>
          <p:nvPr>
            <p:custDataLst>
              <p:tags r:id="rId12"/>
            </p:custDataLst>
          </p:nvPr>
        </p:nvSpPr>
        <p:spPr>
          <a:xfrm>
            <a:off x="7064048" y="1677568"/>
            <a:ext cx="4878288" cy="4572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3000">
                <a:solidFill>
                  <a:srgbClr val="000000"/>
                </a:solidFill>
              </a:rPr>
              <a:t>学习目标</a:t>
            </a:r>
            <a:endParaRPr lang="en-US" sz="3000"/>
          </a:p>
        </p:txBody>
      </p:sp>
      <p:sp>
        <p:nvSpPr>
          <p:cNvPr id="12" name="Text 8"/>
          <p:cNvSpPr/>
          <p:nvPr>
            <p:custDataLst>
              <p:tags r:id="rId13"/>
            </p:custDataLst>
          </p:nvPr>
        </p:nvSpPr>
        <p:spPr>
          <a:xfrm>
            <a:off x="7064048" y="3710752"/>
            <a:ext cx="4878288" cy="9144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3000">
                <a:solidFill>
                  <a:srgbClr val="000000"/>
                </a:solidFill>
              </a:rPr>
              <a:t>网络架构测评核心指标（分区与隔离）</a:t>
            </a:r>
            <a:endParaRPr lang="en-US" sz="3000"/>
          </a:p>
        </p:txBody>
      </p:sp>
      <p:sp>
        <p:nvSpPr>
          <p:cNvPr id="13" name="Text 9"/>
          <p:cNvSpPr/>
          <p:nvPr>
            <p:custDataLst>
              <p:tags r:id="rId14"/>
            </p:custDataLst>
          </p:nvPr>
        </p:nvSpPr>
        <p:spPr>
          <a:xfrm>
            <a:off x="7064048" y="2694160"/>
            <a:ext cx="4878288" cy="9144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3000">
                <a:solidFill>
                  <a:srgbClr val="000000"/>
                </a:solidFill>
              </a:rPr>
              <a:t>安全通信网络在等保标准中的位置</a:t>
            </a:r>
            <a:endParaRPr lang="en-US" sz="300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grpSp>
        <p:nvGrpSpPr>
          <p:cNvPr id="39" name="组合 38"/>
          <p:cNvGrpSpPr/>
          <p:nvPr>
            <p:custDataLst>
              <p:tags r:id="rId5"/>
            </p:custDataLst>
          </p:nvPr>
        </p:nvGrpSpPr>
        <p:grpSpPr>
          <a:xfrm>
            <a:off x="5748528" y="501413"/>
            <a:ext cx="5629656" cy="585708"/>
            <a:chOff x="-635000" y="-589280"/>
            <a:chExt cx="5629656" cy="583353"/>
          </a:xfrm>
        </p:grpSpPr>
        <p:sp>
          <p:nvSpPr>
            <p:cNvPr id="40" name="Text 0" descr="TEMP_Z_ORDER_2"/>
            <p:cNvSpPr/>
            <p:nvPr>
              <p:custDataLst>
                <p:tags r:id="rId6"/>
              </p:custDataLst>
            </p:nvPr>
          </p:nvSpPr>
          <p:spPr>
            <a:xfrm>
              <a:off x="-394208" y="-425872"/>
              <a:ext cx="5388864" cy="41994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zh-CN" altLang="en-US" sz="264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情境分析</a:t>
              </a:r>
              <a:endParaRPr lang="en-US" sz="2640"/>
            </a:p>
          </p:txBody>
        </p:sp>
        <p:pic>
          <p:nvPicPr>
            <p:cNvPr id="41" name="Image 2" descr="TEMP_Z_ORDER_3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-635000" y="-589280"/>
              <a:ext cx="60960" cy="528828"/>
            </a:xfrm>
            <a:prstGeom prst="rect">
              <a:avLst/>
            </a:prstGeom>
          </p:spPr>
        </p:pic>
      </p:grpSp>
      <p:grpSp>
        <p:nvGrpSpPr>
          <p:cNvPr id="42" name="组合 41"/>
          <p:cNvGrpSpPr/>
          <p:nvPr>
            <p:custDataLst>
              <p:tags r:id="rId10"/>
            </p:custDataLst>
          </p:nvPr>
        </p:nvGrpSpPr>
        <p:grpSpPr>
          <a:xfrm>
            <a:off x="5745480" y="1405890"/>
            <a:ext cx="5836920" cy="2621010"/>
            <a:chOff x="-635000" y="-635000"/>
            <a:chExt cx="5836920" cy="2530630"/>
          </a:xfrm>
        </p:grpSpPr>
        <p:pic>
          <p:nvPicPr>
            <p:cNvPr id="43" name="Image 3" descr="TEMP_Z_ORDER_4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635000" y="-635000"/>
              <a:ext cx="5836920" cy="2514600"/>
            </a:xfrm>
            <a:prstGeom prst="rect">
              <a:avLst/>
            </a:prstGeom>
          </p:spPr>
        </p:pic>
        <p:sp>
          <p:nvSpPr>
            <p:cNvPr id="44" name="Text 1" descr="TEMP_Z_ORDER_5"/>
            <p:cNvSpPr/>
            <p:nvPr>
              <p:custDataLst>
                <p:tags r:id="rId13"/>
              </p:custDataLst>
            </p:nvPr>
          </p:nvSpPr>
          <p:spPr>
            <a:xfrm>
              <a:off x="-375921" y="-596636"/>
              <a:ext cx="4715526" cy="40097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素材：某市政务服务中心网络拓扑案例</a:t>
              </a:r>
              <a:endParaRPr lang="en-US" sz="2160"/>
            </a:p>
          </p:txBody>
        </p:sp>
        <p:sp>
          <p:nvSpPr>
            <p:cNvPr id="45" name="Text 2" descr="TEMP_Z_ORDER_6"/>
            <p:cNvSpPr/>
            <p:nvPr>
              <p:custDataLst>
                <p:tags r:id="rId14"/>
              </p:custDataLst>
            </p:nvPr>
          </p:nvSpPr>
          <p:spPr>
            <a:xfrm>
              <a:off x="-132080" y="-243488"/>
              <a:ext cx="5084064" cy="213911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43840" indent="-243840">
                <a:lnSpc>
                  <a:spcPct val="125000"/>
                </a:lnSpc>
                <a:buSzTx/>
                <a:buChar char="•"/>
              </a:pPr>
              <a:r>
                <a:rPr lang="en-US" sz="1920" b="1">
                  <a:solidFill>
                    <a:srgbClr val="111827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互联网出口：</a:t>
              </a: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单台防火墙（无冗余）</a:t>
              </a:r>
              <a:endParaRPr lang="en-US" sz="1920"/>
            </a:p>
            <a:p>
              <a:pPr marL="243840" indent="-243840">
                <a:lnSpc>
                  <a:spcPct val="125000"/>
                </a:lnSpc>
                <a:buSzTx/>
                <a:buChar char="•"/>
              </a:pPr>
              <a:r>
                <a:rPr lang="en-US" sz="1920" b="1">
                  <a:solidFill>
                    <a:srgbClr val="111827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核心层：</a:t>
              </a: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单台核心交换机</a:t>
              </a:r>
              <a:endParaRPr lang="en-US" sz="1920"/>
            </a:p>
            <a:p>
              <a:pPr marL="243840" indent="-243840">
                <a:lnSpc>
                  <a:spcPct val="125000"/>
                </a:lnSpc>
                <a:buSzTx/>
                <a:buChar char="•"/>
              </a:pPr>
              <a:r>
                <a:rPr lang="en-US" sz="1920" b="1">
                  <a:solidFill>
                    <a:srgbClr val="111827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服务器区：</a:t>
              </a: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Web、应用、数据库服务器在同一VLAN</a:t>
              </a:r>
              <a:endParaRPr lang="en-US" sz="1920"/>
            </a:p>
            <a:p>
              <a:pPr marL="243840" indent="-243840">
                <a:lnSpc>
                  <a:spcPct val="125000"/>
                </a:lnSpc>
                <a:buSzTx/>
                <a:buChar char="•"/>
              </a:pPr>
              <a:r>
                <a:rPr lang="en-US" sz="1920" b="1">
                  <a:solidFill>
                    <a:srgbClr val="111827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办公区：</a:t>
              </a: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与服务器区直连，无访问控制</a:t>
              </a:r>
              <a:endParaRPr lang="en-US" sz="1920"/>
            </a:p>
            <a:p>
              <a:pPr marL="243840" indent="-243840">
                <a:lnSpc>
                  <a:spcPct val="125000"/>
                </a:lnSpc>
                <a:buSzTx/>
                <a:buChar char="•"/>
              </a:pPr>
              <a:r>
                <a:rPr lang="en-US" sz="1920" b="1">
                  <a:solidFill>
                    <a:srgbClr val="111827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远程接入：</a:t>
              </a: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采用Telnet管理</a:t>
              </a:r>
              <a:endParaRPr lang="en-US" sz="1920"/>
            </a:p>
          </p:txBody>
        </p:sp>
      </p:grpSp>
      <p:grpSp>
        <p:nvGrpSpPr>
          <p:cNvPr id="23" name="组合 22"/>
          <p:cNvGrpSpPr/>
          <p:nvPr>
            <p:custDataLst>
              <p:tags r:id="rId15"/>
            </p:custDataLst>
          </p:nvPr>
        </p:nvGrpSpPr>
        <p:grpSpPr>
          <a:xfrm>
            <a:off x="5745480" y="4297680"/>
            <a:ext cx="4728845" cy="855824"/>
            <a:chOff x="-635000" y="-635000"/>
            <a:chExt cx="2654000" cy="856075"/>
          </a:xfrm>
        </p:grpSpPr>
        <p:pic>
          <p:nvPicPr>
            <p:cNvPr id="24" name="Image 4" descr="TEMP_Z_ORDER_7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-635000" y="-589280"/>
              <a:ext cx="304800" cy="304800"/>
            </a:xfrm>
            <a:prstGeom prst="rect">
              <a:avLst/>
            </a:prstGeom>
          </p:spPr>
        </p:pic>
        <p:sp>
          <p:nvSpPr>
            <p:cNvPr id="25" name="Text 3" descr="TEMP_Z_ORDER_8"/>
            <p:cNvSpPr/>
            <p:nvPr>
              <p:custDataLst>
                <p:tags r:id="rId19"/>
              </p:custDataLst>
            </p:nvPr>
          </p:nvSpPr>
          <p:spPr>
            <a:xfrm>
              <a:off x="-208280" y="-635000"/>
              <a:ext cx="832152" cy="41541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讨论：</a:t>
              </a:r>
              <a:endParaRPr lang="en-US" sz="2160"/>
            </a:p>
          </p:txBody>
        </p:sp>
        <p:sp>
          <p:nvSpPr>
            <p:cNvPr id="26" name="Text 4" descr="TEMP_Z_ORDER_9"/>
            <p:cNvSpPr/>
            <p:nvPr>
              <p:custDataLst>
                <p:tags r:id="rId20"/>
              </p:custDataLst>
            </p:nvPr>
          </p:nvSpPr>
          <p:spPr>
            <a:xfrm>
              <a:off x="-635000" y="-101600"/>
              <a:ext cx="126667" cy="32267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•</a:t>
              </a:r>
              <a:endParaRPr lang="en-US" sz="1680"/>
            </a:p>
          </p:txBody>
        </p:sp>
        <p:sp>
          <p:nvSpPr>
            <p:cNvPr id="27" name="Text 5" descr="TEMP_Z_ORDER_10"/>
            <p:cNvSpPr/>
            <p:nvPr>
              <p:custDataLst>
                <p:tags r:id="rId21"/>
              </p:custDataLst>
            </p:nvPr>
          </p:nvSpPr>
          <p:spPr>
            <a:xfrm>
              <a:off x="-489504" y="-55952"/>
              <a:ext cx="2508504" cy="25788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8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这张拓扑图中存在哪些安全隐患？</a:t>
              </a:r>
              <a:endParaRPr lang="en-US" sz="1680"/>
            </a:p>
          </p:txBody>
        </p:sp>
      </p:grpSp>
      <p:grpSp>
        <p:nvGrpSpPr>
          <p:cNvPr id="34" name="组合 33"/>
          <p:cNvGrpSpPr/>
          <p:nvPr>
            <p:custDataLst>
              <p:tags r:id="rId22"/>
            </p:custDataLst>
          </p:nvPr>
        </p:nvGrpSpPr>
        <p:grpSpPr>
          <a:xfrm>
            <a:off x="609600" y="990600"/>
            <a:ext cx="4785360" cy="4282440"/>
            <a:chOff x="-635000" y="-635000"/>
            <a:chExt cx="4785360" cy="4282440"/>
          </a:xfrm>
        </p:grpSpPr>
        <p:pic>
          <p:nvPicPr>
            <p:cNvPr id="35" name="Image 5" descr="TEMP_Z_ORDER_17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4785360" cy="428244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36" name="Image 6" descr="TEMP_Z_ORDER_18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27"/>
            <a:stretch>
              <a:fillRect/>
            </a:stretch>
          </p:blipFill>
          <p:spPr>
            <a:xfrm>
              <a:off x="-375920" y="-375920"/>
              <a:ext cx="4267200" cy="3764280"/>
            </a:xfrm>
            <a:prstGeom prst="rect">
              <a:avLst/>
            </a:prstGeom>
          </p:spPr>
        </p:pic>
        <p:pic>
          <p:nvPicPr>
            <p:cNvPr id="37" name="Image 7" descr="TEMP_Z_ORDER_19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29"/>
            <a:stretch>
              <a:fillRect/>
            </a:stretch>
          </p:blipFill>
          <p:spPr>
            <a:xfrm>
              <a:off x="-619760" y="-619760"/>
              <a:ext cx="1219200" cy="441960"/>
            </a:xfrm>
            <a:prstGeom prst="rect">
              <a:avLst/>
            </a:prstGeom>
          </p:spPr>
        </p:pic>
        <p:sp>
          <p:nvSpPr>
            <p:cNvPr id="38" name="Text 12" descr="TEMP_Z_ORDER_20"/>
            <p:cNvSpPr/>
            <p:nvPr>
              <p:custDataLst>
                <p:tags r:id="rId30"/>
              </p:custDataLst>
            </p:nvPr>
          </p:nvSpPr>
          <p:spPr>
            <a:xfrm>
              <a:off x="-436880" y="-558800"/>
              <a:ext cx="859409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案例导入</a:t>
              </a:r>
              <a:endParaRPr lang="en-US" sz="1680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314960" y="1421130"/>
            <a:ext cx="5080000" cy="3291840"/>
          </a:xfrm>
          <a:prstGeom prst="rect">
            <a:avLst/>
          </a:prstGeom>
          <a:solidFill>
            <a:schemeClr val="accent2"/>
          </a:solidFill>
        </p:spPr>
        <p:txBody>
          <a:bodyPr>
            <a:spAutoFit/>
          </a:bodyPr>
          <a:p>
            <a:pPr>
              <a:buAutoNum type="arabicPeriod"/>
            </a:pPr>
            <a:r>
              <a:rPr lang="zh-CN" altLang="en-US" sz="1600"/>
              <a:t>单点故障隐患：互联网出口单台防火墙、核心层单台核心交换机，没有冗余设备。一旦设备故障，整个网络瘫痪。</a:t>
            </a:r>
            <a:endParaRPr lang="zh-CN" altLang="en-US" sz="1600"/>
          </a:p>
          <a:p>
            <a:pPr>
              <a:buAutoNum type="arabicPeriod"/>
            </a:pPr>
            <a:r>
              <a:rPr lang="zh-CN" altLang="en-US" sz="1600"/>
              <a:t>服务器区域划分不合理：</a:t>
            </a:r>
            <a:r>
              <a:rPr lang="en-US" altLang="zh-CN" sz="1600"/>
              <a:t>Web</a:t>
            </a:r>
            <a:r>
              <a:rPr lang="zh-CN" altLang="en-US" sz="1600"/>
              <a:t>、应用、数据库服务器放在同一个 </a:t>
            </a:r>
            <a:r>
              <a:rPr lang="en-US" altLang="zh-CN" sz="1600"/>
              <a:t>VLAN</a:t>
            </a:r>
            <a:r>
              <a:rPr lang="zh-CN" altLang="en-US" sz="1600"/>
              <a:t>。如果 </a:t>
            </a:r>
            <a:r>
              <a:rPr lang="en-US" altLang="zh-CN" sz="1600"/>
              <a:t>Web </a:t>
            </a:r>
            <a:r>
              <a:rPr lang="zh-CN" altLang="en-US" sz="1600"/>
              <a:t>服务器被入侵，攻击者可以直接访问内网数据库。</a:t>
            </a:r>
            <a:endParaRPr lang="zh-CN" altLang="en-US" sz="1600"/>
          </a:p>
          <a:p>
            <a:pPr>
              <a:buAutoNum type="arabicPeriod"/>
            </a:pPr>
            <a:r>
              <a:rPr lang="zh-CN" altLang="en-US" sz="1600"/>
              <a:t>访问控制缺失：办公区和服务器区直连，没有部署 </a:t>
            </a:r>
            <a:r>
              <a:rPr lang="en-US" altLang="zh-CN" sz="1600"/>
              <a:t>ACL / </a:t>
            </a:r>
            <a:r>
              <a:rPr lang="zh-CN" altLang="en-US" sz="1600"/>
              <a:t>防火墙策略，办公终端可以随意访问服务器，一旦办公电脑中毒，会直接威胁业务服务器。</a:t>
            </a:r>
            <a:endParaRPr lang="zh-CN" altLang="en-US" sz="1600"/>
          </a:p>
          <a:p>
            <a:pPr>
              <a:buAutoNum type="arabicPeriod"/>
            </a:pPr>
            <a:r>
              <a:rPr lang="zh-CN" altLang="en-US" sz="1600"/>
              <a:t>管理明文风险：远程管理使用 </a:t>
            </a:r>
            <a:r>
              <a:rPr lang="en-US" altLang="zh-CN" sz="1600"/>
              <a:t>Telnet </a:t>
            </a:r>
            <a:r>
              <a:rPr lang="zh-CN" altLang="en-US" sz="1600"/>
              <a:t>协议，传输数据明文，账号密码容易被抓包窃取。</a:t>
            </a:r>
            <a:endParaRPr lang="zh-CN" altLang="en-US" sz="1600"/>
          </a:p>
          <a:p>
            <a:pPr>
              <a:buAutoNum type="arabicPeriod"/>
            </a:pPr>
            <a:r>
              <a:rPr lang="zh-CN" altLang="en-US" sz="1600"/>
              <a:t>额外隐患：政务网络，缺少安全区域隔离，不符合等保要求。</a:t>
            </a:r>
            <a:endParaRPr lang="zh-CN" altLang="en-US" sz="16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1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1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26" name="组合 25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5251704" cy="1889760"/>
            <a:chOff x="-635000" y="-635000"/>
            <a:chExt cx="5251704" cy="1889760"/>
          </a:xfrm>
        </p:grpSpPr>
        <p:pic>
          <p:nvPicPr>
            <p:cNvPr id="27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508760" cy="746760"/>
            </a:xfrm>
            <a:prstGeom prst="rect">
              <a:avLst/>
            </a:prstGeom>
          </p:spPr>
        </p:pic>
        <p:sp>
          <p:nvSpPr>
            <p:cNvPr id="28" name="Text 0" descr="TEMP_Z_ORDER_4"/>
            <p:cNvSpPr/>
            <p:nvPr>
              <p:custDataLst>
                <p:tags r:id="rId11"/>
              </p:custDataLst>
            </p:nvPr>
          </p:nvSpPr>
          <p:spPr>
            <a:xfrm>
              <a:off x="-391160" y="-513080"/>
              <a:ext cx="1014936" cy="48751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6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目标一</a:t>
              </a:r>
              <a:endParaRPr lang="en-US" sz="2640"/>
            </a:p>
          </p:txBody>
        </p:sp>
        <p:sp>
          <p:nvSpPr>
            <p:cNvPr id="29" name="Text 1" descr="TEMP_Z_ORDER_5"/>
            <p:cNvSpPr/>
            <p:nvPr>
              <p:custDataLst>
                <p:tags r:id="rId12"/>
              </p:custDataLst>
            </p:nvPr>
          </p:nvSpPr>
          <p:spPr>
            <a:xfrm>
              <a:off x="-635000" y="369989"/>
              <a:ext cx="5251704" cy="87038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理解安全通信网络测评的核心指标（网络架构+通信传输）</a:t>
              </a:r>
              <a:endParaRPr lang="en-US" sz="2160"/>
            </a:p>
          </p:txBody>
        </p:sp>
      </p:grpSp>
      <p:grpSp>
        <p:nvGrpSpPr>
          <p:cNvPr id="30" name="组合 29"/>
          <p:cNvGrpSpPr/>
          <p:nvPr>
            <p:custDataLst>
              <p:tags r:id="rId13"/>
            </p:custDataLst>
          </p:nvPr>
        </p:nvGrpSpPr>
        <p:grpSpPr>
          <a:xfrm>
            <a:off x="6339840" y="1371600"/>
            <a:ext cx="5251704" cy="1950720"/>
            <a:chOff x="-635000" y="-635000"/>
            <a:chExt cx="5251704" cy="1950720"/>
          </a:xfrm>
        </p:grpSpPr>
        <p:pic>
          <p:nvPicPr>
            <p:cNvPr id="31" name="Image 4" descr="TEMP_Z_ORDER_6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508760" cy="746760"/>
            </a:xfrm>
            <a:prstGeom prst="rect">
              <a:avLst/>
            </a:prstGeom>
          </p:spPr>
        </p:pic>
        <p:sp>
          <p:nvSpPr>
            <p:cNvPr id="32" name="Text 2" descr="TEMP_Z_ORDER_7"/>
            <p:cNvSpPr/>
            <p:nvPr>
              <p:custDataLst>
                <p:tags r:id="rId15"/>
              </p:custDataLst>
            </p:nvPr>
          </p:nvSpPr>
          <p:spPr>
            <a:xfrm>
              <a:off x="-391160" y="-513080"/>
              <a:ext cx="1014936" cy="48751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6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目标二</a:t>
              </a:r>
              <a:endParaRPr lang="en-US" sz="2640"/>
            </a:p>
          </p:txBody>
        </p:sp>
        <p:sp>
          <p:nvSpPr>
            <p:cNvPr id="33" name="Text 3" descr="TEMP_Z_ORDER_8"/>
            <p:cNvSpPr/>
            <p:nvPr>
              <p:custDataLst>
                <p:tags r:id="rId16"/>
              </p:custDataLst>
            </p:nvPr>
          </p:nvSpPr>
          <p:spPr>
            <a:xfrm>
              <a:off x="-635000" y="621837"/>
              <a:ext cx="4715526" cy="42764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掌握网络拓扑合规性检查的方法与步骤</a:t>
              </a:r>
              <a:endParaRPr lang="en-US" sz="2160"/>
            </a:p>
          </p:txBody>
        </p:sp>
      </p:grpSp>
      <p:grpSp>
        <p:nvGrpSpPr>
          <p:cNvPr id="18" name="组合 17"/>
          <p:cNvGrpSpPr/>
          <p:nvPr>
            <p:custDataLst>
              <p:tags r:id="rId17"/>
            </p:custDataLst>
          </p:nvPr>
        </p:nvGrpSpPr>
        <p:grpSpPr>
          <a:xfrm>
            <a:off x="609600" y="3688080"/>
            <a:ext cx="5251704" cy="1950720"/>
            <a:chOff x="-635000" y="-635000"/>
            <a:chExt cx="5251704" cy="1950720"/>
          </a:xfrm>
        </p:grpSpPr>
        <p:pic>
          <p:nvPicPr>
            <p:cNvPr id="19" name="Image 5" descr="TEMP_Z_ORDER_9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508760" cy="746760"/>
            </a:xfrm>
            <a:prstGeom prst="rect">
              <a:avLst/>
            </a:prstGeom>
          </p:spPr>
        </p:pic>
        <p:sp>
          <p:nvSpPr>
            <p:cNvPr id="20" name="Text 4" descr="TEMP_Z_ORDER_10"/>
            <p:cNvSpPr/>
            <p:nvPr>
              <p:custDataLst>
                <p:tags r:id="rId19"/>
              </p:custDataLst>
            </p:nvPr>
          </p:nvSpPr>
          <p:spPr>
            <a:xfrm>
              <a:off x="-391160" y="-513080"/>
              <a:ext cx="1014936" cy="48751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6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目标三</a:t>
              </a:r>
              <a:endParaRPr lang="en-US" sz="2640"/>
            </a:p>
          </p:txBody>
        </p:sp>
        <p:sp>
          <p:nvSpPr>
            <p:cNvPr id="21" name="Text 5" descr="TEMP_Z_ORDER_11"/>
            <p:cNvSpPr/>
            <p:nvPr>
              <p:custDataLst>
                <p:tags r:id="rId20"/>
              </p:custDataLst>
            </p:nvPr>
          </p:nvSpPr>
          <p:spPr>
            <a:xfrm>
              <a:off x="-635000" y="621837"/>
              <a:ext cx="4438142" cy="42764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能够识别网络架构中的常见安全隐患</a:t>
              </a:r>
              <a:endParaRPr lang="en-US" sz="2160"/>
            </a:p>
          </p:txBody>
        </p:sp>
      </p:grpSp>
      <p:grpSp>
        <p:nvGrpSpPr>
          <p:cNvPr id="22" name="组合 21"/>
          <p:cNvGrpSpPr/>
          <p:nvPr>
            <p:custDataLst>
              <p:tags r:id="rId21"/>
            </p:custDataLst>
          </p:nvPr>
        </p:nvGrpSpPr>
        <p:grpSpPr>
          <a:xfrm>
            <a:off x="6339840" y="3688080"/>
            <a:ext cx="5251704" cy="1950720"/>
            <a:chOff x="-635000" y="-635000"/>
            <a:chExt cx="5251704" cy="1950720"/>
          </a:xfrm>
        </p:grpSpPr>
        <p:pic>
          <p:nvPicPr>
            <p:cNvPr id="23" name="Image 6" descr="TEMP_Z_ORDER_12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508760" cy="746760"/>
            </a:xfrm>
            <a:prstGeom prst="rect">
              <a:avLst/>
            </a:prstGeom>
          </p:spPr>
        </p:pic>
        <p:sp>
          <p:nvSpPr>
            <p:cNvPr id="24" name="Text 6" descr="TEMP_Z_ORDER_13"/>
            <p:cNvSpPr/>
            <p:nvPr>
              <p:custDataLst>
                <p:tags r:id="rId23"/>
              </p:custDataLst>
            </p:nvPr>
          </p:nvSpPr>
          <p:spPr>
            <a:xfrm>
              <a:off x="-391160" y="-513080"/>
              <a:ext cx="1014936" cy="48751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6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目标四</a:t>
              </a:r>
              <a:endParaRPr lang="en-US" sz="2640"/>
            </a:p>
          </p:txBody>
        </p:sp>
        <p:sp>
          <p:nvSpPr>
            <p:cNvPr id="25" name="Text 7" descr="TEMP_Z_ORDER_14"/>
            <p:cNvSpPr/>
            <p:nvPr>
              <p:custDataLst>
                <p:tags r:id="rId24"/>
              </p:custDataLst>
            </p:nvPr>
          </p:nvSpPr>
          <p:spPr>
            <a:xfrm>
              <a:off x="-635000" y="621837"/>
              <a:ext cx="5270293" cy="42764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能够规范填写《安全通信网络测评记录表》</a:t>
              </a:r>
              <a:endParaRPr lang="en-US" sz="2160"/>
            </a:p>
          </p:txBody>
        </p:sp>
      </p:grpSp>
      <p:sp>
        <p:nvSpPr>
          <p:cNvPr id="17" name="Text 8"/>
          <p:cNvSpPr/>
          <p:nvPr>
            <p:custDataLst>
              <p:tags r:id="rId25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学习目标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3" presetClass="entr" presetSubtype="16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3" presetClass="entr" presetSubtype="16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21" name="组合 20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10981944" cy="883920"/>
            <a:chOff x="-635000" y="-635000"/>
            <a:chExt cx="10981944" cy="883920"/>
          </a:xfrm>
        </p:grpSpPr>
        <p:sp>
          <p:nvSpPr>
            <p:cNvPr id="22" name="Text 0" descr="TEMP_Z_ORDER_3"/>
            <p:cNvSpPr/>
            <p:nvPr>
              <p:custDataLst>
                <p:tags r:id="rId8"/>
              </p:custDataLst>
            </p:nvPr>
          </p:nvSpPr>
          <p:spPr>
            <a:xfrm>
              <a:off x="-635000" y="-635000"/>
              <a:ext cx="7909449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GB/T 22239-2019 安全技术要求 → 第二大类：安全通信网络</a:t>
              </a:r>
              <a:endParaRPr lang="en-US" sz="2160"/>
            </a:p>
          </p:txBody>
        </p:sp>
        <p:sp>
          <p:nvSpPr>
            <p:cNvPr id="23" name="Text 1" descr="TEMP_Z_ORDER_4"/>
            <p:cNvSpPr/>
            <p:nvPr>
              <p:custDataLst>
                <p:tags r:id="rId9"/>
              </p:custDataLst>
            </p:nvPr>
          </p:nvSpPr>
          <p:spPr>
            <a:xfrm>
              <a:off x="-635000" y="-162560"/>
              <a:ext cx="1386919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>
                  <a:solidFill>
                    <a:srgbClr val="555555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两个子类：</a:t>
              </a:r>
              <a:endParaRPr lang="en-US" sz="2160"/>
            </a:p>
          </p:txBody>
        </p:sp>
      </p:grpSp>
      <p:grpSp>
        <p:nvGrpSpPr>
          <p:cNvPr id="24" name="组合 23"/>
          <p:cNvGrpSpPr/>
          <p:nvPr>
            <p:custDataLst>
              <p:tags r:id="rId10"/>
            </p:custDataLst>
          </p:nvPr>
        </p:nvGrpSpPr>
        <p:grpSpPr>
          <a:xfrm>
            <a:off x="609600" y="2499360"/>
            <a:ext cx="5303520" cy="3352800"/>
            <a:chOff x="-635000" y="-635000"/>
            <a:chExt cx="5303520" cy="3352800"/>
          </a:xfrm>
        </p:grpSpPr>
        <p:pic>
          <p:nvPicPr>
            <p:cNvPr id="25" name="Image 3" descr="TEMP_Z_ORDER_5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635000" y="-635000"/>
              <a:ext cx="5303520" cy="3352800"/>
            </a:xfrm>
            <a:prstGeom prst="rect">
              <a:avLst/>
            </a:prstGeom>
          </p:spPr>
        </p:pic>
        <p:sp>
          <p:nvSpPr>
            <p:cNvPr id="26" name="Text 2" descr="TEMP_Z_ORDER_6"/>
            <p:cNvSpPr/>
            <p:nvPr>
              <p:custDataLst>
                <p:tags r:id="rId13"/>
              </p:custDataLst>
            </p:nvPr>
          </p:nvSpPr>
          <p:spPr>
            <a:xfrm>
              <a:off x="-269240" y="96520"/>
              <a:ext cx="4581144" cy="87038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网络划分、区域隔离、冗余设计（占比约70%）</a:t>
              </a:r>
              <a:endParaRPr lang="en-US" sz="2160"/>
            </a:p>
          </p:txBody>
        </p:sp>
        <p:pic>
          <p:nvPicPr>
            <p:cNvPr id="27" name="Image 4" descr="TEMP_Z_ORDER_7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844040" cy="624840"/>
            </a:xfrm>
            <a:prstGeom prst="rect">
              <a:avLst/>
            </a:prstGeom>
          </p:spPr>
        </p:pic>
        <p:sp>
          <p:nvSpPr>
            <p:cNvPr id="28" name="Text 3" descr="TEMP_Z_ORDER_8"/>
            <p:cNvSpPr/>
            <p:nvPr>
              <p:custDataLst>
                <p:tags r:id="rId17"/>
              </p:custDataLst>
            </p:nvPr>
          </p:nvSpPr>
          <p:spPr>
            <a:xfrm>
              <a:off x="-391160" y="-574040"/>
              <a:ext cx="1353249" cy="48751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6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网络架构</a:t>
              </a:r>
              <a:endParaRPr lang="en-US" sz="2640"/>
            </a:p>
          </p:txBody>
        </p:sp>
      </p:grpSp>
      <p:grpSp>
        <p:nvGrpSpPr>
          <p:cNvPr id="16" name="组合 15"/>
          <p:cNvGrpSpPr/>
          <p:nvPr>
            <p:custDataLst>
              <p:tags r:id="rId18"/>
            </p:custDataLst>
          </p:nvPr>
        </p:nvGrpSpPr>
        <p:grpSpPr>
          <a:xfrm>
            <a:off x="6278880" y="2499360"/>
            <a:ext cx="5303520" cy="3352800"/>
            <a:chOff x="-635000" y="-635000"/>
            <a:chExt cx="5303520" cy="3352800"/>
          </a:xfrm>
        </p:grpSpPr>
        <p:pic>
          <p:nvPicPr>
            <p:cNvPr id="17" name="Image 5" descr="TEMP_Z_ORDER_9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634999" y="-635000"/>
              <a:ext cx="5303520" cy="3352800"/>
            </a:xfrm>
            <a:prstGeom prst="rect">
              <a:avLst/>
            </a:prstGeom>
          </p:spPr>
        </p:pic>
        <p:sp>
          <p:nvSpPr>
            <p:cNvPr id="18" name="Text 4" descr="TEMP_Z_ORDER_10"/>
            <p:cNvSpPr/>
            <p:nvPr>
              <p:custDataLst>
                <p:tags r:id="rId20"/>
              </p:custDataLst>
            </p:nvPr>
          </p:nvSpPr>
          <p:spPr>
            <a:xfrm>
              <a:off x="-269240" y="96520"/>
              <a:ext cx="4502277" cy="27227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04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数据加密、完整性校验（占比约30%）</a:t>
              </a:r>
              <a:endParaRPr lang="en-US" sz="2040"/>
            </a:p>
          </p:txBody>
        </p:sp>
        <p:pic>
          <p:nvPicPr>
            <p:cNvPr id="19" name="Image 6" descr="TEMP_Z_ORDER_11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844040" cy="624840"/>
            </a:xfrm>
            <a:prstGeom prst="rect">
              <a:avLst/>
            </a:prstGeom>
          </p:spPr>
        </p:pic>
        <p:sp>
          <p:nvSpPr>
            <p:cNvPr id="20" name="Text 5" descr="TEMP_Z_ORDER_12"/>
            <p:cNvSpPr/>
            <p:nvPr>
              <p:custDataLst>
                <p:tags r:id="rId22"/>
              </p:custDataLst>
            </p:nvPr>
          </p:nvSpPr>
          <p:spPr>
            <a:xfrm>
              <a:off x="-391160" y="-574040"/>
              <a:ext cx="1353249" cy="48751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6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通信传输</a:t>
              </a:r>
              <a:endParaRPr lang="en-US" sz="2640"/>
            </a:p>
          </p:txBody>
        </p:sp>
      </p:grpSp>
      <p:sp>
        <p:nvSpPr>
          <p:cNvPr id="15" name="Text 6"/>
          <p:cNvSpPr/>
          <p:nvPr>
            <p:custDataLst>
              <p:tags r:id="rId23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安全通信网络在等保标准中的位置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>
            <p:custDataLst>
              <p:tags r:id="rId7"/>
            </p:custDataLst>
          </p:nvPr>
        </p:nvSpPr>
        <p:spPr>
          <a:xfrm>
            <a:off x="4373880" y="1371600"/>
            <a:ext cx="34533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5000"/>
              </a:lnSpc>
              <a:buNone/>
            </a:pPr>
            <a:r>
              <a:rPr lang="en-US" sz="2160" b="1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第二级 vs 第三级差异对比表</a:t>
            </a:r>
            <a:endParaRPr lang="en-US" sz="216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custDataLst>
              <p:tags r:id="rId8"/>
            </p:custDataLst>
          </p:nvPr>
        </p:nvGraphicFramePr>
        <p:xfrm>
          <a:off x="609600" y="1981200"/>
          <a:ext cx="10972800" cy="2407920"/>
        </p:xfrm>
        <a:graphic>
          <a:graphicData uri="http://schemas.openxmlformats.org/drawingml/2006/table">
            <a:tbl>
              <a:tblPr/>
              <a:tblGrid>
                <a:gridCol w="2060261"/>
                <a:gridCol w="5356680"/>
                <a:gridCol w="3555859"/>
              </a:tblGrid>
              <a:tr h="481584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检查项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第二级要求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第三级要求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网络分区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应划分不同的网络区域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同左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区域隔离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重要区域与其他区域采取可靠技术隔离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同左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业务处理能力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应满足高峰期需要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硬件冗余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应提供关键设备硬件冗余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1" name="组合 20"/>
          <p:cNvGrpSpPr/>
          <p:nvPr>
            <p:custDataLst>
              <p:tags r:id="rId9"/>
            </p:custDataLst>
          </p:nvPr>
        </p:nvGrpSpPr>
        <p:grpSpPr>
          <a:xfrm>
            <a:off x="2956560" y="4739640"/>
            <a:ext cx="6294120" cy="944880"/>
            <a:chOff x="-635000" y="-635000"/>
            <a:chExt cx="6294120" cy="944880"/>
          </a:xfrm>
        </p:grpSpPr>
        <p:sp>
          <p:nvSpPr>
            <p:cNvPr id="22" name="Text 1" descr="TEMP_Z_ORDER_5"/>
            <p:cNvSpPr/>
            <p:nvPr>
              <p:custDataLst>
                <p:tags r:id="rId10"/>
              </p:custDataLst>
            </p:nvPr>
          </p:nvSpPr>
          <p:spPr>
            <a:xfrm>
              <a:off x="1285239" y="-635000"/>
              <a:ext cx="2469198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4B556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隔离手段安全性排序：</a:t>
              </a:r>
              <a:endParaRPr lang="en-US" sz="1920"/>
            </a:p>
          </p:txBody>
        </p:sp>
        <p:pic>
          <p:nvPicPr>
            <p:cNvPr id="23" name="Image 3" descr="TEMP_Z_ORDER_6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635000" y="-238760"/>
              <a:ext cx="1584960" cy="548640"/>
            </a:xfrm>
            <a:prstGeom prst="rect">
              <a:avLst/>
            </a:prstGeom>
          </p:spPr>
        </p:pic>
        <p:sp>
          <p:nvSpPr>
            <p:cNvPr id="24" name="Text 2" descr="TEMP_Z_ORDER_7"/>
            <p:cNvSpPr/>
            <p:nvPr>
              <p:custDataLst>
                <p:tags r:id="rId14"/>
              </p:custDataLst>
            </p:nvPr>
          </p:nvSpPr>
          <p:spPr>
            <a:xfrm>
              <a:off x="-391160" y="-147320"/>
              <a:ext cx="1158479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VLAN隔离</a:t>
              </a:r>
              <a:endParaRPr lang="en-US" sz="1920"/>
            </a:p>
          </p:txBody>
        </p:sp>
        <p:sp>
          <p:nvSpPr>
            <p:cNvPr id="25" name="Text 3" descr="TEMP_Z_ORDER_8"/>
            <p:cNvSpPr/>
            <p:nvPr>
              <p:custDataLst>
                <p:tags r:id="rId15"/>
              </p:custDataLst>
            </p:nvPr>
          </p:nvSpPr>
          <p:spPr>
            <a:xfrm>
              <a:off x="1117600" y="-177800"/>
              <a:ext cx="232489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&lt;</a:t>
              </a:r>
              <a:endParaRPr lang="en-US" sz="2160"/>
            </a:p>
          </p:txBody>
        </p:sp>
        <p:pic>
          <p:nvPicPr>
            <p:cNvPr id="26" name="Image 4" descr="TEMP_Z_ORDER_9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468120" y="-238760"/>
              <a:ext cx="929640" cy="548640"/>
            </a:xfrm>
            <a:prstGeom prst="rect">
              <a:avLst/>
            </a:prstGeom>
          </p:spPr>
        </p:pic>
        <p:sp>
          <p:nvSpPr>
            <p:cNvPr id="27" name="Text 4" descr="TEMP_Z_ORDER_10"/>
            <p:cNvSpPr/>
            <p:nvPr>
              <p:custDataLst>
                <p:tags r:id="rId19"/>
              </p:custDataLst>
            </p:nvPr>
          </p:nvSpPr>
          <p:spPr>
            <a:xfrm>
              <a:off x="1711960" y="-147320"/>
              <a:ext cx="473477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ACL</a:t>
              </a:r>
              <a:endParaRPr lang="en-US" sz="1920"/>
            </a:p>
          </p:txBody>
        </p:sp>
        <p:sp>
          <p:nvSpPr>
            <p:cNvPr id="28" name="Text 5" descr="TEMP_Z_ORDER_11"/>
            <p:cNvSpPr/>
            <p:nvPr>
              <p:custDataLst>
                <p:tags r:id="rId20"/>
              </p:custDataLst>
            </p:nvPr>
          </p:nvSpPr>
          <p:spPr>
            <a:xfrm>
              <a:off x="2580640" y="-177800"/>
              <a:ext cx="232489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&lt;</a:t>
              </a:r>
              <a:endParaRPr lang="en-US" sz="2160"/>
            </a:p>
          </p:txBody>
        </p:sp>
        <p:pic>
          <p:nvPicPr>
            <p:cNvPr id="29" name="Image 5" descr="TEMP_Z_ORDER_12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2915920" y="-238760"/>
              <a:ext cx="1234440" cy="548640"/>
            </a:xfrm>
            <a:prstGeom prst="rect">
              <a:avLst/>
            </a:prstGeom>
          </p:spPr>
        </p:pic>
        <p:sp>
          <p:nvSpPr>
            <p:cNvPr id="30" name="Text 6" descr="TEMP_Z_ORDER_13"/>
            <p:cNvSpPr/>
            <p:nvPr>
              <p:custDataLst>
                <p:tags r:id="rId24"/>
              </p:custDataLst>
            </p:nvPr>
          </p:nvSpPr>
          <p:spPr>
            <a:xfrm>
              <a:off x="3159761" y="-147320"/>
              <a:ext cx="74075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防火墙</a:t>
              </a:r>
              <a:endParaRPr lang="en-US" sz="1920"/>
            </a:p>
          </p:txBody>
        </p:sp>
        <p:sp>
          <p:nvSpPr>
            <p:cNvPr id="31" name="Text 7" descr="TEMP_Z_ORDER_14"/>
            <p:cNvSpPr/>
            <p:nvPr>
              <p:custDataLst>
                <p:tags r:id="rId25"/>
              </p:custDataLst>
            </p:nvPr>
          </p:nvSpPr>
          <p:spPr>
            <a:xfrm>
              <a:off x="4318000" y="-177800"/>
              <a:ext cx="232489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&lt;</a:t>
              </a:r>
              <a:endParaRPr lang="en-US" sz="2160"/>
            </a:p>
          </p:txBody>
        </p:sp>
        <p:pic>
          <p:nvPicPr>
            <p:cNvPr id="32" name="Image 6" descr="TEMP_Z_ORDER_15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4668520" y="-238760"/>
              <a:ext cx="990600" cy="548640"/>
            </a:xfrm>
            <a:prstGeom prst="rect">
              <a:avLst/>
            </a:prstGeom>
          </p:spPr>
        </p:pic>
        <p:sp>
          <p:nvSpPr>
            <p:cNvPr id="33" name="Text 8" descr="TEMP_Z_ORDER_16"/>
            <p:cNvSpPr/>
            <p:nvPr>
              <p:custDataLst>
                <p:tags r:id="rId29"/>
              </p:custDataLst>
            </p:nvPr>
          </p:nvSpPr>
          <p:spPr>
            <a:xfrm>
              <a:off x="4912360" y="-147320"/>
              <a:ext cx="49383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网闸</a:t>
              </a:r>
              <a:endParaRPr lang="en-US" sz="1920"/>
            </a:p>
          </p:txBody>
        </p:sp>
      </p:grpSp>
      <p:sp>
        <p:nvSpPr>
          <p:cNvPr id="19" name="Text 9"/>
          <p:cNvSpPr/>
          <p:nvPr>
            <p:custDataLst>
              <p:tags r:id="rId30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网络架构测评核心指标（分区与隔离）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7" presetClass="entr" presetSubtype="1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7" presetClass="entr" presetSubtype="1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1" animBg="1"/>
      <p:bldP spid="5" grpId="2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35" name="组合 34"/>
          <p:cNvGrpSpPr/>
          <p:nvPr>
            <p:custDataLst>
              <p:tags r:id="rId7"/>
            </p:custDataLst>
          </p:nvPr>
        </p:nvGrpSpPr>
        <p:grpSpPr>
          <a:xfrm>
            <a:off x="609600" y="1493520"/>
            <a:ext cx="5023104" cy="1691640"/>
            <a:chOff x="-635000" y="-635000"/>
            <a:chExt cx="5023104" cy="1684020"/>
          </a:xfrm>
        </p:grpSpPr>
        <p:pic>
          <p:nvPicPr>
            <p:cNvPr id="36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558800"/>
              <a:ext cx="91440" cy="243840"/>
            </a:xfrm>
            <a:prstGeom prst="rect">
              <a:avLst/>
            </a:prstGeom>
          </p:spPr>
        </p:pic>
        <p:sp>
          <p:nvSpPr>
            <p:cNvPr id="37" name="Text 0" descr="TEMP_Z_ORDER_4"/>
            <p:cNvSpPr/>
            <p:nvPr>
              <p:custDataLst>
                <p:tags r:id="rId11"/>
              </p:custDataLst>
            </p:nvPr>
          </p:nvSpPr>
          <p:spPr>
            <a:xfrm>
              <a:off x="-421640" y="-635000"/>
              <a:ext cx="3694176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第三级新增重点：硬件冗余</a:t>
              </a:r>
              <a:endParaRPr lang="en-US" sz="2400"/>
            </a:p>
          </p:txBody>
        </p:sp>
        <p:sp>
          <p:nvSpPr>
            <p:cNvPr id="38" name="Text 1" descr="TEMP_Z_ORDER_5"/>
            <p:cNvSpPr/>
            <p:nvPr>
              <p:custDataLst>
                <p:tags r:id="rId12"/>
              </p:custDataLst>
            </p:nvPr>
          </p:nvSpPr>
          <p:spPr>
            <a:xfrm>
              <a:off x="-452120" y="-101600"/>
              <a:ext cx="187595" cy="2895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●</a:t>
              </a:r>
              <a:endParaRPr lang="en-US" sz="1680"/>
            </a:p>
          </p:txBody>
        </p:sp>
        <p:sp>
          <p:nvSpPr>
            <p:cNvPr id="39" name="Text 2" descr="TEMP_Z_ORDER_6"/>
            <p:cNvSpPr/>
            <p:nvPr>
              <p:custDataLst>
                <p:tags r:id="rId13"/>
              </p:custDataLst>
            </p:nvPr>
          </p:nvSpPr>
          <p:spPr>
            <a:xfrm>
              <a:off x="-116840" y="-147320"/>
              <a:ext cx="4169664" cy="32767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 b="1">
                  <a:solidFill>
                    <a:srgbClr val="1F2937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通信线路：</a:t>
              </a:r>
              <a:r>
                <a:rPr lang="en-US" sz="192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关键链路是否有备用线路？</a:t>
              </a:r>
              <a:endParaRPr lang="en-US" sz="1920"/>
            </a:p>
          </p:txBody>
        </p:sp>
        <p:sp>
          <p:nvSpPr>
            <p:cNvPr id="40" name="Text 3" descr="TEMP_Z_ORDER_7"/>
            <p:cNvSpPr/>
            <p:nvPr>
              <p:custDataLst>
                <p:tags r:id="rId14"/>
              </p:custDataLst>
            </p:nvPr>
          </p:nvSpPr>
          <p:spPr>
            <a:xfrm>
              <a:off x="-452120" y="325120"/>
              <a:ext cx="187595" cy="2895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●</a:t>
              </a:r>
              <a:endParaRPr lang="en-US" sz="1680"/>
            </a:p>
          </p:txBody>
        </p:sp>
        <p:sp>
          <p:nvSpPr>
            <p:cNvPr id="41" name="Text 4" descr="TEMP_Z_ORDER_8"/>
            <p:cNvSpPr/>
            <p:nvPr>
              <p:custDataLst>
                <p:tags r:id="rId15"/>
              </p:custDataLst>
            </p:nvPr>
          </p:nvSpPr>
          <p:spPr>
            <a:xfrm>
              <a:off x="-116840" y="279400"/>
              <a:ext cx="4504944" cy="32760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 b="1">
                  <a:solidFill>
                    <a:srgbClr val="1F2937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网络设备：</a:t>
              </a:r>
              <a:r>
                <a:rPr lang="en-US" sz="192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核心交换机/路由器双机热备？</a:t>
              </a:r>
              <a:endParaRPr lang="en-US" sz="1920"/>
            </a:p>
          </p:txBody>
        </p:sp>
        <p:sp>
          <p:nvSpPr>
            <p:cNvPr id="42" name="Text 5" descr="TEMP_Z_ORDER_9"/>
            <p:cNvSpPr/>
            <p:nvPr>
              <p:custDataLst>
                <p:tags r:id="rId16"/>
              </p:custDataLst>
            </p:nvPr>
          </p:nvSpPr>
          <p:spPr>
            <a:xfrm>
              <a:off x="-452120" y="751840"/>
              <a:ext cx="187595" cy="2895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●</a:t>
              </a:r>
              <a:endParaRPr lang="en-US" sz="1680"/>
            </a:p>
          </p:txBody>
        </p:sp>
        <p:sp>
          <p:nvSpPr>
            <p:cNvPr id="43" name="Text 6" descr="TEMP_Z_ORDER_10"/>
            <p:cNvSpPr/>
            <p:nvPr>
              <p:custDataLst>
                <p:tags r:id="rId17"/>
              </p:custDataLst>
            </p:nvPr>
          </p:nvSpPr>
          <p:spPr>
            <a:xfrm>
              <a:off x="-116840" y="706120"/>
              <a:ext cx="3925824" cy="32619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 b="1">
                  <a:solidFill>
                    <a:srgbClr val="1F2937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计算设备：</a:t>
              </a:r>
              <a:r>
                <a:rPr lang="en-US" sz="192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核心服务器是否高可用？</a:t>
              </a:r>
              <a:endParaRPr lang="en-US" sz="1920"/>
            </a:p>
          </p:txBody>
        </p:sp>
      </p:grpSp>
      <p:grpSp>
        <p:nvGrpSpPr>
          <p:cNvPr id="25" name="组合 24"/>
          <p:cNvGrpSpPr/>
          <p:nvPr>
            <p:custDataLst>
              <p:tags r:id="rId18"/>
            </p:custDataLst>
          </p:nvPr>
        </p:nvGrpSpPr>
        <p:grpSpPr>
          <a:xfrm>
            <a:off x="609600" y="3550920"/>
            <a:ext cx="5836920" cy="2087880"/>
            <a:chOff x="-635000" y="-635000"/>
            <a:chExt cx="5836920" cy="2087880"/>
          </a:xfrm>
        </p:grpSpPr>
        <p:pic>
          <p:nvPicPr>
            <p:cNvPr id="26" name="Image 4" descr="TEMP_Z_ORDER_11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9">
              <a:alphaModFix amt="6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558800"/>
              <a:ext cx="91440" cy="243840"/>
            </a:xfrm>
            <a:prstGeom prst="rect">
              <a:avLst/>
            </a:prstGeom>
          </p:spPr>
        </p:pic>
        <p:sp>
          <p:nvSpPr>
            <p:cNvPr id="27" name="Text 7" descr="TEMP_Z_ORDER_12"/>
            <p:cNvSpPr/>
            <p:nvPr>
              <p:custDataLst>
                <p:tags r:id="rId20"/>
              </p:custDataLst>
            </p:nvPr>
          </p:nvSpPr>
          <p:spPr>
            <a:xfrm>
              <a:off x="-421640" y="-635000"/>
              <a:ext cx="1231392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常见问题</a:t>
              </a:r>
              <a:endParaRPr lang="en-US" sz="2400"/>
            </a:p>
          </p:txBody>
        </p:sp>
        <p:pic>
          <p:nvPicPr>
            <p:cNvPr id="28" name="Image 5" descr="TEMP_Z_ORDER_13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/>
            <a:stretch>
              <a:fillRect/>
            </a:stretch>
          </p:blipFill>
          <p:spPr>
            <a:xfrm>
              <a:off x="-635000" y="-132080"/>
              <a:ext cx="5836920" cy="1584960"/>
            </a:xfrm>
            <a:prstGeom prst="rect">
              <a:avLst/>
            </a:prstGeom>
          </p:spPr>
        </p:pic>
        <p:pic>
          <p:nvPicPr>
            <p:cNvPr id="29" name="Image 6" descr="TEMP_Z_ORDER_14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>
              <a:alphaModFix amt="70000"/>
            </a:blip>
            <a:stretch>
              <a:fillRect/>
            </a:stretch>
          </p:blipFill>
          <p:spPr>
            <a:xfrm>
              <a:off x="-452120" y="81280"/>
              <a:ext cx="274320" cy="274320"/>
            </a:xfrm>
            <a:prstGeom prst="rect">
              <a:avLst/>
            </a:prstGeom>
          </p:spPr>
        </p:pic>
        <p:sp>
          <p:nvSpPr>
            <p:cNvPr id="30" name="Text 8" descr="TEMP_Z_ORDER_15"/>
            <p:cNvSpPr/>
            <p:nvPr>
              <p:custDataLst>
                <p:tags r:id="rId25"/>
              </p:custDataLst>
            </p:nvPr>
          </p:nvSpPr>
          <p:spPr>
            <a:xfrm>
              <a:off x="-71120" y="66040"/>
              <a:ext cx="3703796" cy="3309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核心交换机单台部署（单点故障）</a:t>
              </a:r>
              <a:endParaRPr lang="en-US" sz="1920"/>
            </a:p>
          </p:txBody>
        </p:sp>
        <p:pic>
          <p:nvPicPr>
            <p:cNvPr id="31" name="Image 7" descr="TEMP_Z_ORDER_16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24">
              <a:alphaModFix amt="70000"/>
            </a:blip>
            <a:stretch>
              <a:fillRect/>
            </a:stretch>
          </p:blipFill>
          <p:spPr>
            <a:xfrm>
              <a:off x="-452120" y="508000"/>
              <a:ext cx="274320" cy="274320"/>
            </a:xfrm>
            <a:prstGeom prst="rect">
              <a:avLst/>
            </a:prstGeom>
          </p:spPr>
        </p:pic>
        <p:sp>
          <p:nvSpPr>
            <p:cNvPr id="32" name="Text 9" descr="TEMP_Z_ORDER_17"/>
            <p:cNvSpPr/>
            <p:nvPr>
              <p:custDataLst>
                <p:tags r:id="rId27"/>
              </p:custDataLst>
            </p:nvPr>
          </p:nvSpPr>
          <p:spPr>
            <a:xfrm>
              <a:off x="-71120" y="492760"/>
              <a:ext cx="3456877" cy="3309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互联网出口单防火墙（无冗余）</a:t>
              </a:r>
              <a:endParaRPr lang="en-US" sz="1920"/>
            </a:p>
          </p:txBody>
        </p:sp>
        <p:pic>
          <p:nvPicPr>
            <p:cNvPr id="33" name="Image 8" descr="TEMP_Z_ORDER_18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24">
              <a:alphaModFix amt="70000"/>
            </a:blip>
            <a:stretch>
              <a:fillRect/>
            </a:stretch>
          </p:blipFill>
          <p:spPr>
            <a:xfrm>
              <a:off x="-452120" y="934720"/>
              <a:ext cx="274320" cy="274320"/>
            </a:xfrm>
            <a:prstGeom prst="rect">
              <a:avLst/>
            </a:prstGeom>
          </p:spPr>
        </p:pic>
        <p:sp>
          <p:nvSpPr>
            <p:cNvPr id="34" name="Text 10" descr="TEMP_Z_ORDER_19"/>
            <p:cNvSpPr/>
            <p:nvPr>
              <p:custDataLst>
                <p:tags r:id="rId29"/>
              </p:custDataLst>
            </p:nvPr>
          </p:nvSpPr>
          <p:spPr>
            <a:xfrm>
              <a:off x="-71120" y="919480"/>
              <a:ext cx="3209957" cy="3309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数据库单机运行（无高可用）</a:t>
              </a:r>
              <a:endParaRPr lang="en-US" sz="1920"/>
            </a:p>
          </p:txBody>
        </p:sp>
      </p:grpSp>
      <p:grpSp>
        <p:nvGrpSpPr>
          <p:cNvPr id="44" name="组合 43"/>
          <p:cNvGrpSpPr/>
          <p:nvPr>
            <p:custDataLst>
              <p:tags r:id="rId30"/>
            </p:custDataLst>
          </p:nvPr>
        </p:nvGrpSpPr>
        <p:grpSpPr>
          <a:xfrm>
            <a:off x="6812280" y="1584960"/>
            <a:ext cx="4785360" cy="4572000"/>
            <a:chOff x="-635000" y="-635000"/>
            <a:chExt cx="4785360" cy="4572000"/>
          </a:xfrm>
        </p:grpSpPr>
        <p:pic>
          <p:nvPicPr>
            <p:cNvPr id="45" name="Image 9" descr="TEMP_Z_ORDER_20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4785360" cy="45720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46" name="Image 10" descr="TEMP_Z_ORDER_21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35">
              <a:alphaModFix amt="90000"/>
            </a:blip>
            <a:stretch>
              <a:fillRect/>
            </a:stretch>
          </p:blipFill>
          <p:spPr>
            <a:xfrm>
              <a:off x="-497839" y="-497840"/>
              <a:ext cx="4511040" cy="4297680"/>
            </a:xfrm>
            <a:prstGeom prst="rect">
              <a:avLst/>
            </a:prstGeom>
          </p:spPr>
        </p:pic>
      </p:grpSp>
      <p:sp>
        <p:nvSpPr>
          <p:cNvPr id="24" name="Text 11"/>
          <p:cNvSpPr/>
          <p:nvPr>
            <p:custDataLst>
              <p:tags r:id="rId36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网络架构测评核心指标（冗余与可用性）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4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3" presetClass="entr" presetSubtype="16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63" name="组合 62"/>
          <p:cNvGrpSpPr/>
          <p:nvPr>
            <p:custDataLst>
              <p:tags r:id="rId7"/>
            </p:custDataLst>
          </p:nvPr>
        </p:nvGrpSpPr>
        <p:grpSpPr>
          <a:xfrm>
            <a:off x="609600" y="1828800"/>
            <a:ext cx="1889760" cy="3352800"/>
            <a:chOff x="-635000" y="-635000"/>
            <a:chExt cx="1889760" cy="3352800"/>
          </a:xfrm>
        </p:grpSpPr>
        <p:pic>
          <p:nvPicPr>
            <p:cNvPr id="64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889760" cy="33528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65" name="Image 4" descr="TEMP_Z_ORDER_4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619760" y="-619760"/>
              <a:ext cx="1859280" cy="960120"/>
            </a:xfrm>
            <a:prstGeom prst="rect">
              <a:avLst/>
            </a:prstGeom>
          </p:spPr>
        </p:pic>
        <p:sp>
          <p:nvSpPr>
            <p:cNvPr id="66" name="Text 0" descr="TEMP_Z_ORDER_5"/>
            <p:cNvSpPr/>
            <p:nvPr>
              <p:custDataLst>
                <p:tags r:id="rId13"/>
              </p:custDataLst>
            </p:nvPr>
          </p:nvSpPr>
          <p:spPr>
            <a:xfrm>
              <a:off x="-101600" y="-497840"/>
              <a:ext cx="841772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FFFFFF">
                      <a:alpha val="80000"/>
                    </a:srgbClr>
                  </a:solidFill>
                </a:rPr>
                <a:t>STEP 01</a:t>
              </a:r>
              <a:endParaRPr lang="en-US" sz="1440"/>
            </a:p>
          </p:txBody>
        </p:sp>
        <p:sp>
          <p:nvSpPr>
            <p:cNvPr id="67" name="Text 1" descr="TEMP_Z_ORDER_6"/>
            <p:cNvSpPr/>
            <p:nvPr>
              <p:custDataLst>
                <p:tags r:id="rId14"/>
              </p:custDataLst>
            </p:nvPr>
          </p:nvSpPr>
          <p:spPr>
            <a:xfrm>
              <a:off x="35560" y="-193040"/>
              <a:ext cx="554768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</a:rPr>
                <a:t>收集</a:t>
              </a:r>
              <a:endParaRPr lang="en-US" sz="2160"/>
            </a:p>
          </p:txBody>
        </p:sp>
        <p:sp>
          <p:nvSpPr>
            <p:cNvPr id="68" name="Text 2" descr="TEMP_Z_ORDER_7"/>
            <p:cNvSpPr/>
            <p:nvPr>
              <p:custDataLst>
                <p:tags r:id="rId15"/>
              </p:custDataLst>
            </p:nvPr>
          </p:nvSpPr>
          <p:spPr>
            <a:xfrm>
              <a:off x="-436880" y="523240"/>
              <a:ext cx="1502664" cy="93806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800">
                  <a:solidFill>
                    <a:srgbClr val="333333"/>
                  </a:solidFill>
                </a:rPr>
                <a:t>收集拓扑图、设备清单、IP地址表</a:t>
              </a:r>
              <a:endParaRPr lang="en-US" sz="1800"/>
            </a:p>
          </p:txBody>
        </p:sp>
      </p:grpSp>
      <p:grpSp>
        <p:nvGrpSpPr>
          <p:cNvPr id="49" name="组合 48"/>
          <p:cNvGrpSpPr/>
          <p:nvPr>
            <p:custDataLst>
              <p:tags r:id="rId16"/>
            </p:custDataLst>
          </p:nvPr>
        </p:nvGrpSpPr>
        <p:grpSpPr>
          <a:xfrm>
            <a:off x="2484120" y="1828800"/>
            <a:ext cx="2286000" cy="3352800"/>
            <a:chOff x="-635000" y="-635000"/>
            <a:chExt cx="2286000" cy="3352800"/>
          </a:xfrm>
        </p:grpSpPr>
        <p:pic>
          <p:nvPicPr>
            <p:cNvPr id="50" name="Image 5" descr="TEMP_Z_ORDER_8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/>
            <a:stretch>
              <a:fillRect/>
            </a:stretch>
          </p:blipFill>
          <p:spPr>
            <a:xfrm>
              <a:off x="-635000" y="828040"/>
              <a:ext cx="426720" cy="426720"/>
            </a:xfrm>
            <a:prstGeom prst="rect">
              <a:avLst/>
            </a:prstGeom>
          </p:spPr>
        </p:pic>
        <p:pic>
          <p:nvPicPr>
            <p:cNvPr id="51" name="Image 6" descr="TEMP_Z_ORDER_9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238760" y="-635000"/>
              <a:ext cx="1889760" cy="33528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52" name="Image 7" descr="TEMP_Z_ORDER_10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223520" y="-619760"/>
              <a:ext cx="1859280" cy="960120"/>
            </a:xfrm>
            <a:prstGeom prst="rect">
              <a:avLst/>
            </a:prstGeom>
          </p:spPr>
        </p:pic>
        <p:sp>
          <p:nvSpPr>
            <p:cNvPr id="53" name="Text 3" descr="TEMP_Z_ORDER_11"/>
            <p:cNvSpPr/>
            <p:nvPr>
              <p:custDataLst>
                <p:tags r:id="rId21"/>
              </p:custDataLst>
            </p:nvPr>
          </p:nvSpPr>
          <p:spPr>
            <a:xfrm>
              <a:off x="294640" y="-497840"/>
              <a:ext cx="841772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FFFFFF">
                      <a:alpha val="80000"/>
                    </a:srgbClr>
                  </a:solidFill>
                </a:rPr>
                <a:t>STEP 02</a:t>
              </a:r>
              <a:endParaRPr lang="en-US" sz="1440"/>
            </a:p>
          </p:txBody>
        </p:sp>
        <p:sp>
          <p:nvSpPr>
            <p:cNvPr id="54" name="Text 4" descr="TEMP_Z_ORDER_12"/>
            <p:cNvSpPr/>
            <p:nvPr>
              <p:custDataLst>
                <p:tags r:id="rId22"/>
              </p:custDataLst>
            </p:nvPr>
          </p:nvSpPr>
          <p:spPr>
            <a:xfrm>
              <a:off x="431800" y="-193040"/>
              <a:ext cx="554768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</a:rPr>
                <a:t>访谈</a:t>
              </a:r>
              <a:endParaRPr lang="en-US" sz="2160"/>
            </a:p>
          </p:txBody>
        </p:sp>
        <p:sp>
          <p:nvSpPr>
            <p:cNvPr id="55" name="Text 5" descr="TEMP_Z_ORDER_13"/>
            <p:cNvSpPr/>
            <p:nvPr>
              <p:custDataLst>
                <p:tags r:id="rId23"/>
              </p:custDataLst>
            </p:nvPr>
          </p:nvSpPr>
          <p:spPr>
            <a:xfrm>
              <a:off x="-40640" y="523240"/>
              <a:ext cx="1502664" cy="93806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800">
                  <a:solidFill>
                    <a:srgbClr val="333333"/>
                  </a:solidFill>
                </a:rPr>
                <a:t>访谈管理员（区域划分逻辑、冗余配置）</a:t>
              </a:r>
              <a:endParaRPr lang="en-US" sz="1800"/>
            </a:p>
          </p:txBody>
        </p:sp>
      </p:grpSp>
      <p:grpSp>
        <p:nvGrpSpPr>
          <p:cNvPr id="56" name="组合 55"/>
          <p:cNvGrpSpPr/>
          <p:nvPr>
            <p:custDataLst>
              <p:tags r:id="rId24"/>
            </p:custDataLst>
          </p:nvPr>
        </p:nvGrpSpPr>
        <p:grpSpPr>
          <a:xfrm>
            <a:off x="4770120" y="1828800"/>
            <a:ext cx="2270760" cy="3352800"/>
            <a:chOff x="-635000" y="-635000"/>
            <a:chExt cx="2270760" cy="3352800"/>
          </a:xfrm>
        </p:grpSpPr>
        <p:pic>
          <p:nvPicPr>
            <p:cNvPr id="57" name="Image 8" descr="TEMP_Z_ORDER_14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26"/>
            <a:stretch>
              <a:fillRect/>
            </a:stretch>
          </p:blipFill>
          <p:spPr>
            <a:xfrm>
              <a:off x="-635000" y="828040"/>
              <a:ext cx="396240" cy="426720"/>
            </a:xfrm>
            <a:prstGeom prst="rect">
              <a:avLst/>
            </a:prstGeom>
          </p:spPr>
        </p:pic>
        <p:pic>
          <p:nvPicPr>
            <p:cNvPr id="58" name="Image 9" descr="TEMP_Z_ORDER_15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254000" y="-635000"/>
              <a:ext cx="1889760" cy="33528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59" name="Image 10" descr="TEMP_Z_ORDER_16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238760" y="-619760"/>
              <a:ext cx="1859280" cy="960120"/>
            </a:xfrm>
            <a:prstGeom prst="rect">
              <a:avLst/>
            </a:prstGeom>
          </p:spPr>
        </p:pic>
        <p:sp>
          <p:nvSpPr>
            <p:cNvPr id="60" name="Text 6" descr="TEMP_Z_ORDER_17"/>
            <p:cNvSpPr/>
            <p:nvPr>
              <p:custDataLst>
                <p:tags r:id="rId29"/>
              </p:custDataLst>
            </p:nvPr>
          </p:nvSpPr>
          <p:spPr>
            <a:xfrm>
              <a:off x="279400" y="-497840"/>
              <a:ext cx="841772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FFFFFF">
                      <a:alpha val="80000"/>
                    </a:srgbClr>
                  </a:solidFill>
                </a:rPr>
                <a:t>STEP 03</a:t>
              </a:r>
              <a:endParaRPr lang="en-US" sz="1440"/>
            </a:p>
          </p:txBody>
        </p:sp>
        <p:sp>
          <p:nvSpPr>
            <p:cNvPr id="61" name="Text 7" descr="TEMP_Z_ORDER_18"/>
            <p:cNvSpPr/>
            <p:nvPr>
              <p:custDataLst>
                <p:tags r:id="rId30"/>
              </p:custDataLst>
            </p:nvPr>
          </p:nvSpPr>
          <p:spPr>
            <a:xfrm>
              <a:off x="416560" y="-193040"/>
              <a:ext cx="554768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</a:rPr>
                <a:t>比对</a:t>
              </a:r>
              <a:endParaRPr lang="en-US" sz="2160"/>
            </a:p>
          </p:txBody>
        </p:sp>
        <p:sp>
          <p:nvSpPr>
            <p:cNvPr id="62" name="Text 8" descr="TEMP_Z_ORDER_19"/>
            <p:cNvSpPr/>
            <p:nvPr>
              <p:custDataLst>
                <p:tags r:id="rId31"/>
              </p:custDataLst>
            </p:nvPr>
          </p:nvSpPr>
          <p:spPr>
            <a:xfrm>
              <a:off x="-55880" y="523240"/>
              <a:ext cx="1502664" cy="93806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800">
                  <a:solidFill>
                    <a:srgbClr val="333333"/>
                  </a:solidFill>
                </a:rPr>
                <a:t>将实际配置与GB/T 22239标准逐条比对</a:t>
              </a:r>
              <a:endParaRPr lang="en-US" sz="1800"/>
            </a:p>
          </p:txBody>
        </p:sp>
      </p:grpSp>
      <p:grpSp>
        <p:nvGrpSpPr>
          <p:cNvPr id="35" name="组合 34"/>
          <p:cNvGrpSpPr/>
          <p:nvPr>
            <p:custDataLst>
              <p:tags r:id="rId32"/>
            </p:custDataLst>
          </p:nvPr>
        </p:nvGrpSpPr>
        <p:grpSpPr>
          <a:xfrm>
            <a:off x="7025640" y="1828800"/>
            <a:ext cx="2286000" cy="3352800"/>
            <a:chOff x="-635000" y="-635000"/>
            <a:chExt cx="2286000" cy="3352800"/>
          </a:xfrm>
        </p:grpSpPr>
        <p:pic>
          <p:nvPicPr>
            <p:cNvPr id="36" name="Image 11" descr="TEMP_Z_ORDER_20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18"/>
            <a:stretch>
              <a:fillRect/>
            </a:stretch>
          </p:blipFill>
          <p:spPr>
            <a:xfrm>
              <a:off x="-635000" y="828040"/>
              <a:ext cx="426720" cy="426720"/>
            </a:xfrm>
            <a:prstGeom prst="rect">
              <a:avLst/>
            </a:prstGeom>
          </p:spPr>
        </p:pic>
        <p:pic>
          <p:nvPicPr>
            <p:cNvPr id="37" name="Image 12" descr="TEMP_Z_ORDER_21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238760" y="-635000"/>
              <a:ext cx="1889760" cy="33528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38" name="Image 13" descr="TEMP_Z_ORDER_22"/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223520" y="-619760"/>
              <a:ext cx="1859280" cy="960120"/>
            </a:xfrm>
            <a:prstGeom prst="rect">
              <a:avLst/>
            </a:prstGeom>
          </p:spPr>
        </p:pic>
        <p:sp>
          <p:nvSpPr>
            <p:cNvPr id="39" name="Text 9" descr="TEMP_Z_ORDER_23"/>
            <p:cNvSpPr/>
            <p:nvPr>
              <p:custDataLst>
                <p:tags r:id="rId36"/>
              </p:custDataLst>
            </p:nvPr>
          </p:nvSpPr>
          <p:spPr>
            <a:xfrm>
              <a:off x="294640" y="-497840"/>
              <a:ext cx="841772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FFFFFF">
                      <a:alpha val="80000"/>
                    </a:srgbClr>
                  </a:solidFill>
                </a:rPr>
                <a:t>STEP 04</a:t>
              </a:r>
              <a:endParaRPr lang="en-US" sz="1440"/>
            </a:p>
          </p:txBody>
        </p:sp>
        <p:sp>
          <p:nvSpPr>
            <p:cNvPr id="40" name="Text 10" descr="TEMP_Z_ORDER_24"/>
            <p:cNvSpPr/>
            <p:nvPr>
              <p:custDataLst>
                <p:tags r:id="rId37"/>
              </p:custDataLst>
            </p:nvPr>
          </p:nvSpPr>
          <p:spPr>
            <a:xfrm>
              <a:off x="431800" y="-193040"/>
              <a:ext cx="554768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</a:rPr>
                <a:t>核查</a:t>
              </a:r>
              <a:endParaRPr lang="en-US" sz="2160"/>
            </a:p>
          </p:txBody>
        </p:sp>
        <p:sp>
          <p:nvSpPr>
            <p:cNvPr id="41" name="Text 11" descr="TEMP_Z_ORDER_25"/>
            <p:cNvSpPr/>
            <p:nvPr>
              <p:custDataLst>
                <p:tags r:id="rId38"/>
              </p:custDataLst>
            </p:nvPr>
          </p:nvSpPr>
          <p:spPr>
            <a:xfrm>
              <a:off x="-40640" y="523240"/>
              <a:ext cx="1502664" cy="125353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800">
                  <a:solidFill>
                    <a:srgbClr val="333333"/>
                  </a:solidFill>
                </a:rPr>
                <a:t>登录设备验证配置（VLAN划分、ACL策略）</a:t>
              </a:r>
              <a:endParaRPr lang="en-US" sz="1800"/>
            </a:p>
          </p:txBody>
        </p:sp>
      </p:grpSp>
      <p:grpSp>
        <p:nvGrpSpPr>
          <p:cNvPr id="42" name="组合 41"/>
          <p:cNvGrpSpPr/>
          <p:nvPr>
            <p:custDataLst>
              <p:tags r:id="rId39"/>
            </p:custDataLst>
          </p:nvPr>
        </p:nvGrpSpPr>
        <p:grpSpPr>
          <a:xfrm>
            <a:off x="9296400" y="1828800"/>
            <a:ext cx="2286000" cy="3352800"/>
            <a:chOff x="-635000" y="-635000"/>
            <a:chExt cx="2286000" cy="3352800"/>
          </a:xfrm>
        </p:grpSpPr>
        <p:pic>
          <p:nvPicPr>
            <p:cNvPr id="43" name="Image 14" descr="TEMP_Z_ORDER_26"/>
            <p:cNvPicPr>
              <a:picLocks noChangeAspect="1"/>
            </p:cNvPicPr>
            <p:nvPr>
              <p:custDataLst>
                <p:tags r:id="rId40"/>
              </p:custDataLst>
            </p:nvPr>
          </p:nvPicPr>
          <p:blipFill>
            <a:blip r:embed="rId18"/>
            <a:stretch>
              <a:fillRect/>
            </a:stretch>
          </p:blipFill>
          <p:spPr>
            <a:xfrm>
              <a:off x="-635000" y="828040"/>
              <a:ext cx="426720" cy="426720"/>
            </a:xfrm>
            <a:prstGeom prst="rect">
              <a:avLst/>
            </a:prstGeom>
          </p:spPr>
        </p:pic>
        <p:pic>
          <p:nvPicPr>
            <p:cNvPr id="44" name="Image 15" descr="TEMP_Z_ORDER_27"/>
            <p:cNvPicPr>
              <a:picLocks noChangeAspect="1"/>
            </p:cNvPicPr>
            <p:nvPr>
              <p:custDataLst>
                <p:tags r:id="rId41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238760" y="-635000"/>
              <a:ext cx="1889760" cy="33528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45" name="Image 16" descr="TEMP_Z_ORDER_28"/>
            <p:cNvPicPr>
              <a:picLocks noChangeAspect="1"/>
            </p:cNvPicPr>
            <p:nvPr>
              <p:custDataLst>
                <p:tags r:id="rId42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223520" y="-619760"/>
              <a:ext cx="1859280" cy="960120"/>
            </a:xfrm>
            <a:prstGeom prst="rect">
              <a:avLst/>
            </a:prstGeom>
          </p:spPr>
        </p:pic>
        <p:sp>
          <p:nvSpPr>
            <p:cNvPr id="46" name="Text 12" descr="TEMP_Z_ORDER_29"/>
            <p:cNvSpPr/>
            <p:nvPr>
              <p:custDataLst>
                <p:tags r:id="rId43"/>
              </p:custDataLst>
            </p:nvPr>
          </p:nvSpPr>
          <p:spPr>
            <a:xfrm>
              <a:off x="294640" y="-497840"/>
              <a:ext cx="841772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FFFFFF">
                      <a:alpha val="80000"/>
                    </a:srgbClr>
                  </a:solidFill>
                </a:rPr>
                <a:t>STEP 05</a:t>
              </a:r>
              <a:endParaRPr lang="en-US" sz="1440"/>
            </a:p>
          </p:txBody>
        </p:sp>
        <p:sp>
          <p:nvSpPr>
            <p:cNvPr id="47" name="Text 13" descr="TEMP_Z_ORDER_30"/>
            <p:cNvSpPr/>
            <p:nvPr>
              <p:custDataLst>
                <p:tags r:id="rId44"/>
              </p:custDataLst>
            </p:nvPr>
          </p:nvSpPr>
          <p:spPr>
            <a:xfrm>
              <a:off x="431800" y="-193040"/>
              <a:ext cx="554768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</a:rPr>
                <a:t>判断</a:t>
              </a:r>
              <a:endParaRPr lang="en-US" sz="2160"/>
            </a:p>
          </p:txBody>
        </p:sp>
        <p:sp>
          <p:nvSpPr>
            <p:cNvPr id="48" name="Text 14" descr="TEMP_Z_ORDER_31"/>
            <p:cNvSpPr/>
            <p:nvPr>
              <p:custDataLst>
                <p:tags r:id="rId45"/>
              </p:custDataLst>
            </p:nvPr>
          </p:nvSpPr>
          <p:spPr>
            <a:xfrm>
              <a:off x="-40640" y="523240"/>
              <a:ext cx="1502664" cy="62259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800">
                  <a:solidFill>
                    <a:srgbClr val="333333"/>
                  </a:solidFill>
                </a:rPr>
                <a:t>逐项做出符合性判定</a:t>
              </a:r>
              <a:endParaRPr lang="en-US" sz="1800"/>
            </a:p>
          </p:txBody>
        </p:sp>
      </p:grpSp>
      <p:sp>
        <p:nvSpPr>
          <p:cNvPr id="34" name="Text 15"/>
          <p:cNvSpPr/>
          <p:nvPr>
            <p:custDataLst>
              <p:tags r:id="rId46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网络架构合规性检查实操五步法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7" presetClass="entr" presetSubtype="1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7" presetClass="entr" presetSubtype="1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7" presetClass="entr" presetSubtype="1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17" presetClass="entr" presetSubtype="1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17" presetClass="entr" presetSubtype="1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68" name="组合 67"/>
          <p:cNvGrpSpPr/>
          <p:nvPr>
            <p:custDataLst>
              <p:tags r:id="rId7"/>
            </p:custDataLst>
          </p:nvPr>
        </p:nvGrpSpPr>
        <p:grpSpPr>
          <a:xfrm>
            <a:off x="609600" y="3444240"/>
            <a:ext cx="6339840" cy="2194560"/>
            <a:chOff x="-635000" y="-635000"/>
            <a:chExt cx="6339840" cy="2194560"/>
          </a:xfrm>
        </p:grpSpPr>
        <p:pic>
          <p:nvPicPr>
            <p:cNvPr id="69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6339840" cy="2194560"/>
            </a:xfrm>
            <a:prstGeom prst="rect">
              <a:avLst/>
            </a:prstGeom>
          </p:spPr>
        </p:pic>
        <p:pic>
          <p:nvPicPr>
            <p:cNvPr id="70" name="Image 4" descr="TEMP_Z_ORDER_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375920" y="-284480"/>
              <a:ext cx="60960" cy="274320"/>
            </a:xfrm>
            <a:prstGeom prst="rect">
              <a:avLst/>
            </a:prstGeom>
          </p:spPr>
        </p:pic>
        <p:sp>
          <p:nvSpPr>
            <p:cNvPr id="71" name="Text 0" descr="TEMP_Z_ORDER_5"/>
            <p:cNvSpPr/>
            <p:nvPr>
              <p:custDataLst>
                <p:tags r:id="rId13"/>
              </p:custDataLst>
            </p:nvPr>
          </p:nvSpPr>
          <p:spPr>
            <a:xfrm>
              <a:off x="-193040" y="-368850"/>
              <a:ext cx="1847088" cy="44306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</a:rPr>
                <a:t>演示场景分析</a:t>
              </a:r>
              <a:endParaRPr lang="en-US" sz="2400"/>
            </a:p>
          </p:txBody>
        </p:sp>
        <p:pic>
          <p:nvPicPr>
            <p:cNvPr id="72" name="Image 5" descr="TEMP_Z_ORDER_6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-375920" y="294640"/>
              <a:ext cx="243840" cy="243840"/>
            </a:xfrm>
            <a:prstGeom prst="rect">
              <a:avLst/>
            </a:prstGeom>
          </p:spPr>
        </p:pic>
        <p:sp>
          <p:nvSpPr>
            <p:cNvPr id="73" name="Text 1" descr="TEMP_Z_ORDER_7"/>
            <p:cNvSpPr/>
            <p:nvPr>
              <p:custDataLst>
                <p:tags r:id="rId17"/>
              </p:custDataLst>
            </p:nvPr>
          </p:nvSpPr>
          <p:spPr>
            <a:xfrm>
              <a:off x="-291917" y="283642"/>
              <a:ext cx="84979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</a:rPr>
                <a:t>!</a:t>
              </a:r>
              <a:endParaRPr lang="en-US" sz="1440"/>
            </a:p>
          </p:txBody>
        </p:sp>
        <p:sp>
          <p:nvSpPr>
            <p:cNvPr id="74" name="Text 2" descr="TEMP_Z_ORDER_8"/>
            <p:cNvSpPr/>
            <p:nvPr>
              <p:custDataLst>
                <p:tags r:id="rId18"/>
              </p:custDataLst>
            </p:nvPr>
          </p:nvSpPr>
          <p:spPr>
            <a:xfrm>
              <a:off x="-10160" y="264160"/>
              <a:ext cx="4443984" cy="31205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8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</a:rPr>
                <a:t>互联网边界：</a:t>
              </a:r>
              <a:r>
                <a:rPr lang="en-US" sz="1920">
                  <a:solidFill>
                    <a:srgbClr val="00234E"/>
                  </a:solidFill>
                </a:rPr>
                <a:t>防火墙1台(单机)</a:t>
              </a:r>
              <a:r>
                <a:rPr lang="en-US" sz="1920" b="1">
                  <a:solidFill>
                    <a:srgbClr val="EF4444"/>
                  </a:solidFill>
                </a:rPr>
                <a:t>→ 不合规</a:t>
              </a:r>
              <a:endParaRPr lang="en-US" sz="1920"/>
            </a:p>
          </p:txBody>
        </p:sp>
        <p:pic>
          <p:nvPicPr>
            <p:cNvPr id="75" name="Image 6" descr="TEMP_Z_ORDER_9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-375920" y="568960"/>
              <a:ext cx="243840" cy="243840"/>
            </a:xfrm>
            <a:prstGeom prst="rect">
              <a:avLst/>
            </a:prstGeom>
          </p:spPr>
        </p:pic>
        <p:sp>
          <p:nvSpPr>
            <p:cNvPr id="76" name="Text 3" descr="TEMP_Z_ORDER_10"/>
            <p:cNvSpPr/>
            <p:nvPr>
              <p:custDataLst>
                <p:tags r:id="rId22"/>
              </p:custDataLst>
            </p:nvPr>
          </p:nvSpPr>
          <p:spPr>
            <a:xfrm>
              <a:off x="-269867" y="558878"/>
              <a:ext cx="56118" cy="26400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</a:rPr>
                <a:t>✓</a:t>
              </a:r>
              <a:endParaRPr lang="en-US" sz="1440"/>
            </a:p>
          </p:txBody>
        </p:sp>
        <p:sp>
          <p:nvSpPr>
            <p:cNvPr id="77" name="Text 4" descr="TEMP_Z_ORDER_11"/>
            <p:cNvSpPr/>
            <p:nvPr>
              <p:custDataLst>
                <p:tags r:id="rId23"/>
              </p:custDataLst>
            </p:nvPr>
          </p:nvSpPr>
          <p:spPr>
            <a:xfrm>
              <a:off x="-10160" y="538480"/>
              <a:ext cx="4200144" cy="31205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8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</a:rPr>
                <a:t>核心区：</a:t>
              </a:r>
              <a:r>
                <a:rPr lang="en-US" sz="1920">
                  <a:solidFill>
                    <a:srgbClr val="00234E"/>
                  </a:solidFill>
                </a:rPr>
                <a:t>核心交换机2台(堆叠)</a:t>
              </a:r>
              <a:r>
                <a:rPr lang="en-US" sz="1920" b="1">
                  <a:solidFill>
                    <a:srgbClr val="22C55E"/>
                  </a:solidFill>
                </a:rPr>
                <a:t>→ 合规</a:t>
              </a:r>
              <a:endParaRPr lang="en-US" sz="1920"/>
            </a:p>
          </p:txBody>
        </p:sp>
        <p:pic>
          <p:nvPicPr>
            <p:cNvPr id="78" name="Image 7" descr="TEMP_Z_ORDER_12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-375920" y="828040"/>
              <a:ext cx="243840" cy="243840"/>
            </a:xfrm>
            <a:prstGeom prst="rect">
              <a:avLst/>
            </a:prstGeom>
          </p:spPr>
        </p:pic>
        <p:sp>
          <p:nvSpPr>
            <p:cNvPr id="79" name="Text 5" descr="TEMP_Z_ORDER_13"/>
            <p:cNvSpPr/>
            <p:nvPr>
              <p:custDataLst>
                <p:tags r:id="rId25"/>
              </p:custDataLst>
            </p:nvPr>
          </p:nvSpPr>
          <p:spPr>
            <a:xfrm>
              <a:off x="-291917" y="817042"/>
              <a:ext cx="84979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</a:rPr>
                <a:t>!</a:t>
              </a:r>
              <a:endParaRPr lang="en-US" sz="1440"/>
            </a:p>
          </p:txBody>
        </p:sp>
        <p:sp>
          <p:nvSpPr>
            <p:cNvPr id="80" name="Text 6" descr="TEMP_Z_ORDER_14"/>
            <p:cNvSpPr/>
            <p:nvPr>
              <p:custDataLst>
                <p:tags r:id="rId26"/>
              </p:custDataLst>
            </p:nvPr>
          </p:nvSpPr>
          <p:spPr>
            <a:xfrm>
              <a:off x="-10160" y="797560"/>
              <a:ext cx="5465064" cy="31205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8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</a:rPr>
                <a:t>服务器与办公区：</a:t>
              </a:r>
              <a:r>
                <a:rPr lang="en-US" sz="1920">
                  <a:solidFill>
                    <a:srgbClr val="00234E"/>
                  </a:solidFill>
                </a:rPr>
                <a:t>通过核心直连</a:t>
              </a:r>
              <a:r>
                <a:rPr lang="en-US" sz="1920" b="1">
                  <a:solidFill>
                    <a:srgbClr val="EF4444"/>
                  </a:solidFill>
                </a:rPr>
                <a:t>→ 不合规(未隔离)</a:t>
              </a:r>
              <a:endParaRPr lang="en-US" sz="1920"/>
            </a:p>
          </p:txBody>
        </p:sp>
        <p:pic>
          <p:nvPicPr>
            <p:cNvPr id="81" name="Image 8" descr="TEMP_Z_ORDER_15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28"/>
            <a:stretch>
              <a:fillRect/>
            </a:stretch>
          </p:blipFill>
          <p:spPr>
            <a:xfrm>
              <a:off x="-375920" y="1209040"/>
              <a:ext cx="243840" cy="91440"/>
            </a:xfrm>
            <a:prstGeom prst="rect">
              <a:avLst/>
            </a:prstGeom>
          </p:spPr>
        </p:pic>
        <p:sp>
          <p:nvSpPr>
            <p:cNvPr id="82" name="Text 7" descr="TEMP_Z_ORDER_16"/>
            <p:cNvSpPr/>
            <p:nvPr>
              <p:custDataLst>
                <p:tags r:id="rId29"/>
              </p:custDataLst>
            </p:nvPr>
          </p:nvSpPr>
          <p:spPr>
            <a:xfrm>
              <a:off x="-269867" y="1198958"/>
              <a:ext cx="56118" cy="26400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000000"/>
                  </a:solidFill>
                </a:rPr>
                <a:t>✓</a:t>
              </a:r>
              <a:endParaRPr lang="en-US" sz="1440"/>
            </a:p>
          </p:txBody>
        </p:sp>
        <p:sp>
          <p:nvSpPr>
            <p:cNvPr id="83" name="Text 8" descr="TEMP_Z_ORDER_17"/>
            <p:cNvSpPr/>
            <p:nvPr>
              <p:custDataLst>
                <p:tags r:id="rId30"/>
              </p:custDataLst>
            </p:nvPr>
          </p:nvSpPr>
          <p:spPr>
            <a:xfrm>
              <a:off x="-10160" y="1178560"/>
              <a:ext cx="3621024" cy="31205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8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</a:rPr>
                <a:t>管理方式：</a:t>
              </a:r>
              <a:r>
                <a:rPr lang="en-US" sz="1920">
                  <a:solidFill>
                    <a:srgbClr val="00234E"/>
                  </a:solidFill>
                </a:rPr>
                <a:t>SSH加密管理</a:t>
              </a:r>
              <a:r>
                <a:rPr lang="en-US" sz="1920" b="1">
                  <a:solidFill>
                    <a:srgbClr val="22C55E"/>
                  </a:solidFill>
                </a:rPr>
                <a:t>→ 合规</a:t>
              </a:r>
              <a:endParaRPr lang="en-US" sz="1920"/>
            </a:p>
          </p:txBody>
        </p:sp>
      </p:grpSp>
      <p:grpSp>
        <p:nvGrpSpPr>
          <p:cNvPr id="46" name="组合 45"/>
          <p:cNvGrpSpPr/>
          <p:nvPr>
            <p:custDataLst>
              <p:tags r:id="rId31"/>
            </p:custDataLst>
          </p:nvPr>
        </p:nvGrpSpPr>
        <p:grpSpPr>
          <a:xfrm>
            <a:off x="7193280" y="3444240"/>
            <a:ext cx="4404360" cy="2194560"/>
            <a:chOff x="-635000" y="-635000"/>
            <a:chExt cx="4404360" cy="2194560"/>
          </a:xfrm>
        </p:grpSpPr>
        <p:pic>
          <p:nvPicPr>
            <p:cNvPr id="47" name="Image 9" descr="TEMP_Z_ORDER_18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4404360" cy="219456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48" name="Image 10" descr="TEMP_Z_ORDER_19"/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-375921" y="-330200"/>
              <a:ext cx="365760" cy="365760"/>
            </a:xfrm>
            <a:prstGeom prst="rect">
              <a:avLst/>
            </a:prstGeom>
          </p:spPr>
        </p:pic>
        <p:sp>
          <p:nvSpPr>
            <p:cNvPr id="49" name="Text 9" descr="TEMP_Z_ORDER_20"/>
            <p:cNvSpPr/>
            <p:nvPr>
              <p:custDataLst>
                <p:tags r:id="rId38"/>
              </p:custDataLst>
            </p:nvPr>
          </p:nvSpPr>
          <p:spPr>
            <a:xfrm>
              <a:off x="-290704" y="-300990"/>
              <a:ext cx="204470" cy="30734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00" b="1">
                  <a:solidFill>
                    <a:srgbClr val="FFFFFF"/>
                  </a:solidFill>
                </a:rPr>
                <a:t>步</a:t>
              </a:r>
              <a:endParaRPr lang="en-US" sz="1600" b="1">
                <a:solidFill>
                  <a:srgbClr val="FFFFFF"/>
                </a:solidFill>
              </a:endParaRPr>
            </a:p>
          </p:txBody>
        </p:sp>
        <p:sp>
          <p:nvSpPr>
            <p:cNvPr id="50" name="Text 10" descr="TEMP_Z_ORDER_21"/>
            <p:cNvSpPr/>
            <p:nvPr>
              <p:custDataLst>
                <p:tags r:id="rId39"/>
              </p:custDataLst>
            </p:nvPr>
          </p:nvSpPr>
          <p:spPr>
            <a:xfrm>
              <a:off x="111759" y="-368851"/>
              <a:ext cx="1231392" cy="44306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</a:rPr>
                <a:t>检查步骤</a:t>
              </a:r>
              <a:endParaRPr lang="en-US" sz="2400"/>
            </a:p>
          </p:txBody>
        </p:sp>
      </p:grpSp>
      <p:grpSp>
        <p:nvGrpSpPr>
          <p:cNvPr id="43" name="组合 42"/>
          <p:cNvGrpSpPr/>
          <p:nvPr>
            <p:custDataLst>
              <p:tags r:id="rId40"/>
            </p:custDataLst>
          </p:nvPr>
        </p:nvGrpSpPr>
        <p:grpSpPr>
          <a:xfrm>
            <a:off x="609600" y="1371600"/>
            <a:ext cx="10972800" cy="1828800"/>
            <a:chOff x="-635000" y="-635000"/>
            <a:chExt cx="10972800" cy="1828800"/>
          </a:xfrm>
        </p:grpSpPr>
        <p:pic>
          <p:nvPicPr>
            <p:cNvPr id="44" name="Image 11" descr="TEMP_Z_ORDER_22"/>
            <p:cNvPicPr>
              <a:picLocks noChangeAspect="1"/>
            </p:cNvPicPr>
            <p:nvPr>
              <p:custDataLst>
                <p:tags r:id="rId41"/>
              </p:custDataLst>
            </p:nvPr>
          </p:nvPicPr>
          <p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18288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45" name="Image 12" descr="TEMP_Z_ORDER_23"/>
            <p:cNvPicPr>
              <a:picLocks noChangeAspect="1"/>
            </p:cNvPicPr>
            <p:nvPr>
              <p:custDataLst>
                <p:tags r:id="rId44"/>
              </p:custDataLst>
            </p:nvPr>
          </p:nvPicPr>
          <p:blipFill>
            <a:blip r:embed="rId45"/>
            <a:stretch>
              <a:fillRect/>
            </a:stretch>
          </p:blipFill>
          <p:spPr>
            <a:xfrm>
              <a:off x="-619760" y="-619760"/>
              <a:ext cx="10942320" cy="1798320"/>
            </a:xfrm>
            <a:prstGeom prst="rect">
              <a:avLst/>
            </a:prstGeom>
          </p:spPr>
        </p:pic>
      </p:grpSp>
      <p:grpSp>
        <p:nvGrpSpPr>
          <p:cNvPr id="51" name="组合 50"/>
          <p:cNvGrpSpPr/>
          <p:nvPr>
            <p:custDataLst>
              <p:tags r:id="rId46"/>
            </p:custDataLst>
          </p:nvPr>
        </p:nvGrpSpPr>
        <p:grpSpPr>
          <a:xfrm>
            <a:off x="7452360" y="4195445"/>
            <a:ext cx="1928495" cy="1346835"/>
            <a:chOff x="-635000" y="-635000"/>
            <a:chExt cx="1764304" cy="1097280"/>
          </a:xfrm>
        </p:grpSpPr>
        <p:pic>
          <p:nvPicPr>
            <p:cNvPr id="52" name="Image 13" descr="TEMP_Z_ORDER_24"/>
            <p:cNvPicPr>
              <a:picLocks noChangeAspect="1"/>
            </p:cNvPicPr>
            <p:nvPr>
              <p:custDataLst>
                <p:tags r:id="rId47"/>
              </p:custDataLst>
            </p:nvPr>
          </p:nvPicPr>
          <p:blipFill>
            <a:blip r:embed="rId48"/>
            <a:stretch>
              <a:fillRect/>
            </a:stretch>
          </p:blipFill>
          <p:spPr>
            <a:xfrm>
              <a:off x="-467360" y="-391160"/>
              <a:ext cx="30480" cy="609600"/>
            </a:xfrm>
            <a:prstGeom prst="rect">
              <a:avLst/>
            </a:prstGeom>
          </p:spPr>
        </p:pic>
        <p:pic>
          <p:nvPicPr>
            <p:cNvPr id="53" name="Image 14" descr="TEMP_Z_ORDER_25"/>
            <p:cNvPicPr>
              <a:picLocks noChangeAspect="1"/>
            </p:cNvPicPr>
            <p:nvPr>
              <p:custDataLst>
                <p:tags r:id="rId49"/>
              </p:custDataLst>
            </p:nvPr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365760" cy="36576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54" name="Text 11" descr="TEMP_Z_ORDER_26"/>
            <p:cNvSpPr/>
            <p:nvPr>
              <p:custDataLst>
                <p:tags r:id="rId50"/>
              </p:custDataLst>
            </p:nvPr>
          </p:nvSpPr>
          <p:spPr>
            <a:xfrm>
              <a:off x="-492501" y="-561798"/>
              <a:ext cx="89908" cy="21935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00">
                  <a:solidFill>
                    <a:srgbClr val="FFFFFF"/>
                  </a:solidFill>
                </a:rPr>
                <a:t>1</a:t>
              </a:r>
              <a:endParaRPr lang="en-US" sz="1400">
                <a:solidFill>
                  <a:srgbClr val="FFFFFF"/>
                </a:solidFill>
              </a:endParaRPr>
            </a:p>
          </p:txBody>
        </p:sp>
        <p:sp>
          <p:nvSpPr>
            <p:cNvPr id="55" name="Text 12" descr="TEMP_Z_ORDER_27"/>
            <p:cNvSpPr/>
            <p:nvPr>
              <p:custDataLst>
                <p:tags r:id="rId51"/>
              </p:custDataLst>
            </p:nvPr>
          </p:nvSpPr>
          <p:spPr>
            <a:xfrm>
              <a:off x="-86360" y="-635000"/>
              <a:ext cx="1013053" cy="25039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00">
                  <a:solidFill>
                    <a:srgbClr val="00234E"/>
                  </a:solidFill>
                </a:rPr>
                <a:t>查看拓扑图</a:t>
              </a:r>
              <a:endParaRPr lang="en-US" sz="1600">
                <a:solidFill>
                  <a:srgbClr val="00234E"/>
                </a:solidFill>
              </a:endParaRPr>
            </a:p>
          </p:txBody>
        </p:sp>
        <p:pic>
          <p:nvPicPr>
            <p:cNvPr id="56" name="Image 15" descr="TEMP_Z_ORDER_28"/>
            <p:cNvPicPr>
              <a:picLocks noChangeAspect="1"/>
            </p:cNvPicPr>
            <p:nvPr>
              <p:custDataLst>
                <p:tags r:id="rId52"/>
              </p:custDataLst>
            </p:nvPr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-635000" y="-452120"/>
              <a:ext cx="365760" cy="36576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57" name="Text 13" descr="TEMP_Z_ORDER_29"/>
            <p:cNvSpPr/>
            <p:nvPr>
              <p:custDataLst>
                <p:tags r:id="rId53"/>
              </p:custDataLst>
            </p:nvPr>
          </p:nvSpPr>
          <p:spPr>
            <a:xfrm>
              <a:off x="-492501" y="-378917"/>
              <a:ext cx="89908" cy="21935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00">
                  <a:solidFill>
                    <a:srgbClr val="FFFFFF"/>
                  </a:solidFill>
                </a:rPr>
                <a:t>2</a:t>
              </a:r>
              <a:endParaRPr lang="en-US" sz="1400">
                <a:solidFill>
                  <a:srgbClr val="FFFFFF"/>
                </a:solidFill>
              </a:endParaRPr>
            </a:p>
          </p:txBody>
        </p:sp>
        <p:sp>
          <p:nvSpPr>
            <p:cNvPr id="58" name="Text 14" descr="TEMP_Z_ORDER_30"/>
            <p:cNvSpPr/>
            <p:nvPr>
              <p:custDataLst>
                <p:tags r:id="rId54"/>
              </p:custDataLst>
            </p:nvPr>
          </p:nvSpPr>
          <p:spPr>
            <a:xfrm>
              <a:off x="-86360" y="-452120"/>
              <a:ext cx="1215664" cy="25039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00">
                  <a:solidFill>
                    <a:srgbClr val="00234E"/>
                  </a:solidFill>
                </a:rPr>
                <a:t>识别区域划分</a:t>
              </a:r>
              <a:endParaRPr lang="en-US" sz="1600">
                <a:solidFill>
                  <a:srgbClr val="00234E"/>
                </a:solidFill>
              </a:endParaRPr>
            </a:p>
          </p:txBody>
        </p:sp>
        <p:pic>
          <p:nvPicPr>
            <p:cNvPr id="59" name="Image 16" descr="TEMP_Z_ORDER_31"/>
            <p:cNvPicPr>
              <a:picLocks noChangeAspect="1"/>
            </p:cNvPicPr>
            <p:nvPr>
              <p:custDataLst>
                <p:tags r:id="rId55"/>
              </p:custDataLst>
            </p:nvPr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-635000" y="-269240"/>
              <a:ext cx="365760" cy="36576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60" name="Text 15" descr="TEMP_Z_ORDER_32"/>
            <p:cNvSpPr/>
            <p:nvPr>
              <p:custDataLst>
                <p:tags r:id="rId56"/>
              </p:custDataLst>
            </p:nvPr>
          </p:nvSpPr>
          <p:spPr>
            <a:xfrm>
              <a:off x="-492501" y="-196037"/>
              <a:ext cx="89908" cy="21935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00">
                  <a:solidFill>
                    <a:srgbClr val="FFFFFF"/>
                  </a:solidFill>
                </a:rPr>
                <a:t>3</a:t>
              </a:r>
              <a:endParaRPr lang="en-US" sz="1400">
                <a:solidFill>
                  <a:srgbClr val="FFFFFF"/>
                </a:solidFill>
              </a:endParaRPr>
            </a:p>
          </p:txBody>
        </p:sp>
        <p:sp>
          <p:nvSpPr>
            <p:cNvPr id="61" name="Text 16" descr="TEMP_Z_ORDER_33"/>
            <p:cNvSpPr/>
            <p:nvPr>
              <p:custDataLst>
                <p:tags r:id="rId57"/>
              </p:custDataLst>
            </p:nvPr>
          </p:nvSpPr>
          <p:spPr>
            <a:xfrm>
              <a:off x="-86360" y="-269240"/>
              <a:ext cx="1215664" cy="25039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00">
                  <a:solidFill>
                    <a:srgbClr val="00234E"/>
                  </a:solidFill>
                </a:rPr>
                <a:t>分析隔离措施</a:t>
              </a:r>
              <a:endParaRPr lang="en-US" sz="1600">
                <a:solidFill>
                  <a:srgbClr val="00234E"/>
                </a:solidFill>
              </a:endParaRPr>
            </a:p>
          </p:txBody>
        </p:sp>
        <p:pic>
          <p:nvPicPr>
            <p:cNvPr id="62" name="Image 17" descr="TEMP_Z_ORDER_34"/>
            <p:cNvPicPr>
              <a:picLocks noChangeAspect="1"/>
            </p:cNvPicPr>
            <p:nvPr>
              <p:custDataLst>
                <p:tags r:id="rId58"/>
              </p:custDataLst>
            </p:nvPr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-635000" y="-86360"/>
              <a:ext cx="365760" cy="36576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63" name="Text 17" descr="TEMP_Z_ORDER_35"/>
            <p:cNvSpPr/>
            <p:nvPr>
              <p:custDataLst>
                <p:tags r:id="rId59"/>
              </p:custDataLst>
            </p:nvPr>
          </p:nvSpPr>
          <p:spPr>
            <a:xfrm>
              <a:off x="-492501" y="-13157"/>
              <a:ext cx="89908" cy="21935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00">
                  <a:solidFill>
                    <a:srgbClr val="FFFFFF"/>
                  </a:solidFill>
                </a:rPr>
                <a:t>4</a:t>
              </a:r>
              <a:endParaRPr lang="en-US" sz="1400">
                <a:solidFill>
                  <a:srgbClr val="FFFFFF"/>
                </a:solidFill>
              </a:endParaRPr>
            </a:p>
          </p:txBody>
        </p:sp>
        <p:sp>
          <p:nvSpPr>
            <p:cNvPr id="64" name="Text 18" descr="TEMP_Z_ORDER_36"/>
            <p:cNvSpPr/>
            <p:nvPr>
              <p:custDataLst>
                <p:tags r:id="rId60"/>
              </p:custDataLst>
            </p:nvPr>
          </p:nvSpPr>
          <p:spPr>
            <a:xfrm>
              <a:off x="-86360" y="-86360"/>
              <a:ext cx="1215664" cy="25039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00">
                  <a:solidFill>
                    <a:srgbClr val="00234E"/>
                  </a:solidFill>
                </a:rPr>
                <a:t>检查冗余设计</a:t>
              </a:r>
              <a:endParaRPr lang="en-US" sz="1600">
                <a:solidFill>
                  <a:srgbClr val="00234E"/>
                </a:solidFill>
              </a:endParaRPr>
            </a:p>
          </p:txBody>
        </p:sp>
        <p:pic>
          <p:nvPicPr>
            <p:cNvPr id="65" name="Image 18" descr="TEMP_Z_ORDER_37"/>
            <p:cNvPicPr>
              <a:picLocks noChangeAspect="1"/>
            </p:cNvPicPr>
            <p:nvPr>
              <p:custDataLst>
                <p:tags r:id="rId61"/>
              </p:custDataLst>
            </p:nvPr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-635000" y="96520"/>
              <a:ext cx="365760" cy="36576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66" name="Text 19" descr="TEMP_Z_ORDER_38"/>
            <p:cNvSpPr/>
            <p:nvPr>
              <p:custDataLst>
                <p:tags r:id="rId62"/>
              </p:custDataLst>
            </p:nvPr>
          </p:nvSpPr>
          <p:spPr>
            <a:xfrm>
              <a:off x="-492501" y="169724"/>
              <a:ext cx="89908" cy="21935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00">
                  <a:solidFill>
                    <a:srgbClr val="FFFFFF"/>
                  </a:solidFill>
                </a:rPr>
                <a:t>5</a:t>
              </a:r>
              <a:endParaRPr lang="en-US" sz="1400">
                <a:solidFill>
                  <a:srgbClr val="FFFFFF"/>
                </a:solidFill>
              </a:endParaRPr>
            </a:p>
          </p:txBody>
        </p:sp>
        <p:sp>
          <p:nvSpPr>
            <p:cNvPr id="67" name="Text 20" descr="TEMP_Z_ORDER_39"/>
            <p:cNvSpPr/>
            <p:nvPr>
              <p:custDataLst>
                <p:tags r:id="rId63"/>
              </p:custDataLst>
            </p:nvPr>
          </p:nvSpPr>
          <p:spPr>
            <a:xfrm>
              <a:off x="-86360" y="96520"/>
              <a:ext cx="810443" cy="25039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00">
                  <a:solidFill>
                    <a:srgbClr val="00234E"/>
                  </a:solidFill>
                </a:rPr>
                <a:t>记录发现</a:t>
              </a:r>
              <a:endParaRPr lang="en-US" sz="1600">
                <a:solidFill>
                  <a:srgbClr val="00234E"/>
                </a:solidFill>
              </a:endParaRPr>
            </a:p>
          </p:txBody>
        </p:sp>
      </p:grpSp>
      <p:sp>
        <p:nvSpPr>
          <p:cNvPr id="42" name="Text 21"/>
          <p:cNvSpPr/>
          <p:nvPr>
            <p:custDataLst>
              <p:tags r:id="rId64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教师演示：拓扑检查方法（15分钟）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8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39" name="组合 38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10972800" cy="1188720"/>
            <a:chOff x="-635000" y="-635000"/>
            <a:chExt cx="10972800" cy="1188720"/>
          </a:xfrm>
        </p:grpSpPr>
        <p:pic>
          <p:nvPicPr>
            <p:cNvPr id="40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972800" cy="1188720"/>
            </a:xfrm>
            <a:prstGeom prst="rect">
              <a:avLst/>
            </a:prstGeom>
          </p:spPr>
        </p:pic>
        <p:pic>
          <p:nvPicPr>
            <p:cNvPr id="41" name="Image 4" descr="TEMP_Z_ORDER_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452120" y="-345440"/>
              <a:ext cx="609600" cy="609600"/>
            </a:xfrm>
            <a:prstGeom prst="rect">
              <a:avLst/>
            </a:prstGeom>
          </p:spPr>
        </p:pic>
        <p:pic>
          <p:nvPicPr>
            <p:cNvPr id="42" name="Image 5" descr="TEMP_Z_ORDER_5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-299720" y="-193040"/>
              <a:ext cx="304800" cy="304800"/>
            </a:xfrm>
            <a:prstGeom prst="rect">
              <a:avLst/>
            </a:prstGeom>
          </p:spPr>
        </p:pic>
        <p:sp>
          <p:nvSpPr>
            <p:cNvPr id="43" name="Text 0" descr="TEMP_Z_ORDER_6"/>
            <p:cNvSpPr/>
            <p:nvPr>
              <p:custDataLst>
                <p:tags r:id="rId16"/>
              </p:custDataLst>
            </p:nvPr>
          </p:nvSpPr>
          <p:spPr>
            <a:xfrm>
              <a:off x="401320" y="-452120"/>
              <a:ext cx="615696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任务</a:t>
              </a:r>
              <a:endParaRPr lang="en-US" sz="2400"/>
            </a:p>
          </p:txBody>
        </p:sp>
        <p:sp>
          <p:nvSpPr>
            <p:cNvPr id="44" name="Text 1" descr="TEMP_Z_ORDER_7"/>
            <p:cNvSpPr/>
            <p:nvPr>
              <p:custDataLst>
                <p:tags r:id="rId17"/>
              </p:custDataLst>
            </p:nvPr>
          </p:nvSpPr>
          <p:spPr>
            <a:xfrm>
              <a:off x="401320" y="35560"/>
              <a:ext cx="6925879" cy="24024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8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分析教师提供的“XX企业网络拓扑图”（见素材1），找出不合规项。</a:t>
              </a:r>
              <a:endParaRPr lang="en-US" sz="1800"/>
            </a:p>
          </p:txBody>
        </p:sp>
      </p:grpSp>
      <p:grpSp>
        <p:nvGrpSpPr>
          <p:cNvPr id="24" name="组合 23"/>
          <p:cNvGrpSpPr/>
          <p:nvPr>
            <p:custDataLst>
              <p:tags r:id="rId18"/>
            </p:custDataLst>
          </p:nvPr>
        </p:nvGrpSpPr>
        <p:grpSpPr>
          <a:xfrm>
            <a:off x="609600" y="2743200"/>
            <a:ext cx="10972800" cy="1981200"/>
            <a:chOff x="-635000" y="-635000"/>
            <a:chExt cx="10972800" cy="1981200"/>
          </a:xfrm>
        </p:grpSpPr>
        <p:pic>
          <p:nvPicPr>
            <p:cNvPr id="25" name="Image 6" descr="TEMP_Z_ORDER_8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/>
            <a:stretch>
              <a:fillRect/>
            </a:stretch>
          </p:blipFill>
          <p:spPr>
            <a:xfrm>
              <a:off x="-635000" y="-635000"/>
              <a:ext cx="10972800" cy="1981200"/>
            </a:xfrm>
            <a:prstGeom prst="rect">
              <a:avLst/>
            </a:prstGeom>
          </p:spPr>
        </p:pic>
        <p:pic>
          <p:nvPicPr>
            <p:cNvPr id="26" name="Image 7" descr="TEMP_Z_ORDER_9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452120" y="-452120"/>
              <a:ext cx="609600" cy="609600"/>
            </a:xfrm>
            <a:prstGeom prst="rect">
              <a:avLst/>
            </a:prstGeom>
          </p:spPr>
        </p:pic>
        <p:pic>
          <p:nvPicPr>
            <p:cNvPr id="27" name="Image 8" descr="TEMP_Z_ORDER_10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-299720" y="-299720"/>
              <a:ext cx="304800" cy="304800"/>
            </a:xfrm>
            <a:prstGeom prst="rect">
              <a:avLst/>
            </a:prstGeom>
          </p:spPr>
        </p:pic>
        <p:sp>
          <p:nvSpPr>
            <p:cNvPr id="28" name="Text 2" descr="TEMP_Z_ORDER_11"/>
            <p:cNvSpPr/>
            <p:nvPr>
              <p:custDataLst>
                <p:tags r:id="rId25"/>
              </p:custDataLst>
            </p:nvPr>
          </p:nvSpPr>
          <p:spPr>
            <a:xfrm>
              <a:off x="401320" y="-452120"/>
              <a:ext cx="615696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要求</a:t>
              </a:r>
              <a:endParaRPr lang="en-US" sz="2400"/>
            </a:p>
          </p:txBody>
        </p:sp>
        <p:sp>
          <p:nvSpPr>
            <p:cNvPr id="29" name="Text 3" descr="TEMP_Z_ORDER_12"/>
            <p:cNvSpPr/>
            <p:nvPr>
              <p:custDataLst>
                <p:tags r:id="rId26"/>
              </p:custDataLst>
            </p:nvPr>
          </p:nvSpPr>
          <p:spPr>
            <a:xfrm>
              <a:off x="401320" y="66040"/>
              <a:ext cx="157131" cy="33088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•</a:t>
              </a:r>
              <a:endParaRPr lang="en-US" sz="1920"/>
            </a:p>
          </p:txBody>
        </p:sp>
        <p:sp>
          <p:nvSpPr>
            <p:cNvPr id="30" name="Text 4" descr="TEMP_Z_ORDER_13"/>
            <p:cNvSpPr/>
            <p:nvPr>
              <p:custDataLst>
                <p:tags r:id="rId27"/>
              </p:custDataLst>
            </p:nvPr>
          </p:nvSpPr>
          <p:spPr>
            <a:xfrm>
              <a:off x="736600" y="66040"/>
              <a:ext cx="3447256" cy="24024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8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对照GB/T 22239要求逐项检查。</a:t>
              </a:r>
              <a:endParaRPr lang="en-US" sz="1800"/>
            </a:p>
          </p:txBody>
        </p:sp>
        <p:sp>
          <p:nvSpPr>
            <p:cNvPr id="31" name="Text 5" descr="TEMP_Z_ORDER_14"/>
            <p:cNvSpPr/>
            <p:nvPr>
              <p:custDataLst>
                <p:tags r:id="rId28"/>
              </p:custDataLst>
            </p:nvPr>
          </p:nvSpPr>
          <p:spPr>
            <a:xfrm>
              <a:off x="401320" y="462280"/>
              <a:ext cx="157131" cy="33088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•</a:t>
              </a:r>
              <a:endParaRPr lang="en-US" sz="1920"/>
            </a:p>
          </p:txBody>
        </p:sp>
        <p:sp>
          <p:nvSpPr>
            <p:cNvPr id="32" name="Text 6" descr="TEMP_Z_ORDER_15"/>
            <p:cNvSpPr/>
            <p:nvPr>
              <p:custDataLst>
                <p:tags r:id="rId29"/>
              </p:custDataLst>
            </p:nvPr>
          </p:nvSpPr>
          <p:spPr>
            <a:xfrm>
              <a:off x="736600" y="462280"/>
              <a:ext cx="4072572" cy="24024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8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至少找出3处不合规项并进行风险描述。</a:t>
              </a:r>
              <a:endParaRPr lang="en-US" sz="1800"/>
            </a:p>
          </p:txBody>
        </p:sp>
        <p:sp>
          <p:nvSpPr>
            <p:cNvPr id="33" name="Text 7" descr="TEMP_Z_ORDER_16"/>
            <p:cNvSpPr/>
            <p:nvPr>
              <p:custDataLst>
                <p:tags r:id="rId30"/>
              </p:custDataLst>
            </p:nvPr>
          </p:nvSpPr>
          <p:spPr>
            <a:xfrm>
              <a:off x="401320" y="858520"/>
              <a:ext cx="157131" cy="33088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•</a:t>
              </a:r>
              <a:endParaRPr lang="en-US" sz="1920"/>
            </a:p>
          </p:txBody>
        </p:sp>
        <p:sp>
          <p:nvSpPr>
            <p:cNvPr id="34" name="Text 8" descr="TEMP_Z_ORDER_17"/>
            <p:cNvSpPr/>
            <p:nvPr>
              <p:custDataLst>
                <p:tags r:id="rId31"/>
              </p:custDataLst>
            </p:nvPr>
          </p:nvSpPr>
          <p:spPr>
            <a:xfrm>
              <a:off x="736600" y="858520"/>
              <a:ext cx="3610801" cy="24024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8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填写《测评记录表》（见素材2）。</a:t>
              </a:r>
              <a:endParaRPr lang="en-US" sz="1800"/>
            </a:p>
          </p:txBody>
        </p:sp>
      </p:grpSp>
      <p:grpSp>
        <p:nvGrpSpPr>
          <p:cNvPr id="35" name="组合 34"/>
          <p:cNvGrpSpPr/>
          <p:nvPr>
            <p:custDataLst>
              <p:tags r:id="rId32"/>
            </p:custDataLst>
          </p:nvPr>
        </p:nvGrpSpPr>
        <p:grpSpPr>
          <a:xfrm>
            <a:off x="609600" y="4907280"/>
            <a:ext cx="10972800" cy="731520"/>
            <a:chOff x="-635000" y="-635000"/>
            <a:chExt cx="10972800" cy="731520"/>
          </a:xfrm>
        </p:grpSpPr>
        <p:pic>
          <p:nvPicPr>
            <p:cNvPr id="36" name="Image 9" descr="TEMP_Z_ORDER_18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731520"/>
            </a:xfrm>
            <a:prstGeom prst="rect">
              <a:avLst/>
            </a:prstGeom>
          </p:spPr>
        </p:pic>
        <p:pic>
          <p:nvPicPr>
            <p:cNvPr id="37" name="Image 10" descr="TEMP_Z_ORDER_19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-452120" y="-452120"/>
              <a:ext cx="365760" cy="365760"/>
            </a:xfrm>
            <a:prstGeom prst="rect">
              <a:avLst/>
            </a:prstGeom>
          </p:spPr>
        </p:pic>
        <p:sp>
          <p:nvSpPr>
            <p:cNvPr id="38" name="Text 9" descr="TEMP_Z_ORDER_20"/>
            <p:cNvSpPr/>
            <p:nvPr>
              <p:custDataLst>
                <p:tags r:id="rId37"/>
              </p:custDataLst>
            </p:nvPr>
          </p:nvSpPr>
          <p:spPr>
            <a:xfrm>
              <a:off x="96520" y="-452120"/>
              <a:ext cx="7901432" cy="25618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提示：重点关注区域划分、区域隔离、边界防护、冗余设计、管理安全。</a:t>
              </a:r>
              <a:endParaRPr lang="en-US" sz="1920"/>
            </a:p>
          </p:txBody>
        </p:sp>
      </p:grpSp>
      <p:sp>
        <p:nvSpPr>
          <p:cNvPr id="23" name="Text 10"/>
          <p:cNvSpPr/>
          <p:nvPr>
            <p:custDataLst>
              <p:tags r:id="rId38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实践任务1：网络拓扑合规性检查（20分钟）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3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250"/>
                            </p:stCondLst>
                            <p:childTnLst>
                              <p:par>
                                <p:cTn id="19" presetID="3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3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sp>
        <p:nvSpPr>
          <p:cNvPr id="4" name="Text 0"/>
          <p:cNvSpPr/>
          <p:nvPr>
            <p:custDataLst>
              <p:tags r:id="rId5"/>
            </p:custDataLst>
          </p:nvPr>
        </p:nvSpPr>
        <p:spPr>
          <a:xfrm>
            <a:off x="609600" y="533400"/>
            <a:ext cx="5922264" cy="6629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5000"/>
              </a:lnSpc>
              <a:buNone/>
            </a:pPr>
            <a:r>
              <a:rPr lang="en-US" sz="3480" b="1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测评记录表填写说明</a:t>
            </a:r>
            <a:r>
              <a:rPr lang="en-US" sz="3480">
                <a:solidFill>
                  <a:srgbClr val="6B7280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字段要求</a:t>
            </a:r>
            <a:endParaRPr lang="en-US" sz="3480"/>
          </a:p>
        </p:txBody>
      </p:sp>
      <p:grpSp>
        <p:nvGrpSpPr>
          <p:cNvPr id="40" name="组合 39"/>
          <p:cNvGrpSpPr/>
          <p:nvPr>
            <p:custDataLst>
              <p:tags r:id="rId6"/>
            </p:custDataLst>
          </p:nvPr>
        </p:nvGrpSpPr>
        <p:grpSpPr>
          <a:xfrm>
            <a:off x="609600" y="1371600"/>
            <a:ext cx="10972800" cy="853440"/>
            <a:chOff x="-635000" y="-635000"/>
            <a:chExt cx="10972800" cy="853440"/>
          </a:xfrm>
        </p:grpSpPr>
        <p:pic>
          <p:nvPicPr>
            <p:cNvPr id="41" name="Image 2" descr="TEMP_Z_ORDER_3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-635000" y="-635000"/>
              <a:ext cx="10972800" cy="853440"/>
            </a:xfrm>
            <a:prstGeom prst="rect">
              <a:avLst/>
            </a:prstGeom>
          </p:spPr>
        </p:pic>
        <p:sp>
          <p:nvSpPr>
            <p:cNvPr id="42" name="Text 1" descr="TEMP_Z_ORDER_4"/>
            <p:cNvSpPr/>
            <p:nvPr>
              <p:custDataLst>
                <p:tags r:id="rId9"/>
              </p:custDataLst>
            </p:nvPr>
          </p:nvSpPr>
          <p:spPr>
            <a:xfrm>
              <a:off x="-375920" y="-193040"/>
              <a:ext cx="3165062" cy="30535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92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按标准编号（如8.1.2.1 a)）</a:t>
              </a:r>
              <a:endParaRPr lang="en-US" sz="1920"/>
            </a:p>
          </p:txBody>
        </p:sp>
        <p:pic>
          <p:nvPicPr>
            <p:cNvPr id="43" name="Image 3" descr="TEMP_Z_ORDER_5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965960" cy="487680"/>
            </a:xfrm>
            <a:prstGeom prst="rect">
              <a:avLst/>
            </a:prstGeom>
          </p:spPr>
        </p:pic>
        <p:sp>
          <p:nvSpPr>
            <p:cNvPr id="44" name="Text 2" descr="TEMP_Z_ORDER_6"/>
            <p:cNvSpPr/>
            <p:nvPr>
              <p:custDataLst>
                <p:tags r:id="rId13"/>
              </p:custDataLst>
            </p:nvPr>
          </p:nvSpPr>
          <p:spPr>
            <a:xfrm>
              <a:off x="-391160" y="-574040"/>
              <a:ext cx="1481518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测评指标编号</a:t>
              </a:r>
              <a:endParaRPr lang="en-US" sz="1920"/>
            </a:p>
          </p:txBody>
        </p:sp>
      </p:grpSp>
      <p:grpSp>
        <p:nvGrpSpPr>
          <p:cNvPr id="45" name="组合 44"/>
          <p:cNvGrpSpPr/>
          <p:nvPr>
            <p:custDataLst>
              <p:tags r:id="rId14"/>
            </p:custDataLst>
          </p:nvPr>
        </p:nvGrpSpPr>
        <p:grpSpPr>
          <a:xfrm>
            <a:off x="609600" y="2225040"/>
            <a:ext cx="10972800" cy="853440"/>
            <a:chOff x="-635000" y="-635000"/>
            <a:chExt cx="10972800" cy="853440"/>
          </a:xfrm>
        </p:grpSpPr>
        <p:pic>
          <p:nvPicPr>
            <p:cNvPr id="46" name="Image 4" descr="TEMP_Z_ORDER_7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-635000" y="-635000"/>
              <a:ext cx="10972800" cy="853440"/>
            </a:xfrm>
            <a:prstGeom prst="rect">
              <a:avLst/>
            </a:prstGeom>
          </p:spPr>
        </p:pic>
        <p:sp>
          <p:nvSpPr>
            <p:cNvPr id="47" name="Text 3" descr="TEMP_Z_ORDER_8"/>
            <p:cNvSpPr/>
            <p:nvPr>
              <p:custDataLst>
                <p:tags r:id="rId16"/>
              </p:custDataLst>
            </p:nvPr>
          </p:nvSpPr>
          <p:spPr>
            <a:xfrm>
              <a:off x="-375920" y="-193040"/>
              <a:ext cx="3213164" cy="30535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92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符合/部分符合/不符合/不适用</a:t>
              </a:r>
              <a:endParaRPr lang="en-US" sz="1920"/>
            </a:p>
          </p:txBody>
        </p:sp>
        <p:pic>
          <p:nvPicPr>
            <p:cNvPr id="48" name="Image 5" descr="TEMP_Z_ORDER_9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478280" cy="487680"/>
            </a:xfrm>
            <a:prstGeom prst="rect">
              <a:avLst/>
            </a:prstGeom>
          </p:spPr>
        </p:pic>
        <p:sp>
          <p:nvSpPr>
            <p:cNvPr id="49" name="Text 4" descr="TEMP_Z_ORDER_10"/>
            <p:cNvSpPr/>
            <p:nvPr>
              <p:custDataLst>
                <p:tags r:id="rId20"/>
              </p:custDataLst>
            </p:nvPr>
          </p:nvSpPr>
          <p:spPr>
            <a:xfrm>
              <a:off x="-391160" y="-574040"/>
              <a:ext cx="98767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测评结果</a:t>
              </a:r>
              <a:endParaRPr lang="en-US" sz="1920"/>
            </a:p>
          </p:txBody>
        </p:sp>
      </p:grpSp>
      <p:grpSp>
        <p:nvGrpSpPr>
          <p:cNvPr id="25" name="组合 24"/>
          <p:cNvGrpSpPr/>
          <p:nvPr>
            <p:custDataLst>
              <p:tags r:id="rId21"/>
            </p:custDataLst>
          </p:nvPr>
        </p:nvGrpSpPr>
        <p:grpSpPr>
          <a:xfrm>
            <a:off x="609600" y="3078480"/>
            <a:ext cx="10972800" cy="853440"/>
            <a:chOff x="-635000" y="-635000"/>
            <a:chExt cx="10972800" cy="853440"/>
          </a:xfrm>
        </p:grpSpPr>
        <p:pic>
          <p:nvPicPr>
            <p:cNvPr id="26" name="Image 6" descr="TEMP_Z_ORDER_11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-635000" y="-635000"/>
              <a:ext cx="10972800" cy="853440"/>
            </a:xfrm>
            <a:prstGeom prst="rect">
              <a:avLst/>
            </a:prstGeom>
          </p:spPr>
        </p:pic>
        <p:sp>
          <p:nvSpPr>
            <p:cNvPr id="27" name="Text 5" descr="TEMP_Z_ORDER_12"/>
            <p:cNvSpPr/>
            <p:nvPr>
              <p:custDataLst>
                <p:tags r:id="rId23"/>
              </p:custDataLst>
            </p:nvPr>
          </p:nvSpPr>
          <p:spPr>
            <a:xfrm>
              <a:off x="-375920" y="-193040"/>
              <a:ext cx="7417212" cy="30535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92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必须具体、可验证（如“核心交换机为单台部署，未提供硬件冗余”）</a:t>
              </a:r>
              <a:endParaRPr lang="en-US" sz="1920"/>
            </a:p>
          </p:txBody>
        </p:sp>
        <p:pic>
          <p:nvPicPr>
            <p:cNvPr id="28" name="Image 7" descr="TEMP_Z_ORDER_13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478280" cy="487680"/>
            </a:xfrm>
            <a:prstGeom prst="rect">
              <a:avLst/>
            </a:prstGeom>
          </p:spPr>
        </p:pic>
        <p:sp>
          <p:nvSpPr>
            <p:cNvPr id="29" name="Text 6" descr="TEMP_Z_ORDER_14"/>
            <p:cNvSpPr/>
            <p:nvPr>
              <p:custDataLst>
                <p:tags r:id="rId25"/>
              </p:custDataLst>
            </p:nvPr>
          </p:nvSpPr>
          <p:spPr>
            <a:xfrm>
              <a:off x="-391160" y="-574040"/>
              <a:ext cx="98767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问题描述</a:t>
              </a:r>
              <a:endParaRPr lang="en-US" sz="1920"/>
            </a:p>
          </p:txBody>
        </p:sp>
      </p:grpSp>
      <p:grpSp>
        <p:nvGrpSpPr>
          <p:cNvPr id="35" name="组合 34"/>
          <p:cNvGrpSpPr/>
          <p:nvPr>
            <p:custDataLst>
              <p:tags r:id="rId26"/>
            </p:custDataLst>
          </p:nvPr>
        </p:nvGrpSpPr>
        <p:grpSpPr>
          <a:xfrm>
            <a:off x="609600" y="3931920"/>
            <a:ext cx="10972800" cy="853440"/>
            <a:chOff x="-635000" y="-635000"/>
            <a:chExt cx="10972800" cy="853440"/>
          </a:xfrm>
        </p:grpSpPr>
        <p:pic>
          <p:nvPicPr>
            <p:cNvPr id="36" name="Image 8" descr="TEMP_Z_ORDER_15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-635000" y="-635000"/>
              <a:ext cx="10972800" cy="853440"/>
            </a:xfrm>
            <a:prstGeom prst="rect">
              <a:avLst/>
            </a:prstGeom>
          </p:spPr>
        </p:pic>
        <p:sp>
          <p:nvSpPr>
            <p:cNvPr id="37" name="Text 7" descr="TEMP_Z_ORDER_16"/>
            <p:cNvSpPr/>
            <p:nvPr>
              <p:custDataLst>
                <p:tags r:id="rId28"/>
              </p:custDataLst>
            </p:nvPr>
          </p:nvSpPr>
          <p:spPr>
            <a:xfrm>
              <a:off x="-375920" y="-193040"/>
              <a:ext cx="5935694" cy="30535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92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说明安全影响（如“核心交换机故障将导致全网中断”）</a:t>
              </a:r>
              <a:endParaRPr lang="en-US" sz="1920"/>
            </a:p>
          </p:txBody>
        </p:sp>
        <p:pic>
          <p:nvPicPr>
            <p:cNvPr id="38" name="Image 9" descr="TEMP_Z_ORDER_17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478280" cy="487680"/>
            </a:xfrm>
            <a:prstGeom prst="rect">
              <a:avLst/>
            </a:prstGeom>
          </p:spPr>
        </p:pic>
        <p:sp>
          <p:nvSpPr>
            <p:cNvPr id="39" name="Text 8" descr="TEMP_Z_ORDER_18"/>
            <p:cNvSpPr/>
            <p:nvPr>
              <p:custDataLst>
                <p:tags r:id="rId30"/>
              </p:custDataLst>
            </p:nvPr>
          </p:nvSpPr>
          <p:spPr>
            <a:xfrm>
              <a:off x="-391160" y="-574040"/>
              <a:ext cx="98767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风险分析</a:t>
              </a:r>
              <a:endParaRPr lang="en-US" sz="1920"/>
            </a:p>
          </p:txBody>
        </p:sp>
      </p:grpSp>
      <p:grpSp>
        <p:nvGrpSpPr>
          <p:cNvPr id="30" name="组合 29"/>
          <p:cNvGrpSpPr/>
          <p:nvPr>
            <p:custDataLst>
              <p:tags r:id="rId31"/>
            </p:custDataLst>
          </p:nvPr>
        </p:nvGrpSpPr>
        <p:grpSpPr>
          <a:xfrm>
            <a:off x="609600" y="4785360"/>
            <a:ext cx="10972800" cy="853440"/>
            <a:chOff x="-635000" y="-635000"/>
            <a:chExt cx="10972800" cy="853440"/>
          </a:xfrm>
        </p:grpSpPr>
        <p:pic>
          <p:nvPicPr>
            <p:cNvPr id="31" name="Image 10" descr="TEMP_Z_ORDER_19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-635000" y="-635000"/>
              <a:ext cx="10972800" cy="853440"/>
            </a:xfrm>
            <a:prstGeom prst="rect">
              <a:avLst/>
            </a:prstGeom>
          </p:spPr>
        </p:pic>
        <p:sp>
          <p:nvSpPr>
            <p:cNvPr id="32" name="Text 9" descr="TEMP_Z_ORDER_20"/>
            <p:cNvSpPr/>
            <p:nvPr>
              <p:custDataLst>
                <p:tags r:id="rId33"/>
              </p:custDataLst>
            </p:nvPr>
          </p:nvSpPr>
          <p:spPr>
            <a:xfrm>
              <a:off x="-375920" y="-193040"/>
              <a:ext cx="1975358" cy="30537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92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必须具体、可操作</a:t>
              </a:r>
              <a:endParaRPr lang="en-US" sz="1920"/>
            </a:p>
          </p:txBody>
        </p:sp>
        <p:pic>
          <p:nvPicPr>
            <p:cNvPr id="33" name="Image 11" descr="TEMP_Z_ORDER_21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478280" cy="487680"/>
            </a:xfrm>
            <a:prstGeom prst="rect">
              <a:avLst/>
            </a:prstGeom>
          </p:spPr>
        </p:pic>
        <p:sp>
          <p:nvSpPr>
            <p:cNvPr id="34" name="Text 10" descr="TEMP_Z_ORDER_22"/>
            <p:cNvSpPr/>
            <p:nvPr>
              <p:custDataLst>
                <p:tags r:id="rId35"/>
              </p:custDataLst>
            </p:nvPr>
          </p:nvSpPr>
          <p:spPr>
            <a:xfrm>
              <a:off x="-391160" y="-574039"/>
              <a:ext cx="98767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整改建议</a:t>
              </a:r>
              <a:endParaRPr lang="en-US" sz="192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1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1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28" name="组合 27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10972800" cy="1981200"/>
            <a:chOff x="-635000" y="-635000"/>
            <a:chExt cx="10972800" cy="1981200"/>
          </a:xfrm>
        </p:grpSpPr>
        <p:pic>
          <p:nvPicPr>
            <p:cNvPr id="29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972800" cy="1981200"/>
            </a:xfrm>
            <a:prstGeom prst="rect">
              <a:avLst/>
            </a:prstGeom>
          </p:spPr>
        </p:pic>
        <p:pic>
          <p:nvPicPr>
            <p:cNvPr id="30" name="Image 4" descr="TEMP_Z_ORDER_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269240" y="-208280"/>
              <a:ext cx="487680" cy="487680"/>
            </a:xfrm>
            <a:prstGeom prst="rect">
              <a:avLst/>
            </a:prstGeom>
          </p:spPr>
        </p:pic>
        <p:pic>
          <p:nvPicPr>
            <p:cNvPr id="31" name="Image 5" descr="TEMP_Z_ORDER_5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-147320" y="-86360"/>
              <a:ext cx="243840" cy="243840"/>
            </a:xfrm>
            <a:prstGeom prst="rect">
              <a:avLst/>
            </a:prstGeom>
          </p:spPr>
        </p:pic>
        <p:sp>
          <p:nvSpPr>
            <p:cNvPr id="32" name="Text 0" descr="TEMP_Z_ORDER_6"/>
            <p:cNvSpPr/>
            <p:nvPr>
              <p:custDataLst>
                <p:tags r:id="rId16"/>
              </p:custDataLst>
            </p:nvPr>
          </p:nvSpPr>
          <p:spPr>
            <a:xfrm>
              <a:off x="401320" y="-208280"/>
              <a:ext cx="1353249" cy="35225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64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任务要求</a:t>
              </a:r>
              <a:endParaRPr lang="en-US" sz="2640"/>
            </a:p>
          </p:txBody>
        </p:sp>
        <p:sp>
          <p:nvSpPr>
            <p:cNvPr id="33" name="Text 1" descr="TEMP_Z_ORDER_7"/>
            <p:cNvSpPr/>
            <p:nvPr>
              <p:custDataLst>
                <p:tags r:id="rId17"/>
              </p:custDataLst>
            </p:nvPr>
          </p:nvSpPr>
          <p:spPr>
            <a:xfrm>
              <a:off x="-269240" y="477520"/>
              <a:ext cx="10075553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分析教师提供的防火墙策略片段和交换机VLAN配置（见素材3），识别安全问题。</a:t>
              </a:r>
              <a:endParaRPr lang="en-US" sz="2160"/>
            </a:p>
          </p:txBody>
        </p:sp>
      </p:grpSp>
      <p:grpSp>
        <p:nvGrpSpPr>
          <p:cNvPr id="19" name="组合 18"/>
          <p:cNvGrpSpPr/>
          <p:nvPr>
            <p:custDataLst>
              <p:tags r:id="rId18"/>
            </p:custDataLst>
          </p:nvPr>
        </p:nvGrpSpPr>
        <p:grpSpPr>
          <a:xfrm>
            <a:off x="609600" y="3657600"/>
            <a:ext cx="10972800" cy="1981200"/>
            <a:chOff x="-635000" y="-635000"/>
            <a:chExt cx="10972800" cy="1981200"/>
          </a:xfrm>
        </p:grpSpPr>
        <p:pic>
          <p:nvPicPr>
            <p:cNvPr id="20" name="Image 6" descr="TEMP_Z_ORDER_8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1981200"/>
            </a:xfrm>
            <a:prstGeom prst="rect">
              <a:avLst/>
            </a:prstGeom>
          </p:spPr>
        </p:pic>
        <p:pic>
          <p:nvPicPr>
            <p:cNvPr id="21" name="Image 7" descr="TEMP_Z_ORDER_9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-269240" y="-345440"/>
              <a:ext cx="487680" cy="487680"/>
            </a:xfrm>
            <a:prstGeom prst="rect">
              <a:avLst/>
            </a:prstGeom>
          </p:spPr>
        </p:pic>
        <p:pic>
          <p:nvPicPr>
            <p:cNvPr id="22" name="Image 8" descr="TEMP_Z_ORDER_10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-147320" y="-223520"/>
              <a:ext cx="243840" cy="243840"/>
            </a:xfrm>
            <a:prstGeom prst="rect">
              <a:avLst/>
            </a:prstGeom>
          </p:spPr>
        </p:pic>
        <p:sp>
          <p:nvSpPr>
            <p:cNvPr id="23" name="Text 2" descr="TEMP_Z_ORDER_11"/>
            <p:cNvSpPr/>
            <p:nvPr>
              <p:custDataLst>
                <p:tags r:id="rId28"/>
              </p:custDataLst>
            </p:nvPr>
          </p:nvSpPr>
          <p:spPr>
            <a:xfrm>
              <a:off x="401320" y="-360680"/>
              <a:ext cx="1353249" cy="35225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6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核查重点</a:t>
              </a:r>
              <a:endParaRPr lang="en-US" sz="2640"/>
            </a:p>
          </p:txBody>
        </p:sp>
        <p:pic>
          <p:nvPicPr>
            <p:cNvPr id="24" name="Image 9" descr="TEMP_Z_ORDER_12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-269240" y="416560"/>
              <a:ext cx="121920" cy="121920"/>
            </a:xfrm>
            <a:prstGeom prst="rect">
              <a:avLst/>
            </a:prstGeom>
          </p:spPr>
        </p:pic>
        <p:sp>
          <p:nvSpPr>
            <p:cNvPr id="25" name="Text 3" descr="TEMP_Z_ORDER_13"/>
            <p:cNvSpPr/>
            <p:nvPr>
              <p:custDataLst>
                <p:tags r:id="rId32"/>
              </p:custDataLst>
            </p:nvPr>
          </p:nvSpPr>
          <p:spPr>
            <a:xfrm>
              <a:off x="35560" y="309880"/>
              <a:ext cx="6440424" cy="42324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216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检查防火墙策略是否存在</a:t>
              </a:r>
              <a:r>
                <a:rPr lang="en-US" sz="216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“允许所有”</a:t>
              </a:r>
              <a:r>
                <a:rPr lang="en-US" sz="216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的宽松规则；</a:t>
              </a:r>
              <a:endParaRPr lang="en-US" sz="2160"/>
            </a:p>
          </p:txBody>
        </p:sp>
        <p:pic>
          <p:nvPicPr>
            <p:cNvPr id="26" name="Image 10" descr="TEMP_Z_ORDER_14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-269240" y="858520"/>
              <a:ext cx="121920" cy="121920"/>
            </a:xfrm>
            <a:prstGeom prst="rect">
              <a:avLst/>
            </a:prstGeom>
          </p:spPr>
        </p:pic>
        <p:sp>
          <p:nvSpPr>
            <p:cNvPr id="27" name="Text 4" descr="TEMP_Z_ORDER_15"/>
            <p:cNvSpPr/>
            <p:nvPr>
              <p:custDataLst>
                <p:tags r:id="rId34"/>
              </p:custDataLst>
            </p:nvPr>
          </p:nvSpPr>
          <p:spPr>
            <a:xfrm>
              <a:off x="35560" y="751840"/>
              <a:ext cx="3788664" cy="39972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204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检查VLAN间是否配置了</a:t>
              </a:r>
              <a:r>
                <a:rPr lang="en-US" sz="20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ACL</a:t>
              </a:r>
              <a:r>
                <a:rPr lang="en-US" sz="204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。</a:t>
              </a:r>
              <a:endParaRPr lang="en-US" sz="2040"/>
            </a:p>
          </p:txBody>
        </p:sp>
      </p:grpSp>
      <p:sp>
        <p:nvSpPr>
          <p:cNvPr id="18" name="Text 5"/>
          <p:cNvSpPr/>
          <p:nvPr>
            <p:custDataLst>
              <p:tags r:id="rId35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实践任务2：模拟设备配置核查（15分钟）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45" name="组合 44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5303520" cy="4267200"/>
            <a:chOff x="-635000" y="-635000"/>
            <a:chExt cx="5303520" cy="4267200"/>
          </a:xfrm>
        </p:grpSpPr>
        <p:pic>
          <p:nvPicPr>
            <p:cNvPr id="46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5303520" cy="4267200"/>
            </a:xfrm>
            <a:prstGeom prst="rect">
              <a:avLst/>
            </a:prstGeom>
          </p:spPr>
        </p:pic>
        <p:pic>
          <p:nvPicPr>
            <p:cNvPr id="47" name="Image 4" descr="TEMP_Z_ORDER_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254000" y="-238760"/>
              <a:ext cx="487680" cy="487680"/>
            </a:xfrm>
            <a:prstGeom prst="rect">
              <a:avLst/>
            </a:prstGeom>
          </p:spPr>
        </p:pic>
        <p:pic>
          <p:nvPicPr>
            <p:cNvPr id="48" name="Image 5" descr="TEMP_Z_ORDER_5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-162560" y="-147320"/>
              <a:ext cx="304800" cy="304800"/>
            </a:xfrm>
            <a:prstGeom prst="rect">
              <a:avLst/>
            </a:prstGeom>
          </p:spPr>
        </p:pic>
        <p:sp>
          <p:nvSpPr>
            <p:cNvPr id="49" name="Text 0" descr="TEMP_Z_ORDER_6"/>
            <p:cNvSpPr/>
            <p:nvPr>
              <p:custDataLst>
                <p:tags r:id="rId16"/>
              </p:custDataLst>
            </p:nvPr>
          </p:nvSpPr>
          <p:spPr>
            <a:xfrm>
              <a:off x="416560" y="-254000"/>
              <a:ext cx="1691561" cy="35225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64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核心检查项</a:t>
              </a:r>
              <a:endParaRPr lang="en-US" sz="2640"/>
            </a:p>
          </p:txBody>
        </p:sp>
        <p:pic>
          <p:nvPicPr>
            <p:cNvPr id="50" name="Image 6" descr="TEMP_Z_ORDER_7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254000" y="492760"/>
              <a:ext cx="4541520" cy="124968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51" name="Image 7" descr="TEMP_Z_ORDER_8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5080" y="873760"/>
              <a:ext cx="91440" cy="91440"/>
            </a:xfrm>
            <a:prstGeom prst="rect">
              <a:avLst/>
            </a:prstGeom>
          </p:spPr>
        </p:pic>
        <p:sp>
          <p:nvSpPr>
            <p:cNvPr id="52" name="Text 1" descr="TEMP_Z_ORDER_9"/>
            <p:cNvSpPr/>
            <p:nvPr>
              <p:custDataLst>
                <p:tags r:id="rId23"/>
              </p:custDataLst>
            </p:nvPr>
          </p:nvSpPr>
          <p:spPr>
            <a:xfrm>
              <a:off x="279400" y="751840"/>
              <a:ext cx="1481518" cy="3309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数据完整性：</a:t>
              </a:r>
              <a:endParaRPr lang="en-US" sz="1920"/>
            </a:p>
          </p:txBody>
        </p:sp>
        <p:sp>
          <p:nvSpPr>
            <p:cNvPr id="53" name="Text 2" descr="TEMP_Z_ORDER_10"/>
            <p:cNvSpPr/>
            <p:nvPr>
              <p:custDataLst>
                <p:tags r:id="rId24"/>
              </p:custDataLst>
            </p:nvPr>
          </p:nvSpPr>
          <p:spPr>
            <a:xfrm>
              <a:off x="279400" y="1148080"/>
              <a:ext cx="2222278" cy="3309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采用校验或密码技术</a:t>
              </a:r>
              <a:endParaRPr lang="en-US" sz="1920"/>
            </a:p>
          </p:txBody>
        </p:sp>
        <p:pic>
          <p:nvPicPr>
            <p:cNvPr id="54" name="Image 8" descr="TEMP_Z_ORDER_11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254000" y="1925320"/>
              <a:ext cx="4541520" cy="124968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55" name="Image 9" descr="TEMP_Z_ORDER_12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5080" y="2306320"/>
              <a:ext cx="91440" cy="91440"/>
            </a:xfrm>
            <a:prstGeom prst="rect">
              <a:avLst/>
            </a:prstGeom>
          </p:spPr>
        </p:pic>
        <p:sp>
          <p:nvSpPr>
            <p:cNvPr id="56" name="Text 3" descr="TEMP_Z_ORDER_13"/>
            <p:cNvSpPr/>
            <p:nvPr>
              <p:custDataLst>
                <p:tags r:id="rId27"/>
              </p:custDataLst>
            </p:nvPr>
          </p:nvSpPr>
          <p:spPr>
            <a:xfrm>
              <a:off x="279400" y="2184400"/>
              <a:ext cx="2469198" cy="3309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数据保密性（三级）：</a:t>
              </a:r>
              <a:endParaRPr lang="en-US" sz="1920"/>
            </a:p>
          </p:txBody>
        </p:sp>
        <p:sp>
          <p:nvSpPr>
            <p:cNvPr id="57" name="Text 4" descr="TEMP_Z_ORDER_14"/>
            <p:cNvSpPr/>
            <p:nvPr>
              <p:custDataLst>
                <p:tags r:id="rId28"/>
              </p:custDataLst>
            </p:nvPr>
          </p:nvSpPr>
          <p:spPr>
            <a:xfrm>
              <a:off x="279400" y="2580640"/>
              <a:ext cx="1481518" cy="3309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采用密码技术</a:t>
              </a:r>
              <a:endParaRPr lang="en-US" sz="1920"/>
            </a:p>
          </p:txBody>
        </p:sp>
      </p:grpSp>
      <p:grpSp>
        <p:nvGrpSpPr>
          <p:cNvPr id="31" name="组合 30"/>
          <p:cNvGrpSpPr/>
          <p:nvPr>
            <p:custDataLst>
              <p:tags r:id="rId29"/>
            </p:custDataLst>
          </p:nvPr>
        </p:nvGrpSpPr>
        <p:grpSpPr>
          <a:xfrm>
            <a:off x="6278880" y="1371600"/>
            <a:ext cx="5303520" cy="4267200"/>
            <a:chOff x="-635000" y="-635000"/>
            <a:chExt cx="5303520" cy="4267200"/>
          </a:xfrm>
        </p:grpSpPr>
        <p:pic>
          <p:nvPicPr>
            <p:cNvPr id="32" name="Image 10" descr="TEMP_Z_ORDER_15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303520" cy="4267200"/>
            </a:xfrm>
            <a:prstGeom prst="rect">
              <a:avLst/>
            </a:prstGeom>
          </p:spPr>
        </p:pic>
        <p:pic>
          <p:nvPicPr>
            <p:cNvPr id="33" name="Image 11" descr="TEMP_Z_ORDER_16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-254000" y="-254000"/>
              <a:ext cx="487680" cy="487680"/>
            </a:xfrm>
            <a:prstGeom prst="rect">
              <a:avLst/>
            </a:prstGeom>
          </p:spPr>
        </p:pic>
        <p:pic>
          <p:nvPicPr>
            <p:cNvPr id="34" name="Image 12" descr="TEMP_Z_ORDER_17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-162560" y="-162560"/>
              <a:ext cx="304800" cy="304800"/>
            </a:xfrm>
            <a:prstGeom prst="rect">
              <a:avLst/>
            </a:prstGeom>
          </p:spPr>
        </p:pic>
        <p:sp>
          <p:nvSpPr>
            <p:cNvPr id="35" name="Text 5" descr="TEMP_Z_ORDER_18"/>
            <p:cNvSpPr/>
            <p:nvPr>
              <p:custDataLst>
                <p:tags r:id="rId39"/>
              </p:custDataLst>
            </p:nvPr>
          </p:nvSpPr>
          <p:spPr>
            <a:xfrm>
              <a:off x="416560" y="-269240"/>
              <a:ext cx="1353249" cy="35225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640" b="1">
                  <a:solidFill>
                    <a:srgbClr val="E53E3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常见问题</a:t>
              </a:r>
              <a:endParaRPr lang="en-US" sz="2640"/>
            </a:p>
          </p:txBody>
        </p:sp>
        <p:pic>
          <p:nvPicPr>
            <p:cNvPr id="36" name="Image 13" descr="TEMP_Z_ORDER_19"/>
            <p:cNvPicPr>
              <a:picLocks noChangeAspect="1"/>
            </p:cNvPicPr>
            <p:nvPr>
              <p:custDataLst>
                <p:tags r:id="rId40"/>
              </p:custDataLst>
            </p:nvPr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-254000" y="462280"/>
              <a:ext cx="4541520" cy="80772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37" name="Text 6" descr="TEMP_Z_ORDER_20"/>
            <p:cNvSpPr/>
            <p:nvPr>
              <p:custDataLst>
                <p:tags r:id="rId43"/>
              </p:custDataLst>
            </p:nvPr>
          </p:nvSpPr>
          <p:spPr>
            <a:xfrm>
              <a:off x="5080" y="751840"/>
              <a:ext cx="73755" cy="30494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❌</a:t>
              </a:r>
              <a:endParaRPr lang="en-US" sz="1920"/>
            </a:p>
          </p:txBody>
        </p:sp>
        <p:sp>
          <p:nvSpPr>
            <p:cNvPr id="38" name="Text 7" descr="TEMP_Z_ORDER_21"/>
            <p:cNvSpPr/>
            <p:nvPr>
              <p:custDataLst>
                <p:tags r:id="rId44"/>
              </p:custDataLst>
            </p:nvPr>
          </p:nvSpPr>
          <p:spPr>
            <a:xfrm>
              <a:off x="431800" y="721360"/>
              <a:ext cx="2212497" cy="33088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远程管理使用Telnet</a:t>
              </a:r>
              <a:endParaRPr lang="en-US" sz="1920"/>
            </a:p>
          </p:txBody>
        </p:sp>
        <p:pic>
          <p:nvPicPr>
            <p:cNvPr id="39" name="Image 14" descr="TEMP_Z_ORDER_22"/>
            <p:cNvPicPr>
              <a:picLocks noChangeAspect="1"/>
            </p:cNvPicPr>
            <p:nvPr>
              <p:custDataLst>
                <p:tags r:id="rId45"/>
              </p:custDataLst>
            </p:nvPr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-254000" y="1452880"/>
              <a:ext cx="4541520" cy="80772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40" name="Text 8" descr="TEMP_Z_ORDER_23"/>
            <p:cNvSpPr/>
            <p:nvPr>
              <p:custDataLst>
                <p:tags r:id="rId46"/>
              </p:custDataLst>
            </p:nvPr>
          </p:nvSpPr>
          <p:spPr>
            <a:xfrm>
              <a:off x="5080" y="1742440"/>
              <a:ext cx="73755" cy="30494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❌</a:t>
              </a:r>
              <a:endParaRPr lang="en-US" sz="1920"/>
            </a:p>
          </p:txBody>
        </p:sp>
        <p:sp>
          <p:nvSpPr>
            <p:cNvPr id="41" name="Text 9" descr="TEMP_Z_ORDER_24"/>
            <p:cNvSpPr/>
            <p:nvPr>
              <p:custDataLst>
                <p:tags r:id="rId47"/>
              </p:custDataLst>
            </p:nvPr>
          </p:nvSpPr>
          <p:spPr>
            <a:xfrm>
              <a:off x="431800" y="1711960"/>
              <a:ext cx="2656151" cy="33088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仅HTTP，未启用HTTPS</a:t>
              </a:r>
              <a:endParaRPr lang="en-US" sz="1920"/>
            </a:p>
          </p:txBody>
        </p:sp>
        <p:pic>
          <p:nvPicPr>
            <p:cNvPr id="42" name="Image 15" descr="TEMP_Z_ORDER_25"/>
            <p:cNvPicPr>
              <a:picLocks noChangeAspect="1"/>
            </p:cNvPicPr>
            <p:nvPr>
              <p:custDataLst>
                <p:tags r:id="rId48"/>
              </p:custDataLst>
            </p:nvPr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-254000" y="2443480"/>
              <a:ext cx="4541520" cy="80772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43" name="Text 10" descr="TEMP_Z_ORDER_26"/>
            <p:cNvSpPr/>
            <p:nvPr>
              <p:custDataLst>
                <p:tags r:id="rId49"/>
              </p:custDataLst>
            </p:nvPr>
          </p:nvSpPr>
          <p:spPr>
            <a:xfrm>
              <a:off x="5080" y="2733040"/>
              <a:ext cx="73755" cy="30494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❌</a:t>
              </a:r>
              <a:endParaRPr lang="en-US" sz="1920"/>
            </a:p>
          </p:txBody>
        </p:sp>
        <p:sp>
          <p:nvSpPr>
            <p:cNvPr id="44" name="Text 11" descr="TEMP_Z_ORDER_27"/>
            <p:cNvSpPr/>
            <p:nvPr>
              <p:custDataLst>
                <p:tags r:id="rId50"/>
              </p:custDataLst>
            </p:nvPr>
          </p:nvSpPr>
          <p:spPr>
            <a:xfrm>
              <a:off x="431800" y="2702560"/>
              <a:ext cx="2469198" cy="3309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跨网络数据传输未加密</a:t>
              </a:r>
              <a:endParaRPr lang="en-US" sz="1920"/>
            </a:p>
          </p:txBody>
        </p:sp>
      </p:grpSp>
      <p:sp>
        <p:nvSpPr>
          <p:cNvPr id="30" name="Text 12"/>
          <p:cNvSpPr/>
          <p:nvPr>
            <p:custDataLst>
              <p:tags r:id="rId51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通信传输测评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1d7b9b163c0055c74f785d2dcfc17a6c.png?x-oss-process=image/resize,w_1440,h_800,m_lfit/format,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493520" y="1356360"/>
            <a:ext cx="9204960" cy="4297680"/>
          </a:xfrm>
          <a:prstGeom prst="rect">
            <a:avLst/>
          </a:prstGeom>
        </p:spPr>
      </p:pic>
      <p:grpSp>
        <p:nvGrpSpPr>
          <p:cNvPr id="64" name="组合 63"/>
          <p:cNvGrpSpPr/>
          <p:nvPr>
            <p:custDataLst>
              <p:tags r:id="rId9"/>
            </p:custDataLst>
          </p:nvPr>
        </p:nvGrpSpPr>
        <p:grpSpPr>
          <a:xfrm>
            <a:off x="5181600" y="2590800"/>
            <a:ext cx="1828800" cy="1828800"/>
            <a:chOff x="-635000" y="-635000"/>
            <a:chExt cx="1828800" cy="1828800"/>
          </a:xfrm>
        </p:grpSpPr>
        <p:pic>
          <p:nvPicPr>
            <p:cNvPr id="65" name="Image 4" descr="TEMP_Z_ORDER_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-635000" y="-635000"/>
              <a:ext cx="1828800" cy="1828800"/>
            </a:xfrm>
            <a:prstGeom prst="rect">
              <a:avLst/>
            </a:prstGeom>
          </p:spPr>
        </p:pic>
        <p:sp>
          <p:nvSpPr>
            <p:cNvPr id="66" name="Text 0" descr="TEMP_Z_ORDER_5"/>
            <p:cNvSpPr/>
            <p:nvPr>
              <p:custDataLst>
                <p:tags r:id="rId12"/>
              </p:custDataLst>
            </p:nvPr>
          </p:nvSpPr>
          <p:spPr>
            <a:xfrm>
              <a:off x="-270796" y="81280"/>
              <a:ext cx="1109535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不合规项</a:t>
              </a:r>
              <a:endParaRPr lang="en-US" sz="2160"/>
            </a:p>
          </p:txBody>
        </p:sp>
      </p:grpSp>
      <p:grpSp>
        <p:nvGrpSpPr>
          <p:cNvPr id="46" name="组合 45"/>
          <p:cNvGrpSpPr/>
          <p:nvPr>
            <p:custDataLst>
              <p:tags r:id="rId13"/>
            </p:custDataLst>
          </p:nvPr>
        </p:nvGrpSpPr>
        <p:grpSpPr>
          <a:xfrm>
            <a:off x="2133600" y="1524000"/>
            <a:ext cx="3048000" cy="1417320"/>
            <a:chOff x="-635000" y="-635000"/>
            <a:chExt cx="3048000" cy="1417320"/>
          </a:xfrm>
        </p:grpSpPr>
        <p:pic>
          <p:nvPicPr>
            <p:cNvPr id="47" name="Image 5" descr="TEMP_Z_ORDER_6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3048000" cy="141732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48" name="Image 6" descr="TEMP_Z_ORDER_7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375920" y="-345440"/>
              <a:ext cx="365760" cy="365760"/>
            </a:xfrm>
            <a:prstGeom prst="rect">
              <a:avLst/>
            </a:prstGeom>
          </p:spPr>
        </p:pic>
        <p:sp>
          <p:nvSpPr>
            <p:cNvPr id="49" name="Text 1" descr="TEMP_Z_ORDER_8"/>
            <p:cNvSpPr/>
            <p:nvPr>
              <p:custDataLst>
                <p:tags r:id="rId20"/>
              </p:custDataLst>
            </p:nvPr>
          </p:nvSpPr>
          <p:spPr>
            <a:xfrm>
              <a:off x="-339185" y="-332872"/>
              <a:ext cx="301435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</a:rPr>
                <a:t>01</a:t>
              </a:r>
              <a:endParaRPr lang="en-US" sz="1680"/>
            </a:p>
          </p:txBody>
        </p:sp>
        <p:sp>
          <p:nvSpPr>
            <p:cNvPr id="50" name="Text 2" descr="TEMP_Z_ORDER_9"/>
            <p:cNvSpPr/>
            <p:nvPr>
              <p:custDataLst>
                <p:tags r:id="rId21"/>
              </p:custDataLst>
            </p:nvPr>
          </p:nvSpPr>
          <p:spPr>
            <a:xfrm>
              <a:off x="111760" y="-375920"/>
              <a:ext cx="1109535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核心设备</a:t>
              </a:r>
              <a:endParaRPr lang="en-US" sz="2160"/>
            </a:p>
          </p:txBody>
        </p:sp>
        <p:sp>
          <p:nvSpPr>
            <p:cNvPr id="51" name="Text 3" descr="TEMP_Z_ORDER_10"/>
            <p:cNvSpPr/>
            <p:nvPr>
              <p:custDataLst>
                <p:tags r:id="rId22"/>
              </p:custDataLst>
            </p:nvPr>
          </p:nvSpPr>
          <p:spPr>
            <a:xfrm>
              <a:off x="-375920" y="142240"/>
              <a:ext cx="2218944" cy="32767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单点故障</a:t>
              </a:r>
              <a:r>
                <a:rPr lang="en-US" sz="1920">
                  <a:solidFill>
                    <a:srgbClr val="333333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（无冗余）</a:t>
              </a:r>
              <a:endParaRPr lang="en-US" sz="1920"/>
            </a:p>
          </p:txBody>
        </p:sp>
      </p:grpSp>
      <p:grpSp>
        <p:nvGrpSpPr>
          <p:cNvPr id="52" name="组合 51"/>
          <p:cNvGrpSpPr/>
          <p:nvPr>
            <p:custDataLst>
              <p:tags r:id="rId23"/>
            </p:custDataLst>
          </p:nvPr>
        </p:nvGrpSpPr>
        <p:grpSpPr>
          <a:xfrm>
            <a:off x="7010400" y="1524000"/>
            <a:ext cx="3048000" cy="1752600"/>
            <a:chOff x="-635000" y="-635000"/>
            <a:chExt cx="3048000" cy="1752600"/>
          </a:xfrm>
        </p:grpSpPr>
        <p:pic>
          <p:nvPicPr>
            <p:cNvPr id="53" name="Image 7" descr="TEMP_Z_ORDER_11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3048000" cy="17526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54" name="Image 8" descr="TEMP_Z_ORDER_12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375920" y="-345440"/>
              <a:ext cx="365760" cy="365760"/>
            </a:xfrm>
            <a:prstGeom prst="rect">
              <a:avLst/>
            </a:prstGeom>
          </p:spPr>
        </p:pic>
        <p:sp>
          <p:nvSpPr>
            <p:cNvPr id="55" name="Text 4" descr="TEMP_Z_ORDER_13"/>
            <p:cNvSpPr/>
            <p:nvPr>
              <p:custDataLst>
                <p:tags r:id="rId28"/>
              </p:custDataLst>
            </p:nvPr>
          </p:nvSpPr>
          <p:spPr>
            <a:xfrm>
              <a:off x="-339185" y="-332871"/>
              <a:ext cx="301435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</a:rPr>
                <a:t>02</a:t>
              </a:r>
              <a:endParaRPr lang="en-US" sz="1680"/>
            </a:p>
          </p:txBody>
        </p:sp>
        <p:sp>
          <p:nvSpPr>
            <p:cNvPr id="56" name="Text 5" descr="TEMP_Z_ORDER_14"/>
            <p:cNvSpPr/>
            <p:nvPr>
              <p:custDataLst>
                <p:tags r:id="rId29"/>
              </p:custDataLst>
            </p:nvPr>
          </p:nvSpPr>
          <p:spPr>
            <a:xfrm>
              <a:off x="111760" y="-375920"/>
              <a:ext cx="1109535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区域管理</a:t>
              </a:r>
              <a:endParaRPr lang="en-US" sz="2160"/>
            </a:p>
          </p:txBody>
        </p:sp>
        <p:sp>
          <p:nvSpPr>
            <p:cNvPr id="57" name="Text 6" descr="TEMP_Z_ORDER_15"/>
            <p:cNvSpPr/>
            <p:nvPr>
              <p:custDataLst>
                <p:tags r:id="rId30"/>
              </p:custDataLst>
            </p:nvPr>
          </p:nvSpPr>
          <p:spPr>
            <a:xfrm>
              <a:off x="-375919" y="142240"/>
              <a:ext cx="2538984" cy="32767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未隔离</a:t>
              </a:r>
              <a:r>
                <a:rPr lang="en-US" sz="1920">
                  <a:solidFill>
                    <a:srgbClr val="333333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（缺乏访问控制）</a:t>
              </a:r>
              <a:endParaRPr lang="en-US" sz="1920"/>
            </a:p>
          </p:txBody>
        </p:sp>
      </p:grpSp>
      <p:grpSp>
        <p:nvGrpSpPr>
          <p:cNvPr id="58" name="组合 57"/>
          <p:cNvGrpSpPr/>
          <p:nvPr>
            <p:custDataLst>
              <p:tags r:id="rId31"/>
            </p:custDataLst>
          </p:nvPr>
        </p:nvGrpSpPr>
        <p:grpSpPr>
          <a:xfrm>
            <a:off x="1524000" y="3733800"/>
            <a:ext cx="2895600" cy="1752600"/>
            <a:chOff x="-635000" y="-635000"/>
            <a:chExt cx="2895600" cy="1752600"/>
          </a:xfrm>
        </p:grpSpPr>
        <p:pic>
          <p:nvPicPr>
            <p:cNvPr id="59" name="Image 9" descr="TEMP_Z_ORDER_16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2895600" cy="17526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60" name="Image 10" descr="TEMP_Z_ORDER_17"/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375920" y="-345440"/>
              <a:ext cx="365760" cy="365760"/>
            </a:xfrm>
            <a:prstGeom prst="rect">
              <a:avLst/>
            </a:prstGeom>
          </p:spPr>
        </p:pic>
        <p:sp>
          <p:nvSpPr>
            <p:cNvPr id="61" name="Text 7" descr="TEMP_Z_ORDER_18"/>
            <p:cNvSpPr/>
            <p:nvPr>
              <p:custDataLst>
                <p:tags r:id="rId36"/>
              </p:custDataLst>
            </p:nvPr>
          </p:nvSpPr>
          <p:spPr>
            <a:xfrm>
              <a:off x="-339185" y="-332871"/>
              <a:ext cx="301435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</a:rPr>
                <a:t>03</a:t>
              </a:r>
              <a:endParaRPr lang="en-US" sz="1680"/>
            </a:p>
          </p:txBody>
        </p:sp>
        <p:sp>
          <p:nvSpPr>
            <p:cNvPr id="62" name="Text 8" descr="TEMP_Z_ORDER_19"/>
            <p:cNvSpPr/>
            <p:nvPr>
              <p:custDataLst>
                <p:tags r:id="rId37"/>
              </p:custDataLst>
            </p:nvPr>
          </p:nvSpPr>
          <p:spPr>
            <a:xfrm>
              <a:off x="111760" y="-375920"/>
              <a:ext cx="1109535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远程管理</a:t>
              </a:r>
              <a:endParaRPr lang="en-US" sz="2160"/>
            </a:p>
          </p:txBody>
        </p:sp>
        <p:sp>
          <p:nvSpPr>
            <p:cNvPr id="63" name="Text 9" descr="TEMP_Z_ORDER_20"/>
            <p:cNvSpPr/>
            <p:nvPr>
              <p:custDataLst>
                <p:tags r:id="rId38"/>
              </p:custDataLst>
            </p:nvPr>
          </p:nvSpPr>
          <p:spPr>
            <a:xfrm>
              <a:off x="-375920" y="142240"/>
              <a:ext cx="2386584" cy="66410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明文传输</a:t>
              </a:r>
              <a:r>
                <a:rPr lang="en-US" sz="1920">
                  <a:solidFill>
                    <a:srgbClr val="333333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（使用Telnet）</a:t>
              </a:r>
              <a:endParaRPr lang="en-US" sz="1920"/>
            </a:p>
          </p:txBody>
        </p:sp>
      </p:grpSp>
      <p:grpSp>
        <p:nvGrpSpPr>
          <p:cNvPr id="34" name="组合 33"/>
          <p:cNvGrpSpPr/>
          <p:nvPr>
            <p:custDataLst>
              <p:tags r:id="rId39"/>
            </p:custDataLst>
          </p:nvPr>
        </p:nvGrpSpPr>
        <p:grpSpPr>
          <a:xfrm>
            <a:off x="4648200" y="4572000"/>
            <a:ext cx="2895600" cy="1752600"/>
            <a:chOff x="-635000" y="-635000"/>
            <a:chExt cx="2895600" cy="1752600"/>
          </a:xfrm>
        </p:grpSpPr>
        <p:pic>
          <p:nvPicPr>
            <p:cNvPr id="35" name="Image 11" descr="TEMP_Z_ORDER_21"/>
            <p:cNvPicPr>
              <a:picLocks noChangeAspect="1"/>
            </p:cNvPicPr>
            <p:nvPr>
              <p:custDataLst>
                <p:tags r:id="rId40"/>
              </p:custDataLst>
            </p:nvPr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2895600" cy="17526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36" name="Image 12" descr="TEMP_Z_ORDER_22"/>
            <p:cNvPicPr>
              <a:picLocks noChangeAspect="1"/>
            </p:cNvPicPr>
            <p:nvPr>
              <p:custDataLst>
                <p:tags r:id="rId41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375920" y="-345440"/>
              <a:ext cx="365760" cy="365760"/>
            </a:xfrm>
            <a:prstGeom prst="rect">
              <a:avLst/>
            </a:prstGeom>
          </p:spPr>
        </p:pic>
        <p:sp>
          <p:nvSpPr>
            <p:cNvPr id="37" name="Text 10" descr="TEMP_Z_ORDER_23"/>
            <p:cNvSpPr/>
            <p:nvPr>
              <p:custDataLst>
                <p:tags r:id="rId42"/>
              </p:custDataLst>
            </p:nvPr>
          </p:nvSpPr>
          <p:spPr>
            <a:xfrm>
              <a:off x="-339185" y="-332871"/>
              <a:ext cx="301435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</a:rPr>
                <a:t>04</a:t>
              </a:r>
              <a:endParaRPr lang="en-US" sz="1680"/>
            </a:p>
          </p:txBody>
        </p:sp>
        <p:sp>
          <p:nvSpPr>
            <p:cNvPr id="38" name="Text 11" descr="TEMP_Z_ORDER_24"/>
            <p:cNvSpPr/>
            <p:nvPr>
              <p:custDataLst>
                <p:tags r:id="rId43"/>
              </p:custDataLst>
            </p:nvPr>
          </p:nvSpPr>
          <p:spPr>
            <a:xfrm>
              <a:off x="111760" y="-375920"/>
              <a:ext cx="1109535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业务应用</a:t>
              </a:r>
              <a:endParaRPr lang="en-US" sz="2160"/>
            </a:p>
          </p:txBody>
        </p:sp>
        <p:sp>
          <p:nvSpPr>
            <p:cNvPr id="39" name="Text 12" descr="TEMP_Z_ORDER_25"/>
            <p:cNvSpPr/>
            <p:nvPr>
              <p:custDataLst>
                <p:tags r:id="rId44"/>
              </p:custDataLst>
            </p:nvPr>
          </p:nvSpPr>
          <p:spPr>
            <a:xfrm>
              <a:off x="-375920" y="142240"/>
              <a:ext cx="2386584" cy="66410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未启用加密</a:t>
              </a:r>
              <a:r>
                <a:rPr lang="en-US" sz="1920">
                  <a:solidFill>
                    <a:srgbClr val="333333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（使用HTTP）</a:t>
              </a:r>
              <a:endParaRPr lang="en-US" sz="1920"/>
            </a:p>
          </p:txBody>
        </p:sp>
      </p:grpSp>
      <p:grpSp>
        <p:nvGrpSpPr>
          <p:cNvPr id="40" name="组合 39"/>
          <p:cNvGrpSpPr/>
          <p:nvPr>
            <p:custDataLst>
              <p:tags r:id="rId45"/>
            </p:custDataLst>
          </p:nvPr>
        </p:nvGrpSpPr>
        <p:grpSpPr>
          <a:xfrm>
            <a:off x="7772400" y="3733800"/>
            <a:ext cx="2895600" cy="1752600"/>
            <a:chOff x="-635000" y="-635000"/>
            <a:chExt cx="2895600" cy="1752600"/>
          </a:xfrm>
        </p:grpSpPr>
        <p:pic>
          <p:nvPicPr>
            <p:cNvPr id="41" name="Image 13" descr="TEMP_Z_ORDER_26"/>
            <p:cNvPicPr>
              <a:picLocks noChangeAspect="1"/>
            </p:cNvPicPr>
            <p:nvPr>
              <p:custDataLst>
                <p:tags r:id="rId46"/>
              </p:custDataLst>
            </p:nvPr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2895600" cy="17526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42" name="Image 14" descr="TEMP_Z_ORDER_27"/>
            <p:cNvPicPr>
              <a:picLocks noChangeAspect="1"/>
            </p:cNvPicPr>
            <p:nvPr>
              <p:custDataLst>
                <p:tags r:id="rId47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375920" y="-345440"/>
              <a:ext cx="365760" cy="365760"/>
            </a:xfrm>
            <a:prstGeom prst="rect">
              <a:avLst/>
            </a:prstGeom>
          </p:spPr>
        </p:pic>
        <p:sp>
          <p:nvSpPr>
            <p:cNvPr id="43" name="Text 13" descr="TEMP_Z_ORDER_28"/>
            <p:cNvSpPr/>
            <p:nvPr>
              <p:custDataLst>
                <p:tags r:id="rId48"/>
              </p:custDataLst>
            </p:nvPr>
          </p:nvSpPr>
          <p:spPr>
            <a:xfrm>
              <a:off x="-339185" y="-332871"/>
              <a:ext cx="301435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</a:rPr>
                <a:t>05</a:t>
              </a:r>
              <a:endParaRPr lang="en-US" sz="1680"/>
            </a:p>
          </p:txBody>
        </p:sp>
        <p:sp>
          <p:nvSpPr>
            <p:cNvPr id="44" name="Text 14" descr="TEMP_Z_ORDER_29"/>
            <p:cNvSpPr/>
            <p:nvPr>
              <p:custDataLst>
                <p:tags r:id="rId49"/>
              </p:custDataLst>
            </p:nvPr>
          </p:nvSpPr>
          <p:spPr>
            <a:xfrm>
              <a:off x="111760" y="-375920"/>
              <a:ext cx="832152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防火墙</a:t>
              </a:r>
              <a:endParaRPr lang="en-US" sz="2160"/>
            </a:p>
          </p:txBody>
        </p:sp>
        <p:sp>
          <p:nvSpPr>
            <p:cNvPr id="45" name="Text 15" descr="TEMP_Z_ORDER_30"/>
            <p:cNvSpPr/>
            <p:nvPr>
              <p:custDataLst>
                <p:tags r:id="rId50"/>
              </p:custDataLst>
            </p:nvPr>
          </p:nvSpPr>
          <p:spPr>
            <a:xfrm>
              <a:off x="-375919" y="142240"/>
              <a:ext cx="2386584" cy="66410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</a:rPr>
                <a:t>策略</a:t>
              </a: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过于宽松</a:t>
              </a:r>
              <a:r>
                <a:rPr lang="en-US" sz="1920">
                  <a:solidFill>
                    <a:srgbClr val="333333"/>
                  </a:solidFill>
                </a:rPr>
                <a:t>（存在“permit any”）</a:t>
              </a:r>
              <a:endParaRPr lang="en-US" sz="1920"/>
            </a:p>
          </p:txBody>
        </p:sp>
      </p:grpSp>
      <p:sp>
        <p:nvSpPr>
          <p:cNvPr id="33" name="Text 16"/>
          <p:cNvSpPr/>
          <p:nvPr>
            <p:custDataLst>
              <p:tags r:id="rId51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常见不合规项总结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4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4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4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" presetClass="entr" presetSubtype="4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0"/>
                            </p:stCondLst>
                            <p:childTnLst>
                              <p:par>
                                <p:cTn id="35" presetID="2" presetClass="entr" presetSubtype="4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grpSp>
        <p:nvGrpSpPr>
          <p:cNvPr id="39" name="组合 38"/>
          <p:cNvGrpSpPr/>
          <p:nvPr>
            <p:custDataLst>
              <p:tags r:id="rId5"/>
            </p:custDataLst>
          </p:nvPr>
        </p:nvGrpSpPr>
        <p:grpSpPr>
          <a:xfrm>
            <a:off x="5748528" y="501413"/>
            <a:ext cx="5629656" cy="585708"/>
            <a:chOff x="-635000" y="-589280"/>
            <a:chExt cx="5629656" cy="583353"/>
          </a:xfrm>
        </p:grpSpPr>
        <p:sp>
          <p:nvSpPr>
            <p:cNvPr id="40" name="Text 0" descr="TEMP_Z_ORDER_2"/>
            <p:cNvSpPr/>
            <p:nvPr>
              <p:custDataLst>
                <p:tags r:id="rId6"/>
              </p:custDataLst>
            </p:nvPr>
          </p:nvSpPr>
          <p:spPr>
            <a:xfrm>
              <a:off x="-394208" y="-425872"/>
              <a:ext cx="5388864" cy="41994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zh-CN" altLang="en-US" sz="264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情境分析</a:t>
              </a:r>
              <a:endParaRPr lang="en-US" sz="2640"/>
            </a:p>
          </p:txBody>
        </p:sp>
        <p:pic>
          <p:nvPicPr>
            <p:cNvPr id="41" name="Image 2" descr="TEMP_Z_ORDER_3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-635000" y="-589280"/>
              <a:ext cx="60960" cy="528828"/>
            </a:xfrm>
            <a:prstGeom prst="rect">
              <a:avLst/>
            </a:prstGeom>
          </p:spPr>
        </p:pic>
      </p:grpSp>
      <p:grpSp>
        <p:nvGrpSpPr>
          <p:cNvPr id="42" name="组合 41"/>
          <p:cNvGrpSpPr/>
          <p:nvPr>
            <p:custDataLst>
              <p:tags r:id="rId10"/>
            </p:custDataLst>
          </p:nvPr>
        </p:nvGrpSpPr>
        <p:grpSpPr>
          <a:xfrm>
            <a:off x="5745480" y="1405890"/>
            <a:ext cx="5836920" cy="2621010"/>
            <a:chOff x="-635000" y="-635000"/>
            <a:chExt cx="5836920" cy="2530630"/>
          </a:xfrm>
        </p:grpSpPr>
        <p:pic>
          <p:nvPicPr>
            <p:cNvPr id="43" name="Image 3" descr="TEMP_Z_ORDER_4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635000" y="-635000"/>
              <a:ext cx="5836920" cy="2514600"/>
            </a:xfrm>
            <a:prstGeom prst="rect">
              <a:avLst/>
            </a:prstGeom>
          </p:spPr>
        </p:pic>
        <p:sp>
          <p:nvSpPr>
            <p:cNvPr id="44" name="Text 1" descr="TEMP_Z_ORDER_5"/>
            <p:cNvSpPr/>
            <p:nvPr>
              <p:custDataLst>
                <p:tags r:id="rId13"/>
              </p:custDataLst>
            </p:nvPr>
          </p:nvSpPr>
          <p:spPr>
            <a:xfrm>
              <a:off x="-375921" y="-596636"/>
              <a:ext cx="4715526" cy="40097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素材：某市政务服务中心网络拓扑案例</a:t>
              </a:r>
              <a:endParaRPr lang="en-US" sz="2160"/>
            </a:p>
          </p:txBody>
        </p:sp>
        <p:sp>
          <p:nvSpPr>
            <p:cNvPr id="45" name="Text 2" descr="TEMP_Z_ORDER_6"/>
            <p:cNvSpPr/>
            <p:nvPr>
              <p:custDataLst>
                <p:tags r:id="rId14"/>
              </p:custDataLst>
            </p:nvPr>
          </p:nvSpPr>
          <p:spPr>
            <a:xfrm>
              <a:off x="-132080" y="-243488"/>
              <a:ext cx="5084064" cy="213911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43840" indent="-243840">
                <a:lnSpc>
                  <a:spcPct val="125000"/>
                </a:lnSpc>
                <a:buSzTx/>
                <a:buChar char="•"/>
              </a:pPr>
              <a:r>
                <a:rPr lang="en-US" sz="1920" b="1">
                  <a:solidFill>
                    <a:srgbClr val="111827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互联网出口：</a:t>
              </a: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单台防火墙（无冗余）</a:t>
              </a:r>
              <a:endParaRPr lang="en-US" sz="1920"/>
            </a:p>
            <a:p>
              <a:pPr marL="243840" indent="-243840">
                <a:lnSpc>
                  <a:spcPct val="125000"/>
                </a:lnSpc>
                <a:buSzTx/>
                <a:buChar char="•"/>
              </a:pPr>
              <a:r>
                <a:rPr lang="en-US" sz="1920" b="1">
                  <a:solidFill>
                    <a:srgbClr val="111827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核心层：</a:t>
              </a: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单台核心交换机</a:t>
              </a:r>
              <a:endParaRPr lang="en-US" sz="1920"/>
            </a:p>
            <a:p>
              <a:pPr marL="243840" indent="-243840">
                <a:lnSpc>
                  <a:spcPct val="125000"/>
                </a:lnSpc>
                <a:buSzTx/>
                <a:buChar char="•"/>
              </a:pPr>
              <a:r>
                <a:rPr lang="en-US" sz="1920" b="1">
                  <a:solidFill>
                    <a:srgbClr val="111827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服务器区：</a:t>
              </a: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Web、应用、数据库服务器在同一VLAN</a:t>
              </a:r>
              <a:endParaRPr lang="en-US" sz="1920"/>
            </a:p>
            <a:p>
              <a:pPr marL="243840" indent="-243840">
                <a:lnSpc>
                  <a:spcPct val="125000"/>
                </a:lnSpc>
                <a:buSzTx/>
                <a:buChar char="•"/>
              </a:pPr>
              <a:r>
                <a:rPr lang="en-US" sz="1920" b="1">
                  <a:solidFill>
                    <a:srgbClr val="111827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办公区：</a:t>
              </a: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与服务器区直连，无访问控制</a:t>
              </a:r>
              <a:endParaRPr lang="en-US" sz="1920"/>
            </a:p>
            <a:p>
              <a:pPr marL="243840" indent="-243840">
                <a:lnSpc>
                  <a:spcPct val="125000"/>
                </a:lnSpc>
                <a:buSzTx/>
                <a:buChar char="•"/>
              </a:pPr>
              <a:r>
                <a:rPr lang="en-US" sz="1920" b="1">
                  <a:solidFill>
                    <a:srgbClr val="111827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远程接入：</a:t>
              </a: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采用Telnet管理</a:t>
              </a:r>
              <a:endParaRPr lang="en-US" sz="1920"/>
            </a:p>
          </p:txBody>
        </p:sp>
      </p:grpSp>
      <p:grpSp>
        <p:nvGrpSpPr>
          <p:cNvPr id="23" name="组合 22"/>
          <p:cNvGrpSpPr/>
          <p:nvPr>
            <p:custDataLst>
              <p:tags r:id="rId15"/>
            </p:custDataLst>
          </p:nvPr>
        </p:nvGrpSpPr>
        <p:grpSpPr>
          <a:xfrm>
            <a:off x="5745480" y="4297680"/>
            <a:ext cx="4728845" cy="855824"/>
            <a:chOff x="-635000" y="-635000"/>
            <a:chExt cx="2654000" cy="856075"/>
          </a:xfrm>
        </p:grpSpPr>
        <p:pic>
          <p:nvPicPr>
            <p:cNvPr id="24" name="Image 4" descr="TEMP_Z_ORDER_7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-635000" y="-589280"/>
              <a:ext cx="304800" cy="304800"/>
            </a:xfrm>
            <a:prstGeom prst="rect">
              <a:avLst/>
            </a:prstGeom>
          </p:spPr>
        </p:pic>
        <p:sp>
          <p:nvSpPr>
            <p:cNvPr id="25" name="Text 3" descr="TEMP_Z_ORDER_8"/>
            <p:cNvSpPr/>
            <p:nvPr>
              <p:custDataLst>
                <p:tags r:id="rId19"/>
              </p:custDataLst>
            </p:nvPr>
          </p:nvSpPr>
          <p:spPr>
            <a:xfrm>
              <a:off x="-208280" y="-635000"/>
              <a:ext cx="832152" cy="41541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讨论：</a:t>
              </a:r>
              <a:endParaRPr lang="en-US" sz="2160"/>
            </a:p>
          </p:txBody>
        </p:sp>
        <p:sp>
          <p:nvSpPr>
            <p:cNvPr id="26" name="Text 4" descr="TEMP_Z_ORDER_9"/>
            <p:cNvSpPr/>
            <p:nvPr>
              <p:custDataLst>
                <p:tags r:id="rId20"/>
              </p:custDataLst>
            </p:nvPr>
          </p:nvSpPr>
          <p:spPr>
            <a:xfrm>
              <a:off x="-635000" y="-101600"/>
              <a:ext cx="126667" cy="32267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•</a:t>
              </a:r>
              <a:endParaRPr lang="en-US" sz="1680"/>
            </a:p>
          </p:txBody>
        </p:sp>
        <p:sp>
          <p:nvSpPr>
            <p:cNvPr id="27" name="Text 5" descr="TEMP_Z_ORDER_10"/>
            <p:cNvSpPr/>
            <p:nvPr>
              <p:custDataLst>
                <p:tags r:id="rId21"/>
              </p:custDataLst>
            </p:nvPr>
          </p:nvSpPr>
          <p:spPr>
            <a:xfrm>
              <a:off x="-489504" y="-55952"/>
              <a:ext cx="2508504" cy="25788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8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这张拓扑图中存在哪些安全隐患？</a:t>
              </a:r>
              <a:endParaRPr lang="en-US" sz="1680"/>
            </a:p>
          </p:txBody>
        </p:sp>
      </p:grpSp>
      <p:grpSp>
        <p:nvGrpSpPr>
          <p:cNvPr id="34" name="组合 33"/>
          <p:cNvGrpSpPr/>
          <p:nvPr>
            <p:custDataLst>
              <p:tags r:id="rId22"/>
            </p:custDataLst>
          </p:nvPr>
        </p:nvGrpSpPr>
        <p:grpSpPr>
          <a:xfrm>
            <a:off x="609600" y="990600"/>
            <a:ext cx="4785360" cy="4282440"/>
            <a:chOff x="-635000" y="-635000"/>
            <a:chExt cx="4785360" cy="4282440"/>
          </a:xfrm>
        </p:grpSpPr>
        <p:pic>
          <p:nvPicPr>
            <p:cNvPr id="35" name="Image 5" descr="TEMP_Z_ORDER_17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4785360" cy="428244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36" name="Image 6" descr="TEMP_Z_ORDER_18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27"/>
            <a:stretch>
              <a:fillRect/>
            </a:stretch>
          </p:blipFill>
          <p:spPr>
            <a:xfrm>
              <a:off x="-375920" y="-375920"/>
              <a:ext cx="4267200" cy="3764280"/>
            </a:xfrm>
            <a:prstGeom prst="rect">
              <a:avLst/>
            </a:prstGeom>
          </p:spPr>
        </p:pic>
        <p:pic>
          <p:nvPicPr>
            <p:cNvPr id="37" name="Image 7" descr="TEMP_Z_ORDER_19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29"/>
            <a:stretch>
              <a:fillRect/>
            </a:stretch>
          </p:blipFill>
          <p:spPr>
            <a:xfrm>
              <a:off x="-619760" y="-619760"/>
              <a:ext cx="1219200" cy="441960"/>
            </a:xfrm>
            <a:prstGeom prst="rect">
              <a:avLst/>
            </a:prstGeom>
          </p:spPr>
        </p:pic>
        <p:sp>
          <p:nvSpPr>
            <p:cNvPr id="38" name="Text 12" descr="TEMP_Z_ORDER_20"/>
            <p:cNvSpPr/>
            <p:nvPr>
              <p:custDataLst>
                <p:tags r:id="rId30"/>
              </p:custDataLst>
            </p:nvPr>
          </p:nvSpPr>
          <p:spPr>
            <a:xfrm>
              <a:off x="-436880" y="-558800"/>
              <a:ext cx="859409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案例导入</a:t>
              </a:r>
              <a:endParaRPr lang="en-US" sz="1680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314960" y="1421130"/>
            <a:ext cx="5080000" cy="3291840"/>
          </a:xfrm>
          <a:prstGeom prst="rect">
            <a:avLst/>
          </a:prstGeom>
          <a:solidFill>
            <a:schemeClr val="accent2"/>
          </a:solidFill>
        </p:spPr>
        <p:txBody>
          <a:bodyPr>
            <a:spAutoFit/>
          </a:bodyPr>
          <a:p>
            <a:pPr>
              <a:buAutoNum type="arabicPeriod"/>
            </a:pPr>
            <a:r>
              <a:rPr lang="zh-CN" altLang="en-US" sz="1600"/>
              <a:t>单点故障隐患：互联网出口单台防火墙、核心层单台核心交换机，没有冗余设备。一旦设备故障，整个网络瘫痪。</a:t>
            </a:r>
            <a:endParaRPr lang="zh-CN" altLang="en-US" sz="1600"/>
          </a:p>
          <a:p>
            <a:pPr>
              <a:buAutoNum type="arabicPeriod"/>
            </a:pPr>
            <a:r>
              <a:rPr lang="zh-CN" altLang="en-US" sz="1600"/>
              <a:t>服务器区域划分不合理：</a:t>
            </a:r>
            <a:r>
              <a:rPr lang="en-US" altLang="zh-CN" sz="1600"/>
              <a:t>Web</a:t>
            </a:r>
            <a:r>
              <a:rPr lang="zh-CN" altLang="en-US" sz="1600"/>
              <a:t>、应用、数据库服务器放在同一个 </a:t>
            </a:r>
            <a:r>
              <a:rPr lang="en-US" altLang="zh-CN" sz="1600"/>
              <a:t>VLAN</a:t>
            </a:r>
            <a:r>
              <a:rPr lang="zh-CN" altLang="en-US" sz="1600"/>
              <a:t>。如果 </a:t>
            </a:r>
            <a:r>
              <a:rPr lang="en-US" altLang="zh-CN" sz="1600"/>
              <a:t>Web </a:t>
            </a:r>
            <a:r>
              <a:rPr lang="zh-CN" altLang="en-US" sz="1600"/>
              <a:t>服务器被入侵，攻击者可以直接访问内网数据库。</a:t>
            </a:r>
            <a:endParaRPr lang="zh-CN" altLang="en-US" sz="1600"/>
          </a:p>
          <a:p>
            <a:pPr>
              <a:buAutoNum type="arabicPeriod"/>
            </a:pPr>
            <a:r>
              <a:rPr lang="zh-CN" altLang="en-US" sz="1600"/>
              <a:t>访问控制缺失：办公区和服务器区直连，没有部署 </a:t>
            </a:r>
            <a:r>
              <a:rPr lang="en-US" altLang="zh-CN" sz="1600"/>
              <a:t>ACL / </a:t>
            </a:r>
            <a:r>
              <a:rPr lang="zh-CN" altLang="en-US" sz="1600"/>
              <a:t>防火墙策略，办公终端可以随意访问服务器，一旦办公电脑中毒，会直接威胁业务服务器。</a:t>
            </a:r>
            <a:endParaRPr lang="zh-CN" altLang="en-US" sz="1600"/>
          </a:p>
          <a:p>
            <a:pPr>
              <a:buAutoNum type="arabicPeriod"/>
            </a:pPr>
            <a:r>
              <a:rPr lang="zh-CN" altLang="en-US" sz="1600"/>
              <a:t>管理明文风险：远程管理使用 </a:t>
            </a:r>
            <a:r>
              <a:rPr lang="en-US" altLang="zh-CN" sz="1600"/>
              <a:t>Telnet </a:t>
            </a:r>
            <a:r>
              <a:rPr lang="zh-CN" altLang="en-US" sz="1600"/>
              <a:t>协议，传输数据明文，账号密码容易被抓包窃取。</a:t>
            </a:r>
            <a:endParaRPr lang="zh-CN" altLang="en-US" sz="1600"/>
          </a:p>
          <a:p>
            <a:pPr>
              <a:buAutoNum type="arabicPeriod"/>
            </a:pPr>
            <a:r>
              <a:rPr lang="zh-CN" altLang="en-US" sz="1600"/>
              <a:t>额外隐患：政务网络，缺少安全区域隔离，不符合等保要求。</a:t>
            </a:r>
            <a:endParaRPr lang="zh-CN" altLang="en-US" sz="16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1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1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4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33" name="组合 32"/>
          <p:cNvGrpSpPr/>
          <p:nvPr>
            <p:custDataLst>
              <p:tags r:id="rId7"/>
            </p:custDataLst>
          </p:nvPr>
        </p:nvGrpSpPr>
        <p:grpSpPr>
          <a:xfrm>
            <a:off x="609600" y="1569720"/>
            <a:ext cx="3413760" cy="3825240"/>
            <a:chOff x="-635000" y="-635000"/>
            <a:chExt cx="3413760" cy="3825239"/>
          </a:xfrm>
        </p:grpSpPr>
        <p:pic>
          <p:nvPicPr>
            <p:cNvPr id="34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345440"/>
              <a:ext cx="3413760" cy="3535680"/>
            </a:xfrm>
            <a:prstGeom prst="rect">
              <a:avLst/>
            </a:prstGeom>
          </p:spPr>
        </p:pic>
        <p:sp>
          <p:nvSpPr>
            <p:cNvPr id="35" name="Text 0" descr="TEMP_Z_ORDER_4"/>
            <p:cNvSpPr/>
            <p:nvPr>
              <p:custDataLst>
                <p:tags r:id="rId10"/>
              </p:custDataLst>
            </p:nvPr>
          </p:nvSpPr>
          <p:spPr>
            <a:xfrm>
              <a:off x="-254000" y="523240"/>
              <a:ext cx="2660904" cy="12444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204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架构合理性关系到业务连续性，冗余设计是为了避免服务中断。</a:t>
              </a:r>
              <a:endParaRPr lang="en-US" sz="2040"/>
            </a:p>
          </p:txBody>
        </p:sp>
        <p:pic>
          <p:nvPicPr>
            <p:cNvPr id="36" name="Image 4" descr="TEMP_Z_ORDER_5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57480" y="-635000"/>
              <a:ext cx="1828800" cy="74676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37" name="Image 5" descr="TEMP_Z_ORDER_6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23240" y="-406400"/>
              <a:ext cx="304800" cy="304800"/>
            </a:xfrm>
            <a:prstGeom prst="rect">
              <a:avLst/>
            </a:prstGeom>
          </p:spPr>
        </p:pic>
        <p:sp>
          <p:nvSpPr>
            <p:cNvPr id="38" name="Text 1" descr="TEMP_Z_ORDER_7"/>
            <p:cNvSpPr/>
            <p:nvPr>
              <p:custDataLst>
                <p:tags r:id="rId17"/>
              </p:custDataLst>
            </p:nvPr>
          </p:nvSpPr>
          <p:spPr>
            <a:xfrm>
              <a:off x="949960" y="-513080"/>
              <a:ext cx="676624" cy="48751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64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可靠</a:t>
              </a:r>
              <a:endParaRPr lang="en-US" sz="2640"/>
            </a:p>
          </p:txBody>
        </p:sp>
      </p:grpSp>
      <p:grpSp>
        <p:nvGrpSpPr>
          <p:cNvPr id="21" name="组合 20"/>
          <p:cNvGrpSpPr/>
          <p:nvPr>
            <p:custDataLst>
              <p:tags r:id="rId18"/>
            </p:custDataLst>
          </p:nvPr>
        </p:nvGrpSpPr>
        <p:grpSpPr>
          <a:xfrm>
            <a:off x="4389120" y="1569720"/>
            <a:ext cx="3413760" cy="3825240"/>
            <a:chOff x="-635000" y="-635000"/>
            <a:chExt cx="3413760" cy="3825239"/>
          </a:xfrm>
        </p:grpSpPr>
        <p:pic>
          <p:nvPicPr>
            <p:cNvPr id="22" name="Image 6" descr="TEMP_Z_ORDER_8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345440"/>
              <a:ext cx="3413760" cy="3535680"/>
            </a:xfrm>
            <a:prstGeom prst="rect">
              <a:avLst/>
            </a:prstGeom>
          </p:spPr>
        </p:pic>
        <p:sp>
          <p:nvSpPr>
            <p:cNvPr id="23" name="Text 2" descr="TEMP_Z_ORDER_9"/>
            <p:cNvSpPr/>
            <p:nvPr>
              <p:custDataLst>
                <p:tags r:id="rId20"/>
              </p:custDataLst>
            </p:nvPr>
          </p:nvSpPr>
          <p:spPr>
            <a:xfrm>
              <a:off x="-254000" y="523240"/>
              <a:ext cx="2660904" cy="87055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区域隔离是为了防止攻击者横向移动。</a:t>
              </a:r>
              <a:endParaRPr lang="en-US" sz="2160"/>
            </a:p>
          </p:txBody>
        </p:sp>
        <p:pic>
          <p:nvPicPr>
            <p:cNvPr id="24" name="Image 7" descr="TEMP_Z_ORDER_10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57480" y="-635000"/>
              <a:ext cx="1828800" cy="74676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25" name="Image 8" descr="TEMP_Z_ORDER_11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523240" y="-406400"/>
              <a:ext cx="304800" cy="304800"/>
            </a:xfrm>
            <a:prstGeom prst="rect">
              <a:avLst/>
            </a:prstGeom>
          </p:spPr>
        </p:pic>
        <p:sp>
          <p:nvSpPr>
            <p:cNvPr id="26" name="Text 3" descr="TEMP_Z_ORDER_12"/>
            <p:cNvSpPr/>
            <p:nvPr>
              <p:custDataLst>
                <p:tags r:id="rId25"/>
              </p:custDataLst>
            </p:nvPr>
          </p:nvSpPr>
          <p:spPr>
            <a:xfrm>
              <a:off x="949960" y="-513080"/>
              <a:ext cx="676624" cy="48751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64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安全</a:t>
              </a:r>
              <a:endParaRPr lang="en-US" sz="2640"/>
            </a:p>
          </p:txBody>
        </p:sp>
      </p:grpSp>
      <p:grpSp>
        <p:nvGrpSpPr>
          <p:cNvPr id="27" name="组合 26"/>
          <p:cNvGrpSpPr/>
          <p:nvPr>
            <p:custDataLst>
              <p:tags r:id="rId26"/>
            </p:custDataLst>
          </p:nvPr>
        </p:nvGrpSpPr>
        <p:grpSpPr>
          <a:xfrm>
            <a:off x="8168639" y="1569720"/>
            <a:ext cx="3413760" cy="3825240"/>
            <a:chOff x="-635000" y="-635000"/>
            <a:chExt cx="3413760" cy="3825239"/>
          </a:xfrm>
        </p:grpSpPr>
        <p:pic>
          <p:nvPicPr>
            <p:cNvPr id="28" name="Image 9" descr="TEMP_Z_ORDER_13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345440"/>
              <a:ext cx="3413760" cy="3535680"/>
            </a:xfrm>
            <a:prstGeom prst="rect">
              <a:avLst/>
            </a:prstGeom>
          </p:spPr>
        </p:pic>
        <p:sp>
          <p:nvSpPr>
            <p:cNvPr id="29" name="Text 4" descr="TEMP_Z_ORDER_14"/>
            <p:cNvSpPr/>
            <p:nvPr>
              <p:custDataLst>
                <p:tags r:id="rId28"/>
              </p:custDataLst>
            </p:nvPr>
          </p:nvSpPr>
          <p:spPr>
            <a:xfrm>
              <a:off x="-254000" y="523240"/>
              <a:ext cx="2660904" cy="131769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守护数字世界的“基础设施安全”，是测评工程师的职责。</a:t>
              </a:r>
              <a:endParaRPr lang="en-US" sz="2160"/>
            </a:p>
          </p:txBody>
        </p:sp>
        <p:pic>
          <p:nvPicPr>
            <p:cNvPr id="30" name="Image 10" descr="TEMP_Z_ORDER_15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57480" y="-635000"/>
              <a:ext cx="1828800" cy="74676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31" name="Image 11" descr="TEMP_Z_ORDER_16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523241" y="-406400"/>
              <a:ext cx="304800" cy="304800"/>
            </a:xfrm>
            <a:prstGeom prst="rect">
              <a:avLst/>
            </a:prstGeom>
          </p:spPr>
        </p:pic>
        <p:sp>
          <p:nvSpPr>
            <p:cNvPr id="32" name="Text 5" descr="TEMP_Z_ORDER_17"/>
            <p:cNvSpPr/>
            <p:nvPr>
              <p:custDataLst>
                <p:tags r:id="rId33"/>
              </p:custDataLst>
            </p:nvPr>
          </p:nvSpPr>
          <p:spPr>
            <a:xfrm>
              <a:off x="949960" y="-513080"/>
              <a:ext cx="676624" cy="48751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64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担当</a:t>
              </a:r>
              <a:endParaRPr lang="en-US" sz="2640"/>
            </a:p>
          </p:txBody>
        </p:sp>
      </p:grpSp>
      <p:sp>
        <p:nvSpPr>
          <p:cNvPr id="20" name="Text 6"/>
          <p:cNvSpPr/>
          <p:nvPr>
            <p:custDataLst>
              <p:tags r:id="rId34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思政融入——网络架构合规性的社会责任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1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1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64" name="组合 63"/>
          <p:cNvGrpSpPr/>
          <p:nvPr>
            <p:custDataLst>
              <p:tags r:id="rId7"/>
            </p:custDataLst>
          </p:nvPr>
        </p:nvGrpSpPr>
        <p:grpSpPr>
          <a:xfrm>
            <a:off x="609600" y="575310"/>
            <a:ext cx="10972800" cy="4267200"/>
            <a:chOff x="-635000" y="-635000"/>
            <a:chExt cx="10972800" cy="4267200"/>
          </a:xfrm>
        </p:grpSpPr>
        <p:pic>
          <p:nvPicPr>
            <p:cNvPr id="65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972800" cy="4267200"/>
            </a:xfrm>
            <a:prstGeom prst="rect">
              <a:avLst/>
            </a:prstGeom>
          </p:spPr>
        </p:pic>
        <p:pic>
          <p:nvPicPr>
            <p:cNvPr id="66" name="Image 4" descr="TEMP_Z_ORDER_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35000" y="1041400"/>
              <a:ext cx="1828800" cy="91440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67" name="Text 0" descr="TEMP_Z_ORDER_5"/>
            <p:cNvSpPr/>
            <p:nvPr>
              <p:custDataLst>
                <p:tags r:id="rId13"/>
              </p:custDataLst>
            </p:nvPr>
          </p:nvSpPr>
          <p:spPr>
            <a:xfrm>
              <a:off x="-269240" y="1163320"/>
              <a:ext cx="1106424" cy="68302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</a:rPr>
                <a:t>安全通信网络测评</a:t>
              </a:r>
              <a:endParaRPr lang="en-US" sz="2160"/>
            </a:p>
          </p:txBody>
        </p:sp>
        <p:pic>
          <p:nvPicPr>
            <p:cNvPr id="68" name="Image 5" descr="TEMP_Z_ORDER_6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546600" y="-177800"/>
              <a:ext cx="5334000" cy="15240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69" name="Image 6" descr="TEMP_Z_ORDER_7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4820920" y="96520"/>
              <a:ext cx="487680" cy="487680"/>
            </a:xfrm>
            <a:prstGeom prst="rect">
              <a:avLst/>
            </a:prstGeom>
          </p:spPr>
        </p:pic>
        <p:pic>
          <p:nvPicPr>
            <p:cNvPr id="70" name="Image 7" descr="TEMP_Z_ORDER_8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912360" y="187960"/>
              <a:ext cx="304800" cy="304800"/>
            </a:xfrm>
            <a:prstGeom prst="rect">
              <a:avLst/>
            </a:prstGeom>
          </p:spPr>
        </p:pic>
        <p:sp>
          <p:nvSpPr>
            <p:cNvPr id="71" name="Text 1" descr="TEMP_Z_ORDER_9"/>
            <p:cNvSpPr/>
            <p:nvPr>
              <p:custDataLst>
                <p:tags r:id="rId23"/>
              </p:custDataLst>
            </p:nvPr>
          </p:nvSpPr>
          <p:spPr>
            <a:xfrm>
              <a:off x="5491481" y="96520"/>
              <a:ext cx="1353249" cy="35235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640" b="1">
                  <a:solidFill>
                    <a:srgbClr val="00234E"/>
                  </a:solidFill>
                </a:rPr>
                <a:t>网络架构</a:t>
              </a:r>
              <a:endParaRPr lang="en-US" sz="2640"/>
            </a:p>
          </p:txBody>
        </p:sp>
        <p:sp>
          <p:nvSpPr>
            <p:cNvPr id="72" name="Text 2" descr="TEMP_Z_ORDER_10"/>
            <p:cNvSpPr/>
            <p:nvPr>
              <p:custDataLst>
                <p:tags r:id="rId24"/>
              </p:custDataLst>
            </p:nvPr>
          </p:nvSpPr>
          <p:spPr>
            <a:xfrm>
              <a:off x="5491480" y="660400"/>
              <a:ext cx="2203037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>
                  <a:solidFill>
                    <a:srgbClr val="333333"/>
                  </a:solidFill>
                </a:rPr>
                <a:t>分区 / 隔离 / 冗余</a:t>
              </a:r>
              <a:endParaRPr lang="en-US" sz="2160"/>
            </a:p>
          </p:txBody>
        </p:sp>
        <p:pic>
          <p:nvPicPr>
            <p:cNvPr id="73" name="Image 8" descr="TEMP_Z_ORDER_11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546600" y="1955800"/>
              <a:ext cx="5334000" cy="15240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74" name="Image 9" descr="TEMP_Z_ORDER_12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4820920" y="2230120"/>
              <a:ext cx="487680" cy="487680"/>
            </a:xfrm>
            <a:prstGeom prst="rect">
              <a:avLst/>
            </a:prstGeom>
          </p:spPr>
        </p:pic>
        <p:pic>
          <p:nvPicPr>
            <p:cNvPr id="75" name="Image 10" descr="TEMP_Z_ORDER_13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4912360" y="2321560"/>
              <a:ext cx="304800" cy="304800"/>
            </a:xfrm>
            <a:prstGeom prst="rect">
              <a:avLst/>
            </a:prstGeom>
          </p:spPr>
        </p:pic>
        <p:sp>
          <p:nvSpPr>
            <p:cNvPr id="76" name="Text 3" descr="TEMP_Z_ORDER_14"/>
            <p:cNvSpPr/>
            <p:nvPr>
              <p:custDataLst>
                <p:tags r:id="rId30"/>
              </p:custDataLst>
            </p:nvPr>
          </p:nvSpPr>
          <p:spPr>
            <a:xfrm>
              <a:off x="5491481" y="2230120"/>
              <a:ext cx="1353249" cy="35235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640" b="1">
                  <a:solidFill>
                    <a:srgbClr val="00234E"/>
                  </a:solidFill>
                </a:rPr>
                <a:t>通信传输</a:t>
              </a:r>
              <a:endParaRPr lang="en-US" sz="2640"/>
            </a:p>
          </p:txBody>
        </p:sp>
        <p:sp>
          <p:nvSpPr>
            <p:cNvPr id="77" name="Text 4" descr="TEMP_Z_ORDER_15"/>
            <p:cNvSpPr/>
            <p:nvPr>
              <p:custDataLst>
                <p:tags r:id="rId31"/>
              </p:custDataLst>
            </p:nvPr>
          </p:nvSpPr>
          <p:spPr>
            <a:xfrm>
              <a:off x="5491480" y="2794000"/>
              <a:ext cx="1933670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>
                  <a:solidFill>
                    <a:srgbClr val="333333"/>
                  </a:solidFill>
                </a:rPr>
                <a:t>完整性 / 保密性</a:t>
              </a:r>
              <a:endParaRPr lang="en-US" sz="2160"/>
            </a:p>
          </p:txBody>
        </p:sp>
      </p:grpSp>
      <p:grpSp>
        <p:nvGrpSpPr>
          <p:cNvPr id="41" name="组合 40"/>
          <p:cNvGrpSpPr/>
          <p:nvPr>
            <p:custDataLst>
              <p:tags r:id="rId32"/>
            </p:custDataLst>
          </p:nvPr>
        </p:nvGrpSpPr>
        <p:grpSpPr>
          <a:xfrm>
            <a:off x="609600" y="4876800"/>
            <a:ext cx="10972800" cy="1371600"/>
            <a:chOff x="-635000" y="-635000"/>
            <a:chExt cx="10972800" cy="1371600"/>
          </a:xfrm>
        </p:grpSpPr>
        <p:pic>
          <p:nvPicPr>
            <p:cNvPr id="42" name="Image 11" descr="TEMP_Z_ORDER_16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34"/>
            <a:stretch>
              <a:fillRect/>
            </a:stretch>
          </p:blipFill>
          <p:spPr>
            <a:xfrm>
              <a:off x="-635000" y="-635000"/>
              <a:ext cx="10972800" cy="1371600"/>
            </a:xfrm>
            <a:prstGeom prst="rect">
              <a:avLst/>
            </a:prstGeom>
          </p:spPr>
        </p:pic>
        <p:pic>
          <p:nvPicPr>
            <p:cNvPr id="43" name="Image 12" descr="TEMP_Z_ORDER_17"/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-375920" y="-345440"/>
              <a:ext cx="304800" cy="304800"/>
            </a:xfrm>
            <a:prstGeom prst="rect">
              <a:avLst/>
            </a:prstGeom>
          </p:spPr>
        </p:pic>
        <p:sp>
          <p:nvSpPr>
            <p:cNvPr id="44" name="Text 5" descr="TEMP_Z_ORDER_18"/>
            <p:cNvSpPr/>
            <p:nvPr>
              <p:custDataLst>
                <p:tags r:id="rId38"/>
              </p:custDataLst>
            </p:nvPr>
          </p:nvSpPr>
          <p:spPr>
            <a:xfrm>
              <a:off x="50800" y="-400037"/>
              <a:ext cx="1386919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</a:rPr>
                <a:t>检查五步法</a:t>
              </a:r>
              <a:endParaRPr lang="en-US" sz="2160"/>
            </a:p>
          </p:txBody>
        </p:sp>
        <p:pic>
          <p:nvPicPr>
            <p:cNvPr id="45" name="Image 13" descr="TEMP_Z_ORDER_19"/>
            <p:cNvPicPr>
              <a:picLocks noChangeAspect="1"/>
            </p:cNvPicPr>
            <p:nvPr>
              <p:custDataLst>
                <p:tags r:id="rId39"/>
              </p:custDataLst>
            </p:nvPr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-132080" y="142240"/>
              <a:ext cx="365760" cy="365760"/>
            </a:xfrm>
            <a:prstGeom prst="rect">
              <a:avLst/>
            </a:prstGeom>
          </p:spPr>
        </p:pic>
        <p:sp>
          <p:nvSpPr>
            <p:cNvPr id="46" name="Text 6" descr="TEMP_Z_ORDER_20"/>
            <p:cNvSpPr/>
            <p:nvPr>
              <p:custDataLst>
                <p:tags r:id="rId42"/>
              </p:custDataLst>
            </p:nvPr>
          </p:nvSpPr>
          <p:spPr>
            <a:xfrm>
              <a:off x="-19987" y="154808"/>
              <a:ext cx="150717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</a:rPr>
                <a:t>1</a:t>
              </a:r>
              <a:endParaRPr lang="en-US" sz="1680"/>
            </a:p>
          </p:txBody>
        </p:sp>
        <p:sp>
          <p:nvSpPr>
            <p:cNvPr id="47" name="Text 7" descr="TEMP_Z_ORDER_21"/>
            <p:cNvSpPr/>
            <p:nvPr>
              <p:custDataLst>
                <p:tags r:id="rId43"/>
              </p:custDataLst>
            </p:nvPr>
          </p:nvSpPr>
          <p:spPr>
            <a:xfrm>
              <a:off x="355600" y="142240"/>
              <a:ext cx="493839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333333"/>
                  </a:solidFill>
                </a:rPr>
                <a:t>收集</a:t>
              </a:r>
              <a:endParaRPr lang="en-US" sz="1920"/>
            </a:p>
          </p:txBody>
        </p:sp>
        <p:sp>
          <p:nvSpPr>
            <p:cNvPr id="48" name="Text 8" descr="TEMP_Z_ORDER_22"/>
            <p:cNvSpPr/>
            <p:nvPr>
              <p:custDataLst>
                <p:tags r:id="rId44"/>
              </p:custDataLst>
            </p:nvPr>
          </p:nvSpPr>
          <p:spPr>
            <a:xfrm>
              <a:off x="1376680" y="142240"/>
              <a:ext cx="206835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00234E">
                      <a:alpha val="30000"/>
                    </a:srgbClr>
                  </a:solidFill>
                </a:rPr>
                <a:t>→</a:t>
              </a:r>
              <a:endParaRPr lang="en-US" sz="1920"/>
            </a:p>
          </p:txBody>
        </p:sp>
        <p:pic>
          <p:nvPicPr>
            <p:cNvPr id="49" name="Image 14" descr="TEMP_Z_ORDER_23"/>
            <p:cNvPicPr>
              <a:picLocks noChangeAspect="1"/>
            </p:cNvPicPr>
            <p:nvPr>
              <p:custDataLst>
                <p:tags r:id="rId45"/>
              </p:custDataLst>
            </p:nvPr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2123440" y="142240"/>
              <a:ext cx="365760" cy="365760"/>
            </a:xfrm>
            <a:prstGeom prst="rect">
              <a:avLst/>
            </a:prstGeom>
          </p:spPr>
        </p:pic>
        <p:sp>
          <p:nvSpPr>
            <p:cNvPr id="50" name="Text 9" descr="TEMP_Z_ORDER_24"/>
            <p:cNvSpPr/>
            <p:nvPr>
              <p:custDataLst>
                <p:tags r:id="rId46"/>
              </p:custDataLst>
            </p:nvPr>
          </p:nvSpPr>
          <p:spPr>
            <a:xfrm>
              <a:off x="2235534" y="154808"/>
              <a:ext cx="150717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</a:rPr>
                <a:t>2</a:t>
              </a:r>
              <a:endParaRPr lang="en-US" sz="1680"/>
            </a:p>
          </p:txBody>
        </p:sp>
        <p:sp>
          <p:nvSpPr>
            <p:cNvPr id="51" name="Text 10" descr="TEMP_Z_ORDER_25"/>
            <p:cNvSpPr/>
            <p:nvPr>
              <p:custDataLst>
                <p:tags r:id="rId47"/>
              </p:custDataLst>
            </p:nvPr>
          </p:nvSpPr>
          <p:spPr>
            <a:xfrm>
              <a:off x="2611120" y="142240"/>
              <a:ext cx="493839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333333"/>
                  </a:solidFill>
                </a:rPr>
                <a:t>访谈</a:t>
              </a:r>
              <a:endParaRPr lang="en-US" sz="1920"/>
            </a:p>
          </p:txBody>
        </p:sp>
        <p:sp>
          <p:nvSpPr>
            <p:cNvPr id="52" name="Text 11" descr="TEMP_Z_ORDER_26"/>
            <p:cNvSpPr/>
            <p:nvPr>
              <p:custDataLst>
                <p:tags r:id="rId48"/>
              </p:custDataLst>
            </p:nvPr>
          </p:nvSpPr>
          <p:spPr>
            <a:xfrm>
              <a:off x="3632200" y="142240"/>
              <a:ext cx="206835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00234E">
                      <a:alpha val="30000"/>
                    </a:srgbClr>
                  </a:solidFill>
                </a:rPr>
                <a:t>→</a:t>
              </a:r>
              <a:endParaRPr lang="en-US" sz="1920"/>
            </a:p>
          </p:txBody>
        </p:sp>
        <p:pic>
          <p:nvPicPr>
            <p:cNvPr id="53" name="Image 15" descr="TEMP_Z_ORDER_27"/>
            <p:cNvPicPr>
              <a:picLocks noChangeAspect="1"/>
            </p:cNvPicPr>
            <p:nvPr>
              <p:custDataLst>
                <p:tags r:id="rId49"/>
              </p:custDataLst>
            </p:nvPr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4363720" y="142240"/>
              <a:ext cx="365760" cy="365760"/>
            </a:xfrm>
            <a:prstGeom prst="rect">
              <a:avLst/>
            </a:prstGeom>
          </p:spPr>
        </p:pic>
        <p:sp>
          <p:nvSpPr>
            <p:cNvPr id="54" name="Text 12" descr="TEMP_Z_ORDER_28"/>
            <p:cNvSpPr/>
            <p:nvPr>
              <p:custDataLst>
                <p:tags r:id="rId50"/>
              </p:custDataLst>
            </p:nvPr>
          </p:nvSpPr>
          <p:spPr>
            <a:xfrm>
              <a:off x="4475813" y="154808"/>
              <a:ext cx="150717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</a:rPr>
                <a:t>3</a:t>
              </a:r>
              <a:endParaRPr lang="en-US" sz="1680"/>
            </a:p>
          </p:txBody>
        </p:sp>
        <p:sp>
          <p:nvSpPr>
            <p:cNvPr id="55" name="Text 13" descr="TEMP_Z_ORDER_29"/>
            <p:cNvSpPr/>
            <p:nvPr>
              <p:custDataLst>
                <p:tags r:id="rId51"/>
              </p:custDataLst>
            </p:nvPr>
          </p:nvSpPr>
          <p:spPr>
            <a:xfrm>
              <a:off x="4851400" y="142240"/>
              <a:ext cx="493839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333333"/>
                  </a:solidFill>
                </a:rPr>
                <a:t>比对</a:t>
              </a:r>
              <a:endParaRPr lang="en-US" sz="1920"/>
            </a:p>
          </p:txBody>
        </p:sp>
        <p:sp>
          <p:nvSpPr>
            <p:cNvPr id="56" name="Text 14" descr="TEMP_Z_ORDER_30"/>
            <p:cNvSpPr/>
            <p:nvPr>
              <p:custDataLst>
                <p:tags r:id="rId52"/>
              </p:custDataLst>
            </p:nvPr>
          </p:nvSpPr>
          <p:spPr>
            <a:xfrm>
              <a:off x="5872480" y="142240"/>
              <a:ext cx="206835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00234E">
                      <a:alpha val="30000"/>
                    </a:srgbClr>
                  </a:solidFill>
                </a:rPr>
                <a:t>→</a:t>
              </a:r>
              <a:endParaRPr lang="en-US" sz="1920"/>
            </a:p>
          </p:txBody>
        </p:sp>
        <p:pic>
          <p:nvPicPr>
            <p:cNvPr id="57" name="Image 16" descr="TEMP_Z_ORDER_31"/>
            <p:cNvPicPr>
              <a:picLocks noChangeAspect="1"/>
            </p:cNvPicPr>
            <p:nvPr>
              <p:custDataLst>
                <p:tags r:id="rId53"/>
              </p:custDataLst>
            </p:nvPr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6604000" y="142240"/>
              <a:ext cx="365760" cy="365760"/>
            </a:xfrm>
            <a:prstGeom prst="rect">
              <a:avLst/>
            </a:prstGeom>
          </p:spPr>
        </p:pic>
        <p:sp>
          <p:nvSpPr>
            <p:cNvPr id="58" name="Text 15" descr="TEMP_Z_ORDER_32"/>
            <p:cNvSpPr/>
            <p:nvPr>
              <p:custDataLst>
                <p:tags r:id="rId54"/>
              </p:custDataLst>
            </p:nvPr>
          </p:nvSpPr>
          <p:spPr>
            <a:xfrm>
              <a:off x="6731333" y="154808"/>
              <a:ext cx="150717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</a:rPr>
                <a:t>4</a:t>
              </a:r>
              <a:endParaRPr lang="en-US" sz="1680"/>
            </a:p>
          </p:txBody>
        </p:sp>
        <p:sp>
          <p:nvSpPr>
            <p:cNvPr id="59" name="Text 16" descr="TEMP_Z_ORDER_33"/>
            <p:cNvSpPr/>
            <p:nvPr>
              <p:custDataLst>
                <p:tags r:id="rId55"/>
              </p:custDataLst>
            </p:nvPr>
          </p:nvSpPr>
          <p:spPr>
            <a:xfrm>
              <a:off x="7091680" y="142240"/>
              <a:ext cx="493839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333333"/>
                  </a:solidFill>
                </a:rPr>
                <a:t>核查</a:t>
              </a:r>
              <a:endParaRPr lang="en-US" sz="1920"/>
            </a:p>
          </p:txBody>
        </p:sp>
        <p:sp>
          <p:nvSpPr>
            <p:cNvPr id="60" name="Text 17" descr="TEMP_Z_ORDER_34"/>
            <p:cNvSpPr/>
            <p:nvPr>
              <p:custDataLst>
                <p:tags r:id="rId56"/>
              </p:custDataLst>
            </p:nvPr>
          </p:nvSpPr>
          <p:spPr>
            <a:xfrm>
              <a:off x="8128000" y="142240"/>
              <a:ext cx="206835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00234E">
                      <a:alpha val="30000"/>
                    </a:srgbClr>
                  </a:solidFill>
                </a:rPr>
                <a:t>→</a:t>
              </a:r>
              <a:endParaRPr lang="en-US" sz="1920"/>
            </a:p>
          </p:txBody>
        </p:sp>
        <p:pic>
          <p:nvPicPr>
            <p:cNvPr id="61" name="Image 17" descr="TEMP_Z_ORDER_35"/>
            <p:cNvPicPr>
              <a:picLocks noChangeAspect="1"/>
            </p:cNvPicPr>
            <p:nvPr>
              <p:custDataLst>
                <p:tags r:id="rId57"/>
              </p:custDataLst>
            </p:nvPr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8859520" y="142240"/>
              <a:ext cx="365760" cy="365760"/>
            </a:xfrm>
            <a:prstGeom prst="rect">
              <a:avLst/>
            </a:prstGeom>
          </p:spPr>
        </p:pic>
        <p:sp>
          <p:nvSpPr>
            <p:cNvPr id="62" name="Text 18" descr="TEMP_Z_ORDER_36"/>
            <p:cNvSpPr/>
            <p:nvPr>
              <p:custDataLst>
                <p:tags r:id="rId58"/>
              </p:custDataLst>
            </p:nvPr>
          </p:nvSpPr>
          <p:spPr>
            <a:xfrm>
              <a:off x="8971613" y="154808"/>
              <a:ext cx="150717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</a:rPr>
                <a:t>5</a:t>
              </a:r>
              <a:endParaRPr lang="en-US" sz="1680"/>
            </a:p>
          </p:txBody>
        </p:sp>
        <p:sp>
          <p:nvSpPr>
            <p:cNvPr id="63" name="Text 19" descr="TEMP_Z_ORDER_37"/>
            <p:cNvSpPr/>
            <p:nvPr>
              <p:custDataLst>
                <p:tags r:id="rId59"/>
              </p:custDataLst>
            </p:nvPr>
          </p:nvSpPr>
          <p:spPr>
            <a:xfrm>
              <a:off x="9347200" y="142240"/>
              <a:ext cx="493839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333333"/>
                  </a:solidFill>
                </a:rPr>
                <a:t>判断</a:t>
              </a:r>
              <a:endParaRPr lang="en-US" sz="1920"/>
            </a:p>
          </p:txBody>
        </p:sp>
      </p:grpSp>
      <p:sp>
        <p:nvSpPr>
          <p:cNvPr id="40" name="Text 20"/>
          <p:cNvSpPr/>
          <p:nvPr>
            <p:custDataLst>
              <p:tags r:id="rId60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知识点回顾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22" name="组合 21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10972801" cy="4267200"/>
            <a:chOff x="-635000" y="-635000"/>
            <a:chExt cx="10972800" cy="4267200"/>
          </a:xfrm>
        </p:grpSpPr>
        <p:pic>
          <p:nvPicPr>
            <p:cNvPr id="23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5303520" cy="1950720"/>
            </a:xfrm>
            <a:prstGeom prst="rect">
              <a:avLst/>
            </a:prstGeom>
          </p:spPr>
        </p:pic>
        <p:pic>
          <p:nvPicPr>
            <p:cNvPr id="24" name="Image 4" descr="TEMP_Z_ORDER_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314960" y="-314960"/>
              <a:ext cx="868680" cy="487680"/>
            </a:xfrm>
            <a:prstGeom prst="rect">
              <a:avLst/>
            </a:prstGeom>
          </p:spPr>
        </p:pic>
        <p:sp>
          <p:nvSpPr>
            <p:cNvPr id="25" name="Text 0" descr="TEMP_Z_ORDER_5"/>
            <p:cNvSpPr/>
            <p:nvPr>
              <p:custDataLst>
                <p:tags r:id="rId13"/>
              </p:custDataLst>
            </p:nvPr>
          </p:nvSpPr>
          <p:spPr>
            <a:xfrm>
              <a:off x="-132080" y="-254000"/>
              <a:ext cx="49383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必做</a:t>
              </a:r>
              <a:endParaRPr lang="en-US" sz="1920"/>
            </a:p>
          </p:txBody>
        </p:sp>
        <p:sp>
          <p:nvSpPr>
            <p:cNvPr id="26" name="Text 1" descr="TEMP_Z_ORDER_6"/>
            <p:cNvSpPr/>
            <p:nvPr>
              <p:custDataLst>
                <p:tags r:id="rId14"/>
              </p:custDataLst>
            </p:nvPr>
          </p:nvSpPr>
          <p:spPr>
            <a:xfrm>
              <a:off x="-314960" y="355600"/>
              <a:ext cx="4438142" cy="37231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216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提交《安全通信网络测评记录表》。</a:t>
              </a:r>
              <a:endParaRPr lang="en-US" sz="2160"/>
            </a:p>
          </p:txBody>
        </p:sp>
        <p:pic>
          <p:nvPicPr>
            <p:cNvPr id="27" name="Image 5" descr="TEMP_Z_ORDER_7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5034280" y="-635000"/>
              <a:ext cx="5303520" cy="1950720"/>
            </a:xfrm>
            <a:prstGeom prst="rect">
              <a:avLst/>
            </a:prstGeom>
          </p:spPr>
        </p:pic>
        <p:pic>
          <p:nvPicPr>
            <p:cNvPr id="28" name="Image 6" descr="TEMP_Z_ORDER_8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5354320" y="-314960"/>
              <a:ext cx="868680" cy="457200"/>
            </a:xfrm>
            <a:prstGeom prst="rect">
              <a:avLst/>
            </a:prstGeom>
          </p:spPr>
        </p:pic>
        <p:sp>
          <p:nvSpPr>
            <p:cNvPr id="29" name="Text 2" descr="TEMP_Z_ORDER_9"/>
            <p:cNvSpPr/>
            <p:nvPr>
              <p:custDataLst>
                <p:tags r:id="rId19"/>
              </p:custDataLst>
            </p:nvPr>
          </p:nvSpPr>
          <p:spPr>
            <a:xfrm>
              <a:off x="5537200" y="-254000"/>
              <a:ext cx="49383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必做</a:t>
              </a:r>
              <a:endParaRPr lang="en-US" sz="1920"/>
            </a:p>
          </p:txBody>
        </p:sp>
        <p:sp>
          <p:nvSpPr>
            <p:cNvPr id="30" name="Text 3" descr="TEMP_Z_ORDER_10"/>
            <p:cNvSpPr/>
            <p:nvPr>
              <p:custDataLst>
                <p:tags r:id="rId20"/>
              </p:custDataLst>
            </p:nvPr>
          </p:nvSpPr>
          <p:spPr>
            <a:xfrm>
              <a:off x="5354320" y="332525"/>
              <a:ext cx="4672584" cy="74719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216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完成作业：03.2 网络架构合规性检查（含拓扑分析题）。</a:t>
              </a:r>
              <a:endParaRPr lang="en-US" sz="2160"/>
            </a:p>
          </p:txBody>
        </p:sp>
        <p:pic>
          <p:nvPicPr>
            <p:cNvPr id="31" name="Image 7" descr="TEMP_Z_ORDER_11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1681480"/>
              <a:ext cx="5303520" cy="1950720"/>
            </a:xfrm>
            <a:prstGeom prst="rect">
              <a:avLst/>
            </a:prstGeom>
          </p:spPr>
        </p:pic>
        <p:pic>
          <p:nvPicPr>
            <p:cNvPr id="32" name="Image 8" descr="TEMP_Z_ORDER_12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-314960" y="2001520"/>
              <a:ext cx="868680" cy="457200"/>
            </a:xfrm>
            <a:prstGeom prst="rect">
              <a:avLst/>
            </a:prstGeom>
          </p:spPr>
        </p:pic>
        <p:sp>
          <p:nvSpPr>
            <p:cNvPr id="33" name="Text 4" descr="TEMP_Z_ORDER_13"/>
            <p:cNvSpPr/>
            <p:nvPr>
              <p:custDataLst>
                <p:tags r:id="rId23"/>
              </p:custDataLst>
            </p:nvPr>
          </p:nvSpPr>
          <p:spPr>
            <a:xfrm>
              <a:off x="-132080" y="2062480"/>
              <a:ext cx="49383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选做</a:t>
              </a:r>
              <a:endParaRPr lang="en-US" sz="1920"/>
            </a:p>
          </p:txBody>
        </p:sp>
        <p:sp>
          <p:nvSpPr>
            <p:cNvPr id="34" name="Text 5" descr="TEMP_Z_ORDER_14"/>
            <p:cNvSpPr/>
            <p:nvPr>
              <p:custDataLst>
                <p:tags r:id="rId24"/>
              </p:custDataLst>
            </p:nvPr>
          </p:nvSpPr>
          <p:spPr>
            <a:xfrm>
              <a:off x="-314960" y="2649005"/>
              <a:ext cx="4672584" cy="74719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216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绘制自己熟悉的一个网络拓扑，标注区域划分和隔离措施。</a:t>
              </a:r>
              <a:endParaRPr lang="en-US" sz="2160"/>
            </a:p>
          </p:txBody>
        </p:sp>
        <p:pic>
          <p:nvPicPr>
            <p:cNvPr id="35" name="Image 9" descr="TEMP_Z_ORDER_15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5034280" y="1681480"/>
              <a:ext cx="5303520" cy="1950720"/>
            </a:xfrm>
            <a:prstGeom prst="rect">
              <a:avLst/>
            </a:prstGeom>
          </p:spPr>
        </p:pic>
        <p:pic>
          <p:nvPicPr>
            <p:cNvPr id="36" name="Image 10" descr="TEMP_Z_ORDER_16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5354320" y="2001520"/>
              <a:ext cx="868680" cy="457200"/>
            </a:xfrm>
            <a:prstGeom prst="rect">
              <a:avLst/>
            </a:prstGeom>
          </p:spPr>
        </p:pic>
        <p:sp>
          <p:nvSpPr>
            <p:cNvPr id="37" name="Text 6" descr="TEMP_Z_ORDER_17"/>
            <p:cNvSpPr/>
            <p:nvPr>
              <p:custDataLst>
                <p:tags r:id="rId27"/>
              </p:custDataLst>
            </p:nvPr>
          </p:nvSpPr>
          <p:spPr>
            <a:xfrm>
              <a:off x="5537200" y="2062480"/>
              <a:ext cx="49383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预习</a:t>
              </a:r>
              <a:endParaRPr lang="en-US" sz="1920"/>
            </a:p>
          </p:txBody>
        </p:sp>
        <p:sp>
          <p:nvSpPr>
            <p:cNvPr id="38" name="Text 7" descr="TEMP_Z_ORDER_18"/>
            <p:cNvSpPr/>
            <p:nvPr>
              <p:custDataLst>
                <p:tags r:id="rId28"/>
              </p:custDataLst>
            </p:nvPr>
          </p:nvSpPr>
          <p:spPr>
            <a:xfrm>
              <a:off x="5354320" y="2649040"/>
              <a:ext cx="4672584" cy="74711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216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预习任务4“安全区域边界与计算环境测评”。</a:t>
              </a:r>
              <a:endParaRPr lang="en-US" sz="2160"/>
            </a:p>
          </p:txBody>
        </p:sp>
      </p:grpSp>
      <p:sp>
        <p:nvSpPr>
          <p:cNvPr id="21" name="Text 8"/>
          <p:cNvSpPr/>
          <p:nvPr>
            <p:custDataLst>
              <p:tags r:id="rId29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课后作业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custDataLst>
              <p:tags r:id="rId3"/>
            </p:custDataLst>
          </p:nvPr>
        </p:nvSpPr>
        <p:spPr>
          <a:xfrm>
            <a:off x="1536780" y="1925506"/>
            <a:ext cx="9136882" cy="97512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6360">
                <a:solidFill>
                  <a:srgbClr val="FFFFFF"/>
                </a:solidFill>
              </a:rPr>
              <a:t>感谢观看</a:t>
            </a:r>
            <a:endParaRPr lang="en-US" sz="63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animBg="1"/>
    </p:bldLst>
  </p:timing>
</p:sld>
</file>

<file path=ppt/tags/tag1.xml><?xml version="1.0" encoding="utf-8"?>
<p:tagLst xmlns:p="http://schemas.openxmlformats.org/presentationml/2006/main">
  <p:tag name="AS_UNIQUEID" val="305"/>
</p:tagLst>
</file>

<file path=ppt/tags/tag2.xml><?xml version="1.0" encoding="utf-8"?>
<p:tagLst xmlns:p="http://schemas.openxmlformats.org/presentationml/2006/main">
  <p:tag name="AS_UNIQUEID" val="306"/>
</p:tagLst>
</file>

<file path=ppt/tags/tag3.xml><?xml version="1.0" encoding="utf-8"?>
<p:tagLst xmlns:p="http://schemas.openxmlformats.org/presentationml/2006/main">
  <p:tag name="AS_UNIQUEID" val="322"/>
</p:tagLst>
</file>

<file path=ppt/tags/tag4.xml><?xml version="1.0" encoding="utf-8"?>
<p:tagLst xmlns:p="http://schemas.openxmlformats.org/presentationml/2006/main">
  <p:tag name="AS_UNIQUEID" val="316"/>
</p:tagLst>
</file>

<file path=ppt/tags/tag5.xml><?xml version="1.0" encoding="utf-8"?>
<p:tagLst xmlns:p="http://schemas.openxmlformats.org/presentationml/2006/main">
  <p:tag name="AS_UNIQUEID" val="317"/>
</p:tagLst>
</file>

<file path=ppt/tags/tag6.xml><?xml version="1.0" encoding="utf-8"?>
<p:tagLst xmlns:p="http://schemas.openxmlformats.org/presentationml/2006/main">
  <p:tag name="AS_UNIQUEID" val="323"/>
</p:tagLst>
</file>

<file path=ppt/tags/tag7.xml><?xml version="1.0" encoding="utf-8"?>
<p:tagLst xmlns:p="http://schemas.openxmlformats.org/presentationml/2006/main">
  <p:tag name="AS_UNIQUEID" val="318"/>
</p:tagLst>
</file>

<file path=ppt/tags/tag8.xml><?xml version="1.0" encoding="utf-8"?>
<p:tagLst xmlns:p="http://schemas.openxmlformats.org/presentationml/2006/main">
  <p:tag name="AS_UNIQUEID" val="324"/>
</p:tagLst>
</file>

<file path=ppt/tags/tag9.xml><?xml version="1.0" encoding="utf-8"?>
<p:tagLst xmlns:p="http://schemas.openxmlformats.org/presentationml/2006/main">
  <p:tag name="AS_UNIQUEID" val="320"/>
</p:tagLst>
</file>

<file path=ppt/tags/tag10.xml><?xml version="1.0" encoding="utf-8"?>
<p:tagLst xmlns:p="http://schemas.openxmlformats.org/presentationml/2006/main">
  <p:tag name="AS_UNIQUEID" val="311"/>
</p:tagLst>
</file>

<file path=ppt/tags/tag11.xml><?xml version="1.0" encoding="utf-8"?>
<p:tagLst xmlns:p="http://schemas.openxmlformats.org/presentationml/2006/main">
  <p:tag name="AS_UNIQUEID" val="325"/>
</p:tagLst>
</file>

<file path=ppt/tags/tag12.xml><?xml version="1.0" encoding="utf-8"?>
<p:tagLst xmlns:p="http://schemas.openxmlformats.org/presentationml/2006/main">
  <p:tag name="AS_UNIQUEID" val="321"/>
</p:tagLst>
</file>

<file path=ppt/tags/tag13.xml><?xml version="1.0" encoding="utf-8"?>
<p:tagLst xmlns:p="http://schemas.openxmlformats.org/presentationml/2006/main">
  <p:tag name="AS_UNIQUEID" val="326"/>
</p:tagLst>
</file>

<file path=ppt/tags/tag14.xml><?xml version="1.0" encoding="utf-8"?>
<p:tagLst xmlns:p="http://schemas.openxmlformats.org/presentationml/2006/main">
  <p:tag name="AS_UNIQUEID" val="319"/>
</p:tagLst>
</file>

<file path=ppt/tags/tag15.xml><?xml version="1.0" encoding="utf-8"?>
<p:tagLst xmlns:p="http://schemas.openxmlformats.org/presentationml/2006/main">
  <p:tag name="AS_UNIQUEID" val="314"/>
</p:tagLst>
</file>

<file path=ppt/tags/tag16.xml><?xml version="1.0" encoding="utf-8"?>
<p:tagLst xmlns:p="http://schemas.openxmlformats.org/presentationml/2006/main">
  <p:tag name="AS_UNIQUEID" val="315"/>
</p:tagLst>
</file>

<file path=ppt/tags/tag17.xml><?xml version="1.0" encoding="utf-8"?>
<p:tagLst xmlns:p="http://schemas.openxmlformats.org/presentationml/2006/main">
  <p:tag name="AS_UNIQUEID" val="768"/>
</p:tagLst>
</file>

<file path=ppt/tags/tag18.xml><?xml version="1.0" encoding="utf-8"?>
<p:tagLst xmlns:p="http://schemas.openxmlformats.org/presentationml/2006/main">
  <p:tag name="AS_UNIQUEID" val="769"/>
</p:tagLst>
</file>

<file path=ppt/tags/tag19.xml><?xml version="1.0" encoding="utf-8"?>
<p:tagLst xmlns:p="http://schemas.openxmlformats.org/presentationml/2006/main">
  <p:tag name="AS_UNIQUEID" val="770"/>
</p:tagLst>
</file>

<file path=ppt/tags/tag20.xml><?xml version="1.0" encoding="utf-8"?>
<p:tagLst xmlns:p="http://schemas.openxmlformats.org/presentationml/2006/main">
  <p:tag name="AS_UNIQUEID" val="327"/>
</p:tagLst>
</file>

<file path=ppt/tags/tag21.xml><?xml version="1.0" encoding="utf-8"?>
<p:tagLst xmlns:p="http://schemas.openxmlformats.org/presentationml/2006/main">
  <p:tag name="AS_UNIQUEID" val="328"/>
</p:tagLst>
</file>

<file path=ppt/tags/tag22.xml><?xml version="1.0" encoding="utf-8"?>
<p:tagLst xmlns:p="http://schemas.openxmlformats.org/presentationml/2006/main">
  <p:tag name="AS_UNIQUEID" val="329"/>
</p:tagLst>
</file>

<file path=ppt/tags/tag23.xml><?xml version="1.0" encoding="utf-8"?>
<p:tagLst xmlns:p="http://schemas.openxmlformats.org/presentationml/2006/main">
  <p:tag name="AS_UNIQUEID" val="330"/>
</p:tagLst>
</file>

<file path=ppt/tags/tag24.xml><?xml version="1.0" encoding="utf-8"?>
<p:tagLst xmlns:p="http://schemas.openxmlformats.org/presentationml/2006/main">
  <p:tag name="AS_UNIQUEID" val="331"/>
</p:tagLst>
</file>

<file path=ppt/tags/tag25.xml><?xml version="1.0" encoding="utf-8"?>
<p:tagLst xmlns:p="http://schemas.openxmlformats.org/presentationml/2006/main">
  <p:tag name="AS_UNIQUEID" val="332"/>
</p:tagLst>
</file>

<file path=ppt/tags/tag26.xml><?xml version="1.0" encoding="utf-8"?>
<p:tagLst xmlns:p="http://schemas.openxmlformats.org/presentationml/2006/main">
  <p:tag name="AS_UNIQUEID" val="333"/>
</p:tagLst>
</file>

<file path=ppt/tags/tag27.xml><?xml version="1.0" encoding="utf-8"?>
<p:tagLst xmlns:p="http://schemas.openxmlformats.org/presentationml/2006/main">
  <p:tag name="AS_UNIQUEID" val="334"/>
</p:tagLst>
</file>

<file path=ppt/tags/tag28.xml><?xml version="1.0" encoding="utf-8"?>
<p:tagLst xmlns:p="http://schemas.openxmlformats.org/presentationml/2006/main">
  <p:tag name="AS_UNIQUEID" val="335"/>
</p:tagLst>
</file>

<file path=ppt/tags/tag29.xml><?xml version="1.0" encoding="utf-8"?>
<p:tagLst xmlns:p="http://schemas.openxmlformats.org/presentationml/2006/main">
  <p:tag name="AS_UNIQUEID" val="336"/>
</p:tagLst>
</file>

<file path=ppt/tags/tag30.xml><?xml version="1.0" encoding="utf-8"?>
<p:tagLst xmlns:p="http://schemas.openxmlformats.org/presentationml/2006/main">
  <p:tag name="AS_UNIQUEID" val="337"/>
</p:tagLst>
</file>

<file path=ppt/tags/tag31.xml><?xml version="1.0" encoding="utf-8"?>
<p:tagLst xmlns:p="http://schemas.openxmlformats.org/presentationml/2006/main">
  <p:tag name="AS_UNIQUEID" val="338"/>
</p:tagLst>
</file>

<file path=ppt/tags/tag32.xml><?xml version="1.0" encoding="utf-8"?>
<p:tagLst xmlns:p="http://schemas.openxmlformats.org/presentationml/2006/main">
  <p:tag name="AS_UNIQUEID" val="773"/>
</p:tagLst>
</file>

<file path=ppt/tags/tag33.xml><?xml version="1.0" encoding="utf-8"?>
<p:tagLst xmlns:p="http://schemas.openxmlformats.org/presentationml/2006/main">
  <p:tag name="AS_UNIQUEID" val="774"/>
</p:tagLst>
</file>

<file path=ppt/tags/tag34.xml><?xml version="1.0" encoding="utf-8"?>
<p:tagLst xmlns:p="http://schemas.openxmlformats.org/presentationml/2006/main">
  <p:tag name="AS_UNIQUEID" val="775"/>
</p:tagLst>
</file>

<file path=ppt/tags/tag35.xml><?xml version="1.0" encoding="utf-8"?>
<p:tagLst xmlns:p="http://schemas.openxmlformats.org/presentationml/2006/main">
  <p:tag name="AS_UNIQUEID" val="339"/>
</p:tagLst>
</file>

<file path=ppt/tags/tag36.xml><?xml version="1.0" encoding="utf-8"?>
<p:tagLst xmlns:p="http://schemas.openxmlformats.org/presentationml/2006/main">
  <p:tag name="AS_UNIQUEID" val="340"/>
</p:tagLst>
</file>

<file path=ppt/tags/tag37.xml><?xml version="1.0" encoding="utf-8"?>
<p:tagLst xmlns:p="http://schemas.openxmlformats.org/presentationml/2006/main">
  <p:tag name="AS_UNIQUEID" val="379"/>
</p:tagLst>
</file>

<file path=ppt/tags/tag38.xml><?xml version="1.0" encoding="utf-8"?>
<p:tagLst xmlns:p="http://schemas.openxmlformats.org/presentationml/2006/main">
  <p:tag name="AS_UNIQUEID" val="374"/>
</p:tagLst>
</file>

<file path=ppt/tags/tag39.xml><?xml version="1.0" encoding="utf-8"?>
<p:tagLst xmlns:p="http://schemas.openxmlformats.org/presentationml/2006/main">
  <p:tag name="AS_UNIQUEID" val="375"/>
</p:tagLst>
</file>

<file path=ppt/tags/tag40.xml><?xml version="1.0" encoding="utf-8"?>
<p:tagLst xmlns:p="http://schemas.openxmlformats.org/presentationml/2006/main">
  <p:tag name="AS_UNIQUEID" val="380"/>
</p:tagLst>
</file>

<file path=ppt/tags/tag41.xml><?xml version="1.0" encoding="utf-8"?>
<p:tagLst xmlns:p="http://schemas.openxmlformats.org/presentationml/2006/main">
  <p:tag name="AS_UNIQUEID" val="376"/>
</p:tagLst>
</file>

<file path=ppt/tags/tag42.xml><?xml version="1.0" encoding="utf-8"?>
<p:tagLst xmlns:p="http://schemas.openxmlformats.org/presentationml/2006/main">
  <p:tag name="AS_UNIQUEID" val="377"/>
</p:tagLst>
</file>

<file path=ppt/tags/tag43.xml><?xml version="1.0" encoding="utf-8"?>
<p:tagLst xmlns:p="http://schemas.openxmlformats.org/presentationml/2006/main">
  <p:tag name="AS_UNIQUEID" val="378"/>
</p:tagLst>
</file>

<file path=ppt/tags/tag44.xml><?xml version="1.0" encoding="utf-8"?>
<p:tagLst xmlns:p="http://schemas.openxmlformats.org/presentationml/2006/main">
  <p:tag name="AS_UNIQUEID" val="381"/>
  <p:tag name="KSO_WM_DIAGRAM_VIRTUALLY_FRAME" val="{&quot;height&quot;:139.89307086614173,&quot;left&quot;:452.4,&quot;top&quot;:338.4,&quot;width&quot;:461.5200000000001}"/>
</p:tagLst>
</file>

<file path=ppt/tags/tag45.xml><?xml version="1.0" encoding="utf-8"?>
<p:tagLst xmlns:p="http://schemas.openxmlformats.org/presentationml/2006/main">
  <p:tag name="AS_UNIQUEID" val="360"/>
</p:tagLst>
</file>

<file path=ppt/tags/tag46.xml><?xml version="1.0" encoding="utf-8"?>
<p:tagLst xmlns:p="http://schemas.openxmlformats.org/presentationml/2006/main">
  <p:tag name="AS_UNIQUEID" val="361"/>
</p:tagLst>
</file>

<file path=ppt/tags/tag47.xml><?xml version="1.0" encoding="utf-8"?>
<p:tagLst xmlns:p="http://schemas.openxmlformats.org/presentationml/2006/main">
  <p:tag name="AS_UNIQUEID" val="362"/>
  <p:tag name="KSO_WM_DIAGRAM_VIRTUALLY_FRAME" val="{&quot;height&quot;:139.89307086614173,&quot;left&quot;:452.4,&quot;top&quot;:338.4,&quot;width&quot;:461.5200000000001}"/>
</p:tagLst>
</file>

<file path=ppt/tags/tag48.xml><?xml version="1.0" encoding="utf-8"?>
<p:tagLst xmlns:p="http://schemas.openxmlformats.org/presentationml/2006/main">
  <p:tag name="AS_UNIQUEID" val="363"/>
  <p:tag name="KSO_WM_DIAGRAM_VIRTUALLY_FRAME" val="{&quot;height&quot;:139.89307086614173,&quot;left&quot;:452.4,&quot;top&quot;:338.4,&quot;width&quot;:461.5200000000001}"/>
</p:tagLst>
</file>

<file path=ppt/tags/tag49.xml><?xml version="1.0" encoding="utf-8"?>
<p:tagLst xmlns:p="http://schemas.openxmlformats.org/presentationml/2006/main">
  <p:tag name="AS_UNIQUEID" val="382"/>
</p:tagLst>
</file>

<file path=ppt/tags/tag50.xml><?xml version="1.0" encoding="utf-8"?>
<p:tagLst xmlns:p="http://schemas.openxmlformats.org/presentationml/2006/main">
  <p:tag name="AS_UNIQUEID" val="370"/>
</p:tagLst>
</file>

<file path=ppt/tags/tag51.xml><?xml version="1.0" encoding="utf-8"?>
<p:tagLst xmlns:p="http://schemas.openxmlformats.org/presentationml/2006/main">
  <p:tag name="AS_UNIQUEID" val="371"/>
</p:tagLst>
</file>

<file path=ppt/tags/tag52.xml><?xml version="1.0" encoding="utf-8"?>
<p:tagLst xmlns:p="http://schemas.openxmlformats.org/presentationml/2006/main">
  <p:tag name="AS_UNIQUEID" val="372"/>
</p:tagLst>
</file>

<file path=ppt/tags/tag53.xml><?xml version="1.0" encoding="utf-8"?>
<p:tagLst xmlns:p="http://schemas.openxmlformats.org/presentationml/2006/main">
  <p:tag name="AS_UNIQUEID" val="373"/>
</p:tagLst>
</file>

<file path=ppt/tags/tag54.xml><?xml version="1.0" encoding="utf-8"?>
<p:tagLst xmlns:p="http://schemas.openxmlformats.org/presentationml/2006/main">
  <p:tag name="AS_UNIQUEID" val="778"/>
</p:tagLst>
</file>

<file path=ppt/tags/tag55.xml><?xml version="1.0" encoding="utf-8"?>
<p:tagLst xmlns:p="http://schemas.openxmlformats.org/presentationml/2006/main">
  <p:tag name="AS_UNIQUEID" val="779"/>
</p:tagLst>
</file>

<file path=ppt/tags/tag56.xml><?xml version="1.0" encoding="utf-8"?>
<p:tagLst xmlns:p="http://schemas.openxmlformats.org/presentationml/2006/main">
  <p:tag name="AS_UNIQUEID" val="780"/>
</p:tagLst>
</file>

<file path=ppt/tags/tag57.xml><?xml version="1.0" encoding="utf-8"?>
<p:tagLst xmlns:p="http://schemas.openxmlformats.org/presentationml/2006/main">
  <p:tag name="AS_UNIQUEID" val="383"/>
</p:tagLst>
</file>

<file path=ppt/tags/tag58.xml><?xml version="1.0" encoding="utf-8"?>
<p:tagLst xmlns:p="http://schemas.openxmlformats.org/presentationml/2006/main">
  <p:tag name="AS_UNIQUEID" val="384"/>
</p:tagLst>
</file>

<file path=ppt/tags/tag59.xml><?xml version="1.0" encoding="utf-8"?>
<p:tagLst xmlns:p="http://schemas.openxmlformats.org/presentationml/2006/main">
  <p:tag name="AS_UNIQUEID" val="385"/>
</p:tagLst>
</file>

<file path=ppt/tags/tag60.xml><?xml version="1.0" encoding="utf-8"?>
<p:tagLst xmlns:p="http://schemas.openxmlformats.org/presentationml/2006/main">
  <p:tag name="AS_UNIQUEID" val="411"/>
</p:tagLst>
</file>

<file path=ppt/tags/tag61.xml><?xml version="1.0" encoding="utf-8"?>
<p:tagLst xmlns:p="http://schemas.openxmlformats.org/presentationml/2006/main">
  <p:tag name="AS_UNIQUEID" val="405"/>
</p:tagLst>
</file>

<file path=ppt/tags/tag62.xml><?xml version="1.0" encoding="utf-8"?>
<p:tagLst xmlns:p="http://schemas.openxmlformats.org/presentationml/2006/main">
  <p:tag name="AS_UNIQUEID" val="406"/>
</p:tagLst>
</file>

<file path=ppt/tags/tag63.xml><?xml version="1.0" encoding="utf-8"?>
<p:tagLst xmlns:p="http://schemas.openxmlformats.org/presentationml/2006/main">
  <p:tag name="AS_UNIQUEID" val="407"/>
</p:tagLst>
</file>

<file path=ppt/tags/tag64.xml><?xml version="1.0" encoding="utf-8"?>
<p:tagLst xmlns:p="http://schemas.openxmlformats.org/presentationml/2006/main">
  <p:tag name="AS_UNIQUEID" val="412"/>
</p:tagLst>
</file>

<file path=ppt/tags/tag65.xml><?xml version="1.0" encoding="utf-8"?>
<p:tagLst xmlns:p="http://schemas.openxmlformats.org/presentationml/2006/main">
  <p:tag name="AS_UNIQUEID" val="408"/>
</p:tagLst>
</file>

<file path=ppt/tags/tag66.xml><?xml version="1.0" encoding="utf-8"?>
<p:tagLst xmlns:p="http://schemas.openxmlformats.org/presentationml/2006/main">
  <p:tag name="AS_UNIQUEID" val="409"/>
</p:tagLst>
</file>

<file path=ppt/tags/tag67.xml><?xml version="1.0" encoding="utf-8"?>
<p:tagLst xmlns:p="http://schemas.openxmlformats.org/presentationml/2006/main">
  <p:tag name="AS_UNIQUEID" val="410"/>
</p:tagLst>
</file>

<file path=ppt/tags/tag68.xml><?xml version="1.0" encoding="utf-8"?>
<p:tagLst xmlns:p="http://schemas.openxmlformats.org/presentationml/2006/main">
  <p:tag name="AS_UNIQUEID" val="413"/>
</p:tagLst>
</file>

<file path=ppt/tags/tag69.xml><?xml version="1.0" encoding="utf-8"?>
<p:tagLst xmlns:p="http://schemas.openxmlformats.org/presentationml/2006/main">
  <p:tag name="AS_UNIQUEID" val="399"/>
</p:tagLst>
</file>

<file path=ppt/tags/tag70.xml><?xml version="1.0" encoding="utf-8"?>
<p:tagLst xmlns:p="http://schemas.openxmlformats.org/presentationml/2006/main">
  <p:tag name="AS_UNIQUEID" val="400"/>
</p:tagLst>
</file>

<file path=ppt/tags/tag71.xml><?xml version="1.0" encoding="utf-8"?>
<p:tagLst xmlns:p="http://schemas.openxmlformats.org/presentationml/2006/main">
  <p:tag name="AS_UNIQUEID" val="401"/>
</p:tagLst>
</file>

<file path=ppt/tags/tag72.xml><?xml version="1.0" encoding="utf-8"?>
<p:tagLst xmlns:p="http://schemas.openxmlformats.org/presentationml/2006/main">
  <p:tag name="AS_UNIQUEID" val="414"/>
</p:tagLst>
</file>

<file path=ppt/tags/tag73.xml><?xml version="1.0" encoding="utf-8"?>
<p:tagLst xmlns:p="http://schemas.openxmlformats.org/presentationml/2006/main">
  <p:tag name="AS_UNIQUEID" val="402"/>
</p:tagLst>
</file>

<file path=ppt/tags/tag74.xml><?xml version="1.0" encoding="utf-8"?>
<p:tagLst xmlns:p="http://schemas.openxmlformats.org/presentationml/2006/main">
  <p:tag name="AS_UNIQUEID" val="403"/>
</p:tagLst>
</file>

<file path=ppt/tags/tag75.xml><?xml version="1.0" encoding="utf-8"?>
<p:tagLst xmlns:p="http://schemas.openxmlformats.org/presentationml/2006/main">
  <p:tag name="AS_UNIQUEID" val="404"/>
</p:tagLst>
</file>

<file path=ppt/tags/tag76.xml><?xml version="1.0" encoding="utf-8"?>
<p:tagLst xmlns:p="http://schemas.openxmlformats.org/presentationml/2006/main">
  <p:tag name="AS_UNIQUEID" val="398"/>
</p:tagLst>
</file>

<file path=ppt/tags/tag77.xml><?xml version="1.0" encoding="utf-8"?>
<p:tagLst xmlns:p="http://schemas.openxmlformats.org/presentationml/2006/main">
  <p:tag name="AS_UNIQUEID" val="783"/>
</p:tagLst>
</file>

<file path=ppt/tags/tag78.xml><?xml version="1.0" encoding="utf-8"?>
<p:tagLst xmlns:p="http://schemas.openxmlformats.org/presentationml/2006/main">
  <p:tag name="AS_UNIQUEID" val="784"/>
</p:tagLst>
</file>

<file path=ppt/tags/tag79.xml><?xml version="1.0" encoding="utf-8"?>
<p:tagLst xmlns:p="http://schemas.openxmlformats.org/presentationml/2006/main">
  <p:tag name="AS_UNIQUEID" val="785"/>
</p:tagLst>
</file>

<file path=ppt/tags/tag80.xml><?xml version="1.0" encoding="utf-8"?>
<p:tagLst xmlns:p="http://schemas.openxmlformats.org/presentationml/2006/main">
  <p:tag name="AS_UNIQUEID" val="415"/>
</p:tagLst>
</file>

<file path=ppt/tags/tag81.xml><?xml version="1.0" encoding="utf-8"?>
<p:tagLst xmlns:p="http://schemas.openxmlformats.org/presentationml/2006/main">
  <p:tag name="AS_UNIQUEID" val="416"/>
</p:tagLst>
</file>

<file path=ppt/tags/tag82.xml><?xml version="1.0" encoding="utf-8"?>
<p:tagLst xmlns:p="http://schemas.openxmlformats.org/presentationml/2006/main">
  <p:tag name="AS_UNIQUEID" val="417"/>
</p:tagLst>
</file>

<file path=ppt/tags/tag83.xml><?xml version="1.0" encoding="utf-8"?>
<p:tagLst xmlns:p="http://schemas.openxmlformats.org/presentationml/2006/main">
  <p:tag name="AS_UNIQUEID" val="439"/>
</p:tagLst>
</file>

<file path=ppt/tags/tag84.xml><?xml version="1.0" encoding="utf-8"?>
<p:tagLst xmlns:p="http://schemas.openxmlformats.org/presentationml/2006/main">
  <p:tag name="AS_UNIQUEID" val="433"/>
</p:tagLst>
</file>

<file path=ppt/tags/tag85.xml><?xml version="1.0" encoding="utf-8"?>
<p:tagLst xmlns:p="http://schemas.openxmlformats.org/presentationml/2006/main">
  <p:tag name="AS_UNIQUEID" val="434"/>
</p:tagLst>
</file>

<file path=ppt/tags/tag86.xml><?xml version="1.0" encoding="utf-8"?>
<p:tagLst xmlns:p="http://schemas.openxmlformats.org/presentationml/2006/main">
  <p:tag name="AS_UNIQUEID" val="440"/>
  <p:tag name="KSO_WM_DIAGRAM_VIRTUALLY_FRAME" val="{&quot;height&quot;:264,&quot;left&quot;:48,&quot;top&quot;:196.8,&quot;width&quot;:864}"/>
</p:tagLst>
</file>

<file path=ppt/tags/tag87.xml><?xml version="1.0" encoding="utf-8"?>
<p:tagLst xmlns:p="http://schemas.openxmlformats.org/presentationml/2006/main">
  <p:tag name="AS_UNIQUEID" val="435"/>
  <p:tag name="KSO_WM_DIAGRAM_VIRTUALLY_FRAME" val="{&quot;height&quot;:264,&quot;left&quot;:48,&quot;top&quot;:196.8,&quot;width&quot;:864}"/>
</p:tagLst>
</file>

<file path=ppt/tags/tag88.xml><?xml version="1.0" encoding="utf-8"?>
<p:tagLst xmlns:p="http://schemas.openxmlformats.org/presentationml/2006/main">
  <p:tag name="AS_UNIQUEID" val="436"/>
  <p:tag name="KSO_WM_DIAGRAM_VIRTUALLY_FRAME" val="{&quot;height&quot;:264,&quot;left&quot;:48,&quot;top&quot;:196.8,&quot;width&quot;:864}"/>
</p:tagLst>
</file>

<file path=ppt/tags/tag89.xml><?xml version="1.0" encoding="utf-8"?>
<p:tagLst xmlns:p="http://schemas.openxmlformats.org/presentationml/2006/main">
  <p:tag name="AS_UNIQUEID" val="437"/>
  <p:tag name="KSO_WM_DIAGRAM_VIRTUALLY_FRAME" val="{&quot;height&quot;:264,&quot;left&quot;:48,&quot;top&quot;:196.8,&quot;width&quot;:864}"/>
</p:tagLst>
</file>

<file path=ppt/tags/tag90.xml><?xml version="1.0" encoding="utf-8"?>
<p:tagLst xmlns:p="http://schemas.openxmlformats.org/presentationml/2006/main">
  <p:tag name="AS_UNIQUEID" val="438"/>
  <p:tag name="KSO_WM_DIAGRAM_VIRTUALLY_FRAME" val="{&quot;height&quot;:264,&quot;left&quot;:48,&quot;top&quot;:196.8,&quot;width&quot;:864}"/>
</p:tagLst>
</file>

<file path=ppt/tags/tag91.xml><?xml version="1.0" encoding="utf-8"?>
<p:tagLst xmlns:p="http://schemas.openxmlformats.org/presentationml/2006/main">
  <p:tag name="AS_UNIQUEID" val="441"/>
  <p:tag name="KSO_WM_DIAGRAM_VIRTUALLY_FRAME" val="{&quot;height&quot;:264,&quot;left&quot;:48,&quot;top&quot;:196.8,&quot;width&quot;:864}"/>
</p:tagLst>
</file>

<file path=ppt/tags/tag92.xml><?xml version="1.0" encoding="utf-8"?>
<p:tagLst xmlns:p="http://schemas.openxmlformats.org/presentationml/2006/main">
  <p:tag name="AS_UNIQUEID" val="429"/>
  <p:tag name="KSO_WM_DIAGRAM_VIRTUALLY_FRAME" val="{&quot;height&quot;:264,&quot;left&quot;:48,&quot;top&quot;:196.8,&quot;width&quot;:864}"/>
</p:tagLst>
</file>

<file path=ppt/tags/tag93.xml><?xml version="1.0" encoding="utf-8"?>
<p:tagLst xmlns:p="http://schemas.openxmlformats.org/presentationml/2006/main">
  <p:tag name="AS_UNIQUEID" val="430"/>
  <p:tag name="KSO_WM_DIAGRAM_VIRTUALLY_FRAME" val="{&quot;height&quot;:264,&quot;left&quot;:48,&quot;top&quot;:196.8,&quot;width&quot;:864}"/>
</p:tagLst>
</file>

<file path=ppt/tags/tag94.xml><?xml version="1.0" encoding="utf-8"?>
<p:tagLst xmlns:p="http://schemas.openxmlformats.org/presentationml/2006/main">
  <p:tag name="AS_UNIQUEID" val="431"/>
  <p:tag name="KSO_WM_DIAGRAM_VIRTUALLY_FRAME" val="{&quot;height&quot;:264,&quot;left&quot;:48,&quot;top&quot;:196.8,&quot;width&quot;:864}"/>
</p:tagLst>
</file>

<file path=ppt/tags/tag95.xml><?xml version="1.0" encoding="utf-8"?>
<p:tagLst xmlns:p="http://schemas.openxmlformats.org/presentationml/2006/main">
  <p:tag name="AS_UNIQUEID" val="432"/>
  <p:tag name="KSO_WM_DIAGRAM_VIRTUALLY_FRAME" val="{&quot;height&quot;:264,&quot;left&quot;:48,&quot;top&quot;:196.8,&quot;width&quot;:864}"/>
</p:tagLst>
</file>

<file path=ppt/tags/tag96.xml><?xml version="1.0" encoding="utf-8"?>
<p:tagLst xmlns:p="http://schemas.openxmlformats.org/presentationml/2006/main">
  <p:tag name="AS_UNIQUEID" val="428"/>
</p:tagLst>
</file>

<file path=ppt/tags/tag97.xml><?xml version="1.0" encoding="utf-8"?>
<p:tagLst xmlns:p="http://schemas.openxmlformats.org/presentationml/2006/main">
  <p:tag name="AS_UNIQUEID" val="788"/>
</p:tagLst>
</file>

<file path=ppt/tags/tag98.xml><?xml version="1.0" encoding="utf-8"?>
<p:tagLst xmlns:p="http://schemas.openxmlformats.org/presentationml/2006/main">
  <p:tag name="AS_UNIQUEID" val="789"/>
</p:tagLst>
</file>

<file path=ppt/tags/tag99.xml><?xml version="1.0" encoding="utf-8"?>
<p:tagLst xmlns:p="http://schemas.openxmlformats.org/presentationml/2006/main">
  <p:tag name="AS_UNIQUEID" val="790"/>
</p:tagLst>
</file>

<file path=ppt/tags/tag100.xml><?xml version="1.0" encoding="utf-8"?>
<p:tagLst xmlns:p="http://schemas.openxmlformats.org/presentationml/2006/main">
  <p:tag name="AS_UNIQUEID" val="442"/>
</p:tagLst>
</file>

<file path=ppt/tags/tag101.xml><?xml version="1.0" encoding="utf-8"?>
<p:tagLst xmlns:p="http://schemas.openxmlformats.org/presentationml/2006/main">
  <p:tag name="AS_UNIQUEID" val="443"/>
</p:tagLst>
</file>

<file path=ppt/tags/tag102.xml><?xml version="1.0" encoding="utf-8"?>
<p:tagLst xmlns:p="http://schemas.openxmlformats.org/presentationml/2006/main">
  <p:tag name="AS_UNIQUEID" val="444"/>
</p:tagLst>
</file>

<file path=ppt/tags/tag103.xml><?xml version="1.0" encoding="utf-8"?>
<p:tagLst xmlns:p="http://schemas.openxmlformats.org/presentationml/2006/main">
  <p:tag name="AS_UNIQUEID" val="445"/>
</p:tagLst>
</file>

<file path=ppt/tags/tag104.xml><?xml version="1.0" encoding="utf-8"?>
<p:tagLst xmlns:p="http://schemas.openxmlformats.org/presentationml/2006/main">
  <p:tag name="AS_UNIQUEID" val="446"/>
</p:tagLst>
</file>

<file path=ppt/tags/tag105.xml><?xml version="1.0" encoding="utf-8"?>
<p:tagLst xmlns:p="http://schemas.openxmlformats.org/presentationml/2006/main">
  <p:tag name="AS_UNIQUEID" val="472"/>
</p:tagLst>
</file>

<file path=ppt/tags/tag106.xml><?xml version="1.0" encoding="utf-8"?>
<p:tagLst xmlns:p="http://schemas.openxmlformats.org/presentationml/2006/main">
  <p:tag name="AS_UNIQUEID" val="460"/>
</p:tagLst>
</file>

<file path=ppt/tags/tag107.xml><?xml version="1.0" encoding="utf-8"?>
<p:tagLst xmlns:p="http://schemas.openxmlformats.org/presentationml/2006/main">
  <p:tag name="AS_UNIQUEID" val="461"/>
</p:tagLst>
</file>

<file path=ppt/tags/tag108.xml><?xml version="1.0" encoding="utf-8"?>
<p:tagLst xmlns:p="http://schemas.openxmlformats.org/presentationml/2006/main">
  <p:tag name="AS_UNIQUEID" val="462"/>
</p:tagLst>
</file>

<file path=ppt/tags/tag109.xml><?xml version="1.0" encoding="utf-8"?>
<p:tagLst xmlns:p="http://schemas.openxmlformats.org/presentationml/2006/main">
  <p:tag name="AS_UNIQUEID" val="463"/>
</p:tagLst>
</file>

<file path=ppt/tags/tag110.xml><?xml version="1.0" encoding="utf-8"?>
<p:tagLst xmlns:p="http://schemas.openxmlformats.org/presentationml/2006/main">
  <p:tag name="AS_UNIQUEID" val="464"/>
</p:tagLst>
</file>

<file path=ppt/tags/tag111.xml><?xml version="1.0" encoding="utf-8"?>
<p:tagLst xmlns:p="http://schemas.openxmlformats.org/presentationml/2006/main">
  <p:tag name="AS_UNIQUEID" val="465"/>
</p:tagLst>
</file>

<file path=ppt/tags/tag112.xml><?xml version="1.0" encoding="utf-8"?>
<p:tagLst xmlns:p="http://schemas.openxmlformats.org/presentationml/2006/main">
  <p:tag name="AS_UNIQUEID" val="466"/>
</p:tagLst>
</file>

<file path=ppt/tags/tag113.xml><?xml version="1.0" encoding="utf-8"?>
<p:tagLst xmlns:p="http://schemas.openxmlformats.org/presentationml/2006/main">
  <p:tag name="AS_UNIQUEID" val="467"/>
</p:tagLst>
</file>

<file path=ppt/tags/tag114.xml><?xml version="1.0" encoding="utf-8"?>
<p:tagLst xmlns:p="http://schemas.openxmlformats.org/presentationml/2006/main">
  <p:tag name="AS_UNIQUEID" val="468"/>
</p:tagLst>
</file>

<file path=ppt/tags/tag115.xml><?xml version="1.0" encoding="utf-8"?>
<p:tagLst xmlns:p="http://schemas.openxmlformats.org/presentationml/2006/main">
  <p:tag name="AS_UNIQUEID" val="469"/>
</p:tagLst>
</file>

<file path=ppt/tags/tag116.xml><?xml version="1.0" encoding="utf-8"?>
<p:tagLst xmlns:p="http://schemas.openxmlformats.org/presentationml/2006/main">
  <p:tag name="AS_UNIQUEID" val="470"/>
</p:tagLst>
</file>

<file path=ppt/tags/tag117.xml><?xml version="1.0" encoding="utf-8"?>
<p:tagLst xmlns:p="http://schemas.openxmlformats.org/presentationml/2006/main">
  <p:tag name="AS_UNIQUEID" val="471"/>
</p:tagLst>
</file>

<file path=ppt/tags/tag118.xml><?xml version="1.0" encoding="utf-8"?>
<p:tagLst xmlns:p="http://schemas.openxmlformats.org/presentationml/2006/main">
  <p:tag name="AS_UNIQUEID" val="459"/>
</p:tagLst>
</file>

<file path=ppt/tags/tag119.xml><?xml version="1.0" encoding="utf-8"?>
<p:tagLst xmlns:p="http://schemas.openxmlformats.org/presentationml/2006/main">
  <p:tag name="AS_UNIQUEID" val="793"/>
</p:tagLst>
</file>

<file path=ppt/tags/tag120.xml><?xml version="1.0" encoding="utf-8"?>
<p:tagLst xmlns:p="http://schemas.openxmlformats.org/presentationml/2006/main">
  <p:tag name="AS_UNIQUEID" val="794"/>
</p:tagLst>
</file>

<file path=ppt/tags/tag121.xml><?xml version="1.0" encoding="utf-8"?>
<p:tagLst xmlns:p="http://schemas.openxmlformats.org/presentationml/2006/main">
  <p:tag name="AS_UNIQUEID" val="795"/>
</p:tagLst>
</file>

<file path=ppt/tags/tag122.xml><?xml version="1.0" encoding="utf-8"?>
<p:tagLst xmlns:p="http://schemas.openxmlformats.org/presentationml/2006/main">
  <p:tag name="AS_UNIQUEID" val="473"/>
</p:tagLst>
</file>

<file path=ppt/tags/tag123.xml><?xml version="1.0" encoding="utf-8"?>
<p:tagLst xmlns:p="http://schemas.openxmlformats.org/presentationml/2006/main">
  <p:tag name="AS_UNIQUEID" val="474"/>
</p:tagLst>
</file>

<file path=ppt/tags/tag124.xml><?xml version="1.0" encoding="utf-8"?>
<p:tagLst xmlns:p="http://schemas.openxmlformats.org/presentationml/2006/main">
  <p:tag name="AS_UNIQUEID" val="475"/>
</p:tagLst>
</file>

<file path=ppt/tags/tag125.xml><?xml version="1.0" encoding="utf-8"?>
<p:tagLst xmlns:p="http://schemas.openxmlformats.org/presentationml/2006/main">
  <p:tag name="AS_UNIQUEID" val="515"/>
</p:tagLst>
</file>

<file path=ppt/tags/tag126.xml><?xml version="1.0" encoding="utf-8"?>
<p:tagLst xmlns:p="http://schemas.openxmlformats.org/presentationml/2006/main">
  <p:tag name="AS_UNIQUEID" val="505"/>
</p:tagLst>
</file>

<file path=ppt/tags/tag127.xml><?xml version="1.0" encoding="utf-8"?>
<p:tagLst xmlns:p="http://schemas.openxmlformats.org/presentationml/2006/main">
  <p:tag name="AS_UNIQUEID" val="506"/>
</p:tagLst>
</file>

<file path=ppt/tags/tag128.xml><?xml version="1.0" encoding="utf-8"?>
<p:tagLst xmlns:p="http://schemas.openxmlformats.org/presentationml/2006/main">
  <p:tag name="AS_UNIQUEID" val="507"/>
</p:tagLst>
</file>

<file path=ppt/tags/tag129.xml><?xml version="1.0" encoding="utf-8"?>
<p:tagLst xmlns:p="http://schemas.openxmlformats.org/presentationml/2006/main">
  <p:tag name="AS_UNIQUEID" val="508"/>
</p:tagLst>
</file>

<file path=ppt/tags/tag130.xml><?xml version="1.0" encoding="utf-8"?>
<p:tagLst xmlns:p="http://schemas.openxmlformats.org/presentationml/2006/main">
  <p:tag name="AS_UNIQUEID" val="509"/>
</p:tagLst>
</file>

<file path=ppt/tags/tag131.xml><?xml version="1.0" encoding="utf-8"?>
<p:tagLst xmlns:p="http://schemas.openxmlformats.org/presentationml/2006/main">
  <p:tag name="AS_UNIQUEID" val="510"/>
</p:tagLst>
</file>

<file path=ppt/tags/tag132.xml><?xml version="1.0" encoding="utf-8"?>
<p:tagLst xmlns:p="http://schemas.openxmlformats.org/presentationml/2006/main">
  <p:tag name="AS_UNIQUEID" val="511"/>
</p:tagLst>
</file>

<file path=ppt/tags/tag133.xml><?xml version="1.0" encoding="utf-8"?>
<p:tagLst xmlns:p="http://schemas.openxmlformats.org/presentationml/2006/main">
  <p:tag name="AS_UNIQUEID" val="512"/>
</p:tagLst>
</file>

<file path=ppt/tags/tag134.xml><?xml version="1.0" encoding="utf-8"?>
<p:tagLst xmlns:p="http://schemas.openxmlformats.org/presentationml/2006/main">
  <p:tag name="AS_UNIQUEID" val="516"/>
</p:tagLst>
</file>

<file path=ppt/tags/tag135.xml><?xml version="1.0" encoding="utf-8"?>
<p:tagLst xmlns:p="http://schemas.openxmlformats.org/presentationml/2006/main">
  <p:tag name="AS_UNIQUEID" val="496"/>
</p:tagLst>
</file>

<file path=ppt/tags/tag136.xml><?xml version="1.0" encoding="utf-8"?>
<p:tagLst xmlns:p="http://schemas.openxmlformats.org/presentationml/2006/main">
  <p:tag name="AS_UNIQUEID" val="497"/>
</p:tagLst>
</file>

<file path=ppt/tags/tag137.xml><?xml version="1.0" encoding="utf-8"?>
<p:tagLst xmlns:p="http://schemas.openxmlformats.org/presentationml/2006/main">
  <p:tag name="AS_UNIQUEID" val="498"/>
</p:tagLst>
</file>

<file path=ppt/tags/tag138.xml><?xml version="1.0" encoding="utf-8"?>
<p:tagLst xmlns:p="http://schemas.openxmlformats.org/presentationml/2006/main">
  <p:tag name="AS_UNIQUEID" val="499"/>
</p:tagLst>
</file>

<file path=ppt/tags/tag139.xml><?xml version="1.0" encoding="utf-8"?>
<p:tagLst xmlns:p="http://schemas.openxmlformats.org/presentationml/2006/main">
  <p:tag name="AS_UNIQUEID" val="500"/>
</p:tagLst>
</file>

<file path=ppt/tags/tag140.xml><?xml version="1.0" encoding="utf-8"?>
<p:tagLst xmlns:p="http://schemas.openxmlformats.org/presentationml/2006/main">
  <p:tag name="AS_UNIQUEID" val="501"/>
</p:tagLst>
</file>

<file path=ppt/tags/tag141.xml><?xml version="1.0" encoding="utf-8"?>
<p:tagLst xmlns:p="http://schemas.openxmlformats.org/presentationml/2006/main">
  <p:tag name="AS_UNIQUEID" val="502"/>
</p:tagLst>
</file>

<file path=ppt/tags/tag142.xml><?xml version="1.0" encoding="utf-8"?>
<p:tagLst xmlns:p="http://schemas.openxmlformats.org/presentationml/2006/main">
  <p:tag name="AS_UNIQUEID" val="503"/>
</p:tagLst>
</file>

<file path=ppt/tags/tag143.xml><?xml version="1.0" encoding="utf-8"?>
<p:tagLst xmlns:p="http://schemas.openxmlformats.org/presentationml/2006/main">
  <p:tag name="AS_UNIQUEID" val="504"/>
</p:tagLst>
</file>

<file path=ppt/tags/tag144.xml><?xml version="1.0" encoding="utf-8"?>
<p:tagLst xmlns:p="http://schemas.openxmlformats.org/presentationml/2006/main">
  <p:tag name="AS_UNIQUEID" val="517"/>
</p:tagLst>
</file>

<file path=ppt/tags/tag145.xml><?xml version="1.0" encoding="utf-8"?>
<p:tagLst xmlns:p="http://schemas.openxmlformats.org/presentationml/2006/main">
  <p:tag name="AS_UNIQUEID" val="513"/>
</p:tagLst>
</file>

<file path=ppt/tags/tag146.xml><?xml version="1.0" encoding="utf-8"?>
<p:tagLst xmlns:p="http://schemas.openxmlformats.org/presentationml/2006/main">
  <p:tag name="AS_UNIQUEID" val="514"/>
</p:tagLst>
</file>

<file path=ppt/tags/tag147.xml><?xml version="1.0" encoding="utf-8"?>
<p:tagLst xmlns:p="http://schemas.openxmlformats.org/presentationml/2006/main">
  <p:tag name="AS_UNIQUEID" val="495"/>
</p:tagLst>
</file>

<file path=ppt/tags/tag148.xml><?xml version="1.0" encoding="utf-8"?>
<p:tagLst xmlns:p="http://schemas.openxmlformats.org/presentationml/2006/main">
  <p:tag name="AS_UNIQUEID" val="798"/>
</p:tagLst>
</file>

<file path=ppt/tags/tag149.xml><?xml version="1.0" encoding="utf-8"?>
<p:tagLst xmlns:p="http://schemas.openxmlformats.org/presentationml/2006/main">
  <p:tag name="AS_UNIQUEID" val="799"/>
</p:tagLst>
</file>

<file path=ppt/tags/tag150.xml><?xml version="1.0" encoding="utf-8"?>
<p:tagLst xmlns:p="http://schemas.openxmlformats.org/presentationml/2006/main">
  <p:tag name="AS_UNIQUEID" val="800"/>
</p:tagLst>
</file>

<file path=ppt/tags/tag151.xml><?xml version="1.0" encoding="utf-8"?>
<p:tagLst xmlns:p="http://schemas.openxmlformats.org/presentationml/2006/main">
  <p:tag name="AS_UNIQUEID" val="518"/>
</p:tagLst>
</file>

<file path=ppt/tags/tag152.xml><?xml version="1.0" encoding="utf-8"?>
<p:tagLst xmlns:p="http://schemas.openxmlformats.org/presentationml/2006/main">
  <p:tag name="AS_UNIQUEID" val="519"/>
</p:tagLst>
</file>

<file path=ppt/tags/tag153.xml><?xml version="1.0" encoding="utf-8"?>
<p:tagLst xmlns:p="http://schemas.openxmlformats.org/presentationml/2006/main">
  <p:tag name="AS_UNIQUEID" val="520"/>
</p:tagLst>
</file>

<file path=ppt/tags/tag154.xml><?xml version="1.0" encoding="utf-8"?>
<p:tagLst xmlns:p="http://schemas.openxmlformats.org/presentationml/2006/main">
  <p:tag name="AS_UNIQUEID" val="580"/>
</p:tagLst>
</file>

<file path=ppt/tags/tag155.xml><?xml version="1.0" encoding="utf-8"?>
<p:tagLst xmlns:p="http://schemas.openxmlformats.org/presentationml/2006/main">
  <p:tag name="AS_UNIQUEID" val="575"/>
</p:tagLst>
</file>

<file path=ppt/tags/tag156.xml><?xml version="1.0" encoding="utf-8"?>
<p:tagLst xmlns:p="http://schemas.openxmlformats.org/presentationml/2006/main">
  <p:tag name="AS_UNIQUEID" val="576"/>
</p:tagLst>
</file>

<file path=ppt/tags/tag157.xml><?xml version="1.0" encoding="utf-8"?>
<p:tagLst xmlns:p="http://schemas.openxmlformats.org/presentationml/2006/main">
  <p:tag name="AS_UNIQUEID" val="577"/>
</p:tagLst>
</file>

<file path=ppt/tags/tag158.xml><?xml version="1.0" encoding="utf-8"?>
<p:tagLst xmlns:p="http://schemas.openxmlformats.org/presentationml/2006/main">
  <p:tag name="AS_UNIQUEID" val="578"/>
</p:tagLst>
</file>

<file path=ppt/tags/tag159.xml><?xml version="1.0" encoding="utf-8"?>
<p:tagLst xmlns:p="http://schemas.openxmlformats.org/presentationml/2006/main">
  <p:tag name="AS_UNIQUEID" val="579"/>
</p:tagLst>
</file>

<file path=ppt/tags/tag160.xml><?xml version="1.0" encoding="utf-8"?>
<p:tagLst xmlns:p="http://schemas.openxmlformats.org/presentationml/2006/main">
  <p:tag name="AS_UNIQUEID" val="581"/>
</p:tagLst>
</file>

<file path=ppt/tags/tag161.xml><?xml version="1.0" encoding="utf-8"?>
<p:tagLst xmlns:p="http://schemas.openxmlformats.org/presentationml/2006/main">
  <p:tag name="AS_UNIQUEID" val="563"/>
</p:tagLst>
</file>

<file path=ppt/tags/tag162.xml><?xml version="1.0" encoding="utf-8"?>
<p:tagLst xmlns:p="http://schemas.openxmlformats.org/presentationml/2006/main">
  <p:tag name="AS_UNIQUEID" val="564"/>
</p:tagLst>
</file>

<file path=ppt/tags/tag163.xml><?xml version="1.0" encoding="utf-8"?>
<p:tagLst xmlns:p="http://schemas.openxmlformats.org/presentationml/2006/main">
  <p:tag name="AS_UNIQUEID" val="565"/>
</p:tagLst>
</file>

<file path=ppt/tags/tag164.xml><?xml version="1.0" encoding="utf-8"?>
<p:tagLst xmlns:p="http://schemas.openxmlformats.org/presentationml/2006/main">
  <p:tag name="AS_UNIQUEID" val="566"/>
</p:tagLst>
</file>

<file path=ppt/tags/tag165.xml><?xml version="1.0" encoding="utf-8"?>
<p:tagLst xmlns:p="http://schemas.openxmlformats.org/presentationml/2006/main">
  <p:tag name="AS_UNIQUEID" val="567"/>
</p:tagLst>
</file>

<file path=ppt/tags/tag166.xml><?xml version="1.0" encoding="utf-8"?>
<p:tagLst xmlns:p="http://schemas.openxmlformats.org/presentationml/2006/main">
  <p:tag name="AS_UNIQUEID" val="568"/>
</p:tagLst>
</file>

<file path=ppt/tags/tag167.xml><?xml version="1.0" encoding="utf-8"?>
<p:tagLst xmlns:p="http://schemas.openxmlformats.org/presentationml/2006/main">
  <p:tag name="AS_UNIQUEID" val="582"/>
</p:tagLst>
</file>

<file path=ppt/tags/tag168.xml><?xml version="1.0" encoding="utf-8"?>
<p:tagLst xmlns:p="http://schemas.openxmlformats.org/presentationml/2006/main">
  <p:tag name="AS_UNIQUEID" val="569"/>
</p:tagLst>
</file>

<file path=ppt/tags/tag169.xml><?xml version="1.0" encoding="utf-8"?>
<p:tagLst xmlns:p="http://schemas.openxmlformats.org/presentationml/2006/main">
  <p:tag name="AS_UNIQUEID" val="570"/>
</p:tagLst>
</file>

<file path=ppt/tags/tag170.xml><?xml version="1.0" encoding="utf-8"?>
<p:tagLst xmlns:p="http://schemas.openxmlformats.org/presentationml/2006/main">
  <p:tag name="AS_UNIQUEID" val="571"/>
</p:tagLst>
</file>

<file path=ppt/tags/tag171.xml><?xml version="1.0" encoding="utf-8"?>
<p:tagLst xmlns:p="http://schemas.openxmlformats.org/presentationml/2006/main">
  <p:tag name="AS_UNIQUEID" val="572"/>
</p:tagLst>
</file>

<file path=ppt/tags/tag172.xml><?xml version="1.0" encoding="utf-8"?>
<p:tagLst xmlns:p="http://schemas.openxmlformats.org/presentationml/2006/main">
  <p:tag name="AS_UNIQUEID" val="573"/>
</p:tagLst>
</file>

<file path=ppt/tags/tag173.xml><?xml version="1.0" encoding="utf-8"?>
<p:tagLst xmlns:p="http://schemas.openxmlformats.org/presentationml/2006/main">
  <p:tag name="AS_UNIQUEID" val="574"/>
</p:tagLst>
</file>

<file path=ppt/tags/tag174.xml><?xml version="1.0" encoding="utf-8"?>
<p:tagLst xmlns:p="http://schemas.openxmlformats.org/presentationml/2006/main">
  <p:tag name="AS_UNIQUEID" val="583"/>
</p:tagLst>
</file>

<file path=ppt/tags/tag175.xml><?xml version="1.0" encoding="utf-8"?>
<p:tagLst xmlns:p="http://schemas.openxmlformats.org/presentationml/2006/main">
  <p:tag name="AS_UNIQUEID" val="551"/>
</p:tagLst>
</file>

<file path=ppt/tags/tag176.xml><?xml version="1.0" encoding="utf-8"?>
<p:tagLst xmlns:p="http://schemas.openxmlformats.org/presentationml/2006/main">
  <p:tag name="AS_UNIQUEID" val="552"/>
</p:tagLst>
</file>

<file path=ppt/tags/tag177.xml><?xml version="1.0" encoding="utf-8"?>
<p:tagLst xmlns:p="http://schemas.openxmlformats.org/presentationml/2006/main">
  <p:tag name="AS_UNIQUEID" val="553"/>
</p:tagLst>
</file>

<file path=ppt/tags/tag178.xml><?xml version="1.0" encoding="utf-8"?>
<p:tagLst xmlns:p="http://schemas.openxmlformats.org/presentationml/2006/main">
  <p:tag name="AS_UNIQUEID" val="554"/>
</p:tagLst>
</file>

<file path=ppt/tags/tag179.xml><?xml version="1.0" encoding="utf-8"?>
<p:tagLst xmlns:p="http://schemas.openxmlformats.org/presentationml/2006/main">
  <p:tag name="AS_UNIQUEID" val="555"/>
</p:tagLst>
</file>

<file path=ppt/tags/tag180.xml><?xml version="1.0" encoding="utf-8"?>
<p:tagLst xmlns:p="http://schemas.openxmlformats.org/presentationml/2006/main">
  <p:tag name="AS_UNIQUEID" val="556"/>
</p:tagLst>
</file>

<file path=ppt/tags/tag181.xml><?xml version="1.0" encoding="utf-8"?>
<p:tagLst xmlns:p="http://schemas.openxmlformats.org/presentationml/2006/main">
  <p:tag name="AS_UNIQUEID" val="584"/>
</p:tagLst>
</file>

<file path=ppt/tags/tag182.xml><?xml version="1.0" encoding="utf-8"?>
<p:tagLst xmlns:p="http://schemas.openxmlformats.org/presentationml/2006/main">
  <p:tag name="AS_UNIQUEID" val="557"/>
</p:tagLst>
</file>

<file path=ppt/tags/tag183.xml><?xml version="1.0" encoding="utf-8"?>
<p:tagLst xmlns:p="http://schemas.openxmlformats.org/presentationml/2006/main">
  <p:tag name="AS_UNIQUEID" val="558"/>
</p:tagLst>
</file>

<file path=ppt/tags/tag184.xml><?xml version="1.0" encoding="utf-8"?>
<p:tagLst xmlns:p="http://schemas.openxmlformats.org/presentationml/2006/main">
  <p:tag name="AS_UNIQUEID" val="559"/>
</p:tagLst>
</file>

<file path=ppt/tags/tag185.xml><?xml version="1.0" encoding="utf-8"?>
<p:tagLst xmlns:p="http://schemas.openxmlformats.org/presentationml/2006/main">
  <p:tag name="AS_UNIQUEID" val="560"/>
</p:tagLst>
</file>

<file path=ppt/tags/tag186.xml><?xml version="1.0" encoding="utf-8"?>
<p:tagLst xmlns:p="http://schemas.openxmlformats.org/presentationml/2006/main">
  <p:tag name="AS_UNIQUEID" val="561"/>
</p:tagLst>
</file>

<file path=ppt/tags/tag187.xml><?xml version="1.0" encoding="utf-8"?>
<p:tagLst xmlns:p="http://schemas.openxmlformats.org/presentationml/2006/main">
  <p:tag name="AS_UNIQUEID" val="562"/>
</p:tagLst>
</file>

<file path=ppt/tags/tag188.xml><?xml version="1.0" encoding="utf-8"?>
<p:tagLst xmlns:p="http://schemas.openxmlformats.org/presentationml/2006/main">
  <p:tag name="AS_UNIQUEID" val="550"/>
</p:tagLst>
</file>

<file path=ppt/tags/tag189.xml><?xml version="1.0" encoding="utf-8"?>
<p:tagLst xmlns:p="http://schemas.openxmlformats.org/presentationml/2006/main">
  <p:tag name="AS_UNIQUEID" val="803"/>
</p:tagLst>
</file>

<file path=ppt/tags/tag190.xml><?xml version="1.0" encoding="utf-8"?>
<p:tagLst xmlns:p="http://schemas.openxmlformats.org/presentationml/2006/main">
  <p:tag name="AS_UNIQUEID" val="804"/>
</p:tagLst>
</file>

<file path=ppt/tags/tag191.xml><?xml version="1.0" encoding="utf-8"?>
<p:tagLst xmlns:p="http://schemas.openxmlformats.org/presentationml/2006/main">
  <p:tag name="AS_UNIQUEID" val="805"/>
</p:tagLst>
</file>

<file path=ppt/tags/tag192.xml><?xml version="1.0" encoding="utf-8"?>
<p:tagLst xmlns:p="http://schemas.openxmlformats.org/presentationml/2006/main">
  <p:tag name="AS_UNIQUEID" val="585"/>
</p:tagLst>
</file>

<file path=ppt/tags/tag193.xml><?xml version="1.0" encoding="utf-8"?>
<p:tagLst xmlns:p="http://schemas.openxmlformats.org/presentationml/2006/main">
  <p:tag name="AS_UNIQUEID" val="586"/>
</p:tagLst>
</file>

<file path=ppt/tags/tag194.xml><?xml version="1.0" encoding="utf-8"?>
<p:tagLst xmlns:p="http://schemas.openxmlformats.org/presentationml/2006/main">
  <p:tag name="AS_UNIQUEID" val="587"/>
</p:tagLst>
</file>

<file path=ppt/tags/tag195.xml><?xml version="1.0" encoding="utf-8"?>
<p:tagLst xmlns:p="http://schemas.openxmlformats.org/presentationml/2006/main">
  <p:tag name="AS_UNIQUEID" val="663"/>
</p:tagLst>
</file>

<file path=ppt/tags/tag196.xml><?xml version="1.0" encoding="utf-8"?>
<p:tagLst xmlns:p="http://schemas.openxmlformats.org/presentationml/2006/main">
  <p:tag name="AS_UNIQUEID" val="648"/>
</p:tagLst>
</file>

<file path=ppt/tags/tag197.xml><?xml version="1.0" encoding="utf-8"?>
<p:tagLst xmlns:p="http://schemas.openxmlformats.org/presentationml/2006/main">
  <p:tag name="AS_UNIQUEID" val="649"/>
</p:tagLst>
</file>

<file path=ppt/tags/tag198.xml><?xml version="1.0" encoding="utf-8"?>
<p:tagLst xmlns:p="http://schemas.openxmlformats.org/presentationml/2006/main">
  <p:tag name="AS_UNIQUEID" val="650"/>
</p:tagLst>
</file>

<file path=ppt/tags/tag199.xml><?xml version="1.0" encoding="utf-8"?>
<p:tagLst xmlns:p="http://schemas.openxmlformats.org/presentationml/2006/main">
  <p:tag name="AS_UNIQUEID" val="651"/>
</p:tagLst>
</file>

<file path=ppt/tags/tag200.xml><?xml version="1.0" encoding="utf-8"?>
<p:tagLst xmlns:p="http://schemas.openxmlformats.org/presentationml/2006/main">
  <p:tag name="AS_UNIQUEID" val="652"/>
</p:tagLst>
</file>

<file path=ppt/tags/tag201.xml><?xml version="1.0" encoding="utf-8"?>
<p:tagLst xmlns:p="http://schemas.openxmlformats.org/presentationml/2006/main">
  <p:tag name="AS_UNIQUEID" val="653"/>
</p:tagLst>
</file>

<file path=ppt/tags/tag202.xml><?xml version="1.0" encoding="utf-8"?>
<p:tagLst xmlns:p="http://schemas.openxmlformats.org/presentationml/2006/main">
  <p:tag name="AS_UNIQUEID" val="654"/>
</p:tagLst>
</file>

<file path=ppt/tags/tag203.xml><?xml version="1.0" encoding="utf-8"?>
<p:tagLst xmlns:p="http://schemas.openxmlformats.org/presentationml/2006/main">
  <p:tag name="AS_UNIQUEID" val="655"/>
</p:tagLst>
</file>

<file path=ppt/tags/tag204.xml><?xml version="1.0" encoding="utf-8"?>
<p:tagLst xmlns:p="http://schemas.openxmlformats.org/presentationml/2006/main">
  <p:tag name="AS_UNIQUEID" val="656"/>
</p:tagLst>
</file>

<file path=ppt/tags/tag205.xml><?xml version="1.0" encoding="utf-8"?>
<p:tagLst xmlns:p="http://schemas.openxmlformats.org/presentationml/2006/main">
  <p:tag name="AS_UNIQUEID" val="657"/>
</p:tagLst>
</file>

<file path=ppt/tags/tag206.xml><?xml version="1.0" encoding="utf-8"?>
<p:tagLst xmlns:p="http://schemas.openxmlformats.org/presentationml/2006/main">
  <p:tag name="AS_UNIQUEID" val="658"/>
</p:tagLst>
</file>

<file path=ppt/tags/tag207.xml><?xml version="1.0" encoding="utf-8"?>
<p:tagLst xmlns:p="http://schemas.openxmlformats.org/presentationml/2006/main">
  <p:tag name="AS_UNIQUEID" val="659"/>
</p:tagLst>
</file>

<file path=ppt/tags/tag208.xml><?xml version="1.0" encoding="utf-8"?>
<p:tagLst xmlns:p="http://schemas.openxmlformats.org/presentationml/2006/main">
  <p:tag name="AS_UNIQUEID" val="660"/>
</p:tagLst>
</file>

<file path=ppt/tags/tag209.xml><?xml version="1.0" encoding="utf-8"?>
<p:tagLst xmlns:p="http://schemas.openxmlformats.org/presentationml/2006/main">
  <p:tag name="AS_UNIQUEID" val="661"/>
</p:tagLst>
</file>

<file path=ppt/tags/tag210.xml><?xml version="1.0" encoding="utf-8"?>
<p:tagLst xmlns:p="http://schemas.openxmlformats.org/presentationml/2006/main">
  <p:tag name="AS_UNIQUEID" val="662"/>
</p:tagLst>
</file>

<file path=ppt/tags/tag211.xml><?xml version="1.0" encoding="utf-8"?>
<p:tagLst xmlns:p="http://schemas.openxmlformats.org/presentationml/2006/main">
  <p:tag name="AS_UNIQUEID" val="664"/>
</p:tagLst>
</file>

<file path=ppt/tags/tag212.xml><?xml version="1.0" encoding="utf-8"?>
<p:tagLst xmlns:p="http://schemas.openxmlformats.org/presentationml/2006/main">
  <p:tag name="AS_UNIQUEID" val="628"/>
</p:tagLst>
</file>

<file path=ppt/tags/tag213.xml><?xml version="1.0" encoding="utf-8"?>
<p:tagLst xmlns:p="http://schemas.openxmlformats.org/presentationml/2006/main">
  <p:tag name="AS_UNIQUEID" val="629"/>
</p:tagLst>
</file>

<file path=ppt/tags/tag214.xml><?xml version="1.0" encoding="utf-8"?>
<p:tagLst xmlns:p="http://schemas.openxmlformats.org/presentationml/2006/main">
  <p:tag name="AS_UNIQUEID" val="630"/>
</p:tagLst>
</file>

<file path=ppt/tags/tag215.xml><?xml version="1.0" encoding="utf-8"?>
<p:tagLst xmlns:p="http://schemas.openxmlformats.org/presentationml/2006/main">
  <p:tag name="AS_UNIQUEID" val="631"/>
</p:tagLst>
</file>

<file path=ppt/tags/tag216.xml><?xml version="1.0" encoding="utf-8"?>
<p:tagLst xmlns:p="http://schemas.openxmlformats.org/presentationml/2006/main">
  <p:tag name="AS_UNIQUEID" val="665"/>
</p:tagLst>
</file>

<file path=ppt/tags/tag217.xml><?xml version="1.0" encoding="utf-8"?>
<p:tagLst xmlns:p="http://schemas.openxmlformats.org/presentationml/2006/main">
  <p:tag name="AS_UNIQUEID" val="626"/>
</p:tagLst>
</file>

<file path=ppt/tags/tag218.xml><?xml version="1.0" encoding="utf-8"?>
<p:tagLst xmlns:p="http://schemas.openxmlformats.org/presentationml/2006/main">
  <p:tag name="AS_UNIQUEID" val="627"/>
</p:tagLst>
</file>

<file path=ppt/tags/tag219.xml><?xml version="1.0" encoding="utf-8"?>
<p:tagLst xmlns:p="http://schemas.openxmlformats.org/presentationml/2006/main">
  <p:tag name="AS_UNIQUEID" val="666"/>
</p:tagLst>
</file>

<file path=ppt/tags/tag220.xml><?xml version="1.0" encoding="utf-8"?>
<p:tagLst xmlns:p="http://schemas.openxmlformats.org/presentationml/2006/main">
  <p:tag name="AS_UNIQUEID" val="632"/>
</p:tagLst>
</file>

<file path=ppt/tags/tag221.xml><?xml version="1.0" encoding="utf-8"?>
<p:tagLst xmlns:p="http://schemas.openxmlformats.org/presentationml/2006/main">
  <p:tag name="AS_UNIQUEID" val="633"/>
</p:tagLst>
</file>

<file path=ppt/tags/tag222.xml><?xml version="1.0" encoding="utf-8"?>
<p:tagLst xmlns:p="http://schemas.openxmlformats.org/presentationml/2006/main">
  <p:tag name="AS_UNIQUEID" val="634"/>
</p:tagLst>
</file>

<file path=ppt/tags/tag223.xml><?xml version="1.0" encoding="utf-8"?>
<p:tagLst xmlns:p="http://schemas.openxmlformats.org/presentationml/2006/main">
  <p:tag name="AS_UNIQUEID" val="635"/>
</p:tagLst>
</file>

<file path=ppt/tags/tag224.xml><?xml version="1.0" encoding="utf-8"?>
<p:tagLst xmlns:p="http://schemas.openxmlformats.org/presentationml/2006/main">
  <p:tag name="AS_UNIQUEID" val="636"/>
</p:tagLst>
</file>

<file path=ppt/tags/tag225.xml><?xml version="1.0" encoding="utf-8"?>
<p:tagLst xmlns:p="http://schemas.openxmlformats.org/presentationml/2006/main">
  <p:tag name="AS_UNIQUEID" val="637"/>
</p:tagLst>
</file>

<file path=ppt/tags/tag226.xml><?xml version="1.0" encoding="utf-8"?>
<p:tagLst xmlns:p="http://schemas.openxmlformats.org/presentationml/2006/main">
  <p:tag name="AS_UNIQUEID" val="638"/>
</p:tagLst>
</file>

<file path=ppt/tags/tag227.xml><?xml version="1.0" encoding="utf-8"?>
<p:tagLst xmlns:p="http://schemas.openxmlformats.org/presentationml/2006/main">
  <p:tag name="AS_UNIQUEID" val="639"/>
</p:tagLst>
</file>

<file path=ppt/tags/tag228.xml><?xml version="1.0" encoding="utf-8"?>
<p:tagLst xmlns:p="http://schemas.openxmlformats.org/presentationml/2006/main">
  <p:tag name="AS_UNIQUEID" val="640"/>
</p:tagLst>
</file>

<file path=ppt/tags/tag229.xml><?xml version="1.0" encoding="utf-8"?>
<p:tagLst xmlns:p="http://schemas.openxmlformats.org/presentationml/2006/main">
  <p:tag name="AS_UNIQUEID" val="641"/>
</p:tagLst>
</file>

<file path=ppt/tags/tag230.xml><?xml version="1.0" encoding="utf-8"?>
<p:tagLst xmlns:p="http://schemas.openxmlformats.org/presentationml/2006/main">
  <p:tag name="AS_UNIQUEID" val="642"/>
</p:tagLst>
</file>

<file path=ppt/tags/tag231.xml><?xml version="1.0" encoding="utf-8"?>
<p:tagLst xmlns:p="http://schemas.openxmlformats.org/presentationml/2006/main">
  <p:tag name="AS_UNIQUEID" val="643"/>
</p:tagLst>
</file>

<file path=ppt/tags/tag232.xml><?xml version="1.0" encoding="utf-8"?>
<p:tagLst xmlns:p="http://schemas.openxmlformats.org/presentationml/2006/main">
  <p:tag name="AS_UNIQUEID" val="644"/>
</p:tagLst>
</file>

<file path=ppt/tags/tag233.xml><?xml version="1.0" encoding="utf-8"?>
<p:tagLst xmlns:p="http://schemas.openxmlformats.org/presentationml/2006/main">
  <p:tag name="AS_UNIQUEID" val="645"/>
</p:tagLst>
</file>

<file path=ppt/tags/tag234.xml><?xml version="1.0" encoding="utf-8"?>
<p:tagLst xmlns:p="http://schemas.openxmlformats.org/presentationml/2006/main">
  <p:tag name="AS_UNIQUEID" val="646"/>
</p:tagLst>
</file>

<file path=ppt/tags/tag235.xml><?xml version="1.0" encoding="utf-8"?>
<p:tagLst xmlns:p="http://schemas.openxmlformats.org/presentationml/2006/main">
  <p:tag name="AS_UNIQUEID" val="647"/>
</p:tagLst>
</file>

<file path=ppt/tags/tag236.xml><?xml version="1.0" encoding="utf-8"?>
<p:tagLst xmlns:p="http://schemas.openxmlformats.org/presentationml/2006/main">
  <p:tag name="AS_UNIQUEID" val="625"/>
</p:tagLst>
</file>

<file path=ppt/tags/tag237.xml><?xml version="1.0" encoding="utf-8"?>
<p:tagLst xmlns:p="http://schemas.openxmlformats.org/presentationml/2006/main">
  <p:tag name="AS_UNIQUEID" val="808"/>
</p:tagLst>
</file>

<file path=ppt/tags/tag238.xml><?xml version="1.0" encoding="utf-8"?>
<p:tagLst xmlns:p="http://schemas.openxmlformats.org/presentationml/2006/main">
  <p:tag name="AS_UNIQUEID" val="809"/>
</p:tagLst>
</file>

<file path=ppt/tags/tag239.xml><?xml version="1.0" encoding="utf-8"?>
<p:tagLst xmlns:p="http://schemas.openxmlformats.org/presentationml/2006/main">
  <p:tag name="AS_UNIQUEID" val="810"/>
</p:tagLst>
</file>

<file path=ppt/tags/tag240.xml><?xml version="1.0" encoding="utf-8"?>
<p:tagLst xmlns:p="http://schemas.openxmlformats.org/presentationml/2006/main">
  <p:tag name="AS_UNIQUEID" val="667"/>
</p:tagLst>
</file>

<file path=ppt/tags/tag241.xml><?xml version="1.0" encoding="utf-8"?>
<p:tagLst xmlns:p="http://schemas.openxmlformats.org/presentationml/2006/main">
  <p:tag name="AS_UNIQUEID" val="668"/>
</p:tagLst>
</file>

<file path=ppt/tags/tag242.xml><?xml version="1.0" encoding="utf-8"?>
<p:tagLst xmlns:p="http://schemas.openxmlformats.org/presentationml/2006/main">
  <p:tag name="AS_UNIQUEID" val="669"/>
</p:tagLst>
</file>

<file path=ppt/tags/tag243.xml><?xml version="1.0" encoding="utf-8"?>
<p:tagLst xmlns:p="http://schemas.openxmlformats.org/presentationml/2006/main">
  <p:tag name="AS_UNIQUEID" val="707"/>
</p:tagLst>
</file>

<file path=ppt/tags/tag244.xml><?xml version="1.0" encoding="utf-8"?>
<p:tagLst xmlns:p="http://schemas.openxmlformats.org/presentationml/2006/main">
  <p:tag name="AS_UNIQUEID" val="702"/>
</p:tagLst>
</file>

<file path=ppt/tags/tag245.xml><?xml version="1.0" encoding="utf-8"?>
<p:tagLst xmlns:p="http://schemas.openxmlformats.org/presentationml/2006/main">
  <p:tag name="AS_UNIQUEID" val="703"/>
</p:tagLst>
</file>

<file path=ppt/tags/tag246.xml><?xml version="1.0" encoding="utf-8"?>
<p:tagLst xmlns:p="http://schemas.openxmlformats.org/presentationml/2006/main">
  <p:tag name="AS_UNIQUEID" val="704"/>
</p:tagLst>
</file>

<file path=ppt/tags/tag247.xml><?xml version="1.0" encoding="utf-8"?>
<p:tagLst xmlns:p="http://schemas.openxmlformats.org/presentationml/2006/main">
  <p:tag name="AS_UNIQUEID" val="705"/>
</p:tagLst>
</file>

<file path=ppt/tags/tag248.xml><?xml version="1.0" encoding="utf-8"?>
<p:tagLst xmlns:p="http://schemas.openxmlformats.org/presentationml/2006/main">
  <p:tag name="AS_UNIQUEID" val="706"/>
</p:tagLst>
</file>

<file path=ppt/tags/tag249.xml><?xml version="1.0" encoding="utf-8"?>
<p:tagLst xmlns:p="http://schemas.openxmlformats.org/presentationml/2006/main">
  <p:tag name="AS_UNIQUEID" val="708"/>
</p:tagLst>
</file>

<file path=ppt/tags/tag250.xml><?xml version="1.0" encoding="utf-8"?>
<p:tagLst xmlns:p="http://schemas.openxmlformats.org/presentationml/2006/main">
  <p:tag name="AS_UNIQUEID" val="689"/>
</p:tagLst>
</file>

<file path=ppt/tags/tag251.xml><?xml version="1.0" encoding="utf-8"?>
<p:tagLst xmlns:p="http://schemas.openxmlformats.org/presentationml/2006/main">
  <p:tag name="AS_UNIQUEID" val="690"/>
</p:tagLst>
</file>

<file path=ppt/tags/tag252.xml><?xml version="1.0" encoding="utf-8"?>
<p:tagLst xmlns:p="http://schemas.openxmlformats.org/presentationml/2006/main">
  <p:tag name="AS_UNIQUEID" val="691"/>
</p:tagLst>
</file>

<file path=ppt/tags/tag253.xml><?xml version="1.0" encoding="utf-8"?>
<p:tagLst xmlns:p="http://schemas.openxmlformats.org/presentationml/2006/main">
  <p:tag name="AS_UNIQUEID" val="692"/>
</p:tagLst>
</file>

<file path=ppt/tags/tag254.xml><?xml version="1.0" encoding="utf-8"?>
<p:tagLst xmlns:p="http://schemas.openxmlformats.org/presentationml/2006/main">
  <p:tag name="AS_UNIQUEID" val="693"/>
</p:tagLst>
</file>

<file path=ppt/tags/tag255.xml><?xml version="1.0" encoding="utf-8"?>
<p:tagLst xmlns:p="http://schemas.openxmlformats.org/presentationml/2006/main">
  <p:tag name="AS_UNIQUEID" val="694"/>
</p:tagLst>
</file>

<file path=ppt/tags/tag256.xml><?xml version="1.0" encoding="utf-8"?>
<p:tagLst xmlns:p="http://schemas.openxmlformats.org/presentationml/2006/main">
  <p:tag name="AS_UNIQUEID" val="695"/>
</p:tagLst>
</file>

<file path=ppt/tags/tag257.xml><?xml version="1.0" encoding="utf-8"?>
<p:tagLst xmlns:p="http://schemas.openxmlformats.org/presentationml/2006/main">
  <p:tag name="AS_UNIQUEID" val="696"/>
</p:tagLst>
</file>

<file path=ppt/tags/tag258.xml><?xml version="1.0" encoding="utf-8"?>
<p:tagLst xmlns:p="http://schemas.openxmlformats.org/presentationml/2006/main">
  <p:tag name="AS_UNIQUEID" val="697"/>
</p:tagLst>
</file>

<file path=ppt/tags/tag259.xml><?xml version="1.0" encoding="utf-8"?>
<p:tagLst xmlns:p="http://schemas.openxmlformats.org/presentationml/2006/main">
  <p:tag name="AS_UNIQUEID" val="698"/>
</p:tagLst>
</file>

<file path=ppt/tags/tag260.xml><?xml version="1.0" encoding="utf-8"?>
<p:tagLst xmlns:p="http://schemas.openxmlformats.org/presentationml/2006/main">
  <p:tag name="AS_UNIQUEID" val="709"/>
</p:tagLst>
</file>

<file path=ppt/tags/tag261.xml><?xml version="1.0" encoding="utf-8"?>
<p:tagLst xmlns:p="http://schemas.openxmlformats.org/presentationml/2006/main">
  <p:tag name="AS_UNIQUEID" val="699"/>
</p:tagLst>
</file>

<file path=ppt/tags/tag262.xml><?xml version="1.0" encoding="utf-8"?>
<p:tagLst xmlns:p="http://schemas.openxmlformats.org/presentationml/2006/main">
  <p:tag name="AS_UNIQUEID" val="700"/>
</p:tagLst>
</file>

<file path=ppt/tags/tag263.xml><?xml version="1.0" encoding="utf-8"?>
<p:tagLst xmlns:p="http://schemas.openxmlformats.org/presentationml/2006/main">
  <p:tag name="AS_UNIQUEID" val="701"/>
</p:tagLst>
</file>

<file path=ppt/tags/tag264.xml><?xml version="1.0" encoding="utf-8"?>
<p:tagLst xmlns:p="http://schemas.openxmlformats.org/presentationml/2006/main">
  <p:tag name="AS_UNIQUEID" val="688"/>
</p:tagLst>
</file>

<file path=ppt/tags/tag265.xml><?xml version="1.0" encoding="utf-8"?>
<p:tagLst xmlns:p="http://schemas.openxmlformats.org/presentationml/2006/main">
  <p:tag name="AS_UNIQUEID" val="813"/>
</p:tagLst>
</file>

<file path=ppt/tags/tag266.xml><?xml version="1.0" encoding="utf-8"?>
<p:tagLst xmlns:p="http://schemas.openxmlformats.org/presentationml/2006/main">
  <p:tag name="AS_UNIQUEID" val="814"/>
</p:tagLst>
</file>

<file path=ppt/tags/tag267.xml><?xml version="1.0" encoding="utf-8"?>
<p:tagLst xmlns:p="http://schemas.openxmlformats.org/presentationml/2006/main">
  <p:tag name="AS_UNIQUEID" val="815"/>
</p:tagLst>
</file>

<file path=ppt/tags/tag268.xml><?xml version="1.0" encoding="utf-8"?>
<p:tagLst xmlns:p="http://schemas.openxmlformats.org/presentationml/2006/main">
  <p:tag name="AS_UNIQUEID" val="710"/>
</p:tagLst>
</file>

<file path=ppt/tags/tag269.xml><?xml version="1.0" encoding="utf-8"?>
<p:tagLst xmlns:p="http://schemas.openxmlformats.org/presentationml/2006/main">
  <p:tag name="AS_UNIQUEID" val="711"/>
</p:tagLst>
</file>

<file path=ppt/tags/tag270.xml><?xml version="1.0" encoding="utf-8"?>
<p:tagLst xmlns:p="http://schemas.openxmlformats.org/presentationml/2006/main">
  <p:tag name="AS_UNIQUEID" val="712"/>
</p:tagLst>
</file>

<file path=ppt/tags/tag271.xml><?xml version="1.0" encoding="utf-8"?>
<p:tagLst xmlns:p="http://schemas.openxmlformats.org/presentationml/2006/main">
  <p:tag name="AS_UNIQUEID" val="753"/>
</p:tagLst>
</file>

<file path=ppt/tags/tag272.xml><?xml version="1.0" encoding="utf-8"?>
<p:tagLst xmlns:p="http://schemas.openxmlformats.org/presentationml/2006/main">
  <p:tag name="AS_UNIQUEID" val="745"/>
</p:tagLst>
</file>

<file path=ppt/tags/tag273.xml><?xml version="1.0" encoding="utf-8"?>
<p:tagLst xmlns:p="http://schemas.openxmlformats.org/presentationml/2006/main">
  <p:tag name="AS_UNIQUEID" val="746"/>
</p:tagLst>
</file>

<file path=ppt/tags/tag274.xml><?xml version="1.0" encoding="utf-8"?>
<p:tagLst xmlns:p="http://schemas.openxmlformats.org/presentationml/2006/main">
  <p:tag name="AS_UNIQUEID" val="747"/>
</p:tagLst>
</file>

<file path=ppt/tags/tag275.xml><?xml version="1.0" encoding="utf-8"?>
<p:tagLst xmlns:p="http://schemas.openxmlformats.org/presentationml/2006/main">
  <p:tag name="AS_UNIQUEID" val="748"/>
</p:tagLst>
</file>

<file path=ppt/tags/tag276.xml><?xml version="1.0" encoding="utf-8"?>
<p:tagLst xmlns:p="http://schemas.openxmlformats.org/presentationml/2006/main">
  <p:tag name="AS_UNIQUEID" val="754"/>
</p:tagLst>
</file>

<file path=ppt/tags/tag277.xml><?xml version="1.0" encoding="utf-8"?>
<p:tagLst xmlns:p="http://schemas.openxmlformats.org/presentationml/2006/main">
  <p:tag name="AS_UNIQUEID" val="749"/>
</p:tagLst>
</file>

<file path=ppt/tags/tag278.xml><?xml version="1.0" encoding="utf-8"?>
<p:tagLst xmlns:p="http://schemas.openxmlformats.org/presentationml/2006/main">
  <p:tag name="AS_UNIQUEID" val="750"/>
</p:tagLst>
</file>

<file path=ppt/tags/tag279.xml><?xml version="1.0" encoding="utf-8"?>
<p:tagLst xmlns:p="http://schemas.openxmlformats.org/presentationml/2006/main">
  <p:tag name="AS_UNIQUEID" val="751"/>
</p:tagLst>
</file>

<file path=ppt/tags/tag280.xml><?xml version="1.0" encoding="utf-8"?>
<p:tagLst xmlns:p="http://schemas.openxmlformats.org/presentationml/2006/main">
  <p:tag name="AS_UNIQUEID" val="752"/>
</p:tagLst>
</file>

<file path=ppt/tags/tag281.xml><?xml version="1.0" encoding="utf-8"?>
<p:tagLst xmlns:p="http://schemas.openxmlformats.org/presentationml/2006/main">
  <p:tag name="AS_UNIQUEID" val="755"/>
</p:tagLst>
</file>

<file path=ppt/tags/tag282.xml><?xml version="1.0" encoding="utf-8"?>
<p:tagLst xmlns:p="http://schemas.openxmlformats.org/presentationml/2006/main">
  <p:tag name="AS_UNIQUEID" val="733"/>
</p:tagLst>
</file>

<file path=ppt/tags/tag283.xml><?xml version="1.0" encoding="utf-8"?>
<p:tagLst xmlns:p="http://schemas.openxmlformats.org/presentationml/2006/main">
  <p:tag name="AS_UNIQUEID" val="734"/>
</p:tagLst>
</file>

<file path=ppt/tags/tag284.xml><?xml version="1.0" encoding="utf-8"?>
<p:tagLst xmlns:p="http://schemas.openxmlformats.org/presentationml/2006/main">
  <p:tag name="AS_UNIQUEID" val="735"/>
</p:tagLst>
</file>

<file path=ppt/tags/tag285.xml><?xml version="1.0" encoding="utf-8"?>
<p:tagLst xmlns:p="http://schemas.openxmlformats.org/presentationml/2006/main">
  <p:tag name="AS_UNIQUEID" val="736"/>
</p:tagLst>
</file>

<file path=ppt/tags/tag286.xml><?xml version="1.0" encoding="utf-8"?>
<p:tagLst xmlns:p="http://schemas.openxmlformats.org/presentationml/2006/main">
  <p:tag name="AS_UNIQUEID" val="756"/>
</p:tagLst>
</file>

<file path=ppt/tags/tag287.xml><?xml version="1.0" encoding="utf-8"?>
<p:tagLst xmlns:p="http://schemas.openxmlformats.org/presentationml/2006/main">
  <p:tag name="AS_UNIQUEID" val="741"/>
</p:tagLst>
</file>

<file path=ppt/tags/tag288.xml><?xml version="1.0" encoding="utf-8"?>
<p:tagLst xmlns:p="http://schemas.openxmlformats.org/presentationml/2006/main">
  <p:tag name="AS_UNIQUEID" val="742"/>
</p:tagLst>
</file>

<file path=ppt/tags/tag289.xml><?xml version="1.0" encoding="utf-8"?>
<p:tagLst xmlns:p="http://schemas.openxmlformats.org/presentationml/2006/main">
  <p:tag name="AS_UNIQUEID" val="743"/>
</p:tagLst>
</file>

<file path=ppt/tags/tag290.xml><?xml version="1.0" encoding="utf-8"?>
<p:tagLst xmlns:p="http://schemas.openxmlformats.org/presentationml/2006/main">
  <p:tag name="AS_UNIQUEID" val="744"/>
</p:tagLst>
</file>

<file path=ppt/tags/tag291.xml><?xml version="1.0" encoding="utf-8"?>
<p:tagLst xmlns:p="http://schemas.openxmlformats.org/presentationml/2006/main">
  <p:tag name="AS_UNIQUEID" val="757"/>
</p:tagLst>
</file>

<file path=ppt/tags/tag292.xml><?xml version="1.0" encoding="utf-8"?>
<p:tagLst xmlns:p="http://schemas.openxmlformats.org/presentationml/2006/main">
  <p:tag name="AS_UNIQUEID" val="737"/>
</p:tagLst>
</file>

<file path=ppt/tags/tag293.xml><?xml version="1.0" encoding="utf-8"?>
<p:tagLst xmlns:p="http://schemas.openxmlformats.org/presentationml/2006/main">
  <p:tag name="AS_UNIQUEID" val="738"/>
</p:tagLst>
</file>

<file path=ppt/tags/tag294.xml><?xml version="1.0" encoding="utf-8"?>
<p:tagLst xmlns:p="http://schemas.openxmlformats.org/presentationml/2006/main">
  <p:tag name="AS_UNIQUEID" val="739"/>
</p:tagLst>
</file>

<file path=ppt/tags/tag295.xml><?xml version="1.0" encoding="utf-8"?>
<p:tagLst xmlns:p="http://schemas.openxmlformats.org/presentationml/2006/main">
  <p:tag name="AS_UNIQUEID" val="740"/>
</p:tagLst>
</file>

<file path=ppt/tags/tag296.xml><?xml version="1.0" encoding="utf-8"?>
<p:tagLst xmlns:p="http://schemas.openxmlformats.org/presentationml/2006/main">
  <p:tag name="AS_UNIQUEID" val="818"/>
</p:tagLst>
</file>

<file path=ppt/tags/tag297.xml><?xml version="1.0" encoding="utf-8"?>
<p:tagLst xmlns:p="http://schemas.openxmlformats.org/presentationml/2006/main">
  <p:tag name="AS_UNIQUEID" val="819"/>
</p:tagLst>
</file>

<file path=ppt/tags/tag298.xml><?xml version="1.0" encoding="utf-8"?>
<p:tagLst xmlns:p="http://schemas.openxmlformats.org/presentationml/2006/main">
  <p:tag name="AS_UNIQUEID" val="820"/>
</p:tagLst>
</file>

<file path=ppt/tags/tag299.xml><?xml version="1.0" encoding="utf-8"?>
<p:tagLst xmlns:p="http://schemas.openxmlformats.org/presentationml/2006/main">
  <p:tag name="AS_UNIQUEID" val="0"/>
</p:tagLst>
</file>

<file path=ppt/tags/tag300.xml><?xml version="1.0" encoding="utf-8"?>
<p:tagLst xmlns:p="http://schemas.openxmlformats.org/presentationml/2006/main">
  <p:tag name="AS_UNIQUEID" val="1"/>
</p:tagLst>
</file>

<file path=ppt/tags/tag301.xml><?xml version="1.0" encoding="utf-8"?>
<p:tagLst xmlns:p="http://schemas.openxmlformats.org/presentationml/2006/main">
  <p:tag name="AS_UNIQUEID" val="2"/>
</p:tagLst>
</file>

<file path=ppt/tags/tag302.xml><?xml version="1.0" encoding="utf-8"?>
<p:tagLst xmlns:p="http://schemas.openxmlformats.org/presentationml/2006/main">
  <p:tag name="AS_UNIQUEID" val="30"/>
</p:tagLst>
</file>

<file path=ppt/tags/tag303.xml><?xml version="1.0" encoding="utf-8"?>
<p:tagLst xmlns:p="http://schemas.openxmlformats.org/presentationml/2006/main">
  <p:tag name="AS_UNIQUEID" val="25"/>
</p:tagLst>
</file>

<file path=ppt/tags/tag304.xml><?xml version="1.0" encoding="utf-8"?>
<p:tagLst xmlns:p="http://schemas.openxmlformats.org/presentationml/2006/main">
  <p:tag name="AS_UNIQUEID" val="26"/>
</p:tagLst>
</file>

<file path=ppt/tags/tag305.xml><?xml version="1.0" encoding="utf-8"?>
<p:tagLst xmlns:p="http://schemas.openxmlformats.org/presentationml/2006/main">
  <p:tag name="AS_UNIQUEID" val="27"/>
</p:tagLst>
</file>

<file path=ppt/tags/tag306.xml><?xml version="1.0" encoding="utf-8"?>
<p:tagLst xmlns:p="http://schemas.openxmlformats.org/presentationml/2006/main">
  <p:tag name="AS_UNIQUEID" val="28"/>
</p:tagLst>
</file>

<file path=ppt/tags/tag307.xml><?xml version="1.0" encoding="utf-8"?>
<p:tagLst xmlns:p="http://schemas.openxmlformats.org/presentationml/2006/main">
  <p:tag name="AS_UNIQUEID" val="29"/>
</p:tagLst>
</file>

<file path=ppt/tags/tag308.xml><?xml version="1.0" encoding="utf-8"?>
<p:tagLst xmlns:p="http://schemas.openxmlformats.org/presentationml/2006/main">
  <p:tag name="AS_UNIQUEID" val="31"/>
</p:tagLst>
</file>

<file path=ppt/tags/tag309.xml><?xml version="1.0" encoding="utf-8"?>
<p:tagLst xmlns:p="http://schemas.openxmlformats.org/presentationml/2006/main">
  <p:tag name="AS_UNIQUEID" val="17"/>
</p:tagLst>
</file>

<file path=ppt/tags/tag310.xml><?xml version="1.0" encoding="utf-8"?>
<p:tagLst xmlns:p="http://schemas.openxmlformats.org/presentationml/2006/main">
  <p:tag name="AS_UNIQUEID" val="18"/>
</p:tagLst>
</file>

<file path=ppt/tags/tag311.xml><?xml version="1.0" encoding="utf-8"?>
<p:tagLst xmlns:p="http://schemas.openxmlformats.org/presentationml/2006/main">
  <p:tag name="AS_UNIQUEID" val="19"/>
</p:tagLst>
</file>

<file path=ppt/tags/tag312.xml><?xml version="1.0" encoding="utf-8"?>
<p:tagLst xmlns:p="http://schemas.openxmlformats.org/presentationml/2006/main">
  <p:tag name="AS_UNIQUEID" val="20"/>
</p:tagLst>
</file>

<file path=ppt/tags/tag313.xml><?xml version="1.0" encoding="utf-8"?>
<p:tagLst xmlns:p="http://schemas.openxmlformats.org/presentationml/2006/main">
  <p:tag name="AS_UNIQUEID" val="21"/>
</p:tagLst>
</file>

<file path=ppt/tags/tag314.xml><?xml version="1.0" encoding="utf-8"?>
<p:tagLst xmlns:p="http://schemas.openxmlformats.org/presentationml/2006/main">
  <p:tag name="AS_UNIQUEID" val="22"/>
</p:tagLst>
</file>

<file path=ppt/tags/tag315.xml><?xml version="1.0" encoding="utf-8"?>
<p:tagLst xmlns:p="http://schemas.openxmlformats.org/presentationml/2006/main">
  <p:tag name="AS_UNIQUEID" val="23"/>
</p:tagLst>
</file>

<file path=ppt/tags/tag316.xml><?xml version="1.0" encoding="utf-8"?>
<p:tagLst xmlns:p="http://schemas.openxmlformats.org/presentationml/2006/main">
  <p:tag name="AS_UNIQUEID" val="24"/>
</p:tagLst>
</file>

<file path=ppt/tags/tag317.xml><?xml version="1.0" encoding="utf-8"?>
<p:tagLst xmlns:p="http://schemas.openxmlformats.org/presentationml/2006/main">
  <p:tag name="AS_UNIQUEID" val="16"/>
</p:tagLst>
</file>

<file path=ppt/tags/tag318.xml><?xml version="1.0" encoding="utf-8"?>
<p:tagLst xmlns:p="http://schemas.openxmlformats.org/presentationml/2006/main">
  <p:tag name="AS_UNIQUEID" val="823"/>
</p:tagLst>
</file>

<file path=ppt/tags/tag319.xml><?xml version="1.0" encoding="utf-8"?>
<p:tagLst xmlns:p="http://schemas.openxmlformats.org/presentationml/2006/main">
  <p:tag name="AS_UNIQUEID" val="824"/>
</p:tagLst>
</file>

<file path=ppt/tags/tag320.xml><?xml version="1.0" encoding="utf-8"?>
<p:tagLst xmlns:p="http://schemas.openxmlformats.org/presentationml/2006/main">
  <p:tag name="AS_UNIQUEID" val="825"/>
</p:tagLst>
</file>

<file path=ppt/tags/tag321.xml><?xml version="1.0" encoding="utf-8"?>
<p:tagLst xmlns:p="http://schemas.openxmlformats.org/presentationml/2006/main">
  <p:tag name="AS_UNIQUEID" val="32"/>
</p:tagLst>
</file>

<file path=ppt/tags/tag322.xml><?xml version="1.0" encoding="utf-8"?>
<p:tagLst xmlns:p="http://schemas.openxmlformats.org/presentationml/2006/main">
  <p:tag name="AS_UNIQUEID" val="33"/>
</p:tagLst>
</file>

<file path=ppt/tags/tag323.xml><?xml version="1.0" encoding="utf-8"?>
<p:tagLst xmlns:p="http://schemas.openxmlformats.org/presentationml/2006/main">
  <p:tag name="AS_UNIQUEID" val="34"/>
</p:tagLst>
</file>

<file path=ppt/tags/tag324.xml><?xml version="1.0" encoding="utf-8"?>
<p:tagLst xmlns:p="http://schemas.openxmlformats.org/presentationml/2006/main">
  <p:tag name="AS_UNIQUEID" val="86"/>
</p:tagLst>
</file>

<file path=ppt/tags/tag325.xml><?xml version="1.0" encoding="utf-8"?>
<p:tagLst xmlns:p="http://schemas.openxmlformats.org/presentationml/2006/main">
  <p:tag name="AS_UNIQUEID" val="74"/>
</p:tagLst>
</file>

<file path=ppt/tags/tag326.xml><?xml version="1.0" encoding="utf-8"?>
<p:tagLst xmlns:p="http://schemas.openxmlformats.org/presentationml/2006/main">
  <p:tag name="AS_UNIQUEID" val="75"/>
</p:tagLst>
</file>

<file path=ppt/tags/tag327.xml><?xml version="1.0" encoding="utf-8"?>
<p:tagLst xmlns:p="http://schemas.openxmlformats.org/presentationml/2006/main">
  <p:tag name="AS_UNIQUEID" val="76"/>
</p:tagLst>
</file>

<file path=ppt/tags/tag328.xml><?xml version="1.0" encoding="utf-8"?>
<p:tagLst xmlns:p="http://schemas.openxmlformats.org/presentationml/2006/main">
  <p:tag name="AS_UNIQUEID" val="77"/>
</p:tagLst>
</file>

<file path=ppt/tags/tag329.xml><?xml version="1.0" encoding="utf-8"?>
<p:tagLst xmlns:p="http://schemas.openxmlformats.org/presentationml/2006/main">
  <p:tag name="AS_UNIQUEID" val="78"/>
</p:tagLst>
</file>

<file path=ppt/tags/tag330.xml><?xml version="1.0" encoding="utf-8"?>
<p:tagLst xmlns:p="http://schemas.openxmlformats.org/presentationml/2006/main">
  <p:tag name="AS_UNIQUEID" val="79"/>
</p:tagLst>
</file>

<file path=ppt/tags/tag331.xml><?xml version="1.0" encoding="utf-8"?>
<p:tagLst xmlns:p="http://schemas.openxmlformats.org/presentationml/2006/main">
  <p:tag name="AS_UNIQUEID" val="80"/>
</p:tagLst>
</file>

<file path=ppt/tags/tag332.xml><?xml version="1.0" encoding="utf-8"?>
<p:tagLst xmlns:p="http://schemas.openxmlformats.org/presentationml/2006/main">
  <p:tag name="AS_UNIQUEID" val="81"/>
</p:tagLst>
</file>

<file path=ppt/tags/tag333.xml><?xml version="1.0" encoding="utf-8"?>
<p:tagLst xmlns:p="http://schemas.openxmlformats.org/presentationml/2006/main">
  <p:tag name="AS_UNIQUEID" val="82"/>
</p:tagLst>
</file>

<file path=ppt/tags/tag334.xml><?xml version="1.0" encoding="utf-8"?>
<p:tagLst xmlns:p="http://schemas.openxmlformats.org/presentationml/2006/main">
  <p:tag name="AS_UNIQUEID" val="83"/>
</p:tagLst>
</file>

<file path=ppt/tags/tag335.xml><?xml version="1.0" encoding="utf-8"?>
<p:tagLst xmlns:p="http://schemas.openxmlformats.org/presentationml/2006/main">
  <p:tag name="AS_UNIQUEID" val="84"/>
</p:tagLst>
</file>

<file path=ppt/tags/tag336.xml><?xml version="1.0" encoding="utf-8"?>
<p:tagLst xmlns:p="http://schemas.openxmlformats.org/presentationml/2006/main">
  <p:tag name="AS_UNIQUEID" val="85"/>
</p:tagLst>
</file>

<file path=ppt/tags/tag337.xml><?xml version="1.0" encoding="utf-8"?>
<p:tagLst xmlns:p="http://schemas.openxmlformats.org/presentationml/2006/main">
  <p:tag name="AS_UNIQUEID" val="87"/>
  <p:tag name="KSO_WM_DIAGRAM_VIRTUALLY_FRAME" val="{&quot;height&quot;:336,&quot;left&quot;:494.4,&quot;top&quot;:108,&quot;width&quot;:417.6}"/>
</p:tagLst>
</file>

<file path=ppt/tags/tag338.xml><?xml version="1.0" encoding="utf-8"?>
<p:tagLst xmlns:p="http://schemas.openxmlformats.org/presentationml/2006/main">
  <p:tag name="AS_UNIQUEID" val="61"/>
</p:tagLst>
</file>

<file path=ppt/tags/tag339.xml><?xml version="1.0" encoding="utf-8"?>
<p:tagLst xmlns:p="http://schemas.openxmlformats.org/presentationml/2006/main">
  <p:tag name="AS_UNIQUEID" val="62"/>
</p:tagLst>
</file>

<file path=ppt/tags/tag340.xml><?xml version="1.0" encoding="utf-8"?>
<p:tagLst xmlns:p="http://schemas.openxmlformats.org/presentationml/2006/main">
  <p:tag name="AS_UNIQUEID" val="63"/>
</p:tagLst>
</file>

<file path=ppt/tags/tag341.xml><?xml version="1.0" encoding="utf-8"?>
<p:tagLst xmlns:p="http://schemas.openxmlformats.org/presentationml/2006/main">
  <p:tag name="AS_UNIQUEID" val="64"/>
</p:tagLst>
</file>

<file path=ppt/tags/tag342.xml><?xml version="1.0" encoding="utf-8"?>
<p:tagLst xmlns:p="http://schemas.openxmlformats.org/presentationml/2006/main">
  <p:tag name="AS_UNIQUEID" val="65"/>
  <p:tag name="KSO_WM_DIAGRAM_VIRTUALLY_FRAME" val="{&quot;height&quot;:336,&quot;left&quot;:494.4,&quot;top&quot;:108,&quot;width&quot;:417.6}"/>
</p:tagLst>
</file>

<file path=ppt/tags/tag343.xml><?xml version="1.0" encoding="utf-8"?>
<p:tagLst xmlns:p="http://schemas.openxmlformats.org/presentationml/2006/main">
  <p:tag name="AS_UNIQUEID" val="66"/>
  <p:tag name="KSO_WM_DIAGRAM_VIRTUALLY_FRAME" val="{&quot;height&quot;:336,&quot;left&quot;:494.4,&quot;top&quot;:108,&quot;width&quot;:417.6}"/>
</p:tagLst>
</file>

<file path=ppt/tags/tag344.xml><?xml version="1.0" encoding="utf-8"?>
<p:tagLst xmlns:p="http://schemas.openxmlformats.org/presentationml/2006/main">
  <p:tag name="AS_UNIQUEID" val="67"/>
  <p:tag name="KSO_WM_DIAGRAM_VIRTUALLY_FRAME" val="{&quot;height&quot;:336,&quot;left&quot;:494.4,&quot;top&quot;:108,&quot;width&quot;:417.6}"/>
</p:tagLst>
</file>

<file path=ppt/tags/tag345.xml><?xml version="1.0" encoding="utf-8"?>
<p:tagLst xmlns:p="http://schemas.openxmlformats.org/presentationml/2006/main">
  <p:tag name="AS_UNIQUEID" val="68"/>
  <p:tag name="KSO_WM_DIAGRAM_VIRTUALLY_FRAME" val="{&quot;height&quot;:336,&quot;left&quot;:494.4,&quot;top&quot;:108,&quot;width&quot;:417.6}"/>
</p:tagLst>
</file>

<file path=ppt/tags/tag346.xml><?xml version="1.0" encoding="utf-8"?>
<p:tagLst xmlns:p="http://schemas.openxmlformats.org/presentationml/2006/main">
  <p:tag name="AS_UNIQUEID" val="69"/>
  <p:tag name="KSO_WM_DIAGRAM_VIRTUALLY_FRAME" val="{&quot;height&quot;:336,&quot;left&quot;:494.4,&quot;top&quot;:108,&quot;width&quot;:417.6}"/>
</p:tagLst>
</file>

<file path=ppt/tags/tag347.xml><?xml version="1.0" encoding="utf-8"?>
<p:tagLst xmlns:p="http://schemas.openxmlformats.org/presentationml/2006/main">
  <p:tag name="AS_UNIQUEID" val="70"/>
  <p:tag name="KSO_WM_DIAGRAM_VIRTUALLY_FRAME" val="{&quot;height&quot;:336,&quot;left&quot;:494.4,&quot;top&quot;:108,&quot;width&quot;:417.6}"/>
</p:tagLst>
</file>

<file path=ppt/tags/tag348.xml><?xml version="1.0" encoding="utf-8"?>
<p:tagLst xmlns:p="http://schemas.openxmlformats.org/presentationml/2006/main">
  <p:tag name="AS_UNIQUEID" val="71"/>
  <p:tag name="KSO_WM_DIAGRAM_VIRTUALLY_FRAME" val="{&quot;height&quot;:336,&quot;left&quot;:494.4,&quot;top&quot;:108,&quot;width&quot;:417.6}"/>
</p:tagLst>
</file>

<file path=ppt/tags/tag349.xml><?xml version="1.0" encoding="utf-8"?>
<p:tagLst xmlns:p="http://schemas.openxmlformats.org/presentationml/2006/main">
  <p:tag name="AS_UNIQUEID" val="72"/>
  <p:tag name="KSO_WM_DIAGRAM_VIRTUALLY_FRAME" val="{&quot;height&quot;:336,&quot;left&quot;:494.4,&quot;top&quot;:108,&quot;width&quot;:417.6}"/>
</p:tagLst>
</file>

<file path=ppt/tags/tag350.xml><?xml version="1.0" encoding="utf-8"?>
<p:tagLst xmlns:p="http://schemas.openxmlformats.org/presentationml/2006/main">
  <p:tag name="AS_UNIQUEID" val="73"/>
  <p:tag name="KSO_WM_DIAGRAM_VIRTUALLY_FRAME" val="{&quot;height&quot;:336,&quot;left&quot;:494.4,&quot;top&quot;:108,&quot;width&quot;:417.6}"/>
</p:tagLst>
</file>

<file path=ppt/tags/tag351.xml><?xml version="1.0" encoding="utf-8"?>
<p:tagLst xmlns:p="http://schemas.openxmlformats.org/presentationml/2006/main">
  <p:tag name="AS_UNIQUEID" val="60"/>
</p:tagLst>
</file>

<file path=ppt/tags/tag352.xml><?xml version="1.0" encoding="utf-8"?>
<p:tagLst xmlns:p="http://schemas.openxmlformats.org/presentationml/2006/main">
  <p:tag name="AS_UNIQUEID" val="828"/>
</p:tagLst>
</file>

<file path=ppt/tags/tag353.xml><?xml version="1.0" encoding="utf-8"?>
<p:tagLst xmlns:p="http://schemas.openxmlformats.org/presentationml/2006/main">
  <p:tag name="AS_UNIQUEID" val="829"/>
</p:tagLst>
</file>

<file path=ppt/tags/tag354.xml><?xml version="1.0" encoding="utf-8"?>
<p:tagLst xmlns:p="http://schemas.openxmlformats.org/presentationml/2006/main">
  <p:tag name="AS_UNIQUEID" val="830"/>
</p:tagLst>
</file>

<file path=ppt/tags/tag355.xml><?xml version="1.0" encoding="utf-8"?>
<p:tagLst xmlns:p="http://schemas.openxmlformats.org/presentationml/2006/main">
  <p:tag name="AS_UNIQUEID" val="88"/>
</p:tagLst>
</file>

<file path=ppt/tags/tag356.xml><?xml version="1.0" encoding="utf-8"?>
<p:tagLst xmlns:p="http://schemas.openxmlformats.org/presentationml/2006/main">
  <p:tag name="AS_UNIQUEID" val="89"/>
</p:tagLst>
</file>

<file path=ppt/tags/tag357.xml><?xml version="1.0" encoding="utf-8"?>
<p:tagLst xmlns:p="http://schemas.openxmlformats.org/presentationml/2006/main">
  <p:tag name="AS_UNIQUEID" val="90"/>
</p:tagLst>
</file>

<file path=ppt/tags/tag358.xml><?xml version="1.0" encoding="utf-8"?>
<p:tagLst xmlns:p="http://schemas.openxmlformats.org/presentationml/2006/main">
  <p:tag name="AS_UNIQUEID" val="91"/>
</p:tagLst>
</file>

<file path=ppt/tags/tag359.xml><?xml version="1.0" encoding="utf-8"?>
<p:tagLst xmlns:p="http://schemas.openxmlformats.org/presentationml/2006/main">
  <p:tag name="AS_UNIQUEID" val="147"/>
</p:tagLst>
</file>

<file path=ppt/tags/tag360.xml><?xml version="1.0" encoding="utf-8"?>
<p:tagLst xmlns:p="http://schemas.openxmlformats.org/presentationml/2006/main">
  <p:tag name="AS_UNIQUEID" val="145"/>
</p:tagLst>
</file>

<file path=ppt/tags/tag361.xml><?xml version="1.0" encoding="utf-8"?>
<p:tagLst xmlns:p="http://schemas.openxmlformats.org/presentationml/2006/main">
  <p:tag name="AS_UNIQUEID" val="146"/>
</p:tagLst>
</file>

<file path=ppt/tags/tag362.xml><?xml version="1.0" encoding="utf-8"?>
<p:tagLst xmlns:p="http://schemas.openxmlformats.org/presentationml/2006/main">
  <p:tag name="AS_UNIQUEID" val="148"/>
</p:tagLst>
</file>

<file path=ppt/tags/tag363.xml><?xml version="1.0" encoding="utf-8"?>
<p:tagLst xmlns:p="http://schemas.openxmlformats.org/presentationml/2006/main">
  <p:tag name="AS_UNIQUEID" val="130"/>
</p:tagLst>
</file>

<file path=ppt/tags/tag364.xml><?xml version="1.0" encoding="utf-8"?>
<p:tagLst xmlns:p="http://schemas.openxmlformats.org/presentationml/2006/main">
  <p:tag name="AS_UNIQUEID" val="131"/>
</p:tagLst>
</file>

<file path=ppt/tags/tag365.xml><?xml version="1.0" encoding="utf-8"?>
<p:tagLst xmlns:p="http://schemas.openxmlformats.org/presentationml/2006/main">
  <p:tag name="AS_UNIQUEID" val="132"/>
</p:tagLst>
</file>

<file path=ppt/tags/tag366.xml><?xml version="1.0" encoding="utf-8"?>
<p:tagLst xmlns:p="http://schemas.openxmlformats.org/presentationml/2006/main">
  <p:tag name="AS_UNIQUEID" val="133"/>
</p:tagLst>
</file>

<file path=ppt/tags/tag367.xml><?xml version="1.0" encoding="utf-8"?>
<p:tagLst xmlns:p="http://schemas.openxmlformats.org/presentationml/2006/main">
  <p:tag name="AS_UNIQUEID" val="134"/>
</p:tagLst>
</file>

<file path=ppt/tags/tag368.xml><?xml version="1.0" encoding="utf-8"?>
<p:tagLst xmlns:p="http://schemas.openxmlformats.org/presentationml/2006/main">
  <p:tag name="AS_UNIQUEID" val="149"/>
</p:tagLst>
</file>

<file path=ppt/tags/tag369.xml><?xml version="1.0" encoding="utf-8"?>
<p:tagLst xmlns:p="http://schemas.openxmlformats.org/presentationml/2006/main">
  <p:tag name="AS_UNIQUEID" val="135"/>
</p:tagLst>
</file>

<file path=ppt/tags/tag370.xml><?xml version="1.0" encoding="utf-8"?>
<p:tagLst xmlns:p="http://schemas.openxmlformats.org/presentationml/2006/main">
  <p:tag name="AS_UNIQUEID" val="136"/>
</p:tagLst>
</file>

<file path=ppt/tags/tag371.xml><?xml version="1.0" encoding="utf-8"?>
<p:tagLst xmlns:p="http://schemas.openxmlformats.org/presentationml/2006/main">
  <p:tag name="AS_UNIQUEID" val="137"/>
</p:tagLst>
</file>

<file path=ppt/tags/tag372.xml><?xml version="1.0" encoding="utf-8"?>
<p:tagLst xmlns:p="http://schemas.openxmlformats.org/presentationml/2006/main">
  <p:tag name="AS_UNIQUEID" val="138"/>
</p:tagLst>
</file>

<file path=ppt/tags/tag373.xml><?xml version="1.0" encoding="utf-8"?>
<p:tagLst xmlns:p="http://schemas.openxmlformats.org/presentationml/2006/main">
  <p:tag name="AS_UNIQUEID" val="139"/>
</p:tagLst>
</file>

<file path=ppt/tags/tag374.xml><?xml version="1.0" encoding="utf-8"?>
<p:tagLst xmlns:p="http://schemas.openxmlformats.org/presentationml/2006/main">
  <p:tag name="AS_UNIQUEID" val="150"/>
</p:tagLst>
</file>

<file path=ppt/tags/tag375.xml><?xml version="1.0" encoding="utf-8"?>
<p:tagLst xmlns:p="http://schemas.openxmlformats.org/presentationml/2006/main">
  <p:tag name="AS_UNIQUEID" val="140"/>
</p:tagLst>
</file>

<file path=ppt/tags/tag376.xml><?xml version="1.0" encoding="utf-8"?>
<p:tagLst xmlns:p="http://schemas.openxmlformats.org/presentationml/2006/main">
  <p:tag name="AS_UNIQUEID" val="141"/>
</p:tagLst>
</file>

<file path=ppt/tags/tag377.xml><?xml version="1.0" encoding="utf-8"?>
<p:tagLst xmlns:p="http://schemas.openxmlformats.org/presentationml/2006/main">
  <p:tag name="AS_UNIQUEID" val="142"/>
</p:tagLst>
</file>

<file path=ppt/tags/tag378.xml><?xml version="1.0" encoding="utf-8"?>
<p:tagLst xmlns:p="http://schemas.openxmlformats.org/presentationml/2006/main">
  <p:tag name="AS_UNIQUEID" val="143"/>
</p:tagLst>
</file>

<file path=ppt/tags/tag379.xml><?xml version="1.0" encoding="utf-8"?>
<p:tagLst xmlns:p="http://schemas.openxmlformats.org/presentationml/2006/main">
  <p:tag name="AS_UNIQUEID" val="144"/>
</p:tagLst>
</file>

<file path=ppt/tags/tag380.xml><?xml version="1.0" encoding="utf-8"?>
<p:tagLst xmlns:p="http://schemas.openxmlformats.org/presentationml/2006/main">
  <p:tag name="AS_UNIQUEID" val="151"/>
</p:tagLst>
</file>

<file path=ppt/tags/tag381.xml><?xml version="1.0" encoding="utf-8"?>
<p:tagLst xmlns:p="http://schemas.openxmlformats.org/presentationml/2006/main">
  <p:tag name="AS_UNIQUEID" val="120"/>
</p:tagLst>
</file>

<file path=ppt/tags/tag382.xml><?xml version="1.0" encoding="utf-8"?>
<p:tagLst xmlns:p="http://schemas.openxmlformats.org/presentationml/2006/main">
  <p:tag name="AS_UNIQUEID" val="121"/>
</p:tagLst>
</file>

<file path=ppt/tags/tag383.xml><?xml version="1.0" encoding="utf-8"?>
<p:tagLst xmlns:p="http://schemas.openxmlformats.org/presentationml/2006/main">
  <p:tag name="AS_UNIQUEID" val="122"/>
</p:tagLst>
</file>

<file path=ppt/tags/tag384.xml><?xml version="1.0" encoding="utf-8"?>
<p:tagLst xmlns:p="http://schemas.openxmlformats.org/presentationml/2006/main">
  <p:tag name="AS_UNIQUEID" val="123"/>
</p:tagLst>
</file>

<file path=ppt/tags/tag385.xml><?xml version="1.0" encoding="utf-8"?>
<p:tagLst xmlns:p="http://schemas.openxmlformats.org/presentationml/2006/main">
  <p:tag name="AS_UNIQUEID" val="124"/>
</p:tagLst>
</file>

<file path=ppt/tags/tag386.xml><?xml version="1.0" encoding="utf-8"?>
<p:tagLst xmlns:p="http://schemas.openxmlformats.org/presentationml/2006/main">
  <p:tag name="AS_UNIQUEID" val="152"/>
</p:tagLst>
</file>

<file path=ppt/tags/tag387.xml><?xml version="1.0" encoding="utf-8"?>
<p:tagLst xmlns:p="http://schemas.openxmlformats.org/presentationml/2006/main">
  <p:tag name="AS_UNIQUEID" val="125"/>
</p:tagLst>
</file>

<file path=ppt/tags/tag388.xml><?xml version="1.0" encoding="utf-8"?>
<p:tagLst xmlns:p="http://schemas.openxmlformats.org/presentationml/2006/main">
  <p:tag name="AS_UNIQUEID" val="126"/>
</p:tagLst>
</file>

<file path=ppt/tags/tag389.xml><?xml version="1.0" encoding="utf-8"?>
<p:tagLst xmlns:p="http://schemas.openxmlformats.org/presentationml/2006/main">
  <p:tag name="AS_UNIQUEID" val="127"/>
</p:tagLst>
</file>

<file path=ppt/tags/tag390.xml><?xml version="1.0" encoding="utf-8"?>
<p:tagLst xmlns:p="http://schemas.openxmlformats.org/presentationml/2006/main">
  <p:tag name="AS_UNIQUEID" val="128"/>
</p:tagLst>
</file>

<file path=ppt/tags/tag391.xml><?xml version="1.0" encoding="utf-8"?>
<p:tagLst xmlns:p="http://schemas.openxmlformats.org/presentationml/2006/main">
  <p:tag name="AS_UNIQUEID" val="129"/>
</p:tagLst>
</file>

<file path=ppt/tags/tag392.xml><?xml version="1.0" encoding="utf-8"?>
<p:tagLst xmlns:p="http://schemas.openxmlformats.org/presentationml/2006/main">
  <p:tag name="AS_UNIQUEID" val="119"/>
</p:tagLst>
</file>

<file path=ppt/tags/tag393.xml><?xml version="1.0" encoding="utf-8"?>
<p:tagLst xmlns:p="http://schemas.openxmlformats.org/presentationml/2006/main">
  <p:tag name="AS_UNIQUEID" val="833"/>
</p:tagLst>
</file>

<file path=ppt/tags/tag394.xml><?xml version="1.0" encoding="utf-8"?>
<p:tagLst xmlns:p="http://schemas.openxmlformats.org/presentationml/2006/main">
  <p:tag name="AS_UNIQUEID" val="834"/>
</p:tagLst>
</file>

<file path=ppt/tags/tag395.xml><?xml version="1.0" encoding="utf-8"?>
<p:tagLst xmlns:p="http://schemas.openxmlformats.org/presentationml/2006/main">
  <p:tag name="AS_UNIQUEID" val="835"/>
</p:tagLst>
</file>

<file path=ppt/tags/tag396.xml><?xml version="1.0" encoding="utf-8"?>
<p:tagLst xmlns:p="http://schemas.openxmlformats.org/presentationml/2006/main">
  <p:tag name="AS_UNIQUEID" val="339"/>
</p:tagLst>
</file>

<file path=ppt/tags/tag397.xml><?xml version="1.0" encoding="utf-8"?>
<p:tagLst xmlns:p="http://schemas.openxmlformats.org/presentationml/2006/main">
  <p:tag name="AS_UNIQUEID" val="340"/>
</p:tagLst>
</file>

<file path=ppt/tags/tag398.xml><?xml version="1.0" encoding="utf-8"?>
<p:tagLst xmlns:p="http://schemas.openxmlformats.org/presentationml/2006/main">
  <p:tag name="AS_UNIQUEID" val="379"/>
</p:tagLst>
</file>

<file path=ppt/tags/tag399.xml><?xml version="1.0" encoding="utf-8"?>
<p:tagLst xmlns:p="http://schemas.openxmlformats.org/presentationml/2006/main">
  <p:tag name="AS_UNIQUEID" val="374"/>
</p:tagLst>
</file>

<file path=ppt/tags/tag400.xml><?xml version="1.0" encoding="utf-8"?>
<p:tagLst xmlns:p="http://schemas.openxmlformats.org/presentationml/2006/main">
  <p:tag name="AS_UNIQUEID" val="375"/>
</p:tagLst>
</file>

<file path=ppt/tags/tag401.xml><?xml version="1.0" encoding="utf-8"?>
<p:tagLst xmlns:p="http://schemas.openxmlformats.org/presentationml/2006/main">
  <p:tag name="AS_UNIQUEID" val="380"/>
</p:tagLst>
</file>

<file path=ppt/tags/tag402.xml><?xml version="1.0" encoding="utf-8"?>
<p:tagLst xmlns:p="http://schemas.openxmlformats.org/presentationml/2006/main">
  <p:tag name="AS_UNIQUEID" val="376"/>
</p:tagLst>
</file>

<file path=ppt/tags/tag403.xml><?xml version="1.0" encoding="utf-8"?>
<p:tagLst xmlns:p="http://schemas.openxmlformats.org/presentationml/2006/main">
  <p:tag name="AS_UNIQUEID" val="377"/>
</p:tagLst>
</file>

<file path=ppt/tags/tag404.xml><?xml version="1.0" encoding="utf-8"?>
<p:tagLst xmlns:p="http://schemas.openxmlformats.org/presentationml/2006/main">
  <p:tag name="AS_UNIQUEID" val="378"/>
</p:tagLst>
</file>

<file path=ppt/tags/tag405.xml><?xml version="1.0" encoding="utf-8"?>
<p:tagLst xmlns:p="http://schemas.openxmlformats.org/presentationml/2006/main">
  <p:tag name="AS_UNIQUEID" val="381"/>
  <p:tag name="KSO_WM_DIAGRAM_VIRTUALLY_FRAME" val="{&quot;height&quot;:139.89307086614173,&quot;left&quot;:452.4,&quot;top&quot;:338.4,&quot;width&quot;:461.5200000000001}"/>
</p:tagLst>
</file>

<file path=ppt/tags/tag406.xml><?xml version="1.0" encoding="utf-8"?>
<p:tagLst xmlns:p="http://schemas.openxmlformats.org/presentationml/2006/main">
  <p:tag name="AS_UNIQUEID" val="360"/>
</p:tagLst>
</file>

<file path=ppt/tags/tag407.xml><?xml version="1.0" encoding="utf-8"?>
<p:tagLst xmlns:p="http://schemas.openxmlformats.org/presentationml/2006/main">
  <p:tag name="AS_UNIQUEID" val="361"/>
</p:tagLst>
</file>

<file path=ppt/tags/tag408.xml><?xml version="1.0" encoding="utf-8"?>
<p:tagLst xmlns:p="http://schemas.openxmlformats.org/presentationml/2006/main">
  <p:tag name="AS_UNIQUEID" val="362"/>
  <p:tag name="KSO_WM_DIAGRAM_VIRTUALLY_FRAME" val="{&quot;height&quot;:139.89307086614173,&quot;left&quot;:452.4,&quot;top&quot;:338.4,&quot;width&quot;:461.5200000000001}"/>
</p:tagLst>
</file>

<file path=ppt/tags/tag409.xml><?xml version="1.0" encoding="utf-8"?>
<p:tagLst xmlns:p="http://schemas.openxmlformats.org/presentationml/2006/main">
  <p:tag name="AS_UNIQUEID" val="363"/>
  <p:tag name="KSO_WM_DIAGRAM_VIRTUALLY_FRAME" val="{&quot;height&quot;:139.89307086614173,&quot;left&quot;:452.4,&quot;top&quot;:338.4,&quot;width&quot;:461.5200000000001}"/>
</p:tagLst>
</file>

<file path=ppt/tags/tag410.xml><?xml version="1.0" encoding="utf-8"?>
<p:tagLst xmlns:p="http://schemas.openxmlformats.org/presentationml/2006/main">
  <p:tag name="AS_UNIQUEID" val="382"/>
</p:tagLst>
</file>

<file path=ppt/tags/tag411.xml><?xml version="1.0" encoding="utf-8"?>
<p:tagLst xmlns:p="http://schemas.openxmlformats.org/presentationml/2006/main">
  <p:tag name="AS_UNIQUEID" val="370"/>
</p:tagLst>
</file>

<file path=ppt/tags/tag412.xml><?xml version="1.0" encoding="utf-8"?>
<p:tagLst xmlns:p="http://schemas.openxmlformats.org/presentationml/2006/main">
  <p:tag name="AS_UNIQUEID" val="371"/>
</p:tagLst>
</file>

<file path=ppt/tags/tag413.xml><?xml version="1.0" encoding="utf-8"?>
<p:tagLst xmlns:p="http://schemas.openxmlformats.org/presentationml/2006/main">
  <p:tag name="AS_UNIQUEID" val="372"/>
</p:tagLst>
</file>

<file path=ppt/tags/tag414.xml><?xml version="1.0" encoding="utf-8"?>
<p:tagLst xmlns:p="http://schemas.openxmlformats.org/presentationml/2006/main">
  <p:tag name="AS_UNIQUEID" val="373"/>
</p:tagLst>
</file>

<file path=ppt/tags/tag415.xml><?xml version="1.0" encoding="utf-8"?>
<p:tagLst xmlns:p="http://schemas.openxmlformats.org/presentationml/2006/main">
  <p:tag name="AS_UNIQUEID" val="778"/>
</p:tagLst>
</file>

<file path=ppt/tags/tag416.xml><?xml version="1.0" encoding="utf-8"?>
<p:tagLst xmlns:p="http://schemas.openxmlformats.org/presentationml/2006/main">
  <p:tag name="AS_UNIQUEID" val="779"/>
</p:tagLst>
</file>

<file path=ppt/tags/tag417.xml><?xml version="1.0" encoding="utf-8"?>
<p:tagLst xmlns:p="http://schemas.openxmlformats.org/presentationml/2006/main">
  <p:tag name="AS_UNIQUEID" val="780"/>
</p:tagLst>
</file>

<file path=ppt/tags/tag418.xml><?xml version="1.0" encoding="utf-8"?>
<p:tagLst xmlns:p="http://schemas.openxmlformats.org/presentationml/2006/main">
  <p:tag name="AS_UNIQUEID" val="153"/>
</p:tagLst>
</file>

<file path=ppt/tags/tag419.xml><?xml version="1.0" encoding="utf-8"?>
<p:tagLst xmlns:p="http://schemas.openxmlformats.org/presentationml/2006/main">
  <p:tag name="AS_UNIQUEID" val="154"/>
</p:tagLst>
</file>

<file path=ppt/tags/tag420.xml><?xml version="1.0" encoding="utf-8"?>
<p:tagLst xmlns:p="http://schemas.openxmlformats.org/presentationml/2006/main">
  <p:tag name="AS_UNIQUEID" val="155"/>
</p:tagLst>
</file>

<file path=ppt/tags/tag421.xml><?xml version="1.0" encoding="utf-8"?>
<p:tagLst xmlns:p="http://schemas.openxmlformats.org/presentationml/2006/main">
  <p:tag name="AS_UNIQUEID" val="187"/>
</p:tagLst>
</file>

<file path=ppt/tags/tag422.xml><?xml version="1.0" encoding="utf-8"?>
<p:tagLst xmlns:p="http://schemas.openxmlformats.org/presentationml/2006/main">
  <p:tag name="AS_UNIQUEID" val="182"/>
</p:tagLst>
</file>

<file path=ppt/tags/tag423.xml><?xml version="1.0" encoding="utf-8"?>
<p:tagLst xmlns:p="http://schemas.openxmlformats.org/presentationml/2006/main">
  <p:tag name="AS_UNIQUEID" val="183"/>
</p:tagLst>
</file>

<file path=ppt/tags/tag424.xml><?xml version="1.0" encoding="utf-8"?>
<p:tagLst xmlns:p="http://schemas.openxmlformats.org/presentationml/2006/main">
  <p:tag name="AS_UNIQUEID" val="184"/>
</p:tagLst>
</file>

<file path=ppt/tags/tag425.xml><?xml version="1.0" encoding="utf-8"?>
<p:tagLst xmlns:p="http://schemas.openxmlformats.org/presentationml/2006/main">
  <p:tag name="AS_UNIQUEID" val="185"/>
</p:tagLst>
</file>

<file path=ppt/tags/tag426.xml><?xml version="1.0" encoding="utf-8"?>
<p:tagLst xmlns:p="http://schemas.openxmlformats.org/presentationml/2006/main">
  <p:tag name="AS_UNIQUEID" val="186"/>
</p:tagLst>
</file>

<file path=ppt/tags/tag427.xml><?xml version="1.0" encoding="utf-8"?>
<p:tagLst xmlns:p="http://schemas.openxmlformats.org/presentationml/2006/main">
  <p:tag name="AS_UNIQUEID" val="188"/>
</p:tagLst>
</file>

<file path=ppt/tags/tag428.xml><?xml version="1.0" encoding="utf-8"?>
<p:tagLst xmlns:p="http://schemas.openxmlformats.org/presentationml/2006/main">
  <p:tag name="AS_UNIQUEID" val="172"/>
</p:tagLst>
</file>

<file path=ppt/tags/tag429.xml><?xml version="1.0" encoding="utf-8"?>
<p:tagLst xmlns:p="http://schemas.openxmlformats.org/presentationml/2006/main">
  <p:tag name="AS_UNIQUEID" val="173"/>
</p:tagLst>
</file>

<file path=ppt/tags/tag430.xml><?xml version="1.0" encoding="utf-8"?>
<p:tagLst xmlns:p="http://schemas.openxmlformats.org/presentationml/2006/main">
  <p:tag name="AS_UNIQUEID" val="174"/>
</p:tagLst>
</file>

<file path=ppt/tags/tag431.xml><?xml version="1.0" encoding="utf-8"?>
<p:tagLst xmlns:p="http://schemas.openxmlformats.org/presentationml/2006/main">
  <p:tag name="AS_UNIQUEID" val="175"/>
</p:tagLst>
</file>

<file path=ppt/tags/tag432.xml><?xml version="1.0" encoding="utf-8"?>
<p:tagLst xmlns:p="http://schemas.openxmlformats.org/presentationml/2006/main">
  <p:tag name="AS_UNIQUEID" val="176"/>
</p:tagLst>
</file>

<file path=ppt/tags/tag433.xml><?xml version="1.0" encoding="utf-8"?>
<p:tagLst xmlns:p="http://schemas.openxmlformats.org/presentationml/2006/main">
  <p:tag name="AS_UNIQUEID" val="189"/>
</p:tagLst>
</file>

<file path=ppt/tags/tag434.xml><?xml version="1.0" encoding="utf-8"?>
<p:tagLst xmlns:p="http://schemas.openxmlformats.org/presentationml/2006/main">
  <p:tag name="AS_UNIQUEID" val="177"/>
</p:tagLst>
</file>

<file path=ppt/tags/tag435.xml><?xml version="1.0" encoding="utf-8"?>
<p:tagLst xmlns:p="http://schemas.openxmlformats.org/presentationml/2006/main">
  <p:tag name="AS_UNIQUEID" val="178"/>
</p:tagLst>
</file>

<file path=ppt/tags/tag436.xml><?xml version="1.0" encoding="utf-8"?>
<p:tagLst xmlns:p="http://schemas.openxmlformats.org/presentationml/2006/main">
  <p:tag name="AS_UNIQUEID" val="179"/>
</p:tagLst>
</file>

<file path=ppt/tags/tag437.xml><?xml version="1.0" encoding="utf-8"?>
<p:tagLst xmlns:p="http://schemas.openxmlformats.org/presentationml/2006/main">
  <p:tag name="AS_UNIQUEID" val="180"/>
</p:tagLst>
</file>

<file path=ppt/tags/tag438.xml><?xml version="1.0" encoding="utf-8"?>
<p:tagLst xmlns:p="http://schemas.openxmlformats.org/presentationml/2006/main">
  <p:tag name="AS_UNIQUEID" val="181"/>
</p:tagLst>
</file>

<file path=ppt/tags/tag439.xml><?xml version="1.0" encoding="utf-8"?>
<p:tagLst xmlns:p="http://schemas.openxmlformats.org/presentationml/2006/main">
  <p:tag name="AS_UNIQUEID" val="171"/>
</p:tagLst>
</file>

<file path=ppt/tags/tag440.xml><?xml version="1.0" encoding="utf-8"?>
<p:tagLst xmlns:p="http://schemas.openxmlformats.org/presentationml/2006/main">
  <p:tag name="AS_UNIQUEID" val="838"/>
</p:tagLst>
</file>

<file path=ppt/tags/tag441.xml><?xml version="1.0" encoding="utf-8"?>
<p:tagLst xmlns:p="http://schemas.openxmlformats.org/presentationml/2006/main">
  <p:tag name="AS_UNIQUEID" val="839"/>
</p:tagLst>
</file>

<file path=ppt/tags/tag442.xml><?xml version="1.0" encoding="utf-8"?>
<p:tagLst xmlns:p="http://schemas.openxmlformats.org/presentationml/2006/main">
  <p:tag name="AS_UNIQUEID" val="840"/>
</p:tagLst>
</file>

<file path=ppt/tags/tag443.xml><?xml version="1.0" encoding="utf-8"?>
<p:tagLst xmlns:p="http://schemas.openxmlformats.org/presentationml/2006/main">
  <p:tag name="AS_UNIQUEID" val="190"/>
</p:tagLst>
</file>

<file path=ppt/tags/tag444.xml><?xml version="1.0" encoding="utf-8"?>
<p:tagLst xmlns:p="http://schemas.openxmlformats.org/presentationml/2006/main">
  <p:tag name="AS_UNIQUEID" val="191"/>
</p:tagLst>
</file>

<file path=ppt/tags/tag445.xml><?xml version="1.0" encoding="utf-8"?>
<p:tagLst xmlns:p="http://schemas.openxmlformats.org/presentationml/2006/main">
  <p:tag name="AS_UNIQUEID" val="192"/>
</p:tagLst>
</file>

<file path=ppt/tags/tag446.xml><?xml version="1.0" encoding="utf-8"?>
<p:tagLst xmlns:p="http://schemas.openxmlformats.org/presentationml/2006/main">
  <p:tag name="AS_UNIQUEID" val="264"/>
</p:tagLst>
</file>

<file path=ppt/tags/tag447.xml><?xml version="1.0" encoding="utf-8"?>
<p:tagLst xmlns:p="http://schemas.openxmlformats.org/presentationml/2006/main">
  <p:tag name="AS_UNIQUEID" val="251"/>
</p:tagLst>
</file>

<file path=ppt/tags/tag448.xml><?xml version="1.0" encoding="utf-8"?>
<p:tagLst xmlns:p="http://schemas.openxmlformats.org/presentationml/2006/main">
  <p:tag name="AS_UNIQUEID" val="252"/>
</p:tagLst>
</file>

<file path=ppt/tags/tag449.xml><?xml version="1.0" encoding="utf-8"?>
<p:tagLst xmlns:p="http://schemas.openxmlformats.org/presentationml/2006/main">
  <p:tag name="AS_UNIQUEID" val="253"/>
</p:tagLst>
</file>

<file path=ppt/tags/tag450.xml><?xml version="1.0" encoding="utf-8"?>
<p:tagLst xmlns:p="http://schemas.openxmlformats.org/presentationml/2006/main">
  <p:tag name="AS_UNIQUEID" val="254"/>
</p:tagLst>
</file>

<file path=ppt/tags/tag451.xml><?xml version="1.0" encoding="utf-8"?>
<p:tagLst xmlns:p="http://schemas.openxmlformats.org/presentationml/2006/main">
  <p:tag name="AS_UNIQUEID" val="255"/>
</p:tagLst>
</file>

<file path=ppt/tags/tag452.xml><?xml version="1.0" encoding="utf-8"?>
<p:tagLst xmlns:p="http://schemas.openxmlformats.org/presentationml/2006/main">
  <p:tag name="AS_UNIQUEID" val="256"/>
</p:tagLst>
</file>

<file path=ppt/tags/tag453.xml><?xml version="1.0" encoding="utf-8"?>
<p:tagLst xmlns:p="http://schemas.openxmlformats.org/presentationml/2006/main">
  <p:tag name="AS_UNIQUEID" val="257"/>
</p:tagLst>
</file>

<file path=ppt/tags/tag454.xml><?xml version="1.0" encoding="utf-8"?>
<p:tagLst xmlns:p="http://schemas.openxmlformats.org/presentationml/2006/main">
  <p:tag name="AS_UNIQUEID" val="258"/>
</p:tagLst>
</file>

<file path=ppt/tags/tag455.xml><?xml version="1.0" encoding="utf-8"?>
<p:tagLst xmlns:p="http://schemas.openxmlformats.org/presentationml/2006/main">
  <p:tag name="AS_UNIQUEID" val="259"/>
</p:tagLst>
</file>

<file path=ppt/tags/tag456.xml><?xml version="1.0" encoding="utf-8"?>
<p:tagLst xmlns:p="http://schemas.openxmlformats.org/presentationml/2006/main">
  <p:tag name="AS_UNIQUEID" val="260"/>
</p:tagLst>
</file>

<file path=ppt/tags/tag457.xml><?xml version="1.0" encoding="utf-8"?>
<p:tagLst xmlns:p="http://schemas.openxmlformats.org/presentationml/2006/main">
  <p:tag name="AS_UNIQUEID" val="261"/>
</p:tagLst>
</file>

<file path=ppt/tags/tag458.xml><?xml version="1.0" encoding="utf-8"?>
<p:tagLst xmlns:p="http://schemas.openxmlformats.org/presentationml/2006/main">
  <p:tag name="AS_UNIQUEID" val="262"/>
</p:tagLst>
</file>

<file path=ppt/tags/tag459.xml><?xml version="1.0" encoding="utf-8"?>
<p:tagLst xmlns:p="http://schemas.openxmlformats.org/presentationml/2006/main">
  <p:tag name="AS_UNIQUEID" val="263"/>
</p:tagLst>
</file>

<file path=ppt/tags/tag460.xml><?xml version="1.0" encoding="utf-8"?>
<p:tagLst xmlns:p="http://schemas.openxmlformats.org/presentationml/2006/main">
  <p:tag name="AS_UNIQUEID" val="265"/>
</p:tagLst>
</file>

<file path=ppt/tags/tag461.xml><?xml version="1.0" encoding="utf-8"?>
<p:tagLst xmlns:p="http://schemas.openxmlformats.org/presentationml/2006/main">
  <p:tag name="AS_UNIQUEID" val="229"/>
</p:tagLst>
</file>

<file path=ppt/tags/tag462.xml><?xml version="1.0" encoding="utf-8"?>
<p:tagLst xmlns:p="http://schemas.openxmlformats.org/presentationml/2006/main">
  <p:tag name="AS_UNIQUEID" val="230"/>
</p:tagLst>
</file>

<file path=ppt/tags/tag463.xml><?xml version="1.0" encoding="utf-8"?>
<p:tagLst xmlns:p="http://schemas.openxmlformats.org/presentationml/2006/main">
  <p:tag name="AS_UNIQUEID" val="231"/>
</p:tagLst>
</file>

<file path=ppt/tags/tag464.xml><?xml version="1.0" encoding="utf-8"?>
<p:tagLst xmlns:p="http://schemas.openxmlformats.org/presentationml/2006/main">
  <p:tag name="AS_UNIQUEID" val="232"/>
</p:tagLst>
</file>

<file path=ppt/tags/tag465.xml><?xml version="1.0" encoding="utf-8"?>
<p:tagLst xmlns:p="http://schemas.openxmlformats.org/presentationml/2006/main">
  <p:tag name="AS_UNIQUEID" val="233"/>
</p:tagLst>
</file>

<file path=ppt/tags/tag466.xml><?xml version="1.0" encoding="utf-8"?>
<p:tagLst xmlns:p="http://schemas.openxmlformats.org/presentationml/2006/main">
  <p:tag name="AS_UNIQUEID" val="234"/>
</p:tagLst>
</file>

<file path=ppt/tags/tag467.xml><?xml version="1.0" encoding="utf-8"?>
<p:tagLst xmlns:p="http://schemas.openxmlformats.org/presentationml/2006/main">
  <p:tag name="AS_UNIQUEID" val="235"/>
</p:tagLst>
</file>

<file path=ppt/tags/tag468.xml><?xml version="1.0" encoding="utf-8"?>
<p:tagLst xmlns:p="http://schemas.openxmlformats.org/presentationml/2006/main">
  <p:tag name="AS_UNIQUEID" val="236"/>
</p:tagLst>
</file>

<file path=ppt/tags/tag469.xml><?xml version="1.0" encoding="utf-8"?>
<p:tagLst xmlns:p="http://schemas.openxmlformats.org/presentationml/2006/main">
  <p:tag name="AS_UNIQUEID" val="237"/>
</p:tagLst>
</file>

<file path=ppt/tags/tag470.xml><?xml version="1.0" encoding="utf-8"?>
<p:tagLst xmlns:p="http://schemas.openxmlformats.org/presentationml/2006/main">
  <p:tag name="AS_UNIQUEID" val="238"/>
</p:tagLst>
</file>

<file path=ppt/tags/tag471.xml><?xml version="1.0" encoding="utf-8"?>
<p:tagLst xmlns:p="http://schemas.openxmlformats.org/presentationml/2006/main">
  <p:tag name="AS_UNIQUEID" val="239"/>
</p:tagLst>
</file>

<file path=ppt/tags/tag472.xml><?xml version="1.0" encoding="utf-8"?>
<p:tagLst xmlns:p="http://schemas.openxmlformats.org/presentationml/2006/main">
  <p:tag name="AS_UNIQUEID" val="240"/>
</p:tagLst>
</file>

<file path=ppt/tags/tag473.xml><?xml version="1.0" encoding="utf-8"?>
<p:tagLst xmlns:p="http://schemas.openxmlformats.org/presentationml/2006/main">
  <p:tag name="AS_UNIQUEID" val="241"/>
</p:tagLst>
</file>

<file path=ppt/tags/tag474.xml><?xml version="1.0" encoding="utf-8"?>
<p:tagLst xmlns:p="http://schemas.openxmlformats.org/presentationml/2006/main">
  <p:tag name="AS_UNIQUEID" val="242"/>
</p:tagLst>
</file>

<file path=ppt/tags/tag475.xml><?xml version="1.0" encoding="utf-8"?>
<p:tagLst xmlns:p="http://schemas.openxmlformats.org/presentationml/2006/main">
  <p:tag name="AS_UNIQUEID" val="243"/>
</p:tagLst>
</file>

<file path=ppt/tags/tag476.xml><?xml version="1.0" encoding="utf-8"?>
<p:tagLst xmlns:p="http://schemas.openxmlformats.org/presentationml/2006/main">
  <p:tag name="AS_UNIQUEID" val="244"/>
</p:tagLst>
</file>

<file path=ppt/tags/tag477.xml><?xml version="1.0" encoding="utf-8"?>
<p:tagLst xmlns:p="http://schemas.openxmlformats.org/presentationml/2006/main">
  <p:tag name="AS_UNIQUEID" val="245"/>
</p:tagLst>
</file>

<file path=ppt/tags/tag478.xml><?xml version="1.0" encoding="utf-8"?>
<p:tagLst xmlns:p="http://schemas.openxmlformats.org/presentationml/2006/main">
  <p:tag name="AS_UNIQUEID" val="246"/>
</p:tagLst>
</file>

<file path=ppt/tags/tag479.xml><?xml version="1.0" encoding="utf-8"?>
<p:tagLst xmlns:p="http://schemas.openxmlformats.org/presentationml/2006/main">
  <p:tag name="AS_UNIQUEID" val="247"/>
</p:tagLst>
</file>

<file path=ppt/tags/tag480.xml><?xml version="1.0" encoding="utf-8"?>
<p:tagLst xmlns:p="http://schemas.openxmlformats.org/presentationml/2006/main">
  <p:tag name="AS_UNIQUEID" val="248"/>
</p:tagLst>
</file>

<file path=ppt/tags/tag481.xml><?xml version="1.0" encoding="utf-8"?>
<p:tagLst xmlns:p="http://schemas.openxmlformats.org/presentationml/2006/main">
  <p:tag name="AS_UNIQUEID" val="249"/>
</p:tagLst>
</file>

<file path=ppt/tags/tag482.xml><?xml version="1.0" encoding="utf-8"?>
<p:tagLst xmlns:p="http://schemas.openxmlformats.org/presentationml/2006/main">
  <p:tag name="AS_UNIQUEID" val="250"/>
</p:tagLst>
</file>

<file path=ppt/tags/tag483.xml><?xml version="1.0" encoding="utf-8"?>
<p:tagLst xmlns:p="http://schemas.openxmlformats.org/presentationml/2006/main">
  <p:tag name="AS_UNIQUEID" val="228"/>
</p:tagLst>
</file>

<file path=ppt/tags/tag484.xml><?xml version="1.0" encoding="utf-8"?>
<p:tagLst xmlns:p="http://schemas.openxmlformats.org/presentationml/2006/main">
  <p:tag name="AS_UNIQUEID" val="843"/>
</p:tagLst>
</file>

<file path=ppt/tags/tag485.xml><?xml version="1.0" encoding="utf-8"?>
<p:tagLst xmlns:p="http://schemas.openxmlformats.org/presentationml/2006/main">
  <p:tag name="AS_UNIQUEID" val="844"/>
</p:tagLst>
</file>

<file path=ppt/tags/tag486.xml><?xml version="1.0" encoding="utf-8"?>
<p:tagLst xmlns:p="http://schemas.openxmlformats.org/presentationml/2006/main">
  <p:tag name="AS_UNIQUEID" val="845"/>
</p:tagLst>
</file>

<file path=ppt/tags/tag487.xml><?xml version="1.0" encoding="utf-8"?>
<p:tagLst xmlns:p="http://schemas.openxmlformats.org/presentationml/2006/main">
  <p:tag name="AS_UNIQUEID" val="266"/>
</p:tagLst>
</file>

<file path=ppt/tags/tag488.xml><?xml version="1.0" encoding="utf-8"?>
<p:tagLst xmlns:p="http://schemas.openxmlformats.org/presentationml/2006/main">
  <p:tag name="AS_UNIQUEID" val="267"/>
</p:tagLst>
</file>

<file path=ppt/tags/tag489.xml><?xml version="1.0" encoding="utf-8"?>
<p:tagLst xmlns:p="http://schemas.openxmlformats.org/presentationml/2006/main">
  <p:tag name="AS_UNIQUEID" val="268"/>
</p:tagLst>
</file>

<file path=ppt/tags/tag490.xml><?xml version="1.0" encoding="utf-8"?>
<p:tagLst xmlns:p="http://schemas.openxmlformats.org/presentationml/2006/main">
  <p:tag name="AS_UNIQUEID" val="302"/>
  <p:tag name="KSO_WM_DIAGRAM_VIRTUALLY_FRAME" val="{&quot;height&quot;:336,&quot;left&quot;:48,&quot;top&quot;:108,&quot;width&quot;:864.0000787401575}"/>
</p:tagLst>
</file>

<file path=ppt/tags/tag491.xml><?xml version="1.0" encoding="utf-8"?>
<p:tagLst xmlns:p="http://schemas.openxmlformats.org/presentationml/2006/main">
  <p:tag name="AS_UNIQUEID" val="286"/>
  <p:tag name="KSO_WM_DIAGRAM_VIRTUALLY_FRAME" val="{&quot;height&quot;:336,&quot;left&quot;:48,&quot;top&quot;:108,&quot;width&quot;:864.0000787401575}"/>
</p:tagLst>
</file>

<file path=ppt/tags/tag492.xml><?xml version="1.0" encoding="utf-8"?>
<p:tagLst xmlns:p="http://schemas.openxmlformats.org/presentationml/2006/main">
  <p:tag name="AS_UNIQUEID" val="287"/>
  <p:tag name="KSO_WM_DIAGRAM_VIRTUALLY_FRAME" val="{&quot;height&quot;:336,&quot;left&quot;:48,&quot;top&quot;:108,&quot;width&quot;:864.0000787401575}"/>
</p:tagLst>
</file>

<file path=ppt/tags/tag493.xml><?xml version="1.0" encoding="utf-8"?>
<p:tagLst xmlns:p="http://schemas.openxmlformats.org/presentationml/2006/main">
  <p:tag name="AS_UNIQUEID" val="288"/>
  <p:tag name="KSO_WM_DIAGRAM_VIRTUALLY_FRAME" val="{&quot;height&quot;:336,&quot;left&quot;:48,&quot;top&quot;:108,&quot;width&quot;:864.0000787401575}"/>
</p:tagLst>
</file>

<file path=ppt/tags/tag494.xml><?xml version="1.0" encoding="utf-8"?>
<p:tagLst xmlns:p="http://schemas.openxmlformats.org/presentationml/2006/main">
  <p:tag name="AS_UNIQUEID" val="289"/>
  <p:tag name="KSO_WM_DIAGRAM_VIRTUALLY_FRAME" val="{&quot;height&quot;:336,&quot;left&quot;:48,&quot;top&quot;:108,&quot;width&quot;:864.0000787401575}"/>
</p:tagLst>
</file>

<file path=ppt/tags/tag495.xml><?xml version="1.0" encoding="utf-8"?>
<p:tagLst xmlns:p="http://schemas.openxmlformats.org/presentationml/2006/main">
  <p:tag name="AS_UNIQUEID" val="290"/>
  <p:tag name="KSO_WM_DIAGRAM_VIRTUALLY_FRAME" val="{&quot;height&quot;:336,&quot;left&quot;:48,&quot;top&quot;:108,&quot;width&quot;:864.0000787401575}"/>
</p:tagLst>
</file>

<file path=ppt/tags/tag496.xml><?xml version="1.0" encoding="utf-8"?>
<p:tagLst xmlns:p="http://schemas.openxmlformats.org/presentationml/2006/main">
  <p:tag name="AS_UNIQUEID" val="291"/>
  <p:tag name="KSO_WM_DIAGRAM_VIRTUALLY_FRAME" val="{&quot;height&quot;:336,&quot;left&quot;:48,&quot;top&quot;:108,&quot;width&quot;:864.0000787401575}"/>
</p:tagLst>
</file>

<file path=ppt/tags/tag497.xml><?xml version="1.0" encoding="utf-8"?>
<p:tagLst xmlns:p="http://schemas.openxmlformats.org/presentationml/2006/main">
  <p:tag name="AS_UNIQUEID" val="292"/>
  <p:tag name="KSO_WM_DIAGRAM_VIRTUALLY_FRAME" val="{&quot;height&quot;:336,&quot;left&quot;:48,&quot;top&quot;:108,&quot;width&quot;:864.0000787401575}"/>
</p:tagLst>
</file>

<file path=ppt/tags/tag498.xml><?xml version="1.0" encoding="utf-8"?>
<p:tagLst xmlns:p="http://schemas.openxmlformats.org/presentationml/2006/main">
  <p:tag name="AS_UNIQUEID" val="293"/>
  <p:tag name="KSO_WM_DIAGRAM_VIRTUALLY_FRAME" val="{&quot;height&quot;:336,&quot;left&quot;:48,&quot;top&quot;:108,&quot;width&quot;:864.0000787401575}"/>
</p:tagLst>
</file>

<file path=ppt/tags/tag499.xml><?xml version="1.0" encoding="utf-8"?>
<p:tagLst xmlns:p="http://schemas.openxmlformats.org/presentationml/2006/main">
  <p:tag name="AS_UNIQUEID" val="294"/>
  <p:tag name="KSO_WM_DIAGRAM_VIRTUALLY_FRAME" val="{&quot;height&quot;:336,&quot;left&quot;:48,&quot;top&quot;:108,&quot;width&quot;:864.0000787401575}"/>
</p:tagLst>
</file>

<file path=ppt/tags/tag500.xml><?xml version="1.0" encoding="utf-8"?>
<p:tagLst xmlns:p="http://schemas.openxmlformats.org/presentationml/2006/main">
  <p:tag name="AS_UNIQUEID" val="295"/>
  <p:tag name="KSO_WM_DIAGRAM_VIRTUALLY_FRAME" val="{&quot;height&quot;:336,&quot;left&quot;:48,&quot;top&quot;:108,&quot;width&quot;:864.0000787401575}"/>
</p:tagLst>
</file>

<file path=ppt/tags/tag501.xml><?xml version="1.0" encoding="utf-8"?>
<p:tagLst xmlns:p="http://schemas.openxmlformats.org/presentationml/2006/main">
  <p:tag name="AS_UNIQUEID" val="296"/>
  <p:tag name="KSO_WM_DIAGRAM_VIRTUALLY_FRAME" val="{&quot;height&quot;:336,&quot;left&quot;:48,&quot;top&quot;:108,&quot;width&quot;:864.0000787401575}"/>
</p:tagLst>
</file>

<file path=ppt/tags/tag502.xml><?xml version="1.0" encoding="utf-8"?>
<p:tagLst xmlns:p="http://schemas.openxmlformats.org/presentationml/2006/main">
  <p:tag name="AS_UNIQUEID" val="297"/>
  <p:tag name="KSO_WM_DIAGRAM_VIRTUALLY_FRAME" val="{&quot;height&quot;:336,&quot;left&quot;:48,&quot;top&quot;:108,&quot;width&quot;:864.0000787401575}"/>
</p:tagLst>
</file>

<file path=ppt/tags/tag503.xml><?xml version="1.0" encoding="utf-8"?>
<p:tagLst xmlns:p="http://schemas.openxmlformats.org/presentationml/2006/main">
  <p:tag name="AS_UNIQUEID" val="298"/>
  <p:tag name="KSO_WM_DIAGRAM_VIRTUALLY_FRAME" val="{&quot;height&quot;:336,&quot;left&quot;:48,&quot;top&quot;:108,&quot;width&quot;:864.0000787401575}"/>
</p:tagLst>
</file>

<file path=ppt/tags/tag504.xml><?xml version="1.0" encoding="utf-8"?>
<p:tagLst xmlns:p="http://schemas.openxmlformats.org/presentationml/2006/main">
  <p:tag name="AS_UNIQUEID" val="299"/>
  <p:tag name="KSO_WM_DIAGRAM_VIRTUALLY_FRAME" val="{&quot;height&quot;:336,&quot;left&quot;:48,&quot;top&quot;:108,&quot;width&quot;:864.0000787401575}"/>
</p:tagLst>
</file>

<file path=ppt/tags/tag505.xml><?xml version="1.0" encoding="utf-8"?>
<p:tagLst xmlns:p="http://schemas.openxmlformats.org/presentationml/2006/main">
  <p:tag name="AS_UNIQUEID" val="300"/>
  <p:tag name="KSO_WM_DIAGRAM_VIRTUALLY_FRAME" val="{&quot;height&quot;:336,&quot;left&quot;:48,&quot;top&quot;:108,&quot;width&quot;:864.0000787401575}"/>
</p:tagLst>
</file>

<file path=ppt/tags/tag506.xml><?xml version="1.0" encoding="utf-8"?>
<p:tagLst xmlns:p="http://schemas.openxmlformats.org/presentationml/2006/main">
  <p:tag name="AS_UNIQUEID" val="301"/>
  <p:tag name="KSO_WM_DIAGRAM_VIRTUALLY_FRAME" val="{&quot;height&quot;:336,&quot;left&quot;:48,&quot;top&quot;:108,&quot;width&quot;:864.0000787401575}"/>
</p:tagLst>
</file>

<file path=ppt/tags/tag507.xml><?xml version="1.0" encoding="utf-8"?>
<p:tagLst xmlns:p="http://schemas.openxmlformats.org/presentationml/2006/main">
  <p:tag name="AS_UNIQUEID" val="285"/>
</p:tagLst>
</file>

<file path=ppt/tags/tag508.xml><?xml version="1.0" encoding="utf-8"?>
<p:tagLst xmlns:p="http://schemas.openxmlformats.org/presentationml/2006/main">
  <p:tag name="AS_UNIQUEID" val="848"/>
</p:tagLst>
</file>

<file path=ppt/tags/tag509.xml><?xml version="1.0" encoding="utf-8"?>
<p:tagLst xmlns:p="http://schemas.openxmlformats.org/presentationml/2006/main">
  <p:tag name="AS_UNIQUEID" val="849"/>
</p:tagLst>
</file>

<file path=ppt/tags/tag510.xml><?xml version="1.0" encoding="utf-8"?>
<p:tagLst xmlns:p="http://schemas.openxmlformats.org/presentationml/2006/main">
  <p:tag name="AS_UNIQUEID" val="850"/>
</p:tagLst>
</file>

<file path=ppt/tags/tag511.xml><?xml version="1.0" encoding="utf-8"?>
<p:tagLst xmlns:p="http://schemas.openxmlformats.org/presentationml/2006/main">
  <p:tag name="AS_UNIQUEID" val="303"/>
</p:tagLst>
</file>

<file path=ppt/tags/tag512.xml><?xml version="1.0" encoding="utf-8"?>
<p:tagLst xmlns:p="http://schemas.openxmlformats.org/presentationml/2006/main">
  <p:tag name="AS_UNIQUEID" val="304"/>
</p:tagLst>
</file>

<file path=ppt/tags/tag513.xml><?xml version="1.0" encoding="utf-8"?>
<p:tagLst xmlns:p="http://schemas.openxmlformats.org/presentationml/2006/main">
  <p:tag name="AS_UNIQUEID" val="853"/>
</p:tagLst>
</file>

<file path=ppt/tags/tag514.xml><?xml version="1.0" encoding="utf-8"?>
<p:tagLst xmlns:p="http://schemas.openxmlformats.org/presentationml/2006/main">
  <p:tag name="AS_UNIQUEID" val="854"/>
</p:tagLst>
</file>

<file path=ppt/tags/tag515.xml><?xml version="1.0" encoding="utf-8"?>
<p:tagLst xmlns:p="http://schemas.openxmlformats.org/presentationml/2006/main">
  <p:tag name="AS_UNIQUEID" val="855"/>
</p:tagLst>
</file>

<file path=ppt/tags/tag516.xml><?xml version="1.0" encoding="utf-8"?>
<p:tagLst xmlns:p="http://schemas.openxmlformats.org/presentationml/2006/main">
  <p:tag name="AS_UNIQUEID" val="761"/>
</p:tagLst>
</file>

<file path=ppt/tags/tag517.xml><?xml version="1.0" encoding="utf-8"?>
<p:tagLst xmlns:p="http://schemas.openxmlformats.org/presentationml/2006/main">
  <p:tag name="AS_UNIQUEID" val="762"/>
</p:tagLst>
</file>

<file path=ppt/tags/tag518.xml><?xml version="1.0" encoding="utf-8"?>
<p:tagLst xmlns:p="http://schemas.openxmlformats.org/presentationml/2006/main">
  <p:tag name="AS_UNIQUEID" val="763"/>
</p:tagLst>
</file>

<file path=ppt/tags/tag519.xml><?xml version="1.0" encoding="utf-8"?>
<p:tagLst xmlns:p="http://schemas.openxmlformats.org/presentationml/2006/main">
  <p:tag name="AS_UNIQUEID" val="764"/>
</p:tagLst>
</file>

<file path=ppt/tags/tag520.xml><?xml version="1.0" encoding="utf-8"?>
<p:tagLst xmlns:p="http://schemas.openxmlformats.org/presentationml/2006/main">
  <p:tag name="AS_UNIQUEID" val="765"/>
</p:tagLst>
</file>

<file path=ppt/tags/tag521.xml><?xml version="1.0" encoding="utf-8"?>
<p:tagLst xmlns:p="http://schemas.openxmlformats.org/presentationml/2006/main">
  <p:tag name="AS_UNIQUEID" val="766"/>
</p:tagLst>
</file>

<file path=ppt/tags/tag522.xml><?xml version="1.0" encoding="utf-8"?>
<p:tagLst xmlns:p="http://schemas.openxmlformats.org/presentationml/2006/main">
  <p:tag name="AS_OS" val="Unix 4.19.91.0"/>
  <p:tag name="AS_RELEASE_DATE" val="2025.05.31"/>
  <p:tag name="AS_TITLE" val="Aspose.Slides for Java"/>
  <p:tag name="AS_VERSION" val="25.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2488</Words>
  <Application>WPS 演示</Application>
  <PresentationFormat>On-screen Show (4:3)</PresentationFormat>
  <Paragraphs>444</Paragraphs>
  <Slides>19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4" baseType="lpstr">
      <vt:lpstr>Arial</vt:lpstr>
      <vt:lpstr>宋体</vt:lpstr>
      <vt:lpstr>Wingdings</vt:lpstr>
      <vt:lpstr>思源黑体 CN</vt:lpstr>
      <vt:lpstr>黑体</vt:lpstr>
      <vt:lpstr>思源黑体 CN</vt:lpstr>
      <vt:lpstr>思源黑体 CN</vt:lpstr>
      <vt:lpstr>思源黑体 CN Bold</vt:lpstr>
      <vt:lpstr>思源黑体 CN Bold</vt:lpstr>
      <vt:lpstr>思源黑体 CN Bold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202603</cp:lastModifiedBy>
  <cp:revision>4</cp:revision>
  <cp:lastPrinted>2026-08-30T10:17:00Z</cp:lastPrinted>
  <dcterms:created xsi:type="dcterms:W3CDTF">2026-08-30T02:17:00Z</dcterms:created>
  <dcterms:modified xsi:type="dcterms:W3CDTF">2026-09-11T08:37:08Z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423040D7221641BE8E3720E8D7D96E03_13</vt:lpwstr>
  </property>
</Properties>
</file>