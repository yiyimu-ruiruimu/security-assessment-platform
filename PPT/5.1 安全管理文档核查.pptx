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2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2.svg" ContentType="image/svg+xml"/>
  <Override PartName="/ppt/media/image114.svg" ContentType="image/svg+xml"/>
  <Override PartName="/ppt/media/image117.svg" ContentType="image/svg+xml"/>
  <Override PartName="/ppt/media/image121.svg" ContentType="image/svg+xml"/>
  <Override PartName="/ppt/media/image129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5.svg" ContentType="image/svg+xml"/>
  <Override PartName="/ppt/media/image148.svg" ContentType="image/svg+xml"/>
  <Override PartName="/ppt/media/image151.svg" ContentType="image/svg+xml"/>
  <Override PartName="/ppt/media/image158.svg" ContentType="image/svg+xml"/>
  <Override PartName="/ppt/media/image16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8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7.svg" ContentType="image/svg+xml"/>
  <Override PartName="/ppt/media/image81.svg" ContentType="image/svg+xml"/>
  <Override PartName="/ppt/media/image88.svg" ContentType="image/svg+xml"/>
  <Override PartName="/ppt/media/image91.svg" ContentType="image/svg+xml"/>
  <Override PartName="/ppt/media/image93.svg" ContentType="image/svg+xml"/>
  <Override PartName="/ppt/media/image9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  <p:sldId id="298" r:id="rId17"/>
    <p:sldId id="301" r:id="rId18"/>
    <p:sldId id="304" r:id="rId19"/>
    <p:sldId id="307" r:id="rId20"/>
    <p:sldId id="310" r:id="rId21"/>
    <p:sldId id="313" r:id="rId22"/>
    <p:sldId id="316" r:id="rId23"/>
    <p:sldId id="319" r:id="rId24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 showGuides="1"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65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650.xml"/><Relationship Id="rId5" Type="http://schemas.openxmlformats.org/officeDocument/2006/relationships/tags" Target="../tags/tag649.xml"/><Relationship Id="rId4" Type="http://schemas.openxmlformats.org/officeDocument/2006/relationships/tags" Target="../tags/tag648.xml"/><Relationship Id="rId3" Type="http://schemas.openxmlformats.org/officeDocument/2006/relationships/tags" Target="../tags/tag647.xml"/><Relationship Id="rId2" Type="http://schemas.openxmlformats.org/officeDocument/2006/relationships/tags" Target="../tags/tag646.xml"/><Relationship Id="rId1" Type="http://schemas.openxmlformats.org/officeDocument/2006/relationships/tags" Target="../tags/tag64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390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400.xml"/><Relationship Id="rId4" Type="http://schemas.openxmlformats.org/officeDocument/2006/relationships/tags" Target="../tags/tag399.xml"/><Relationship Id="rId3" Type="http://schemas.openxmlformats.org/officeDocument/2006/relationships/tags" Target="../tags/tag39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479.xml"/><Relationship Id="rId4" Type="http://schemas.openxmlformats.org/officeDocument/2006/relationships/tags" Target="../tags/tag478.xml"/><Relationship Id="rId3" Type="http://schemas.openxmlformats.org/officeDocument/2006/relationships/tags" Target="../tags/tag47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531.xml"/><Relationship Id="rId4" Type="http://schemas.openxmlformats.org/officeDocument/2006/relationships/tags" Target="../tags/tag530.xml"/><Relationship Id="rId3" Type="http://schemas.openxmlformats.org/officeDocument/2006/relationships/tags" Target="../tags/tag52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554.xml"/><Relationship Id="rId4" Type="http://schemas.openxmlformats.org/officeDocument/2006/relationships/tags" Target="../tags/tag553.xml"/><Relationship Id="rId3" Type="http://schemas.openxmlformats.org/officeDocument/2006/relationships/tags" Target="../tags/tag55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595.xml"/><Relationship Id="rId4" Type="http://schemas.openxmlformats.org/officeDocument/2006/relationships/tags" Target="../tags/tag594.xml"/><Relationship Id="rId3" Type="http://schemas.openxmlformats.org/officeDocument/2006/relationships/tags" Target="../tags/tag59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5" Type="http://schemas.openxmlformats.org/officeDocument/2006/relationships/tags" Target="../tags/tag639.xml"/><Relationship Id="rId4" Type="http://schemas.openxmlformats.org/officeDocument/2006/relationships/tags" Target="../tags/tag638.xml"/><Relationship Id="rId3" Type="http://schemas.openxmlformats.org/officeDocument/2006/relationships/tags" Target="../tags/tag63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5" Type="http://schemas.openxmlformats.org/officeDocument/2006/relationships/tags" Target="../tags/tag644.xml"/><Relationship Id="rId4" Type="http://schemas.openxmlformats.org/officeDocument/2006/relationships/tags" Target="../tags/tag643.xml"/><Relationship Id="rId3" Type="http://schemas.openxmlformats.org/officeDocument/2006/relationships/tags" Target="../tags/tag64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10.png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12.png"/><Relationship Id="rId5" Type="http://schemas.openxmlformats.org/officeDocument/2006/relationships/tags" Target="../tags/tag37.xml"/><Relationship Id="rId41" Type="http://schemas.openxmlformats.org/officeDocument/2006/relationships/notesSlide" Target="../notesSlides/notesSlide3.xml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9" Type="http://schemas.openxmlformats.org/officeDocument/2006/relationships/tags" Target="../tags/tag64.xml"/><Relationship Id="rId38" Type="http://schemas.openxmlformats.org/officeDocument/2006/relationships/image" Target="../media/image18.png"/><Relationship Id="rId37" Type="http://schemas.openxmlformats.org/officeDocument/2006/relationships/tags" Target="../tags/tag63.xml"/><Relationship Id="rId36" Type="http://schemas.openxmlformats.org/officeDocument/2006/relationships/tags" Target="../tags/tag62.xml"/><Relationship Id="rId35" Type="http://schemas.openxmlformats.org/officeDocument/2006/relationships/tags" Target="../tags/tag61.xml"/><Relationship Id="rId34" Type="http://schemas.openxmlformats.org/officeDocument/2006/relationships/tags" Target="../tags/tag60.xml"/><Relationship Id="rId33" Type="http://schemas.openxmlformats.org/officeDocument/2006/relationships/tags" Target="../tags/tag59.xml"/><Relationship Id="rId32" Type="http://schemas.openxmlformats.org/officeDocument/2006/relationships/tags" Target="../tags/tag58.xml"/><Relationship Id="rId31" Type="http://schemas.openxmlformats.org/officeDocument/2006/relationships/tags" Target="../tags/tag57.xml"/><Relationship Id="rId30" Type="http://schemas.openxmlformats.org/officeDocument/2006/relationships/tags" Target="../tags/tag56.xml"/><Relationship Id="rId3" Type="http://schemas.openxmlformats.org/officeDocument/2006/relationships/tags" Target="../tags/tag36.xml"/><Relationship Id="rId29" Type="http://schemas.openxmlformats.org/officeDocument/2006/relationships/image" Target="../media/image17.png"/><Relationship Id="rId28" Type="http://schemas.openxmlformats.org/officeDocument/2006/relationships/tags" Target="../tags/tag55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image" Target="../media/image9.png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image" Target="../media/image14.svg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image" Target="../media/image12.png"/><Relationship Id="rId5" Type="http://schemas.openxmlformats.org/officeDocument/2006/relationships/tags" Target="../tags/tag70.xml"/><Relationship Id="rId4" Type="http://schemas.openxmlformats.org/officeDocument/2006/relationships/image" Target="../media/image11.png"/><Relationship Id="rId34" Type="http://schemas.openxmlformats.org/officeDocument/2006/relationships/notesSlide" Target="../notesSlides/notesSlide4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9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image" Target="../media/image9.png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tags" Target="../tags/tag74.xml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100.xml"/><Relationship Id="rId72" Type="http://schemas.openxmlformats.org/officeDocument/2006/relationships/notesSlide" Target="../notesSlides/notesSlide5.xml"/><Relationship Id="rId71" Type="http://schemas.openxmlformats.org/officeDocument/2006/relationships/slideLayout" Target="../slideLayouts/slideLayout1.xml"/><Relationship Id="rId70" Type="http://schemas.openxmlformats.org/officeDocument/2006/relationships/tags" Target="../tags/tag144.xml"/><Relationship Id="rId7" Type="http://schemas.openxmlformats.org/officeDocument/2006/relationships/tags" Target="../tags/tag99.xml"/><Relationship Id="rId69" Type="http://schemas.openxmlformats.org/officeDocument/2006/relationships/tags" Target="../tags/tag143.xml"/><Relationship Id="rId68" Type="http://schemas.openxmlformats.org/officeDocument/2006/relationships/tags" Target="../tags/tag142.xml"/><Relationship Id="rId67" Type="http://schemas.openxmlformats.org/officeDocument/2006/relationships/image" Target="../media/image40.svg"/><Relationship Id="rId66" Type="http://schemas.openxmlformats.org/officeDocument/2006/relationships/image" Target="../media/image39.png"/><Relationship Id="rId65" Type="http://schemas.openxmlformats.org/officeDocument/2006/relationships/tags" Target="../tags/tag141.xml"/><Relationship Id="rId64" Type="http://schemas.openxmlformats.org/officeDocument/2006/relationships/tags" Target="../tags/tag140.xml"/><Relationship Id="rId63" Type="http://schemas.openxmlformats.org/officeDocument/2006/relationships/tags" Target="../tags/tag139.xml"/><Relationship Id="rId62" Type="http://schemas.openxmlformats.org/officeDocument/2006/relationships/tags" Target="../tags/tag138.xml"/><Relationship Id="rId61" Type="http://schemas.openxmlformats.org/officeDocument/2006/relationships/tags" Target="../tags/tag137.xml"/><Relationship Id="rId60" Type="http://schemas.openxmlformats.org/officeDocument/2006/relationships/tags" Target="../tags/tag136.xml"/><Relationship Id="rId6" Type="http://schemas.openxmlformats.org/officeDocument/2006/relationships/image" Target="../media/image12.png"/><Relationship Id="rId59" Type="http://schemas.openxmlformats.org/officeDocument/2006/relationships/tags" Target="../tags/tag135.xml"/><Relationship Id="rId58" Type="http://schemas.openxmlformats.org/officeDocument/2006/relationships/tags" Target="../tags/tag134.xml"/><Relationship Id="rId57" Type="http://schemas.openxmlformats.org/officeDocument/2006/relationships/tags" Target="../tags/tag133.xml"/><Relationship Id="rId56" Type="http://schemas.openxmlformats.org/officeDocument/2006/relationships/tags" Target="../tags/tag132.xml"/><Relationship Id="rId55" Type="http://schemas.openxmlformats.org/officeDocument/2006/relationships/tags" Target="../tags/tag131.xml"/><Relationship Id="rId54" Type="http://schemas.openxmlformats.org/officeDocument/2006/relationships/tags" Target="../tags/tag130.xml"/><Relationship Id="rId53" Type="http://schemas.openxmlformats.org/officeDocument/2006/relationships/tags" Target="../tags/tag129.xml"/><Relationship Id="rId52" Type="http://schemas.openxmlformats.org/officeDocument/2006/relationships/tags" Target="../tags/tag128.xml"/><Relationship Id="rId51" Type="http://schemas.openxmlformats.org/officeDocument/2006/relationships/tags" Target="../tags/tag127.xml"/><Relationship Id="rId50" Type="http://schemas.openxmlformats.org/officeDocument/2006/relationships/tags" Target="../tags/tag126.xml"/><Relationship Id="rId5" Type="http://schemas.openxmlformats.org/officeDocument/2006/relationships/tags" Target="../tags/tag98.xml"/><Relationship Id="rId49" Type="http://schemas.openxmlformats.org/officeDocument/2006/relationships/tags" Target="../tags/tag125.xml"/><Relationship Id="rId48" Type="http://schemas.openxmlformats.org/officeDocument/2006/relationships/tags" Target="../tags/tag124.xml"/><Relationship Id="rId47" Type="http://schemas.openxmlformats.org/officeDocument/2006/relationships/tags" Target="../tags/tag123.xml"/><Relationship Id="rId46" Type="http://schemas.openxmlformats.org/officeDocument/2006/relationships/tags" Target="../tags/tag122.xml"/><Relationship Id="rId45" Type="http://schemas.openxmlformats.org/officeDocument/2006/relationships/tags" Target="../tags/tag121.xml"/><Relationship Id="rId44" Type="http://schemas.openxmlformats.org/officeDocument/2006/relationships/image" Target="../media/image38.svg"/><Relationship Id="rId43" Type="http://schemas.openxmlformats.org/officeDocument/2006/relationships/image" Target="../media/image37.png"/><Relationship Id="rId42" Type="http://schemas.openxmlformats.org/officeDocument/2006/relationships/tags" Target="../tags/tag120.xml"/><Relationship Id="rId41" Type="http://schemas.openxmlformats.org/officeDocument/2006/relationships/tags" Target="../tags/tag119.xml"/><Relationship Id="rId40" Type="http://schemas.openxmlformats.org/officeDocument/2006/relationships/tags" Target="../tags/tag118.xml"/><Relationship Id="rId4" Type="http://schemas.openxmlformats.org/officeDocument/2006/relationships/image" Target="../media/image11.png"/><Relationship Id="rId39" Type="http://schemas.openxmlformats.org/officeDocument/2006/relationships/tags" Target="../tags/tag117.xml"/><Relationship Id="rId38" Type="http://schemas.openxmlformats.org/officeDocument/2006/relationships/tags" Target="../tags/tag116.xml"/><Relationship Id="rId37" Type="http://schemas.openxmlformats.org/officeDocument/2006/relationships/image" Target="../media/image36.png"/><Relationship Id="rId36" Type="http://schemas.openxmlformats.org/officeDocument/2006/relationships/tags" Target="../tags/tag115.xml"/><Relationship Id="rId35" Type="http://schemas.openxmlformats.org/officeDocument/2006/relationships/image" Target="../media/image35.svg"/><Relationship Id="rId34" Type="http://schemas.openxmlformats.org/officeDocument/2006/relationships/image" Target="../media/image34.png"/><Relationship Id="rId33" Type="http://schemas.openxmlformats.org/officeDocument/2006/relationships/tags" Target="../tags/tag114.xml"/><Relationship Id="rId32" Type="http://schemas.openxmlformats.org/officeDocument/2006/relationships/tags" Target="../tags/tag113.xml"/><Relationship Id="rId31" Type="http://schemas.openxmlformats.org/officeDocument/2006/relationships/image" Target="../media/image33.svg"/><Relationship Id="rId30" Type="http://schemas.openxmlformats.org/officeDocument/2006/relationships/image" Target="../media/image32.png"/><Relationship Id="rId3" Type="http://schemas.openxmlformats.org/officeDocument/2006/relationships/tags" Target="../tags/tag97.xml"/><Relationship Id="rId29" Type="http://schemas.openxmlformats.org/officeDocument/2006/relationships/tags" Target="../tags/tag112.xml"/><Relationship Id="rId28" Type="http://schemas.openxmlformats.org/officeDocument/2006/relationships/tags" Target="../tags/tag111.xml"/><Relationship Id="rId27" Type="http://schemas.openxmlformats.org/officeDocument/2006/relationships/image" Target="../media/image31.svg"/><Relationship Id="rId26" Type="http://schemas.openxmlformats.org/officeDocument/2006/relationships/image" Target="../media/image30.png"/><Relationship Id="rId25" Type="http://schemas.openxmlformats.org/officeDocument/2006/relationships/tags" Target="../tags/tag110.xml"/><Relationship Id="rId24" Type="http://schemas.openxmlformats.org/officeDocument/2006/relationships/tags" Target="../tags/tag109.xml"/><Relationship Id="rId23" Type="http://schemas.openxmlformats.org/officeDocument/2006/relationships/image" Target="../media/image29.svg"/><Relationship Id="rId22" Type="http://schemas.openxmlformats.org/officeDocument/2006/relationships/image" Target="../media/image28.png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image" Target="../media/image9.png"/><Relationship Id="rId19" Type="http://schemas.openxmlformats.org/officeDocument/2006/relationships/image" Target="../media/image27.png"/><Relationship Id="rId18" Type="http://schemas.openxmlformats.org/officeDocument/2006/relationships/tags" Target="../tags/tag106.xml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image" Target="../media/image24.svg"/><Relationship Id="rId1" Type="http://schemas.openxmlformats.org/officeDocument/2006/relationships/tags" Target="../tags/tag9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image" Target="../media/image12.png"/><Relationship Id="rId5" Type="http://schemas.openxmlformats.org/officeDocument/2006/relationships/tags" Target="../tags/tag150.xml"/><Relationship Id="rId4" Type="http://schemas.openxmlformats.org/officeDocument/2006/relationships/image" Target="../media/image11.png"/><Relationship Id="rId3" Type="http://schemas.openxmlformats.org/officeDocument/2006/relationships/tags" Target="../tags/tag149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56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tags" Target="../tags/tag1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image" Target="../media/image12.png"/><Relationship Id="rId5" Type="http://schemas.openxmlformats.org/officeDocument/2006/relationships/tags" Target="../tags/tag162.xml"/><Relationship Id="rId4" Type="http://schemas.openxmlformats.org/officeDocument/2006/relationships/image" Target="../media/image11.png"/><Relationship Id="rId35" Type="http://schemas.openxmlformats.org/officeDocument/2006/relationships/notesSlide" Target="../notesSlides/notesSlide7.xml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50.wmf"/><Relationship Id="rId31" Type="http://schemas.openxmlformats.org/officeDocument/2006/relationships/package" Target="../embeddings/Document1.docx"/><Relationship Id="rId30" Type="http://schemas.openxmlformats.org/officeDocument/2006/relationships/tags" Target="../tags/tag179.xml"/><Relationship Id="rId3" Type="http://schemas.openxmlformats.org/officeDocument/2006/relationships/tags" Target="../tags/tag161.xml"/><Relationship Id="rId29" Type="http://schemas.openxmlformats.org/officeDocument/2006/relationships/tags" Target="../tags/tag178.xml"/><Relationship Id="rId28" Type="http://schemas.openxmlformats.org/officeDocument/2006/relationships/tags" Target="../tags/tag177.xml"/><Relationship Id="rId27" Type="http://schemas.openxmlformats.org/officeDocument/2006/relationships/tags" Target="../tags/tag176.xml"/><Relationship Id="rId26" Type="http://schemas.openxmlformats.org/officeDocument/2006/relationships/tags" Target="../tags/tag175.xml"/><Relationship Id="rId25" Type="http://schemas.openxmlformats.org/officeDocument/2006/relationships/image" Target="../media/image49.png"/><Relationship Id="rId24" Type="http://schemas.openxmlformats.org/officeDocument/2006/relationships/tags" Target="../tags/tag174.xml"/><Relationship Id="rId23" Type="http://schemas.openxmlformats.org/officeDocument/2006/relationships/tags" Target="../tags/tag173.xml"/><Relationship Id="rId22" Type="http://schemas.openxmlformats.org/officeDocument/2006/relationships/tags" Target="../tags/tag172.xml"/><Relationship Id="rId21" Type="http://schemas.openxmlformats.org/officeDocument/2006/relationships/tags" Target="../tags/tag171.xml"/><Relationship Id="rId20" Type="http://schemas.openxmlformats.org/officeDocument/2006/relationships/tags" Target="../tags/tag170.xml"/><Relationship Id="rId2" Type="http://schemas.openxmlformats.org/officeDocument/2006/relationships/image" Target="../media/image9.png"/><Relationship Id="rId19" Type="http://schemas.openxmlformats.org/officeDocument/2006/relationships/image" Target="../media/image48.svg"/><Relationship Id="rId18" Type="http://schemas.openxmlformats.org/officeDocument/2006/relationships/image" Target="../media/image47.png"/><Relationship Id="rId17" Type="http://schemas.openxmlformats.org/officeDocument/2006/relationships/tags" Target="../tags/tag169.xml"/><Relationship Id="rId16" Type="http://schemas.openxmlformats.org/officeDocument/2006/relationships/image" Target="../media/image46.png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image" Target="../media/image45.png"/><Relationship Id="rId11" Type="http://schemas.openxmlformats.org/officeDocument/2006/relationships/tags" Target="../tags/tag165.xml"/><Relationship Id="rId10" Type="http://schemas.openxmlformats.org/officeDocument/2006/relationships/image" Target="../media/image44.svg"/><Relationship Id="rId1" Type="http://schemas.openxmlformats.org/officeDocument/2006/relationships/tags" Target="../tags/tag16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image" Target="../media/image12.png"/><Relationship Id="rId52" Type="http://schemas.openxmlformats.org/officeDocument/2006/relationships/notesSlide" Target="../notesSlides/notesSlide8.xml"/><Relationship Id="rId51" Type="http://schemas.openxmlformats.org/officeDocument/2006/relationships/slideLayout" Target="../slideLayouts/slideLayout1.xml"/><Relationship Id="rId50" Type="http://schemas.openxmlformats.org/officeDocument/2006/relationships/tags" Target="../tags/tag218.xml"/><Relationship Id="rId5" Type="http://schemas.openxmlformats.org/officeDocument/2006/relationships/tags" Target="../tags/tag185.xml"/><Relationship Id="rId49" Type="http://schemas.openxmlformats.org/officeDocument/2006/relationships/tags" Target="../tags/tag217.xml"/><Relationship Id="rId48" Type="http://schemas.openxmlformats.org/officeDocument/2006/relationships/tags" Target="../tags/tag216.xml"/><Relationship Id="rId47" Type="http://schemas.openxmlformats.org/officeDocument/2006/relationships/tags" Target="../tags/tag215.xml"/><Relationship Id="rId46" Type="http://schemas.openxmlformats.org/officeDocument/2006/relationships/tags" Target="../tags/tag214.xml"/><Relationship Id="rId45" Type="http://schemas.openxmlformats.org/officeDocument/2006/relationships/tags" Target="../tags/tag213.xml"/><Relationship Id="rId44" Type="http://schemas.openxmlformats.org/officeDocument/2006/relationships/tags" Target="../tags/tag212.xml"/><Relationship Id="rId43" Type="http://schemas.openxmlformats.org/officeDocument/2006/relationships/tags" Target="../tags/tag211.xml"/><Relationship Id="rId42" Type="http://schemas.openxmlformats.org/officeDocument/2006/relationships/tags" Target="../tags/tag210.xml"/><Relationship Id="rId41" Type="http://schemas.openxmlformats.org/officeDocument/2006/relationships/tags" Target="../tags/tag209.xml"/><Relationship Id="rId40" Type="http://schemas.openxmlformats.org/officeDocument/2006/relationships/tags" Target="../tags/tag208.xml"/><Relationship Id="rId4" Type="http://schemas.openxmlformats.org/officeDocument/2006/relationships/image" Target="../media/image11.png"/><Relationship Id="rId39" Type="http://schemas.openxmlformats.org/officeDocument/2006/relationships/tags" Target="../tags/tag207.xml"/><Relationship Id="rId38" Type="http://schemas.openxmlformats.org/officeDocument/2006/relationships/tags" Target="../tags/tag206.xml"/><Relationship Id="rId37" Type="http://schemas.openxmlformats.org/officeDocument/2006/relationships/tags" Target="../tags/tag205.xml"/><Relationship Id="rId36" Type="http://schemas.openxmlformats.org/officeDocument/2006/relationships/tags" Target="../tags/tag204.xml"/><Relationship Id="rId35" Type="http://schemas.openxmlformats.org/officeDocument/2006/relationships/tags" Target="../tags/tag203.xml"/><Relationship Id="rId34" Type="http://schemas.openxmlformats.org/officeDocument/2006/relationships/tags" Target="../tags/tag202.xml"/><Relationship Id="rId33" Type="http://schemas.openxmlformats.org/officeDocument/2006/relationships/tags" Target="../tags/tag201.xml"/><Relationship Id="rId32" Type="http://schemas.openxmlformats.org/officeDocument/2006/relationships/tags" Target="../tags/tag200.xml"/><Relationship Id="rId31" Type="http://schemas.openxmlformats.org/officeDocument/2006/relationships/image" Target="../media/image61.svg"/><Relationship Id="rId30" Type="http://schemas.openxmlformats.org/officeDocument/2006/relationships/image" Target="../media/image60.png"/><Relationship Id="rId3" Type="http://schemas.openxmlformats.org/officeDocument/2006/relationships/tags" Target="../tags/tag184.xml"/><Relationship Id="rId29" Type="http://schemas.openxmlformats.org/officeDocument/2006/relationships/tags" Target="../tags/tag199.xml"/><Relationship Id="rId28" Type="http://schemas.openxmlformats.org/officeDocument/2006/relationships/tags" Target="../tags/tag198.xml"/><Relationship Id="rId27" Type="http://schemas.openxmlformats.org/officeDocument/2006/relationships/tags" Target="../tags/tag197.xml"/><Relationship Id="rId26" Type="http://schemas.openxmlformats.org/officeDocument/2006/relationships/image" Target="../media/image59.svg"/><Relationship Id="rId25" Type="http://schemas.openxmlformats.org/officeDocument/2006/relationships/image" Target="../media/image58.png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tags" Target="../tags/tag194.xml"/><Relationship Id="rId21" Type="http://schemas.openxmlformats.org/officeDocument/2006/relationships/image" Target="../media/image57.svg"/><Relationship Id="rId20" Type="http://schemas.openxmlformats.org/officeDocument/2006/relationships/image" Target="../media/image56.png"/><Relationship Id="rId2" Type="http://schemas.openxmlformats.org/officeDocument/2006/relationships/image" Target="../media/image9.png"/><Relationship Id="rId19" Type="http://schemas.openxmlformats.org/officeDocument/2006/relationships/tags" Target="../tags/tag193.xml"/><Relationship Id="rId18" Type="http://schemas.openxmlformats.org/officeDocument/2006/relationships/tags" Target="../tags/tag192.xml"/><Relationship Id="rId17" Type="http://schemas.openxmlformats.org/officeDocument/2006/relationships/tags" Target="../tags/tag191.xml"/><Relationship Id="rId16" Type="http://schemas.openxmlformats.org/officeDocument/2006/relationships/image" Target="../media/image55.svg"/><Relationship Id="rId15" Type="http://schemas.openxmlformats.org/officeDocument/2006/relationships/image" Target="../media/image54.png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image" Target="../media/image53.png"/><Relationship Id="rId11" Type="http://schemas.openxmlformats.org/officeDocument/2006/relationships/tags" Target="../tags/tag188.xml"/><Relationship Id="rId10" Type="http://schemas.openxmlformats.org/officeDocument/2006/relationships/image" Target="../media/image52.svg"/><Relationship Id="rId1" Type="http://schemas.openxmlformats.org/officeDocument/2006/relationships/tags" Target="../tags/tag18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tags" Target="../tags/tag226.xml"/><Relationship Id="rId76" Type="http://schemas.openxmlformats.org/officeDocument/2006/relationships/notesSlide" Target="../notesSlides/notesSlide9.xml"/><Relationship Id="rId75" Type="http://schemas.openxmlformats.org/officeDocument/2006/relationships/slideLayout" Target="../slideLayouts/slideLayout1.xml"/><Relationship Id="rId74" Type="http://schemas.openxmlformats.org/officeDocument/2006/relationships/tags" Target="../tags/tag273.xml"/><Relationship Id="rId73" Type="http://schemas.openxmlformats.org/officeDocument/2006/relationships/tags" Target="../tags/tag272.xml"/><Relationship Id="rId72" Type="http://schemas.openxmlformats.org/officeDocument/2006/relationships/tags" Target="../tags/tag271.xml"/><Relationship Id="rId71" Type="http://schemas.openxmlformats.org/officeDocument/2006/relationships/tags" Target="../tags/tag270.xml"/><Relationship Id="rId70" Type="http://schemas.openxmlformats.org/officeDocument/2006/relationships/tags" Target="../tags/tag269.xml"/><Relationship Id="rId7" Type="http://schemas.openxmlformats.org/officeDocument/2006/relationships/tags" Target="../tags/tag225.xml"/><Relationship Id="rId69" Type="http://schemas.openxmlformats.org/officeDocument/2006/relationships/tags" Target="../tags/tag268.xml"/><Relationship Id="rId68" Type="http://schemas.openxmlformats.org/officeDocument/2006/relationships/image" Target="../media/image78.png"/><Relationship Id="rId67" Type="http://schemas.openxmlformats.org/officeDocument/2006/relationships/tags" Target="../tags/tag267.xml"/><Relationship Id="rId66" Type="http://schemas.openxmlformats.org/officeDocument/2006/relationships/tags" Target="../tags/tag266.xml"/><Relationship Id="rId65" Type="http://schemas.openxmlformats.org/officeDocument/2006/relationships/tags" Target="../tags/tag265.xml"/><Relationship Id="rId64" Type="http://schemas.openxmlformats.org/officeDocument/2006/relationships/tags" Target="../tags/tag264.xml"/><Relationship Id="rId63" Type="http://schemas.openxmlformats.org/officeDocument/2006/relationships/image" Target="../media/image77.svg"/><Relationship Id="rId62" Type="http://schemas.openxmlformats.org/officeDocument/2006/relationships/image" Target="../media/image76.png"/><Relationship Id="rId61" Type="http://schemas.openxmlformats.org/officeDocument/2006/relationships/tags" Target="../tags/tag263.xml"/><Relationship Id="rId60" Type="http://schemas.openxmlformats.org/officeDocument/2006/relationships/tags" Target="../tags/tag262.xml"/><Relationship Id="rId6" Type="http://schemas.openxmlformats.org/officeDocument/2006/relationships/image" Target="../media/image12.png"/><Relationship Id="rId59" Type="http://schemas.openxmlformats.org/officeDocument/2006/relationships/tags" Target="../tags/tag261.xml"/><Relationship Id="rId58" Type="http://schemas.openxmlformats.org/officeDocument/2006/relationships/image" Target="../media/image75.png"/><Relationship Id="rId57" Type="http://schemas.openxmlformats.org/officeDocument/2006/relationships/tags" Target="../tags/tag260.xml"/><Relationship Id="rId56" Type="http://schemas.openxmlformats.org/officeDocument/2006/relationships/tags" Target="../tags/tag259.xml"/><Relationship Id="rId55" Type="http://schemas.openxmlformats.org/officeDocument/2006/relationships/tags" Target="../tags/tag258.xml"/><Relationship Id="rId54" Type="http://schemas.openxmlformats.org/officeDocument/2006/relationships/tags" Target="../tags/tag257.xml"/><Relationship Id="rId53" Type="http://schemas.openxmlformats.org/officeDocument/2006/relationships/tags" Target="../tags/tag256.xml"/><Relationship Id="rId52" Type="http://schemas.openxmlformats.org/officeDocument/2006/relationships/tags" Target="../tags/tag255.xml"/><Relationship Id="rId51" Type="http://schemas.openxmlformats.org/officeDocument/2006/relationships/tags" Target="../tags/tag254.xml"/><Relationship Id="rId50" Type="http://schemas.openxmlformats.org/officeDocument/2006/relationships/image" Target="../media/image74.svg"/><Relationship Id="rId5" Type="http://schemas.openxmlformats.org/officeDocument/2006/relationships/tags" Target="../tags/tag224.xml"/><Relationship Id="rId49" Type="http://schemas.openxmlformats.org/officeDocument/2006/relationships/image" Target="../media/image73.png"/><Relationship Id="rId48" Type="http://schemas.openxmlformats.org/officeDocument/2006/relationships/tags" Target="../tags/tag253.xml"/><Relationship Id="rId47" Type="http://schemas.openxmlformats.org/officeDocument/2006/relationships/tags" Target="../tags/tag252.xml"/><Relationship Id="rId46" Type="http://schemas.openxmlformats.org/officeDocument/2006/relationships/tags" Target="../tags/tag251.xml"/><Relationship Id="rId45" Type="http://schemas.openxmlformats.org/officeDocument/2006/relationships/tags" Target="../tags/tag250.xml"/><Relationship Id="rId44" Type="http://schemas.openxmlformats.org/officeDocument/2006/relationships/tags" Target="../tags/tag249.xml"/><Relationship Id="rId43" Type="http://schemas.openxmlformats.org/officeDocument/2006/relationships/tags" Target="../tags/tag248.xml"/><Relationship Id="rId42" Type="http://schemas.openxmlformats.org/officeDocument/2006/relationships/tags" Target="../tags/tag247.xml"/><Relationship Id="rId41" Type="http://schemas.openxmlformats.org/officeDocument/2006/relationships/tags" Target="../tags/tag246.xml"/><Relationship Id="rId40" Type="http://schemas.openxmlformats.org/officeDocument/2006/relationships/tags" Target="../tags/tag245.xml"/><Relationship Id="rId4" Type="http://schemas.openxmlformats.org/officeDocument/2006/relationships/image" Target="../media/image11.png"/><Relationship Id="rId39" Type="http://schemas.openxmlformats.org/officeDocument/2006/relationships/tags" Target="../tags/tag244.xml"/><Relationship Id="rId38" Type="http://schemas.openxmlformats.org/officeDocument/2006/relationships/image" Target="../media/image72.svg"/><Relationship Id="rId37" Type="http://schemas.openxmlformats.org/officeDocument/2006/relationships/image" Target="../media/image71.png"/><Relationship Id="rId36" Type="http://schemas.openxmlformats.org/officeDocument/2006/relationships/tags" Target="../tags/tag243.xml"/><Relationship Id="rId35" Type="http://schemas.openxmlformats.org/officeDocument/2006/relationships/tags" Target="../tags/tag242.xml"/><Relationship Id="rId34" Type="http://schemas.openxmlformats.org/officeDocument/2006/relationships/tags" Target="../tags/tag241.xml"/><Relationship Id="rId33" Type="http://schemas.openxmlformats.org/officeDocument/2006/relationships/image" Target="../media/image70.svg"/><Relationship Id="rId32" Type="http://schemas.openxmlformats.org/officeDocument/2006/relationships/image" Target="../media/image69.png"/><Relationship Id="rId31" Type="http://schemas.openxmlformats.org/officeDocument/2006/relationships/tags" Target="../tags/tag240.xml"/><Relationship Id="rId30" Type="http://schemas.openxmlformats.org/officeDocument/2006/relationships/image" Target="../media/image68.svg"/><Relationship Id="rId3" Type="http://schemas.openxmlformats.org/officeDocument/2006/relationships/tags" Target="../tags/tag223.xml"/><Relationship Id="rId29" Type="http://schemas.openxmlformats.org/officeDocument/2006/relationships/image" Target="../media/image67.png"/><Relationship Id="rId28" Type="http://schemas.openxmlformats.org/officeDocument/2006/relationships/tags" Target="../tags/tag239.xml"/><Relationship Id="rId27" Type="http://schemas.openxmlformats.org/officeDocument/2006/relationships/tags" Target="../tags/tag238.xml"/><Relationship Id="rId26" Type="http://schemas.openxmlformats.org/officeDocument/2006/relationships/tags" Target="../tags/tag237.xml"/><Relationship Id="rId25" Type="http://schemas.openxmlformats.org/officeDocument/2006/relationships/image" Target="../media/image57.svg"/><Relationship Id="rId24" Type="http://schemas.openxmlformats.org/officeDocument/2006/relationships/image" Target="../media/image56.png"/><Relationship Id="rId23" Type="http://schemas.openxmlformats.org/officeDocument/2006/relationships/tags" Target="../tags/tag236.xml"/><Relationship Id="rId22" Type="http://schemas.openxmlformats.org/officeDocument/2006/relationships/tags" Target="../tags/tag235.xml"/><Relationship Id="rId21" Type="http://schemas.openxmlformats.org/officeDocument/2006/relationships/tags" Target="../tags/tag234.xml"/><Relationship Id="rId20" Type="http://schemas.openxmlformats.org/officeDocument/2006/relationships/image" Target="../media/image66.png"/><Relationship Id="rId2" Type="http://schemas.openxmlformats.org/officeDocument/2006/relationships/image" Target="../media/image9.png"/><Relationship Id="rId19" Type="http://schemas.openxmlformats.org/officeDocument/2006/relationships/tags" Target="../tags/tag233.xml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image" Target="../media/image65.png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image" Target="../media/image64.png"/><Relationship Id="rId11" Type="http://schemas.openxmlformats.org/officeDocument/2006/relationships/tags" Target="../tags/tag227.xml"/><Relationship Id="rId10" Type="http://schemas.openxmlformats.org/officeDocument/2006/relationships/image" Target="../media/image63.svg"/><Relationship Id="rId1" Type="http://schemas.openxmlformats.org/officeDocument/2006/relationships/tags" Target="../tags/tag2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image" Target="../media/image12.png"/><Relationship Id="rId58" Type="http://schemas.openxmlformats.org/officeDocument/2006/relationships/notesSlide" Target="../notesSlides/notesSlide10.xml"/><Relationship Id="rId57" Type="http://schemas.openxmlformats.org/officeDocument/2006/relationships/slideLayout" Target="../slideLayouts/slideLayout1.xml"/><Relationship Id="rId56" Type="http://schemas.openxmlformats.org/officeDocument/2006/relationships/tags" Target="../tags/tag322.xml"/><Relationship Id="rId55" Type="http://schemas.openxmlformats.org/officeDocument/2006/relationships/tags" Target="../tags/tag321.xml"/><Relationship Id="rId54" Type="http://schemas.openxmlformats.org/officeDocument/2006/relationships/tags" Target="../tags/tag320.xml"/><Relationship Id="rId53" Type="http://schemas.openxmlformats.org/officeDocument/2006/relationships/tags" Target="../tags/tag319.xml"/><Relationship Id="rId52" Type="http://schemas.openxmlformats.org/officeDocument/2006/relationships/tags" Target="../tags/tag318.xml"/><Relationship Id="rId51" Type="http://schemas.openxmlformats.org/officeDocument/2006/relationships/tags" Target="../tags/tag317.xml"/><Relationship Id="rId50" Type="http://schemas.openxmlformats.org/officeDocument/2006/relationships/tags" Target="../tags/tag316.xml"/><Relationship Id="rId5" Type="http://schemas.openxmlformats.org/officeDocument/2006/relationships/tags" Target="../tags/tag279.xml"/><Relationship Id="rId49" Type="http://schemas.openxmlformats.org/officeDocument/2006/relationships/tags" Target="../tags/tag315.xml"/><Relationship Id="rId48" Type="http://schemas.openxmlformats.org/officeDocument/2006/relationships/tags" Target="../tags/tag314.xml"/><Relationship Id="rId47" Type="http://schemas.openxmlformats.org/officeDocument/2006/relationships/tags" Target="../tags/tag313.xml"/><Relationship Id="rId46" Type="http://schemas.openxmlformats.org/officeDocument/2006/relationships/tags" Target="../tags/tag312.xml"/><Relationship Id="rId45" Type="http://schemas.openxmlformats.org/officeDocument/2006/relationships/tags" Target="../tags/tag311.xml"/><Relationship Id="rId44" Type="http://schemas.openxmlformats.org/officeDocument/2006/relationships/tags" Target="../tags/tag310.xml"/><Relationship Id="rId43" Type="http://schemas.openxmlformats.org/officeDocument/2006/relationships/tags" Target="../tags/tag309.xml"/><Relationship Id="rId42" Type="http://schemas.openxmlformats.org/officeDocument/2006/relationships/tags" Target="../tags/tag308.xml"/><Relationship Id="rId41" Type="http://schemas.openxmlformats.org/officeDocument/2006/relationships/tags" Target="../tags/tag307.xml"/><Relationship Id="rId40" Type="http://schemas.openxmlformats.org/officeDocument/2006/relationships/tags" Target="../tags/tag306.xml"/><Relationship Id="rId4" Type="http://schemas.openxmlformats.org/officeDocument/2006/relationships/image" Target="../media/image11.png"/><Relationship Id="rId39" Type="http://schemas.openxmlformats.org/officeDocument/2006/relationships/tags" Target="../tags/tag305.xml"/><Relationship Id="rId38" Type="http://schemas.openxmlformats.org/officeDocument/2006/relationships/image" Target="../media/image85.png"/><Relationship Id="rId37" Type="http://schemas.openxmlformats.org/officeDocument/2006/relationships/tags" Target="../tags/tag304.xml"/><Relationship Id="rId36" Type="http://schemas.openxmlformats.org/officeDocument/2006/relationships/tags" Target="../tags/tag303.xml"/><Relationship Id="rId35" Type="http://schemas.openxmlformats.org/officeDocument/2006/relationships/tags" Target="../tags/tag302.xml"/><Relationship Id="rId34" Type="http://schemas.openxmlformats.org/officeDocument/2006/relationships/tags" Target="../tags/tag301.xml"/><Relationship Id="rId33" Type="http://schemas.openxmlformats.org/officeDocument/2006/relationships/tags" Target="../tags/tag300.xml"/><Relationship Id="rId32" Type="http://schemas.openxmlformats.org/officeDocument/2006/relationships/tags" Target="../tags/tag299.xml"/><Relationship Id="rId31" Type="http://schemas.openxmlformats.org/officeDocument/2006/relationships/tags" Target="../tags/tag298.xml"/><Relationship Id="rId30" Type="http://schemas.openxmlformats.org/officeDocument/2006/relationships/tags" Target="../tags/tag297.xml"/><Relationship Id="rId3" Type="http://schemas.openxmlformats.org/officeDocument/2006/relationships/tags" Target="../tags/tag278.xml"/><Relationship Id="rId29" Type="http://schemas.openxmlformats.org/officeDocument/2006/relationships/image" Target="../media/image84.png"/><Relationship Id="rId28" Type="http://schemas.openxmlformats.org/officeDocument/2006/relationships/tags" Target="../tags/tag296.xml"/><Relationship Id="rId27" Type="http://schemas.openxmlformats.org/officeDocument/2006/relationships/tags" Target="../tags/tag295.xml"/><Relationship Id="rId26" Type="http://schemas.openxmlformats.org/officeDocument/2006/relationships/tags" Target="../tags/tag294.xml"/><Relationship Id="rId25" Type="http://schemas.openxmlformats.org/officeDocument/2006/relationships/tags" Target="../tags/tag293.xml"/><Relationship Id="rId24" Type="http://schemas.openxmlformats.org/officeDocument/2006/relationships/tags" Target="../tags/tag292.xml"/><Relationship Id="rId23" Type="http://schemas.openxmlformats.org/officeDocument/2006/relationships/tags" Target="../tags/tag291.xml"/><Relationship Id="rId22" Type="http://schemas.openxmlformats.org/officeDocument/2006/relationships/tags" Target="../tags/tag290.xml"/><Relationship Id="rId21" Type="http://schemas.openxmlformats.org/officeDocument/2006/relationships/tags" Target="../tags/tag289.xml"/><Relationship Id="rId20" Type="http://schemas.openxmlformats.org/officeDocument/2006/relationships/image" Target="../media/image83.png"/><Relationship Id="rId2" Type="http://schemas.openxmlformats.org/officeDocument/2006/relationships/image" Target="../media/image9.png"/><Relationship Id="rId19" Type="http://schemas.openxmlformats.org/officeDocument/2006/relationships/tags" Target="../tags/tag288.xml"/><Relationship Id="rId18" Type="http://schemas.openxmlformats.org/officeDocument/2006/relationships/tags" Target="../tags/tag287.xml"/><Relationship Id="rId17" Type="http://schemas.openxmlformats.org/officeDocument/2006/relationships/tags" Target="../tags/tag286.xml"/><Relationship Id="rId16" Type="http://schemas.openxmlformats.org/officeDocument/2006/relationships/image" Target="../media/image82.png"/><Relationship Id="rId15" Type="http://schemas.openxmlformats.org/officeDocument/2006/relationships/tags" Target="../tags/tag285.xml"/><Relationship Id="rId14" Type="http://schemas.openxmlformats.org/officeDocument/2006/relationships/tags" Target="../tags/tag284.xml"/><Relationship Id="rId13" Type="http://schemas.openxmlformats.org/officeDocument/2006/relationships/image" Target="../media/image81.svg"/><Relationship Id="rId12" Type="http://schemas.openxmlformats.org/officeDocument/2006/relationships/image" Target="../media/image80.png"/><Relationship Id="rId11" Type="http://schemas.openxmlformats.org/officeDocument/2006/relationships/tags" Target="../tags/tag283.xml"/><Relationship Id="rId10" Type="http://schemas.openxmlformats.org/officeDocument/2006/relationships/image" Target="../media/image79.png"/><Relationship Id="rId1" Type="http://schemas.openxmlformats.org/officeDocument/2006/relationships/tags" Target="../tags/tag27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image" Target="../media/image12.png"/><Relationship Id="rId5" Type="http://schemas.openxmlformats.org/officeDocument/2006/relationships/tags" Target="../tags/tag328.xml"/><Relationship Id="rId4" Type="http://schemas.openxmlformats.org/officeDocument/2006/relationships/image" Target="../media/image11.png"/><Relationship Id="rId3" Type="http://schemas.openxmlformats.org/officeDocument/2006/relationships/tags" Target="../tags/tag327.xml"/><Relationship Id="rId2" Type="http://schemas.openxmlformats.org/officeDocument/2006/relationships/image" Target="../media/image9.png"/><Relationship Id="rId17" Type="http://schemas.openxmlformats.org/officeDocument/2006/relationships/notesSlide" Target="../notesSlides/notesSlide1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34.xml"/><Relationship Id="rId14" Type="http://schemas.openxmlformats.org/officeDocument/2006/relationships/tags" Target="../tags/tag333.xml"/><Relationship Id="rId13" Type="http://schemas.openxmlformats.org/officeDocument/2006/relationships/image" Target="../media/image88.svg"/><Relationship Id="rId12" Type="http://schemas.openxmlformats.org/officeDocument/2006/relationships/image" Target="../media/image87.png"/><Relationship Id="rId11" Type="http://schemas.openxmlformats.org/officeDocument/2006/relationships/tags" Target="../tags/tag332.xml"/><Relationship Id="rId10" Type="http://schemas.openxmlformats.org/officeDocument/2006/relationships/tags" Target="../tags/tag331.xml"/><Relationship Id="rId1" Type="http://schemas.openxmlformats.org/officeDocument/2006/relationships/tags" Target="../tags/tag32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tags" Target="../tags/tag342.xml"/><Relationship Id="rId7" Type="http://schemas.openxmlformats.org/officeDocument/2006/relationships/tags" Target="../tags/tag341.xml"/><Relationship Id="rId67" Type="http://schemas.openxmlformats.org/officeDocument/2006/relationships/notesSlide" Target="../notesSlides/notesSlide12.xml"/><Relationship Id="rId66" Type="http://schemas.openxmlformats.org/officeDocument/2006/relationships/vmlDrawing" Target="../drawings/vmlDrawing2.vml"/><Relationship Id="rId65" Type="http://schemas.openxmlformats.org/officeDocument/2006/relationships/slideLayout" Target="../slideLayouts/slideLayout1.xml"/><Relationship Id="rId64" Type="http://schemas.openxmlformats.org/officeDocument/2006/relationships/image" Target="../media/image98.wmf"/><Relationship Id="rId63" Type="http://schemas.openxmlformats.org/officeDocument/2006/relationships/package" Target="../embeddings/Document2.docx"/><Relationship Id="rId62" Type="http://schemas.openxmlformats.org/officeDocument/2006/relationships/tags" Target="../tags/tag387.xml"/><Relationship Id="rId61" Type="http://schemas.openxmlformats.org/officeDocument/2006/relationships/tags" Target="../tags/tag386.xml"/><Relationship Id="rId60" Type="http://schemas.openxmlformats.org/officeDocument/2006/relationships/tags" Target="../tags/tag385.xml"/><Relationship Id="rId6" Type="http://schemas.openxmlformats.org/officeDocument/2006/relationships/image" Target="../media/image12.png"/><Relationship Id="rId59" Type="http://schemas.openxmlformats.org/officeDocument/2006/relationships/tags" Target="../tags/tag384.xml"/><Relationship Id="rId58" Type="http://schemas.openxmlformats.org/officeDocument/2006/relationships/tags" Target="../tags/tag383.xml"/><Relationship Id="rId57" Type="http://schemas.openxmlformats.org/officeDocument/2006/relationships/tags" Target="../tags/tag382.xml"/><Relationship Id="rId56" Type="http://schemas.openxmlformats.org/officeDocument/2006/relationships/tags" Target="../tags/tag381.xml"/><Relationship Id="rId55" Type="http://schemas.openxmlformats.org/officeDocument/2006/relationships/tags" Target="../tags/tag380.xml"/><Relationship Id="rId54" Type="http://schemas.openxmlformats.org/officeDocument/2006/relationships/tags" Target="../tags/tag379.xml"/><Relationship Id="rId53" Type="http://schemas.openxmlformats.org/officeDocument/2006/relationships/tags" Target="../tags/tag378.xml"/><Relationship Id="rId52" Type="http://schemas.openxmlformats.org/officeDocument/2006/relationships/tags" Target="../tags/tag377.xml"/><Relationship Id="rId51" Type="http://schemas.openxmlformats.org/officeDocument/2006/relationships/tags" Target="../tags/tag376.xml"/><Relationship Id="rId50" Type="http://schemas.openxmlformats.org/officeDocument/2006/relationships/tags" Target="../tags/tag375.xml"/><Relationship Id="rId5" Type="http://schemas.openxmlformats.org/officeDocument/2006/relationships/tags" Target="../tags/tag340.xml"/><Relationship Id="rId49" Type="http://schemas.openxmlformats.org/officeDocument/2006/relationships/tags" Target="../tags/tag374.xml"/><Relationship Id="rId48" Type="http://schemas.openxmlformats.org/officeDocument/2006/relationships/tags" Target="../tags/tag373.xml"/><Relationship Id="rId47" Type="http://schemas.openxmlformats.org/officeDocument/2006/relationships/tags" Target="../tags/tag372.xml"/><Relationship Id="rId46" Type="http://schemas.openxmlformats.org/officeDocument/2006/relationships/tags" Target="../tags/tag371.xml"/><Relationship Id="rId45" Type="http://schemas.openxmlformats.org/officeDocument/2006/relationships/tags" Target="../tags/tag370.xml"/><Relationship Id="rId44" Type="http://schemas.openxmlformats.org/officeDocument/2006/relationships/tags" Target="../tags/tag369.xml"/><Relationship Id="rId43" Type="http://schemas.openxmlformats.org/officeDocument/2006/relationships/tags" Target="../tags/tag368.xml"/><Relationship Id="rId42" Type="http://schemas.openxmlformats.org/officeDocument/2006/relationships/tags" Target="../tags/tag367.xml"/><Relationship Id="rId41" Type="http://schemas.openxmlformats.org/officeDocument/2006/relationships/tags" Target="../tags/tag366.xml"/><Relationship Id="rId40" Type="http://schemas.openxmlformats.org/officeDocument/2006/relationships/image" Target="../media/image97.png"/><Relationship Id="rId4" Type="http://schemas.openxmlformats.org/officeDocument/2006/relationships/image" Target="../media/image11.png"/><Relationship Id="rId39" Type="http://schemas.openxmlformats.org/officeDocument/2006/relationships/tags" Target="../tags/tag365.xml"/><Relationship Id="rId38" Type="http://schemas.openxmlformats.org/officeDocument/2006/relationships/tags" Target="../tags/tag364.xml"/><Relationship Id="rId37" Type="http://schemas.openxmlformats.org/officeDocument/2006/relationships/image" Target="../media/image96.svg"/><Relationship Id="rId36" Type="http://schemas.openxmlformats.org/officeDocument/2006/relationships/image" Target="../media/image95.png"/><Relationship Id="rId35" Type="http://schemas.openxmlformats.org/officeDocument/2006/relationships/tags" Target="../tags/tag363.xml"/><Relationship Id="rId34" Type="http://schemas.openxmlformats.org/officeDocument/2006/relationships/tags" Target="../tags/tag362.xml"/><Relationship Id="rId33" Type="http://schemas.openxmlformats.org/officeDocument/2006/relationships/tags" Target="../tags/tag361.xml"/><Relationship Id="rId32" Type="http://schemas.openxmlformats.org/officeDocument/2006/relationships/image" Target="../media/image94.png"/><Relationship Id="rId31" Type="http://schemas.openxmlformats.org/officeDocument/2006/relationships/tags" Target="../tags/tag360.xml"/><Relationship Id="rId30" Type="http://schemas.openxmlformats.org/officeDocument/2006/relationships/image" Target="../media/image93.svg"/><Relationship Id="rId3" Type="http://schemas.openxmlformats.org/officeDocument/2006/relationships/tags" Target="../tags/tag339.xml"/><Relationship Id="rId29" Type="http://schemas.openxmlformats.org/officeDocument/2006/relationships/image" Target="../media/image92.png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image" Target="../media/image9.png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image" Target="../media/image91.svg"/><Relationship Id="rId11" Type="http://schemas.openxmlformats.org/officeDocument/2006/relationships/image" Target="../media/image90.png"/><Relationship Id="rId10" Type="http://schemas.openxmlformats.org/officeDocument/2006/relationships/tags" Target="../tags/tag343.xml"/><Relationship Id="rId1" Type="http://schemas.openxmlformats.org/officeDocument/2006/relationships/tags" Target="../tags/tag33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tags" Target="../tags/tag395.xml"/><Relationship Id="rId7" Type="http://schemas.openxmlformats.org/officeDocument/2006/relationships/tags" Target="../tags/tag394.xml"/><Relationship Id="rId6" Type="http://schemas.openxmlformats.org/officeDocument/2006/relationships/image" Target="../media/image12.png"/><Relationship Id="rId5" Type="http://schemas.openxmlformats.org/officeDocument/2006/relationships/tags" Target="../tags/tag393.xml"/><Relationship Id="rId4" Type="http://schemas.openxmlformats.org/officeDocument/2006/relationships/image" Target="../media/image11.png"/><Relationship Id="rId3" Type="http://schemas.openxmlformats.org/officeDocument/2006/relationships/tags" Target="../tags/tag392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13.xml"/><Relationship Id="rId15" Type="http://schemas.openxmlformats.org/officeDocument/2006/relationships/vmlDrawing" Target="../drawings/vmlDrawing3.v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00.wmf"/><Relationship Id="rId12" Type="http://schemas.openxmlformats.org/officeDocument/2006/relationships/package" Target="../embeddings/Document3.docx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9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image" Target="../media/image12.png"/><Relationship Id="rId5" Type="http://schemas.openxmlformats.org/officeDocument/2006/relationships/tags" Target="../tags/tag403.xml"/><Relationship Id="rId48" Type="http://schemas.openxmlformats.org/officeDocument/2006/relationships/notesSlide" Target="../notesSlides/notesSlide14.xml"/><Relationship Id="rId47" Type="http://schemas.openxmlformats.org/officeDocument/2006/relationships/slideLayout" Target="../slideLayouts/slideLayout1.xml"/><Relationship Id="rId46" Type="http://schemas.openxmlformats.org/officeDocument/2006/relationships/tags" Target="../tags/tag436.xml"/><Relationship Id="rId45" Type="http://schemas.openxmlformats.org/officeDocument/2006/relationships/tags" Target="../tags/tag435.xml"/><Relationship Id="rId44" Type="http://schemas.openxmlformats.org/officeDocument/2006/relationships/tags" Target="../tags/tag434.xml"/><Relationship Id="rId43" Type="http://schemas.openxmlformats.org/officeDocument/2006/relationships/tags" Target="../tags/tag433.xml"/><Relationship Id="rId42" Type="http://schemas.openxmlformats.org/officeDocument/2006/relationships/tags" Target="../tags/tag432.xml"/><Relationship Id="rId41" Type="http://schemas.openxmlformats.org/officeDocument/2006/relationships/tags" Target="../tags/tag431.xml"/><Relationship Id="rId40" Type="http://schemas.openxmlformats.org/officeDocument/2006/relationships/tags" Target="../tags/tag430.xml"/><Relationship Id="rId4" Type="http://schemas.openxmlformats.org/officeDocument/2006/relationships/image" Target="../media/image11.png"/><Relationship Id="rId39" Type="http://schemas.openxmlformats.org/officeDocument/2006/relationships/tags" Target="../tags/tag429.xml"/><Relationship Id="rId38" Type="http://schemas.openxmlformats.org/officeDocument/2006/relationships/tags" Target="../tags/tag428.xml"/><Relationship Id="rId37" Type="http://schemas.openxmlformats.org/officeDocument/2006/relationships/tags" Target="../tags/tag427.xml"/><Relationship Id="rId36" Type="http://schemas.openxmlformats.org/officeDocument/2006/relationships/tags" Target="../tags/tag426.xml"/><Relationship Id="rId35" Type="http://schemas.openxmlformats.org/officeDocument/2006/relationships/tags" Target="../tags/tag425.xml"/><Relationship Id="rId34" Type="http://schemas.openxmlformats.org/officeDocument/2006/relationships/tags" Target="../tags/tag424.xml"/><Relationship Id="rId33" Type="http://schemas.openxmlformats.org/officeDocument/2006/relationships/tags" Target="../tags/tag423.xml"/><Relationship Id="rId32" Type="http://schemas.openxmlformats.org/officeDocument/2006/relationships/tags" Target="../tags/tag422.xml"/><Relationship Id="rId31" Type="http://schemas.openxmlformats.org/officeDocument/2006/relationships/tags" Target="../tags/tag421.xml"/><Relationship Id="rId30" Type="http://schemas.openxmlformats.org/officeDocument/2006/relationships/tags" Target="../tags/tag420.xml"/><Relationship Id="rId3" Type="http://schemas.openxmlformats.org/officeDocument/2006/relationships/tags" Target="../tags/tag402.xml"/><Relationship Id="rId29" Type="http://schemas.openxmlformats.org/officeDocument/2006/relationships/tags" Target="../tags/tag419.xml"/><Relationship Id="rId28" Type="http://schemas.openxmlformats.org/officeDocument/2006/relationships/tags" Target="../tags/tag418.xml"/><Relationship Id="rId27" Type="http://schemas.openxmlformats.org/officeDocument/2006/relationships/tags" Target="../tags/tag417.xml"/><Relationship Id="rId26" Type="http://schemas.openxmlformats.org/officeDocument/2006/relationships/tags" Target="../tags/tag416.xml"/><Relationship Id="rId25" Type="http://schemas.openxmlformats.org/officeDocument/2006/relationships/tags" Target="../tags/tag415.xml"/><Relationship Id="rId24" Type="http://schemas.openxmlformats.org/officeDocument/2006/relationships/image" Target="../media/image107.svg"/><Relationship Id="rId23" Type="http://schemas.openxmlformats.org/officeDocument/2006/relationships/image" Target="../media/image106.png"/><Relationship Id="rId22" Type="http://schemas.openxmlformats.org/officeDocument/2006/relationships/tags" Target="../tags/tag414.xml"/><Relationship Id="rId21" Type="http://schemas.openxmlformats.org/officeDocument/2006/relationships/tags" Target="../tags/tag413.xml"/><Relationship Id="rId20" Type="http://schemas.openxmlformats.org/officeDocument/2006/relationships/tags" Target="../tags/tag412.xml"/><Relationship Id="rId2" Type="http://schemas.openxmlformats.org/officeDocument/2006/relationships/image" Target="../media/image9.png"/><Relationship Id="rId19" Type="http://schemas.openxmlformats.org/officeDocument/2006/relationships/tags" Target="../tags/tag411.xml"/><Relationship Id="rId18" Type="http://schemas.openxmlformats.org/officeDocument/2006/relationships/image" Target="../media/image105.svg"/><Relationship Id="rId17" Type="http://schemas.openxmlformats.org/officeDocument/2006/relationships/image" Target="../media/image104.png"/><Relationship Id="rId16" Type="http://schemas.openxmlformats.org/officeDocument/2006/relationships/tags" Target="../tags/tag410.xml"/><Relationship Id="rId15" Type="http://schemas.openxmlformats.org/officeDocument/2006/relationships/tags" Target="../tags/tag409.xml"/><Relationship Id="rId14" Type="http://schemas.openxmlformats.org/officeDocument/2006/relationships/tags" Target="../tags/tag408.xml"/><Relationship Id="rId13" Type="http://schemas.openxmlformats.org/officeDocument/2006/relationships/tags" Target="../tags/tag407.xml"/><Relationship Id="rId12" Type="http://schemas.openxmlformats.org/officeDocument/2006/relationships/image" Target="../media/image103.png"/><Relationship Id="rId11" Type="http://schemas.openxmlformats.org/officeDocument/2006/relationships/tags" Target="../tags/tag406.xml"/><Relationship Id="rId10" Type="http://schemas.openxmlformats.org/officeDocument/2006/relationships/image" Target="../media/image102.svg"/><Relationship Id="rId1" Type="http://schemas.openxmlformats.org/officeDocument/2006/relationships/tags" Target="../tags/tag40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png"/><Relationship Id="rId8" Type="http://schemas.openxmlformats.org/officeDocument/2006/relationships/tags" Target="../tags/tag444.xml"/><Relationship Id="rId7" Type="http://schemas.openxmlformats.org/officeDocument/2006/relationships/tags" Target="../tags/tag443.xml"/><Relationship Id="rId6" Type="http://schemas.openxmlformats.org/officeDocument/2006/relationships/image" Target="../media/image12.png"/><Relationship Id="rId56" Type="http://schemas.openxmlformats.org/officeDocument/2006/relationships/notesSlide" Target="../notesSlides/notesSlide15.xml"/><Relationship Id="rId55" Type="http://schemas.openxmlformats.org/officeDocument/2006/relationships/slideLayout" Target="../slideLayouts/slideLayout1.xml"/><Relationship Id="rId54" Type="http://schemas.openxmlformats.org/officeDocument/2006/relationships/tags" Target="../tags/tag476.xml"/><Relationship Id="rId53" Type="http://schemas.openxmlformats.org/officeDocument/2006/relationships/image" Target="../media/image119.png"/><Relationship Id="rId52" Type="http://schemas.openxmlformats.org/officeDocument/2006/relationships/tags" Target="../tags/tag475.xml"/><Relationship Id="rId51" Type="http://schemas.openxmlformats.org/officeDocument/2006/relationships/tags" Target="../tags/tag474.xml"/><Relationship Id="rId50" Type="http://schemas.openxmlformats.org/officeDocument/2006/relationships/tags" Target="../tags/tag473.xml"/><Relationship Id="rId5" Type="http://schemas.openxmlformats.org/officeDocument/2006/relationships/tags" Target="../tags/tag442.xml"/><Relationship Id="rId49" Type="http://schemas.openxmlformats.org/officeDocument/2006/relationships/tags" Target="../tags/tag472.xml"/><Relationship Id="rId48" Type="http://schemas.openxmlformats.org/officeDocument/2006/relationships/tags" Target="../tags/tag471.xml"/><Relationship Id="rId47" Type="http://schemas.openxmlformats.org/officeDocument/2006/relationships/tags" Target="../tags/tag470.xml"/><Relationship Id="rId46" Type="http://schemas.openxmlformats.org/officeDocument/2006/relationships/tags" Target="../tags/tag469.xml"/><Relationship Id="rId45" Type="http://schemas.openxmlformats.org/officeDocument/2006/relationships/tags" Target="../tags/tag468.xml"/><Relationship Id="rId44" Type="http://schemas.openxmlformats.org/officeDocument/2006/relationships/tags" Target="../tags/tag467.xml"/><Relationship Id="rId43" Type="http://schemas.openxmlformats.org/officeDocument/2006/relationships/tags" Target="../tags/tag466.xml"/><Relationship Id="rId42" Type="http://schemas.openxmlformats.org/officeDocument/2006/relationships/tags" Target="../tags/tag465.xml"/><Relationship Id="rId41" Type="http://schemas.openxmlformats.org/officeDocument/2006/relationships/tags" Target="../tags/tag464.xml"/><Relationship Id="rId40" Type="http://schemas.openxmlformats.org/officeDocument/2006/relationships/tags" Target="../tags/tag463.xml"/><Relationship Id="rId4" Type="http://schemas.openxmlformats.org/officeDocument/2006/relationships/image" Target="../media/image11.png"/><Relationship Id="rId39" Type="http://schemas.openxmlformats.org/officeDocument/2006/relationships/tags" Target="../tags/tag462.xml"/><Relationship Id="rId38" Type="http://schemas.openxmlformats.org/officeDocument/2006/relationships/tags" Target="../tags/tag461.xml"/><Relationship Id="rId37" Type="http://schemas.openxmlformats.org/officeDocument/2006/relationships/tags" Target="../tags/tag460.xml"/><Relationship Id="rId36" Type="http://schemas.openxmlformats.org/officeDocument/2006/relationships/tags" Target="../tags/tag459.xml"/><Relationship Id="rId35" Type="http://schemas.openxmlformats.org/officeDocument/2006/relationships/tags" Target="../tags/tag458.xml"/><Relationship Id="rId34" Type="http://schemas.openxmlformats.org/officeDocument/2006/relationships/image" Target="../media/image107.svg"/><Relationship Id="rId33" Type="http://schemas.openxmlformats.org/officeDocument/2006/relationships/image" Target="../media/image106.png"/><Relationship Id="rId32" Type="http://schemas.openxmlformats.org/officeDocument/2006/relationships/tags" Target="../tags/tag457.xml"/><Relationship Id="rId31" Type="http://schemas.openxmlformats.org/officeDocument/2006/relationships/tags" Target="../tags/tag456.xml"/><Relationship Id="rId30" Type="http://schemas.openxmlformats.org/officeDocument/2006/relationships/image" Target="../media/image118.png"/><Relationship Id="rId3" Type="http://schemas.openxmlformats.org/officeDocument/2006/relationships/tags" Target="../tags/tag441.xml"/><Relationship Id="rId29" Type="http://schemas.openxmlformats.org/officeDocument/2006/relationships/tags" Target="../tags/tag455.xml"/><Relationship Id="rId28" Type="http://schemas.openxmlformats.org/officeDocument/2006/relationships/tags" Target="../tags/tag454.xml"/><Relationship Id="rId27" Type="http://schemas.openxmlformats.org/officeDocument/2006/relationships/tags" Target="../tags/tag453.xml"/><Relationship Id="rId26" Type="http://schemas.openxmlformats.org/officeDocument/2006/relationships/image" Target="../media/image117.svg"/><Relationship Id="rId25" Type="http://schemas.openxmlformats.org/officeDocument/2006/relationships/image" Target="../media/image116.png"/><Relationship Id="rId24" Type="http://schemas.openxmlformats.org/officeDocument/2006/relationships/tags" Target="../tags/tag452.xml"/><Relationship Id="rId23" Type="http://schemas.openxmlformats.org/officeDocument/2006/relationships/tags" Target="../tags/tag451.xml"/><Relationship Id="rId22" Type="http://schemas.openxmlformats.org/officeDocument/2006/relationships/image" Target="../media/image115.png"/><Relationship Id="rId21" Type="http://schemas.openxmlformats.org/officeDocument/2006/relationships/tags" Target="../tags/tag450.xml"/><Relationship Id="rId20" Type="http://schemas.openxmlformats.org/officeDocument/2006/relationships/image" Target="../media/image114.svg"/><Relationship Id="rId2" Type="http://schemas.openxmlformats.org/officeDocument/2006/relationships/image" Target="../media/image9.png"/><Relationship Id="rId19" Type="http://schemas.openxmlformats.org/officeDocument/2006/relationships/image" Target="../media/image113.png"/><Relationship Id="rId18" Type="http://schemas.openxmlformats.org/officeDocument/2006/relationships/tags" Target="../tags/tag449.xml"/><Relationship Id="rId17" Type="http://schemas.openxmlformats.org/officeDocument/2006/relationships/tags" Target="../tags/tag448.xml"/><Relationship Id="rId16" Type="http://schemas.openxmlformats.org/officeDocument/2006/relationships/image" Target="../media/image112.svg"/><Relationship Id="rId15" Type="http://schemas.openxmlformats.org/officeDocument/2006/relationships/image" Target="../media/image111.png"/><Relationship Id="rId14" Type="http://schemas.openxmlformats.org/officeDocument/2006/relationships/tags" Target="../tags/tag447.xml"/><Relationship Id="rId13" Type="http://schemas.openxmlformats.org/officeDocument/2006/relationships/tags" Target="../tags/tag446.xml"/><Relationship Id="rId12" Type="http://schemas.openxmlformats.org/officeDocument/2006/relationships/image" Target="../media/image110.png"/><Relationship Id="rId11" Type="http://schemas.openxmlformats.org/officeDocument/2006/relationships/tags" Target="../tags/tag445.xml"/><Relationship Id="rId10" Type="http://schemas.openxmlformats.org/officeDocument/2006/relationships/image" Target="../media/image109.svg"/><Relationship Id="rId1" Type="http://schemas.openxmlformats.org/officeDocument/2006/relationships/tags" Target="../tags/tag44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tags" Target="../tags/tag484.xml"/><Relationship Id="rId7" Type="http://schemas.openxmlformats.org/officeDocument/2006/relationships/tags" Target="../tags/tag483.xml"/><Relationship Id="rId6" Type="http://schemas.openxmlformats.org/officeDocument/2006/relationships/image" Target="../media/image12.png"/><Relationship Id="rId5" Type="http://schemas.openxmlformats.org/officeDocument/2006/relationships/tags" Target="../tags/tag482.xml"/><Relationship Id="rId4" Type="http://schemas.openxmlformats.org/officeDocument/2006/relationships/image" Target="../media/image11.png"/><Relationship Id="rId3" Type="http://schemas.openxmlformats.org/officeDocument/2006/relationships/tags" Target="../tags/tag481.xml"/><Relationship Id="rId29" Type="http://schemas.openxmlformats.org/officeDocument/2006/relationships/notesSlide" Target="../notesSlides/notesSlide16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499.xml"/><Relationship Id="rId26" Type="http://schemas.openxmlformats.org/officeDocument/2006/relationships/tags" Target="../tags/tag498.xml"/><Relationship Id="rId25" Type="http://schemas.openxmlformats.org/officeDocument/2006/relationships/tags" Target="../tags/tag497.xml"/><Relationship Id="rId24" Type="http://schemas.openxmlformats.org/officeDocument/2006/relationships/tags" Target="../tags/tag496.xml"/><Relationship Id="rId23" Type="http://schemas.openxmlformats.org/officeDocument/2006/relationships/tags" Target="../tags/tag495.xml"/><Relationship Id="rId22" Type="http://schemas.openxmlformats.org/officeDocument/2006/relationships/tags" Target="../tags/tag494.xml"/><Relationship Id="rId21" Type="http://schemas.openxmlformats.org/officeDocument/2006/relationships/tags" Target="../tags/tag493.xml"/><Relationship Id="rId20" Type="http://schemas.openxmlformats.org/officeDocument/2006/relationships/tags" Target="../tags/tag492.xml"/><Relationship Id="rId2" Type="http://schemas.openxmlformats.org/officeDocument/2006/relationships/image" Target="../media/image9.png"/><Relationship Id="rId19" Type="http://schemas.openxmlformats.org/officeDocument/2006/relationships/tags" Target="../tags/tag491.xml"/><Relationship Id="rId18" Type="http://schemas.openxmlformats.org/officeDocument/2006/relationships/tags" Target="../tags/tag490.xml"/><Relationship Id="rId17" Type="http://schemas.openxmlformats.org/officeDocument/2006/relationships/tags" Target="../tags/tag489.xml"/><Relationship Id="rId16" Type="http://schemas.openxmlformats.org/officeDocument/2006/relationships/image" Target="../media/image123.png"/><Relationship Id="rId15" Type="http://schemas.openxmlformats.org/officeDocument/2006/relationships/tags" Target="../tags/tag488.xml"/><Relationship Id="rId14" Type="http://schemas.openxmlformats.org/officeDocument/2006/relationships/image" Target="../media/image122.png"/><Relationship Id="rId13" Type="http://schemas.openxmlformats.org/officeDocument/2006/relationships/tags" Target="../tags/tag487.xml"/><Relationship Id="rId12" Type="http://schemas.openxmlformats.org/officeDocument/2006/relationships/tags" Target="../tags/tag486.xml"/><Relationship Id="rId11" Type="http://schemas.openxmlformats.org/officeDocument/2006/relationships/tags" Target="../tags/tag485.xml"/><Relationship Id="rId10" Type="http://schemas.openxmlformats.org/officeDocument/2006/relationships/image" Target="../media/image121.svg"/><Relationship Id="rId1" Type="http://schemas.openxmlformats.org/officeDocument/2006/relationships/tags" Target="../tags/tag48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tags" Target="../tags/tag507.xml"/><Relationship Id="rId7" Type="http://schemas.openxmlformats.org/officeDocument/2006/relationships/tags" Target="../tags/tag506.xml"/><Relationship Id="rId6" Type="http://schemas.openxmlformats.org/officeDocument/2006/relationships/image" Target="../media/image12.png"/><Relationship Id="rId5" Type="http://schemas.openxmlformats.org/officeDocument/2006/relationships/tags" Target="../tags/tag505.xml"/><Relationship Id="rId4" Type="http://schemas.openxmlformats.org/officeDocument/2006/relationships/image" Target="../media/image11.png"/><Relationship Id="rId35" Type="http://schemas.openxmlformats.org/officeDocument/2006/relationships/notesSlide" Target="../notesSlides/notesSlide17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528.xml"/><Relationship Id="rId32" Type="http://schemas.openxmlformats.org/officeDocument/2006/relationships/tags" Target="../tags/tag527.xml"/><Relationship Id="rId31" Type="http://schemas.openxmlformats.org/officeDocument/2006/relationships/tags" Target="../tags/tag526.xml"/><Relationship Id="rId30" Type="http://schemas.openxmlformats.org/officeDocument/2006/relationships/tags" Target="../tags/tag525.xml"/><Relationship Id="rId3" Type="http://schemas.openxmlformats.org/officeDocument/2006/relationships/tags" Target="../tags/tag504.xml"/><Relationship Id="rId29" Type="http://schemas.openxmlformats.org/officeDocument/2006/relationships/tags" Target="../tags/tag524.xml"/><Relationship Id="rId28" Type="http://schemas.openxmlformats.org/officeDocument/2006/relationships/tags" Target="../tags/tag523.xml"/><Relationship Id="rId27" Type="http://schemas.openxmlformats.org/officeDocument/2006/relationships/tags" Target="../tags/tag522.xml"/><Relationship Id="rId26" Type="http://schemas.openxmlformats.org/officeDocument/2006/relationships/tags" Target="../tags/tag521.xml"/><Relationship Id="rId25" Type="http://schemas.openxmlformats.org/officeDocument/2006/relationships/tags" Target="../tags/tag520.xml"/><Relationship Id="rId24" Type="http://schemas.openxmlformats.org/officeDocument/2006/relationships/tags" Target="../tags/tag519.xml"/><Relationship Id="rId23" Type="http://schemas.openxmlformats.org/officeDocument/2006/relationships/tags" Target="../tags/tag518.xml"/><Relationship Id="rId22" Type="http://schemas.openxmlformats.org/officeDocument/2006/relationships/tags" Target="../tags/tag517.xml"/><Relationship Id="rId21" Type="http://schemas.openxmlformats.org/officeDocument/2006/relationships/tags" Target="../tags/tag516.xml"/><Relationship Id="rId20" Type="http://schemas.openxmlformats.org/officeDocument/2006/relationships/tags" Target="../tags/tag515.xml"/><Relationship Id="rId2" Type="http://schemas.openxmlformats.org/officeDocument/2006/relationships/image" Target="../media/image9.png"/><Relationship Id="rId19" Type="http://schemas.openxmlformats.org/officeDocument/2006/relationships/image" Target="../media/image127.png"/><Relationship Id="rId18" Type="http://schemas.openxmlformats.org/officeDocument/2006/relationships/tags" Target="../tags/tag514.xml"/><Relationship Id="rId17" Type="http://schemas.openxmlformats.org/officeDocument/2006/relationships/tags" Target="../tags/tag513.xml"/><Relationship Id="rId16" Type="http://schemas.openxmlformats.org/officeDocument/2006/relationships/image" Target="../media/image126.png"/><Relationship Id="rId15" Type="http://schemas.openxmlformats.org/officeDocument/2006/relationships/tags" Target="../tags/tag512.xml"/><Relationship Id="rId14" Type="http://schemas.openxmlformats.org/officeDocument/2006/relationships/tags" Target="../tags/tag511.xml"/><Relationship Id="rId13" Type="http://schemas.openxmlformats.org/officeDocument/2006/relationships/image" Target="../media/image125.png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tags" Target="../tags/tag50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png"/><Relationship Id="rId8" Type="http://schemas.openxmlformats.org/officeDocument/2006/relationships/tags" Target="../tags/tag536.xml"/><Relationship Id="rId7" Type="http://schemas.openxmlformats.org/officeDocument/2006/relationships/tags" Target="../tags/tag535.xml"/><Relationship Id="rId6" Type="http://schemas.openxmlformats.org/officeDocument/2006/relationships/image" Target="../media/image12.png"/><Relationship Id="rId5" Type="http://schemas.openxmlformats.org/officeDocument/2006/relationships/tags" Target="../tags/tag534.xml"/><Relationship Id="rId4" Type="http://schemas.openxmlformats.org/officeDocument/2006/relationships/image" Target="../media/image11.png"/><Relationship Id="rId3" Type="http://schemas.openxmlformats.org/officeDocument/2006/relationships/tags" Target="../tags/tag533.xml"/><Relationship Id="rId28" Type="http://schemas.openxmlformats.org/officeDocument/2006/relationships/notesSlide" Target="../notesSlides/notesSlide18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551.xml"/><Relationship Id="rId25" Type="http://schemas.openxmlformats.org/officeDocument/2006/relationships/tags" Target="../tags/tag550.xml"/><Relationship Id="rId24" Type="http://schemas.openxmlformats.org/officeDocument/2006/relationships/tags" Target="../tags/tag549.xml"/><Relationship Id="rId23" Type="http://schemas.openxmlformats.org/officeDocument/2006/relationships/tags" Target="../tags/tag548.xml"/><Relationship Id="rId22" Type="http://schemas.openxmlformats.org/officeDocument/2006/relationships/tags" Target="../tags/tag547.xml"/><Relationship Id="rId21" Type="http://schemas.openxmlformats.org/officeDocument/2006/relationships/tags" Target="../tags/tag546.xml"/><Relationship Id="rId20" Type="http://schemas.openxmlformats.org/officeDocument/2006/relationships/tags" Target="../tags/tag545.xml"/><Relationship Id="rId2" Type="http://schemas.openxmlformats.org/officeDocument/2006/relationships/image" Target="../media/image9.png"/><Relationship Id="rId19" Type="http://schemas.openxmlformats.org/officeDocument/2006/relationships/tags" Target="../tags/tag544.xml"/><Relationship Id="rId18" Type="http://schemas.openxmlformats.org/officeDocument/2006/relationships/tags" Target="../tags/tag543.xml"/><Relationship Id="rId17" Type="http://schemas.openxmlformats.org/officeDocument/2006/relationships/tags" Target="../tags/tag542.xml"/><Relationship Id="rId16" Type="http://schemas.openxmlformats.org/officeDocument/2006/relationships/tags" Target="../tags/tag541.xml"/><Relationship Id="rId15" Type="http://schemas.openxmlformats.org/officeDocument/2006/relationships/tags" Target="../tags/tag540.xml"/><Relationship Id="rId14" Type="http://schemas.openxmlformats.org/officeDocument/2006/relationships/image" Target="../media/image130.png"/><Relationship Id="rId13" Type="http://schemas.openxmlformats.org/officeDocument/2006/relationships/tags" Target="../tags/tag539.xml"/><Relationship Id="rId12" Type="http://schemas.openxmlformats.org/officeDocument/2006/relationships/tags" Target="../tags/tag538.xml"/><Relationship Id="rId11" Type="http://schemas.openxmlformats.org/officeDocument/2006/relationships/tags" Target="../tags/tag537.xml"/><Relationship Id="rId10" Type="http://schemas.openxmlformats.org/officeDocument/2006/relationships/image" Target="../media/image129.svg"/><Relationship Id="rId1" Type="http://schemas.openxmlformats.org/officeDocument/2006/relationships/tags" Target="../tags/tag53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tags" Target="../tags/tag559.xml"/><Relationship Id="rId7" Type="http://schemas.openxmlformats.org/officeDocument/2006/relationships/tags" Target="../tags/tag558.xml"/><Relationship Id="rId6" Type="http://schemas.openxmlformats.org/officeDocument/2006/relationships/image" Target="../media/image12.png"/><Relationship Id="rId53" Type="http://schemas.openxmlformats.org/officeDocument/2006/relationships/notesSlide" Target="../notesSlides/notesSlide19.xml"/><Relationship Id="rId52" Type="http://schemas.openxmlformats.org/officeDocument/2006/relationships/slideLayout" Target="../slideLayouts/slideLayout1.xml"/><Relationship Id="rId51" Type="http://schemas.openxmlformats.org/officeDocument/2006/relationships/tags" Target="../tags/tag592.xml"/><Relationship Id="rId50" Type="http://schemas.openxmlformats.org/officeDocument/2006/relationships/tags" Target="../tags/tag591.xml"/><Relationship Id="rId5" Type="http://schemas.openxmlformats.org/officeDocument/2006/relationships/tags" Target="../tags/tag557.xml"/><Relationship Id="rId49" Type="http://schemas.openxmlformats.org/officeDocument/2006/relationships/tags" Target="../tags/tag590.xml"/><Relationship Id="rId48" Type="http://schemas.openxmlformats.org/officeDocument/2006/relationships/tags" Target="../tags/tag589.xml"/><Relationship Id="rId47" Type="http://schemas.openxmlformats.org/officeDocument/2006/relationships/tags" Target="../tags/tag588.xml"/><Relationship Id="rId46" Type="http://schemas.openxmlformats.org/officeDocument/2006/relationships/tags" Target="../tags/tag587.xml"/><Relationship Id="rId45" Type="http://schemas.openxmlformats.org/officeDocument/2006/relationships/tags" Target="../tags/tag586.xml"/><Relationship Id="rId44" Type="http://schemas.openxmlformats.org/officeDocument/2006/relationships/tags" Target="../tags/tag585.xml"/><Relationship Id="rId43" Type="http://schemas.openxmlformats.org/officeDocument/2006/relationships/tags" Target="../tags/tag584.xml"/><Relationship Id="rId42" Type="http://schemas.openxmlformats.org/officeDocument/2006/relationships/tags" Target="../tags/tag583.xml"/><Relationship Id="rId41" Type="http://schemas.openxmlformats.org/officeDocument/2006/relationships/tags" Target="../tags/tag582.xml"/><Relationship Id="rId40" Type="http://schemas.openxmlformats.org/officeDocument/2006/relationships/tags" Target="../tags/tag581.xml"/><Relationship Id="rId4" Type="http://schemas.openxmlformats.org/officeDocument/2006/relationships/image" Target="../media/image11.png"/><Relationship Id="rId39" Type="http://schemas.openxmlformats.org/officeDocument/2006/relationships/tags" Target="../tags/tag580.xml"/><Relationship Id="rId38" Type="http://schemas.openxmlformats.org/officeDocument/2006/relationships/tags" Target="../tags/tag579.xml"/><Relationship Id="rId37" Type="http://schemas.openxmlformats.org/officeDocument/2006/relationships/tags" Target="../tags/tag578.xml"/><Relationship Id="rId36" Type="http://schemas.openxmlformats.org/officeDocument/2006/relationships/tags" Target="../tags/tag577.xml"/><Relationship Id="rId35" Type="http://schemas.openxmlformats.org/officeDocument/2006/relationships/tags" Target="../tags/tag576.xml"/><Relationship Id="rId34" Type="http://schemas.openxmlformats.org/officeDocument/2006/relationships/image" Target="../media/image140.svg"/><Relationship Id="rId33" Type="http://schemas.openxmlformats.org/officeDocument/2006/relationships/image" Target="../media/image139.png"/><Relationship Id="rId32" Type="http://schemas.openxmlformats.org/officeDocument/2006/relationships/tags" Target="../tags/tag575.xml"/><Relationship Id="rId31" Type="http://schemas.openxmlformats.org/officeDocument/2006/relationships/tags" Target="../tags/tag574.xml"/><Relationship Id="rId30" Type="http://schemas.openxmlformats.org/officeDocument/2006/relationships/tags" Target="../tags/tag573.xml"/><Relationship Id="rId3" Type="http://schemas.openxmlformats.org/officeDocument/2006/relationships/tags" Target="../tags/tag556.xml"/><Relationship Id="rId29" Type="http://schemas.openxmlformats.org/officeDocument/2006/relationships/tags" Target="../tags/tag572.xml"/><Relationship Id="rId28" Type="http://schemas.openxmlformats.org/officeDocument/2006/relationships/tags" Target="../tags/tag571.xml"/><Relationship Id="rId27" Type="http://schemas.openxmlformats.org/officeDocument/2006/relationships/tags" Target="../tags/tag570.xml"/><Relationship Id="rId26" Type="http://schemas.openxmlformats.org/officeDocument/2006/relationships/tags" Target="../tags/tag569.xml"/><Relationship Id="rId25" Type="http://schemas.openxmlformats.org/officeDocument/2006/relationships/tags" Target="../tags/tag568.xml"/><Relationship Id="rId24" Type="http://schemas.openxmlformats.org/officeDocument/2006/relationships/tags" Target="../tags/tag567.xml"/><Relationship Id="rId23" Type="http://schemas.openxmlformats.org/officeDocument/2006/relationships/tags" Target="../tags/tag566.xml"/><Relationship Id="rId22" Type="http://schemas.openxmlformats.org/officeDocument/2006/relationships/tags" Target="../tags/tag565.xml"/><Relationship Id="rId21" Type="http://schemas.openxmlformats.org/officeDocument/2006/relationships/image" Target="../media/image138.png"/><Relationship Id="rId20" Type="http://schemas.openxmlformats.org/officeDocument/2006/relationships/tags" Target="../tags/tag564.xml"/><Relationship Id="rId2" Type="http://schemas.openxmlformats.org/officeDocument/2006/relationships/image" Target="../media/image9.png"/><Relationship Id="rId19" Type="http://schemas.openxmlformats.org/officeDocument/2006/relationships/image" Target="../media/image137.svg"/><Relationship Id="rId18" Type="http://schemas.openxmlformats.org/officeDocument/2006/relationships/image" Target="../media/image136.png"/><Relationship Id="rId17" Type="http://schemas.openxmlformats.org/officeDocument/2006/relationships/tags" Target="../tags/tag563.xml"/><Relationship Id="rId16" Type="http://schemas.openxmlformats.org/officeDocument/2006/relationships/image" Target="../media/image135.svg"/><Relationship Id="rId15" Type="http://schemas.openxmlformats.org/officeDocument/2006/relationships/image" Target="../media/image134.png"/><Relationship Id="rId14" Type="http://schemas.openxmlformats.org/officeDocument/2006/relationships/tags" Target="../tags/tag562.xml"/><Relationship Id="rId13" Type="http://schemas.openxmlformats.org/officeDocument/2006/relationships/tags" Target="../tags/tag561.xml"/><Relationship Id="rId12" Type="http://schemas.openxmlformats.org/officeDocument/2006/relationships/image" Target="../media/image133.svg"/><Relationship Id="rId11" Type="http://schemas.openxmlformats.org/officeDocument/2006/relationships/image" Target="../media/image132.png"/><Relationship Id="rId10" Type="http://schemas.openxmlformats.org/officeDocument/2006/relationships/tags" Target="../tags/tag560.xml"/><Relationship Id="rId1" Type="http://schemas.openxmlformats.org/officeDocument/2006/relationships/tags" Target="../tags/tag55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1.png"/><Relationship Id="rId8" Type="http://schemas.openxmlformats.org/officeDocument/2006/relationships/tags" Target="../tags/tag600.xml"/><Relationship Id="rId7" Type="http://schemas.openxmlformats.org/officeDocument/2006/relationships/tags" Target="../tags/tag599.xml"/><Relationship Id="rId67" Type="http://schemas.openxmlformats.org/officeDocument/2006/relationships/notesSlide" Target="../notesSlides/notesSlide20.xml"/><Relationship Id="rId66" Type="http://schemas.openxmlformats.org/officeDocument/2006/relationships/slideLayout" Target="../slideLayouts/slideLayout1.xml"/><Relationship Id="rId65" Type="http://schemas.openxmlformats.org/officeDocument/2006/relationships/tags" Target="../tags/tag636.xml"/><Relationship Id="rId64" Type="http://schemas.openxmlformats.org/officeDocument/2006/relationships/tags" Target="../tags/tag635.xml"/><Relationship Id="rId63" Type="http://schemas.openxmlformats.org/officeDocument/2006/relationships/tags" Target="../tags/tag634.xml"/><Relationship Id="rId62" Type="http://schemas.openxmlformats.org/officeDocument/2006/relationships/tags" Target="../tags/tag633.xml"/><Relationship Id="rId61" Type="http://schemas.openxmlformats.org/officeDocument/2006/relationships/image" Target="../media/image158.svg"/><Relationship Id="rId60" Type="http://schemas.openxmlformats.org/officeDocument/2006/relationships/image" Target="../media/image157.png"/><Relationship Id="rId6" Type="http://schemas.openxmlformats.org/officeDocument/2006/relationships/image" Target="../media/image12.png"/><Relationship Id="rId59" Type="http://schemas.openxmlformats.org/officeDocument/2006/relationships/tags" Target="../tags/tag632.xml"/><Relationship Id="rId58" Type="http://schemas.openxmlformats.org/officeDocument/2006/relationships/image" Target="../media/image156.png"/><Relationship Id="rId57" Type="http://schemas.openxmlformats.org/officeDocument/2006/relationships/tags" Target="../tags/tag631.xml"/><Relationship Id="rId56" Type="http://schemas.openxmlformats.org/officeDocument/2006/relationships/tags" Target="../tags/tag630.xml"/><Relationship Id="rId55" Type="http://schemas.openxmlformats.org/officeDocument/2006/relationships/image" Target="../media/image155.png"/><Relationship Id="rId54" Type="http://schemas.openxmlformats.org/officeDocument/2006/relationships/tags" Target="../tags/tag629.xml"/><Relationship Id="rId53" Type="http://schemas.openxmlformats.org/officeDocument/2006/relationships/tags" Target="../tags/tag628.xml"/><Relationship Id="rId52" Type="http://schemas.openxmlformats.org/officeDocument/2006/relationships/tags" Target="../tags/tag627.xml"/><Relationship Id="rId51" Type="http://schemas.openxmlformats.org/officeDocument/2006/relationships/tags" Target="../tags/tag626.xml"/><Relationship Id="rId50" Type="http://schemas.openxmlformats.org/officeDocument/2006/relationships/tags" Target="../tags/tag625.xml"/><Relationship Id="rId5" Type="http://schemas.openxmlformats.org/officeDocument/2006/relationships/tags" Target="../tags/tag598.xml"/><Relationship Id="rId49" Type="http://schemas.openxmlformats.org/officeDocument/2006/relationships/tags" Target="../tags/tag624.xml"/><Relationship Id="rId48" Type="http://schemas.openxmlformats.org/officeDocument/2006/relationships/image" Target="../media/image16.svg"/><Relationship Id="rId47" Type="http://schemas.openxmlformats.org/officeDocument/2006/relationships/image" Target="../media/image154.png"/><Relationship Id="rId46" Type="http://schemas.openxmlformats.org/officeDocument/2006/relationships/tags" Target="../tags/tag623.xml"/><Relationship Id="rId45" Type="http://schemas.openxmlformats.org/officeDocument/2006/relationships/image" Target="../media/image153.png"/><Relationship Id="rId44" Type="http://schemas.openxmlformats.org/officeDocument/2006/relationships/tags" Target="../tags/tag622.xml"/><Relationship Id="rId43" Type="http://schemas.openxmlformats.org/officeDocument/2006/relationships/tags" Target="../tags/tag621.xml"/><Relationship Id="rId42" Type="http://schemas.openxmlformats.org/officeDocument/2006/relationships/image" Target="../media/image91.svg"/><Relationship Id="rId41" Type="http://schemas.openxmlformats.org/officeDocument/2006/relationships/image" Target="../media/image90.png"/><Relationship Id="rId40" Type="http://schemas.openxmlformats.org/officeDocument/2006/relationships/tags" Target="../tags/tag620.xml"/><Relationship Id="rId4" Type="http://schemas.openxmlformats.org/officeDocument/2006/relationships/image" Target="../media/image11.png"/><Relationship Id="rId39" Type="http://schemas.openxmlformats.org/officeDocument/2006/relationships/image" Target="../media/image152.png"/><Relationship Id="rId38" Type="http://schemas.openxmlformats.org/officeDocument/2006/relationships/tags" Target="../tags/tag619.xml"/><Relationship Id="rId37" Type="http://schemas.openxmlformats.org/officeDocument/2006/relationships/image" Target="../media/image151.svg"/><Relationship Id="rId36" Type="http://schemas.openxmlformats.org/officeDocument/2006/relationships/image" Target="../media/image150.png"/><Relationship Id="rId35" Type="http://schemas.openxmlformats.org/officeDocument/2006/relationships/tags" Target="../tags/tag618.xml"/><Relationship Id="rId34" Type="http://schemas.openxmlformats.org/officeDocument/2006/relationships/tags" Target="../tags/tag617.xml"/><Relationship Id="rId33" Type="http://schemas.openxmlformats.org/officeDocument/2006/relationships/tags" Target="../tags/tag616.xml"/><Relationship Id="rId32" Type="http://schemas.openxmlformats.org/officeDocument/2006/relationships/tags" Target="../tags/tag615.xml"/><Relationship Id="rId31" Type="http://schemas.openxmlformats.org/officeDocument/2006/relationships/tags" Target="../tags/tag614.xml"/><Relationship Id="rId30" Type="http://schemas.openxmlformats.org/officeDocument/2006/relationships/tags" Target="../tags/tag613.xml"/><Relationship Id="rId3" Type="http://schemas.openxmlformats.org/officeDocument/2006/relationships/tags" Target="../tags/tag597.xml"/><Relationship Id="rId29" Type="http://schemas.openxmlformats.org/officeDocument/2006/relationships/tags" Target="../tags/tag612.xml"/><Relationship Id="rId28" Type="http://schemas.openxmlformats.org/officeDocument/2006/relationships/image" Target="../media/image149.png"/><Relationship Id="rId27" Type="http://schemas.openxmlformats.org/officeDocument/2006/relationships/tags" Target="../tags/tag611.xml"/><Relationship Id="rId26" Type="http://schemas.openxmlformats.org/officeDocument/2006/relationships/tags" Target="../tags/tag610.xml"/><Relationship Id="rId25" Type="http://schemas.openxmlformats.org/officeDocument/2006/relationships/tags" Target="../tags/tag609.xml"/><Relationship Id="rId24" Type="http://schemas.openxmlformats.org/officeDocument/2006/relationships/tags" Target="../tags/tag608.xml"/><Relationship Id="rId23" Type="http://schemas.openxmlformats.org/officeDocument/2006/relationships/tags" Target="../tags/tag607.xml"/><Relationship Id="rId22" Type="http://schemas.openxmlformats.org/officeDocument/2006/relationships/tags" Target="../tags/tag606.xml"/><Relationship Id="rId21" Type="http://schemas.openxmlformats.org/officeDocument/2006/relationships/image" Target="../media/image148.svg"/><Relationship Id="rId20" Type="http://schemas.openxmlformats.org/officeDocument/2006/relationships/image" Target="../media/image147.png"/><Relationship Id="rId2" Type="http://schemas.openxmlformats.org/officeDocument/2006/relationships/image" Target="../media/image9.png"/><Relationship Id="rId19" Type="http://schemas.openxmlformats.org/officeDocument/2006/relationships/tags" Target="../tags/tag605.xml"/><Relationship Id="rId18" Type="http://schemas.openxmlformats.org/officeDocument/2006/relationships/image" Target="../media/image146.png"/><Relationship Id="rId17" Type="http://schemas.openxmlformats.org/officeDocument/2006/relationships/tags" Target="../tags/tag604.xml"/><Relationship Id="rId16" Type="http://schemas.openxmlformats.org/officeDocument/2006/relationships/tags" Target="../tags/tag603.xml"/><Relationship Id="rId15" Type="http://schemas.openxmlformats.org/officeDocument/2006/relationships/image" Target="../media/image145.svg"/><Relationship Id="rId14" Type="http://schemas.openxmlformats.org/officeDocument/2006/relationships/image" Target="../media/image144.png"/><Relationship Id="rId13" Type="http://schemas.openxmlformats.org/officeDocument/2006/relationships/tags" Target="../tags/tag602.xml"/><Relationship Id="rId12" Type="http://schemas.openxmlformats.org/officeDocument/2006/relationships/image" Target="../media/image143.png"/><Relationship Id="rId11" Type="http://schemas.openxmlformats.org/officeDocument/2006/relationships/tags" Target="../tags/tag601.xml"/><Relationship Id="rId10" Type="http://schemas.openxmlformats.org/officeDocument/2006/relationships/image" Target="../media/image142.svg"/><Relationship Id="rId1" Type="http://schemas.openxmlformats.org/officeDocument/2006/relationships/tags" Target="../tags/tag596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1.xml"/><Relationship Id="rId2" Type="http://schemas.openxmlformats.org/officeDocument/2006/relationships/image" Target="../media/image9.png"/><Relationship Id="rId1" Type="http://schemas.openxmlformats.org/officeDocument/2006/relationships/tags" Target="../tags/tag6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-2"/>
            <a:ext cx="1799718" cy="2533649"/>
            <a:chOff x="-635000" y="-635000"/>
            <a:chExt cx="1799718" cy="2533647"/>
          </a:xfrm>
        </p:grpSpPr>
        <p:pic>
          <p:nvPicPr>
            <p:cNvPr id="14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-635000" y="-635000"/>
              <a:ext cx="1799718" cy="1829017"/>
            </a:xfrm>
            <a:prstGeom prst="rect">
              <a:avLst/>
            </a:prstGeom>
          </p:spPr>
        </p:pic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73903"/>
              <a:ext cx="961132" cy="172474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87069" y="4530971"/>
            <a:ext cx="3482974" cy="637829"/>
            <a:chOff x="-635000" y="-635000"/>
            <a:chExt cx="3482974" cy="637829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482974" cy="63782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01383" y="2273111"/>
            <a:ext cx="2105868" cy="4595809"/>
            <a:chOff x="-635000" y="-635000"/>
            <a:chExt cx="2105868" cy="4595809"/>
          </a:xfrm>
        </p:grpSpPr>
        <p:pic>
          <p:nvPicPr>
            <p:cNvPr id="21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2105868" cy="4595809"/>
            </a:xfrm>
            <a:prstGeom prst="rect">
              <a:avLst/>
            </a:prstGeom>
          </p:spPr>
        </p:pic>
      </p:grpSp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9613224" y="2284033"/>
            <a:ext cx="2578776" cy="4584889"/>
            <a:chOff x="-635000" y="-635000"/>
            <a:chExt cx="2578776" cy="4584889"/>
          </a:xfrm>
        </p:grpSpPr>
        <p:pic>
          <p:nvPicPr>
            <p:cNvPr id="23" name="Image 7" descr="TEMP_Z_ORDER_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2578776" cy="458488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577080" y="4693350"/>
            <a:ext cx="3321262" cy="313055"/>
            <a:chOff x="-635000" y="-519413"/>
            <a:chExt cx="3321262" cy="313055"/>
          </a:xfrm>
        </p:grpSpPr>
        <p:sp>
          <p:nvSpPr>
            <p:cNvPr id="19" name="Text 0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-635000" y="-519413"/>
              <a:ext cx="3321262" cy="31305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授课教师：</a:t>
              </a:r>
              <a:r>
                <a:rPr lang="zh-CN" altLang="en-US" sz="2040">
                  <a:solidFill>
                    <a:srgbClr val="000000"/>
                  </a:solidFill>
                </a:rPr>
                <a:t>张玉</a:t>
              </a:r>
              <a:endParaRPr lang="zh-CN" altLang="en-US" sz="2040">
                <a:solidFill>
                  <a:srgbClr val="000000"/>
                </a:solidFill>
              </a:endParaRPr>
            </a:p>
          </p:txBody>
        </p:sp>
      </p:grpSp>
      <p:sp>
        <p:nvSpPr>
          <p:cNvPr id="11" name="Text 1"/>
          <p:cNvSpPr/>
          <p:nvPr>
            <p:custDataLst>
              <p:tags r:id="rId23"/>
            </p:custDataLst>
          </p:nvPr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20">
                <a:solidFill>
                  <a:srgbClr val="FFFFFF"/>
                </a:solidFill>
              </a:rPr>
              <a:t>信息安全测评与风险评估</a:t>
            </a:r>
            <a:endParaRPr lang="en-US" sz="6120"/>
          </a:p>
        </p:txBody>
      </p:sp>
      <p:sp>
        <p:nvSpPr>
          <p:cNvPr id="12" name="Text 2"/>
          <p:cNvSpPr/>
          <p:nvPr>
            <p:custDataLst>
              <p:tags r:id="rId24"/>
            </p:custDataLst>
          </p:nvPr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5.1 安全管理文档核查</a:t>
            </a:r>
            <a:endParaRPr lang="en-US" sz="168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nimBg="1"/>
      <p:bldP spid="12" grpId="5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3962544" y="1653659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01</a:t>
            </a:r>
            <a:endParaRPr lang="en-US" sz="336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3962544" y="267025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02</a:t>
            </a:r>
            <a:endParaRPr lang="en-US" sz="336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3962544" y="3686843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03</a:t>
            </a:r>
            <a:endParaRPr lang="en-US" sz="3360"/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3962544" y="470343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04</a:t>
            </a:r>
            <a:endParaRPr lang="en-US" sz="3360"/>
          </a:p>
        </p:txBody>
      </p:sp>
      <p:sp>
        <p:nvSpPr>
          <p:cNvPr id="8" name="Text 4"/>
          <p:cNvSpPr/>
          <p:nvPr>
            <p:custDataLst>
              <p:tags r:id="rId9"/>
            </p:custDataLst>
          </p:nvPr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4800">
                <a:solidFill>
                  <a:srgbClr val="000000"/>
                </a:solidFill>
              </a:rPr>
              <a:t>目录</a:t>
            </a:r>
            <a:endParaRPr lang="en-US" sz="4800"/>
          </a:p>
        </p:txBody>
      </p:sp>
      <p:sp>
        <p:nvSpPr>
          <p:cNvPr id="9" name="Text 5"/>
          <p:cNvSpPr/>
          <p:nvPr>
            <p:custDataLst>
              <p:tags r:id="rId10"/>
            </p:custDataLst>
          </p:nvPr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040">
                <a:solidFill>
                  <a:srgbClr val="000000"/>
                </a:solidFill>
              </a:rPr>
              <a:t>CONTENTS</a:t>
            </a:r>
            <a:endParaRPr lang="en-US" sz="2040"/>
          </a:p>
        </p:txBody>
      </p:sp>
      <p:sp>
        <p:nvSpPr>
          <p:cNvPr id="10" name="Text 6"/>
          <p:cNvSpPr/>
          <p:nvPr>
            <p:custDataLst>
              <p:tags r:id="rId11"/>
            </p:custDataLst>
          </p:nvPr>
        </p:nvSpPr>
        <p:spPr>
          <a:xfrm>
            <a:off x="5257473" y="4727980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安全管理制度测评的核心指标</a:t>
            </a:r>
            <a:endParaRPr lang="en-US" sz="3000"/>
          </a:p>
        </p:txBody>
      </p:sp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5257165" y="1669415"/>
            <a:ext cx="6478270" cy="92329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案例导入——“技术满分，管理零分”的教训</a:t>
            </a:r>
            <a:endParaRPr lang="en-US" sz="3000"/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5257473" y="3711387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安全管理测评——在等保标准中的位置</a:t>
            </a:r>
            <a:endParaRPr lang="en-US" sz="3000"/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5257473" y="269479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学习目标</a:t>
            </a:r>
            <a:endParaRPr lang="en-US" sz="30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1" name="组合 50"/>
          <p:cNvGrpSpPr/>
          <p:nvPr>
            <p:custDataLst>
              <p:tags r:id="rId7"/>
            </p:custDataLst>
          </p:nvPr>
        </p:nvGrpSpPr>
        <p:grpSpPr>
          <a:xfrm>
            <a:off x="5151120" y="1310640"/>
            <a:ext cx="6446520" cy="914400"/>
            <a:chOff x="-635000" y="-635000"/>
            <a:chExt cx="6446520" cy="914400"/>
          </a:xfrm>
        </p:grpSpPr>
        <p:pic>
          <p:nvPicPr>
            <p:cNvPr id="52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446520" cy="914400"/>
            </a:xfrm>
            <a:prstGeom prst="rect">
              <a:avLst/>
            </a:prstGeom>
          </p:spPr>
        </p:pic>
        <p:sp>
          <p:nvSpPr>
            <p:cNvPr id="53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330200" y="-528320"/>
              <a:ext cx="5907024" cy="6226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引入问题：</a:t>
              </a: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如果技术防护做得好，但管理文档落灰，它安全吗？</a:t>
              </a:r>
              <a:endParaRPr lang="en-US" sz="1800"/>
            </a:p>
          </p:txBody>
        </p:sp>
      </p:grpSp>
      <p:grpSp>
        <p:nvGrpSpPr>
          <p:cNvPr id="38" name="组合 37"/>
          <p:cNvGrpSpPr/>
          <p:nvPr>
            <p:custDataLst>
              <p:tags r:id="rId12"/>
            </p:custDataLst>
          </p:nvPr>
        </p:nvGrpSpPr>
        <p:grpSpPr>
          <a:xfrm>
            <a:off x="5151120" y="2316480"/>
            <a:ext cx="6455664" cy="2472690"/>
            <a:chOff x="-635000" y="-635000"/>
            <a:chExt cx="6455664" cy="2472690"/>
          </a:xfrm>
        </p:grpSpPr>
        <p:sp>
          <p:nvSpPr>
            <p:cNvPr id="39" name="Text 1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635000" y="-635000"/>
              <a:ext cx="6455664" cy="5312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案例背景：</a:t>
              </a: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某企业通过等保三级技术测评（架构合理/防火墙严格/漏洞无高危），但半年后发生严重数据泄露。</a:t>
              </a:r>
              <a:endParaRPr lang="en-US" sz="1680"/>
            </a:p>
          </p:txBody>
        </p:sp>
        <p:sp>
          <p:nvSpPr>
            <p:cNvPr id="40" name="Text 2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635000" y="20320"/>
              <a:ext cx="1933670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调查发现管理漏洞：</a:t>
              </a:r>
              <a:endParaRPr lang="en-US" sz="1680"/>
            </a:p>
          </p:txBody>
        </p:sp>
        <p:pic>
          <p:nvPicPr>
            <p:cNvPr id="41" name="Image 4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492760"/>
              <a:ext cx="76200" cy="76200"/>
            </a:xfrm>
            <a:prstGeom prst="rect">
              <a:avLst/>
            </a:prstGeom>
          </p:spPr>
        </p:pic>
        <p:sp>
          <p:nvSpPr>
            <p:cNvPr id="42" name="Text 3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-467361" y="401320"/>
              <a:ext cx="2578227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无明确的安全事件响应流程</a:t>
              </a:r>
              <a:endParaRPr lang="en-US" sz="1680"/>
            </a:p>
          </p:txBody>
        </p:sp>
        <p:pic>
          <p:nvPicPr>
            <p:cNvPr id="43" name="Image 5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797560"/>
              <a:ext cx="76200" cy="76200"/>
            </a:xfrm>
            <a:prstGeom prst="rect">
              <a:avLst/>
            </a:prstGeom>
          </p:spPr>
        </p:pic>
        <p:sp>
          <p:nvSpPr>
            <p:cNvPr id="44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467360" y="706120"/>
              <a:ext cx="3007932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离职员工账号有效且权限未回收</a:t>
              </a:r>
              <a:endParaRPr lang="en-US" sz="1680"/>
            </a:p>
          </p:txBody>
        </p:sp>
        <p:pic>
          <p:nvPicPr>
            <p:cNvPr id="45" name="Image 6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1087120"/>
              <a:ext cx="76200" cy="76200"/>
            </a:xfrm>
            <a:prstGeom prst="rect">
              <a:avLst/>
            </a:prstGeom>
          </p:spPr>
        </p:pic>
        <p:sp>
          <p:nvSpPr>
            <p:cNvPr id="46" name="Text 5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467360" y="995680"/>
              <a:ext cx="3222784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外包人员未签保密协议随意拷数据</a:t>
              </a:r>
              <a:endParaRPr lang="en-US" sz="1680"/>
            </a:p>
          </p:txBody>
        </p:sp>
        <p:pic>
          <p:nvPicPr>
            <p:cNvPr id="47" name="Image 7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1391920"/>
              <a:ext cx="76200" cy="76200"/>
            </a:xfrm>
            <a:prstGeom prst="rect">
              <a:avLst/>
            </a:prstGeom>
          </p:spPr>
        </p:pic>
        <p:sp>
          <p:nvSpPr>
            <p:cNvPr id="48" name="Text 6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-467361" y="1300480"/>
              <a:ext cx="2578227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安全审计日志混乱无法追溯</a:t>
              </a:r>
              <a:endParaRPr lang="en-US" sz="1680"/>
            </a:p>
          </p:txBody>
        </p:sp>
        <p:pic>
          <p:nvPicPr>
            <p:cNvPr id="49" name="Image 8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1681480"/>
              <a:ext cx="76200" cy="76200"/>
            </a:xfrm>
            <a:prstGeom prst="rect">
              <a:avLst/>
            </a:prstGeom>
          </p:spPr>
        </p:pic>
        <p:sp>
          <p:nvSpPr>
            <p:cNvPr id="50" name="Text 7" descr="TEMP_Z_ORDER_16"/>
            <p:cNvSpPr/>
            <p:nvPr>
              <p:custDataLst>
                <p:tags r:id="rId26"/>
              </p:custDataLst>
            </p:nvPr>
          </p:nvSpPr>
          <p:spPr>
            <a:xfrm>
              <a:off x="-467360" y="1590040"/>
              <a:ext cx="2130885" cy="20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56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管理制度文档3年未更新</a:t>
              </a:r>
              <a:endParaRPr lang="en-US" sz="1560"/>
            </a:p>
          </p:txBody>
        </p:sp>
      </p:grpSp>
      <p:grpSp>
        <p:nvGrpSpPr>
          <p:cNvPr id="29" name="组合 28"/>
          <p:cNvGrpSpPr/>
          <p:nvPr>
            <p:custDataLst>
              <p:tags r:id="rId27"/>
            </p:custDataLst>
          </p:nvPr>
        </p:nvGrpSpPr>
        <p:grpSpPr>
          <a:xfrm>
            <a:off x="5151120" y="4724400"/>
            <a:ext cx="6446520" cy="1539240"/>
            <a:chOff x="-635000" y="-635000"/>
            <a:chExt cx="6446520" cy="1539240"/>
          </a:xfrm>
        </p:grpSpPr>
        <p:pic>
          <p:nvPicPr>
            <p:cNvPr id="30" name="Image 9" descr="TEMP_Z_ORDER_17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-635000" y="-635000"/>
              <a:ext cx="6446520" cy="1539240"/>
            </a:xfrm>
            <a:prstGeom prst="rect">
              <a:avLst/>
            </a:prstGeom>
          </p:spPr>
        </p:pic>
        <p:sp>
          <p:nvSpPr>
            <p:cNvPr id="31" name="Text 8" descr="TEMP_Z_ORDER_18"/>
            <p:cNvSpPr/>
            <p:nvPr>
              <p:custDataLst>
                <p:tags r:id="rId30"/>
              </p:custDataLst>
            </p:nvPr>
          </p:nvSpPr>
          <p:spPr>
            <a:xfrm>
              <a:off x="-391161" y="-513080"/>
              <a:ext cx="123459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问题讨论：</a:t>
              </a:r>
              <a:endParaRPr lang="en-US" sz="1920"/>
            </a:p>
          </p:txBody>
        </p:sp>
        <p:pic>
          <p:nvPicPr>
            <p:cNvPr id="32" name="Image 10" descr="TEMP_Z_ORDER_19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6">
              <a:alphaModFix amt="80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91161" y="20320"/>
              <a:ext cx="76200" cy="76200"/>
            </a:xfrm>
            <a:prstGeom prst="rect">
              <a:avLst/>
            </a:prstGeom>
          </p:spPr>
        </p:pic>
        <p:sp>
          <p:nvSpPr>
            <p:cNvPr id="33" name="Text 9" descr="TEMP_Z_ORDER_20"/>
            <p:cNvSpPr/>
            <p:nvPr>
              <p:custDataLst>
                <p:tags r:id="rId32"/>
              </p:custDataLst>
            </p:nvPr>
          </p:nvSpPr>
          <p:spPr>
            <a:xfrm>
              <a:off x="-223520" y="-86360"/>
              <a:ext cx="3007932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技术测评通过，为何还会出事？</a:t>
              </a:r>
              <a:endParaRPr lang="en-US" sz="1680"/>
            </a:p>
          </p:txBody>
        </p:sp>
        <p:pic>
          <p:nvPicPr>
            <p:cNvPr id="34" name="Image 11" descr="TEMP_Z_ORDER_2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6">
              <a:alphaModFix amt="80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91161" y="309880"/>
              <a:ext cx="76200" cy="76200"/>
            </a:xfrm>
            <a:prstGeom prst="rect">
              <a:avLst/>
            </a:prstGeom>
          </p:spPr>
        </p:pic>
        <p:sp>
          <p:nvSpPr>
            <p:cNvPr id="35" name="Text 10" descr="TEMP_Z_ORDER_22"/>
            <p:cNvSpPr/>
            <p:nvPr>
              <p:custDataLst>
                <p:tags r:id="rId34"/>
              </p:custDataLst>
            </p:nvPr>
          </p:nvSpPr>
          <p:spPr>
            <a:xfrm>
              <a:off x="-223520" y="203200"/>
              <a:ext cx="2860421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“三分技术，七分管理”何意？</a:t>
              </a:r>
              <a:endParaRPr lang="en-US" sz="1680"/>
            </a:p>
          </p:txBody>
        </p:sp>
        <p:pic>
          <p:nvPicPr>
            <p:cNvPr id="36" name="Image 12" descr="TEMP_Z_ORDER_23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6">
              <a:alphaModFix amt="80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91161" y="614680"/>
              <a:ext cx="76200" cy="76200"/>
            </a:xfrm>
            <a:prstGeom prst="rect">
              <a:avLst/>
            </a:prstGeom>
          </p:spPr>
        </p:pic>
        <p:sp>
          <p:nvSpPr>
            <p:cNvPr id="37" name="Text 11" descr="TEMP_Z_ORDER_24"/>
            <p:cNvSpPr/>
            <p:nvPr>
              <p:custDataLst>
                <p:tags r:id="rId36"/>
              </p:custDataLst>
            </p:nvPr>
          </p:nvSpPr>
          <p:spPr>
            <a:xfrm>
              <a:off x="-223520" y="508000"/>
              <a:ext cx="2793079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安全管理文档为何如此重要？</a:t>
              </a:r>
              <a:endParaRPr lang="en-US" sz="1680"/>
            </a:p>
          </p:txBody>
        </p:sp>
      </p:grpSp>
      <p:pic>
        <p:nvPicPr>
          <p:cNvPr id="27" name="Image 13" descr="https://test.web.static.jianzeppt.com/ppt-temp-img3/6923b11035513603a0f5b0640d63569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09600" y="1310640"/>
            <a:ext cx="4175760" cy="4937760"/>
          </a:xfrm>
          <a:prstGeom prst="rect">
            <a:avLst/>
          </a:prstGeom>
        </p:spPr>
      </p:pic>
      <p:sp>
        <p:nvSpPr>
          <p:cNvPr id="28" name="Text 12"/>
          <p:cNvSpPr/>
          <p:nvPr>
            <p:custDataLst>
              <p:tags r:id="rId3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案例导入——“技术满分，管理零分”的教训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462"/>
                            </p:stCondLst>
                            <p:childTnLst>
                              <p:par>
                                <p:cTn id="12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62"/>
                            </p:stCondLst>
                            <p:childTnLst>
                              <p:par>
                                <p:cTn id="17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962"/>
                            </p:stCondLst>
                            <p:childTnLst>
                              <p:par>
                                <p:cTn id="24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12"/>
                            </p:stCondLst>
                            <p:childTnLst>
                              <p:par>
                                <p:cTn id="31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264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通过本课学习，你将能够：</a:t>
            </a:r>
            <a:endParaRPr lang="en-US" sz="2640"/>
          </a:p>
        </p:txBody>
      </p:sp>
      <p:grpSp>
        <p:nvGrpSpPr>
          <p:cNvPr id="34" name="组合 33"/>
          <p:cNvGrpSpPr/>
          <p:nvPr>
            <p:custDataLst>
              <p:tags r:id="rId8"/>
            </p:custDataLst>
          </p:nvPr>
        </p:nvGrpSpPr>
        <p:grpSpPr>
          <a:xfrm>
            <a:off x="762000" y="2255520"/>
            <a:ext cx="7354824" cy="563880"/>
            <a:chOff x="-635000" y="-635000"/>
            <a:chExt cx="7354824" cy="563880"/>
          </a:xfrm>
        </p:grpSpPr>
        <p:pic>
          <p:nvPicPr>
            <p:cNvPr id="35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19760"/>
              <a:ext cx="548640" cy="548640"/>
            </a:xfrm>
            <a:prstGeom prst="rect">
              <a:avLst/>
            </a:prstGeom>
          </p:spPr>
        </p:pic>
        <p:pic>
          <p:nvPicPr>
            <p:cNvPr id="36" name="Image 4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13080" y="-497840"/>
              <a:ext cx="304800" cy="304800"/>
            </a:xfrm>
            <a:prstGeom prst="rect">
              <a:avLst/>
            </a:prstGeom>
          </p:spPr>
        </p:pic>
        <p:sp>
          <p:nvSpPr>
            <p:cNvPr id="37" name="Text 1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218440" y="-635000"/>
              <a:ext cx="6501384" cy="4166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理解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安全管理测评在等保2.0中的核心地位与五大维度</a:t>
              </a:r>
              <a:endParaRPr lang="en-US" sz="2160"/>
            </a:p>
          </p:txBody>
        </p:sp>
      </p:grpSp>
      <p:grpSp>
        <p:nvGrpSpPr>
          <p:cNvPr id="38" name="组合 37"/>
          <p:cNvGrpSpPr/>
          <p:nvPr>
            <p:custDataLst>
              <p:tags r:id="rId16"/>
            </p:custDataLst>
          </p:nvPr>
        </p:nvGrpSpPr>
        <p:grpSpPr>
          <a:xfrm>
            <a:off x="762000" y="3078480"/>
            <a:ext cx="5327904" cy="563880"/>
            <a:chOff x="-635000" y="-635000"/>
            <a:chExt cx="5327904" cy="563880"/>
          </a:xfrm>
        </p:grpSpPr>
        <p:pic>
          <p:nvPicPr>
            <p:cNvPr id="39" name="Image 5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19760"/>
              <a:ext cx="548640" cy="548640"/>
            </a:xfrm>
            <a:prstGeom prst="rect">
              <a:avLst/>
            </a:prstGeom>
          </p:spPr>
        </p:pic>
        <p:pic>
          <p:nvPicPr>
            <p:cNvPr id="40" name="Image 6" descr="TEMP_Z_ORDER_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13080" y="-497840"/>
              <a:ext cx="304800" cy="304800"/>
            </a:xfrm>
            <a:prstGeom prst="rect">
              <a:avLst/>
            </a:prstGeom>
          </p:spPr>
        </p:pic>
        <p:sp>
          <p:nvSpPr>
            <p:cNvPr id="41" name="Text 2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218440" y="-635000"/>
              <a:ext cx="4474464" cy="4168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掌握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安全管理文档核查的方法与流程</a:t>
              </a:r>
              <a:endParaRPr lang="en-US" sz="2160"/>
            </a:p>
          </p:txBody>
        </p:sp>
      </p:grpSp>
      <p:grpSp>
        <p:nvGrpSpPr>
          <p:cNvPr id="22" name="组合 21"/>
          <p:cNvGrpSpPr/>
          <p:nvPr>
            <p:custDataLst>
              <p:tags r:id="rId20"/>
            </p:custDataLst>
          </p:nvPr>
        </p:nvGrpSpPr>
        <p:grpSpPr>
          <a:xfrm>
            <a:off x="762000" y="3901440"/>
            <a:ext cx="8436864" cy="563880"/>
            <a:chOff x="-635000" y="-635000"/>
            <a:chExt cx="8436864" cy="563880"/>
          </a:xfrm>
        </p:grpSpPr>
        <p:pic>
          <p:nvPicPr>
            <p:cNvPr id="23" name="Image 7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19760"/>
              <a:ext cx="548640" cy="548640"/>
            </a:xfrm>
            <a:prstGeom prst="rect">
              <a:avLst/>
            </a:prstGeom>
          </p:spPr>
        </p:pic>
        <p:pic>
          <p:nvPicPr>
            <p:cNvPr id="24" name="Image 8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13080" y="-497840"/>
              <a:ext cx="304800" cy="304800"/>
            </a:xfrm>
            <a:prstGeom prst="rect">
              <a:avLst/>
            </a:prstGeom>
          </p:spPr>
        </p:pic>
        <p:sp>
          <p:nvSpPr>
            <p:cNvPr id="25" name="Text 3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218440" y="-635000"/>
              <a:ext cx="7583424" cy="8557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能够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对照GB/T 22239安全管理要求，对制度文档进行逐项核查</a:t>
              </a:r>
              <a:endParaRPr lang="en-US" sz="2160"/>
            </a:p>
          </p:txBody>
        </p:sp>
      </p:grpSp>
      <p:grpSp>
        <p:nvGrpSpPr>
          <p:cNvPr id="26" name="组合 25"/>
          <p:cNvGrpSpPr/>
          <p:nvPr>
            <p:custDataLst>
              <p:tags r:id="rId24"/>
            </p:custDataLst>
          </p:nvPr>
        </p:nvGrpSpPr>
        <p:grpSpPr>
          <a:xfrm>
            <a:off x="762000" y="4709160"/>
            <a:ext cx="7522464" cy="563880"/>
            <a:chOff x="-635000" y="-635000"/>
            <a:chExt cx="7522464" cy="563880"/>
          </a:xfrm>
        </p:grpSpPr>
        <p:pic>
          <p:nvPicPr>
            <p:cNvPr id="27" name="Image 9" descr="TEMP_Z_ORDER_1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19760"/>
              <a:ext cx="548640" cy="548640"/>
            </a:xfrm>
            <a:prstGeom prst="rect">
              <a:avLst/>
            </a:prstGeom>
          </p:spPr>
        </p:pic>
        <p:pic>
          <p:nvPicPr>
            <p:cNvPr id="28" name="Image 10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13080" y="-497840"/>
              <a:ext cx="304800" cy="304800"/>
            </a:xfrm>
            <a:prstGeom prst="rect">
              <a:avLst/>
            </a:prstGeom>
          </p:spPr>
        </p:pic>
        <p:sp>
          <p:nvSpPr>
            <p:cNvPr id="29" name="Text 4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218440" y="-635000"/>
              <a:ext cx="6669024" cy="4168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能够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识别安全管理方面的常见问题并提出初步改进建议</a:t>
              </a:r>
              <a:endParaRPr lang="en-US" sz="2160"/>
            </a:p>
          </p:txBody>
        </p:sp>
      </p:grpSp>
      <p:grpSp>
        <p:nvGrpSpPr>
          <p:cNvPr id="30" name="组合 29"/>
          <p:cNvGrpSpPr/>
          <p:nvPr>
            <p:custDataLst>
              <p:tags r:id="rId28"/>
            </p:custDataLst>
          </p:nvPr>
        </p:nvGrpSpPr>
        <p:grpSpPr>
          <a:xfrm>
            <a:off x="762000" y="5532120"/>
            <a:ext cx="5876544" cy="563880"/>
            <a:chOff x="-635000" y="-635000"/>
            <a:chExt cx="5876544" cy="563880"/>
          </a:xfrm>
        </p:grpSpPr>
        <p:pic>
          <p:nvPicPr>
            <p:cNvPr id="31" name="Image 11" descr="TEMP_Z_ORDER_1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19760"/>
              <a:ext cx="548640" cy="548640"/>
            </a:xfrm>
            <a:prstGeom prst="rect">
              <a:avLst/>
            </a:prstGeom>
          </p:spPr>
        </p:pic>
        <p:pic>
          <p:nvPicPr>
            <p:cNvPr id="32" name="Image 12" descr="TEMP_Z_ORDER_17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13080" y="-497840"/>
              <a:ext cx="304800" cy="304800"/>
            </a:xfrm>
            <a:prstGeom prst="rect">
              <a:avLst/>
            </a:prstGeom>
          </p:spPr>
        </p:pic>
        <p:sp>
          <p:nvSpPr>
            <p:cNvPr id="33" name="Text 5" descr="TEMP_Z_ORDER_18"/>
            <p:cNvSpPr/>
            <p:nvPr>
              <p:custDataLst>
                <p:tags r:id="rId31"/>
              </p:custDataLst>
            </p:nvPr>
          </p:nvSpPr>
          <p:spPr>
            <a:xfrm>
              <a:off x="218440" y="-635000"/>
              <a:ext cx="5023104" cy="4168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具备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安全管理体系分析与合规性判断能力</a:t>
              </a:r>
              <a:endParaRPr lang="en-US" sz="2160"/>
            </a:p>
          </p:txBody>
        </p:sp>
      </p:grpSp>
      <p:sp>
        <p:nvSpPr>
          <p:cNvPr id="21" name="Text 6"/>
          <p:cNvSpPr/>
          <p:nvPr>
            <p:custDataLst>
              <p:tags r:id="rId3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学习目标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  <p:bldP spid="5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9" name="组合 48"/>
          <p:cNvGrpSpPr/>
          <p:nvPr>
            <p:custDataLst>
              <p:tags r:id="rId7"/>
            </p:custDataLst>
          </p:nvPr>
        </p:nvGrpSpPr>
        <p:grpSpPr>
          <a:xfrm>
            <a:off x="609600" y="1219200"/>
            <a:ext cx="10981944" cy="4419600"/>
            <a:chOff x="-635000" y="-635000"/>
            <a:chExt cx="10972800" cy="4419599"/>
          </a:xfrm>
        </p:grpSpPr>
        <p:pic>
          <p:nvPicPr>
            <p:cNvPr id="5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13360"/>
            </a:xfrm>
            <a:prstGeom prst="rect">
              <a:avLst/>
            </a:prstGeom>
          </p:spPr>
        </p:pic>
        <p:sp>
          <p:nvSpPr>
            <p:cNvPr id="51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52120" y="-635000"/>
              <a:ext cx="3452066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22239-2019 管理要求</a:t>
              </a:r>
              <a:endParaRPr lang="en-US" sz="1920"/>
            </a:p>
          </p:txBody>
        </p:sp>
        <p:sp>
          <p:nvSpPr>
            <p:cNvPr id="52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2733040" y="-635000"/>
              <a:ext cx="20683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→</a:t>
              </a:r>
              <a:endParaRPr lang="en-US" sz="1920"/>
            </a:p>
          </p:txBody>
        </p:sp>
        <p:sp>
          <p:nvSpPr>
            <p:cNvPr id="53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3098800" y="-635000"/>
              <a:ext cx="320995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五大维度之一：安全管理制度</a:t>
              </a:r>
              <a:endParaRPr lang="en-US" sz="1920"/>
            </a:p>
          </p:txBody>
        </p:sp>
        <p:sp>
          <p:nvSpPr>
            <p:cNvPr id="54" name="Text 3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-635000" y="-86360"/>
              <a:ext cx="298708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等保2.0管理体系框架：</a:t>
              </a:r>
              <a:endParaRPr lang="en-US" sz="2160"/>
            </a:p>
          </p:txBody>
        </p:sp>
        <p:pic>
          <p:nvPicPr>
            <p:cNvPr id="55" name="Image 4" descr="TEMP_Z_ORDER_8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447040"/>
              <a:ext cx="10972800" cy="3337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6" name="Image 5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19760" y="462280"/>
              <a:ext cx="10942320" cy="518160"/>
            </a:xfrm>
            <a:prstGeom prst="rect">
              <a:avLst/>
            </a:prstGeom>
          </p:spPr>
        </p:pic>
        <p:sp>
          <p:nvSpPr>
            <p:cNvPr id="57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281400" y="553720"/>
              <a:ext cx="429704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序号</a:t>
              </a:r>
              <a:endParaRPr lang="en-US" sz="1680"/>
            </a:p>
          </p:txBody>
        </p:sp>
        <p:pic>
          <p:nvPicPr>
            <p:cNvPr id="58" name="Image 6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19760" y="972820"/>
              <a:ext cx="1094232" cy="15240"/>
            </a:xfrm>
            <a:prstGeom prst="rect">
              <a:avLst/>
            </a:prstGeom>
          </p:spPr>
        </p:pic>
        <p:sp>
          <p:nvSpPr>
            <p:cNvPr id="59" name="Text 5" descr="TEMP_Z_ORDER_12"/>
            <p:cNvSpPr/>
            <p:nvPr>
              <p:custDataLst>
                <p:tags r:id="rId24"/>
              </p:custDataLst>
            </p:nvPr>
          </p:nvSpPr>
          <p:spPr>
            <a:xfrm>
              <a:off x="660400" y="55372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管理维度</a:t>
              </a:r>
              <a:endParaRPr lang="en-US" sz="1680"/>
            </a:p>
          </p:txBody>
        </p:sp>
        <p:pic>
          <p:nvPicPr>
            <p:cNvPr id="60" name="Image 7" descr="TEMP_Z_ORDER_1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474472" y="972820"/>
              <a:ext cx="2188312" cy="15240"/>
            </a:xfrm>
            <a:prstGeom prst="rect">
              <a:avLst/>
            </a:prstGeom>
          </p:spPr>
        </p:pic>
        <p:sp>
          <p:nvSpPr>
            <p:cNvPr id="61" name="Text 6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2839720" y="55372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核心内容</a:t>
              </a:r>
              <a:endParaRPr lang="en-US" sz="1680"/>
            </a:p>
          </p:txBody>
        </p:sp>
        <p:pic>
          <p:nvPicPr>
            <p:cNvPr id="62" name="Image 8" descr="TEMP_Z_ORDER_1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662784" y="972820"/>
              <a:ext cx="6018428" cy="15240"/>
            </a:xfrm>
            <a:prstGeom prst="rect">
              <a:avLst/>
            </a:prstGeom>
          </p:spPr>
        </p:pic>
        <p:sp>
          <p:nvSpPr>
            <p:cNvPr id="63" name="Text 7" descr="TEMP_Z_ORDER_16"/>
            <p:cNvSpPr/>
            <p:nvPr>
              <p:custDataLst>
                <p:tags r:id="rId32"/>
              </p:custDataLst>
            </p:nvPr>
          </p:nvSpPr>
          <p:spPr>
            <a:xfrm>
              <a:off x="9074468" y="55372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本课重点</a:t>
              </a:r>
              <a:endParaRPr lang="en-US" sz="1680"/>
            </a:p>
          </p:txBody>
        </p:sp>
        <p:pic>
          <p:nvPicPr>
            <p:cNvPr id="64" name="Image 9" descr="TEMP_Z_ORDER_17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681212" y="972820"/>
              <a:ext cx="1641348" cy="15240"/>
            </a:xfrm>
            <a:prstGeom prst="rect">
              <a:avLst/>
            </a:prstGeom>
          </p:spPr>
        </p:pic>
        <p:pic>
          <p:nvPicPr>
            <p:cNvPr id="65" name="Image 10" descr="TEMP_Z_ORDER_18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619760" y="980440"/>
              <a:ext cx="10942320" cy="563880"/>
            </a:xfrm>
            <a:prstGeom prst="rect">
              <a:avLst/>
            </a:prstGeom>
          </p:spPr>
        </p:pic>
        <p:sp>
          <p:nvSpPr>
            <p:cNvPr id="66" name="Text 8" descr="TEMP_Z_ORDER_19"/>
            <p:cNvSpPr/>
            <p:nvPr>
              <p:custDataLst>
                <p:tags r:id="rId38"/>
              </p:custDataLst>
            </p:nvPr>
          </p:nvSpPr>
          <p:spPr>
            <a:xfrm>
              <a:off x="-141907" y="1071880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680"/>
            </a:p>
          </p:txBody>
        </p:sp>
        <p:sp>
          <p:nvSpPr>
            <p:cNvPr id="67" name="Text 9" descr="TEMP_Z_ORDER_20"/>
            <p:cNvSpPr/>
            <p:nvPr>
              <p:custDataLst>
                <p:tags r:id="rId39"/>
              </p:custDataLst>
            </p:nvPr>
          </p:nvSpPr>
          <p:spPr>
            <a:xfrm>
              <a:off x="660400" y="1071880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安全管理制度</a:t>
              </a:r>
              <a:endParaRPr lang="en-US" sz="1680"/>
            </a:p>
          </p:txBody>
        </p:sp>
        <p:sp>
          <p:nvSpPr>
            <p:cNvPr id="68" name="Text 10" descr="TEMP_Z_ORDER_21"/>
            <p:cNvSpPr/>
            <p:nvPr>
              <p:custDataLst>
                <p:tags r:id="rId40"/>
              </p:custDataLst>
            </p:nvPr>
          </p:nvSpPr>
          <p:spPr>
            <a:xfrm>
              <a:off x="2839719" y="1071880"/>
              <a:ext cx="451189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安全策略、管理制度、制定和发布、评审和修订</a:t>
              </a:r>
              <a:endParaRPr lang="en-US" sz="1680"/>
            </a:p>
          </p:txBody>
        </p:sp>
        <p:sp>
          <p:nvSpPr>
            <p:cNvPr id="69" name="Text 11" descr="TEMP_Z_ORDER_22"/>
            <p:cNvSpPr/>
            <p:nvPr>
              <p:custDataLst>
                <p:tags r:id="rId41"/>
              </p:custDataLst>
            </p:nvPr>
          </p:nvSpPr>
          <p:spPr>
            <a:xfrm>
              <a:off x="9407969" y="1071880"/>
              <a:ext cx="19240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E5A01D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⭐⭐⭐</a:t>
              </a:r>
              <a:endParaRPr lang="en-US" sz="1680"/>
            </a:p>
          </p:txBody>
        </p:sp>
        <p:pic>
          <p:nvPicPr>
            <p:cNvPr id="70" name="Image 11" descr="TEMP_Z_ORDER_23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619760" y="1532128"/>
              <a:ext cx="10942320" cy="15240"/>
            </a:xfrm>
            <a:prstGeom prst="rect">
              <a:avLst/>
            </a:prstGeom>
          </p:spPr>
        </p:pic>
        <p:sp>
          <p:nvSpPr>
            <p:cNvPr id="71" name="Text 12" descr="TEMP_Z_ORDER_24"/>
            <p:cNvSpPr/>
            <p:nvPr>
              <p:custDataLst>
                <p:tags r:id="rId45"/>
              </p:custDataLst>
            </p:nvPr>
          </p:nvSpPr>
          <p:spPr>
            <a:xfrm>
              <a:off x="-135493" y="1620520"/>
              <a:ext cx="13789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</a:t>
              </a:r>
              <a:endParaRPr lang="en-US" sz="1680"/>
            </a:p>
          </p:txBody>
        </p:sp>
        <p:sp>
          <p:nvSpPr>
            <p:cNvPr id="72" name="Text 13" descr="TEMP_Z_ORDER_25"/>
            <p:cNvSpPr/>
            <p:nvPr>
              <p:custDataLst>
                <p:tags r:id="rId46"/>
              </p:custDataLst>
            </p:nvPr>
          </p:nvSpPr>
          <p:spPr>
            <a:xfrm>
              <a:off x="660400" y="1620520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安全管理机构</a:t>
              </a:r>
              <a:endParaRPr lang="en-US" sz="1680"/>
            </a:p>
          </p:txBody>
        </p:sp>
        <p:sp>
          <p:nvSpPr>
            <p:cNvPr id="73" name="Text 14" descr="TEMP_Z_ORDER_26"/>
            <p:cNvSpPr/>
            <p:nvPr>
              <p:custDataLst>
                <p:tags r:id="rId47"/>
              </p:custDataLst>
            </p:nvPr>
          </p:nvSpPr>
          <p:spPr>
            <a:xfrm>
              <a:off x="2839719" y="1620520"/>
              <a:ext cx="4297045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岗位设置、人员配备、授权审批、沟通合作等</a:t>
              </a:r>
              <a:endParaRPr lang="en-US" sz="1680"/>
            </a:p>
          </p:txBody>
        </p:sp>
        <p:sp>
          <p:nvSpPr>
            <p:cNvPr id="74" name="Text 15" descr="TEMP_Z_ORDER_27"/>
            <p:cNvSpPr/>
            <p:nvPr>
              <p:custDataLst>
                <p:tags r:id="rId48"/>
              </p:custDataLst>
            </p:nvPr>
          </p:nvSpPr>
          <p:spPr>
            <a:xfrm>
              <a:off x="9440037" y="1620520"/>
              <a:ext cx="12827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9CA3A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⭐⭐</a:t>
              </a:r>
              <a:endParaRPr lang="en-US" sz="1680"/>
            </a:p>
          </p:txBody>
        </p:sp>
        <p:pic>
          <p:nvPicPr>
            <p:cNvPr id="75" name="Image 12" descr="TEMP_Z_ORDER_28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619760" y="2091588"/>
              <a:ext cx="10942320" cy="15240"/>
            </a:xfrm>
            <a:prstGeom prst="rect">
              <a:avLst/>
            </a:prstGeom>
          </p:spPr>
        </p:pic>
        <p:sp>
          <p:nvSpPr>
            <p:cNvPr id="76" name="Text 16" descr="TEMP_Z_ORDER_29"/>
            <p:cNvSpPr/>
            <p:nvPr>
              <p:custDataLst>
                <p:tags r:id="rId50"/>
              </p:custDataLst>
            </p:nvPr>
          </p:nvSpPr>
          <p:spPr>
            <a:xfrm>
              <a:off x="-135493" y="2184400"/>
              <a:ext cx="13789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</a:t>
              </a:r>
              <a:endParaRPr lang="en-US" sz="1680"/>
            </a:p>
          </p:txBody>
        </p:sp>
        <p:sp>
          <p:nvSpPr>
            <p:cNvPr id="77" name="Text 17" descr="TEMP_Z_ORDER_30"/>
            <p:cNvSpPr/>
            <p:nvPr>
              <p:custDataLst>
                <p:tags r:id="rId51"/>
              </p:custDataLst>
            </p:nvPr>
          </p:nvSpPr>
          <p:spPr>
            <a:xfrm>
              <a:off x="660400" y="2184400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安全管理人员</a:t>
              </a:r>
              <a:endParaRPr lang="en-US" sz="1680"/>
            </a:p>
          </p:txBody>
        </p:sp>
        <p:sp>
          <p:nvSpPr>
            <p:cNvPr id="78" name="Text 18" descr="TEMP_Z_ORDER_31"/>
            <p:cNvSpPr/>
            <p:nvPr>
              <p:custDataLst>
                <p:tags r:id="rId52"/>
              </p:custDataLst>
            </p:nvPr>
          </p:nvSpPr>
          <p:spPr>
            <a:xfrm>
              <a:off x="2839720" y="2184400"/>
              <a:ext cx="408219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人员录用、离岗、培训、外部人员访问管理</a:t>
              </a:r>
              <a:endParaRPr lang="en-US" sz="1680"/>
            </a:p>
          </p:txBody>
        </p:sp>
        <p:sp>
          <p:nvSpPr>
            <p:cNvPr id="79" name="Text 19" descr="TEMP_Z_ORDER_32"/>
            <p:cNvSpPr/>
            <p:nvPr>
              <p:custDataLst>
                <p:tags r:id="rId53"/>
              </p:custDataLst>
            </p:nvPr>
          </p:nvSpPr>
          <p:spPr>
            <a:xfrm>
              <a:off x="9440037" y="2184400"/>
              <a:ext cx="12827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9CA3A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⭐⭐</a:t>
              </a:r>
              <a:endParaRPr lang="en-US" sz="1680"/>
            </a:p>
          </p:txBody>
        </p:sp>
        <p:pic>
          <p:nvPicPr>
            <p:cNvPr id="80" name="Image 13" descr="TEMP_Z_ORDER_33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619760" y="2650896"/>
              <a:ext cx="10942320" cy="15240"/>
            </a:xfrm>
            <a:prstGeom prst="rect">
              <a:avLst/>
            </a:prstGeom>
          </p:spPr>
        </p:pic>
        <p:sp>
          <p:nvSpPr>
            <p:cNvPr id="81" name="Text 20" descr="TEMP_Z_ORDER_34"/>
            <p:cNvSpPr/>
            <p:nvPr>
              <p:custDataLst>
                <p:tags r:id="rId55"/>
              </p:custDataLst>
            </p:nvPr>
          </p:nvSpPr>
          <p:spPr>
            <a:xfrm>
              <a:off x="-135493" y="2748280"/>
              <a:ext cx="13789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</a:t>
              </a:r>
              <a:endParaRPr lang="en-US" sz="1680"/>
            </a:p>
          </p:txBody>
        </p:sp>
        <p:sp>
          <p:nvSpPr>
            <p:cNvPr id="82" name="Text 21" descr="TEMP_Z_ORDER_35"/>
            <p:cNvSpPr/>
            <p:nvPr>
              <p:custDataLst>
                <p:tags r:id="rId56"/>
              </p:custDataLst>
            </p:nvPr>
          </p:nvSpPr>
          <p:spPr>
            <a:xfrm>
              <a:off x="660400" y="2748280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安全建设管理</a:t>
              </a:r>
              <a:endParaRPr lang="en-US" sz="1680"/>
            </a:p>
          </p:txBody>
        </p:sp>
        <p:sp>
          <p:nvSpPr>
            <p:cNvPr id="83" name="Text 22" descr="TEMP_Z_ORDER_36"/>
            <p:cNvSpPr/>
            <p:nvPr>
              <p:custDataLst>
                <p:tags r:id="rId57"/>
              </p:custDataLst>
            </p:nvPr>
          </p:nvSpPr>
          <p:spPr>
            <a:xfrm>
              <a:off x="2839719" y="2748280"/>
              <a:ext cx="4297045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定级备案、方案设计、产品采购、软件开发等</a:t>
              </a:r>
              <a:endParaRPr lang="en-US" sz="1680"/>
            </a:p>
          </p:txBody>
        </p:sp>
        <p:sp>
          <p:nvSpPr>
            <p:cNvPr id="84" name="Text 23" descr="TEMP_Z_ORDER_37"/>
            <p:cNvSpPr/>
            <p:nvPr>
              <p:custDataLst>
                <p:tags r:id="rId58"/>
              </p:custDataLst>
            </p:nvPr>
          </p:nvSpPr>
          <p:spPr>
            <a:xfrm>
              <a:off x="9440037" y="2748280"/>
              <a:ext cx="12827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9CA3A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⭐⭐</a:t>
              </a:r>
              <a:endParaRPr lang="en-US" sz="1680"/>
            </a:p>
          </p:txBody>
        </p:sp>
        <p:pic>
          <p:nvPicPr>
            <p:cNvPr id="85" name="Image 14" descr="TEMP_Z_ORDER_38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619760" y="3210204"/>
              <a:ext cx="10942320" cy="15240"/>
            </a:xfrm>
            <a:prstGeom prst="rect">
              <a:avLst/>
            </a:prstGeom>
          </p:spPr>
        </p:pic>
        <p:sp>
          <p:nvSpPr>
            <p:cNvPr id="86" name="Text 24" descr="TEMP_Z_ORDER_39"/>
            <p:cNvSpPr/>
            <p:nvPr>
              <p:custDataLst>
                <p:tags r:id="rId60"/>
              </p:custDataLst>
            </p:nvPr>
          </p:nvSpPr>
          <p:spPr>
            <a:xfrm>
              <a:off x="-135493" y="3296919"/>
              <a:ext cx="137890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5</a:t>
              </a:r>
              <a:endParaRPr lang="en-US" sz="1680"/>
            </a:p>
          </p:txBody>
        </p:sp>
        <p:sp>
          <p:nvSpPr>
            <p:cNvPr id="87" name="Text 25" descr="TEMP_Z_ORDER_40"/>
            <p:cNvSpPr/>
            <p:nvPr>
              <p:custDataLst>
                <p:tags r:id="rId61"/>
              </p:custDataLst>
            </p:nvPr>
          </p:nvSpPr>
          <p:spPr>
            <a:xfrm>
              <a:off x="660400" y="3296919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安全运维管理</a:t>
              </a:r>
              <a:endParaRPr lang="en-US" sz="1680"/>
            </a:p>
          </p:txBody>
        </p:sp>
        <p:sp>
          <p:nvSpPr>
            <p:cNvPr id="88" name="Text 26" descr="TEMP_Z_ORDER_41"/>
            <p:cNvSpPr/>
            <p:nvPr>
              <p:custDataLst>
                <p:tags r:id="rId62"/>
              </p:custDataLst>
            </p:nvPr>
          </p:nvSpPr>
          <p:spPr>
            <a:xfrm>
              <a:off x="2839719" y="3296919"/>
              <a:ext cx="4297045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环境管理、资产管理、介质管理、设备维护等</a:t>
              </a:r>
              <a:endParaRPr lang="en-US" sz="1680"/>
            </a:p>
          </p:txBody>
        </p:sp>
        <p:sp>
          <p:nvSpPr>
            <p:cNvPr id="89" name="Text 27" descr="TEMP_Z_ORDER_42"/>
            <p:cNvSpPr/>
            <p:nvPr>
              <p:custDataLst>
                <p:tags r:id="rId63"/>
              </p:custDataLst>
            </p:nvPr>
          </p:nvSpPr>
          <p:spPr>
            <a:xfrm>
              <a:off x="9440090" y="3296920"/>
              <a:ext cx="128163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9CA3A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⭐⭐</a:t>
              </a:r>
              <a:endParaRPr lang="en-US" sz="1680"/>
            </a:p>
          </p:txBody>
        </p:sp>
      </p:grpSp>
      <p:grpSp>
        <p:nvGrpSpPr>
          <p:cNvPr id="90" name="组合 89"/>
          <p:cNvGrpSpPr/>
          <p:nvPr>
            <p:custDataLst>
              <p:tags r:id="rId64"/>
            </p:custDataLst>
          </p:nvPr>
        </p:nvGrpSpPr>
        <p:grpSpPr>
          <a:xfrm>
            <a:off x="609600" y="5821680"/>
            <a:ext cx="10972800" cy="594360"/>
            <a:chOff x="-635000" y="-635000"/>
            <a:chExt cx="10972800" cy="594360"/>
          </a:xfrm>
        </p:grpSpPr>
        <p:pic>
          <p:nvPicPr>
            <p:cNvPr id="91" name="Image 15" descr="TEMP_Z_ORDER_43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594360"/>
            </a:xfrm>
            <a:prstGeom prst="rect">
              <a:avLst/>
            </a:prstGeom>
          </p:spPr>
        </p:pic>
        <p:sp>
          <p:nvSpPr>
            <p:cNvPr id="92" name="Text 28" descr="TEMP_Z_ORDER_44"/>
            <p:cNvSpPr/>
            <p:nvPr>
              <p:custDataLst>
                <p:tags r:id="rId68"/>
              </p:custDataLst>
            </p:nvPr>
          </p:nvSpPr>
          <p:spPr>
            <a:xfrm>
              <a:off x="-452120" y="-513080"/>
              <a:ext cx="1154430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本课重点：</a:t>
              </a:r>
              <a:endParaRPr lang="en-US" sz="1800"/>
            </a:p>
          </p:txBody>
        </p:sp>
        <p:sp>
          <p:nvSpPr>
            <p:cNvPr id="93" name="Text 29" descr="TEMP_Z_ORDER_45"/>
            <p:cNvSpPr/>
            <p:nvPr>
              <p:custDataLst>
                <p:tags r:id="rId69"/>
              </p:custDataLst>
            </p:nvPr>
          </p:nvSpPr>
          <p:spPr>
            <a:xfrm>
              <a:off x="812800" y="-513080"/>
              <a:ext cx="8081010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安全管理制度的四个控制点（安全策略、管理制度、制定和发布、评审和修订）</a:t>
              </a:r>
              <a:endParaRPr lang="en-US" sz="1800"/>
            </a:p>
          </p:txBody>
        </p:sp>
      </p:grpSp>
      <p:sp>
        <p:nvSpPr>
          <p:cNvPr id="48" name="Text 30"/>
          <p:cNvSpPr/>
          <p:nvPr>
            <p:custDataLst>
              <p:tags r:id="rId7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安全管理测评——在等保标准中的位置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758825" y="11430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264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安全管理制度的四个控制点（三级要求）</a:t>
            </a:r>
            <a:endParaRPr lang="en-US" sz="2640"/>
          </a:p>
        </p:txBody>
      </p: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609600" y="5059680"/>
            <a:ext cx="10972800" cy="960120"/>
            <a:chOff x="-635000" y="-254000"/>
            <a:chExt cx="10972800" cy="960120"/>
          </a:xfrm>
        </p:grpSpPr>
        <p:pic>
          <p:nvPicPr>
            <p:cNvPr id="12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254000"/>
              <a:ext cx="10972800" cy="960120"/>
            </a:xfrm>
            <a:prstGeom prst="rect">
              <a:avLst/>
            </a:prstGeom>
          </p:spPr>
        </p:pic>
        <p:sp>
          <p:nvSpPr>
            <p:cNvPr id="13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391160" y="-177800"/>
              <a:ext cx="10494264" cy="8062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一句话总结： 安全管理制度测评就是检查“有没有制度→制度全不全→制度发布没→制度更新没”。</a:t>
              </a:r>
              <a:endParaRPr lang="en-US" sz="2160"/>
            </a:p>
          </p:txBody>
        </p:sp>
      </p:grp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708025" y="1905000"/>
          <a:ext cx="10639425" cy="2867660"/>
        </p:xfrm>
        <a:graphic>
          <a:graphicData uri="http://schemas.openxmlformats.org/drawingml/2006/table">
            <a:tbl>
              <a:tblPr/>
              <a:tblGrid>
                <a:gridCol w="873760"/>
                <a:gridCol w="7738110"/>
                <a:gridCol w="2027555"/>
              </a:tblGrid>
              <a:tr h="35542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控制点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核心要求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检查方式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542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安全策略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应制定网络安全工作的总体方针和安全策略，阐明总体目标、范围、原则和安全框架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查阅《网络安全总体方针》文档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42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管理制度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对各类管理内容建立安全管理制度；对日常管理操作建立操作规程；形成由安全策略、管理制度、操作规程、记录表单构成的完整体系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查阅管理制度汇编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42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制定和发布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指定或授权专门部门/人员负责制定；通过正式、有效方式发布，版本控制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查看发布记录、版本号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42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评审和修订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定期对制度的合理性和适用性进行论证和审定，对存在不足的进行修订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查看评审记录、修订记录</a:t>
                      </a:r>
                      <a:endParaRPr 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67062" marR="67062" marT="67062" marB="67062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2"/>
          <p:cNvSpPr/>
          <p:nvPr>
            <p:custDataLst>
              <p:tags r:id="rId1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安全管理制度测评的核心指标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0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87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5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609600" y="1052830"/>
            <a:ext cx="10972800" cy="2940050"/>
            <a:chOff x="-635000" y="-635000"/>
            <a:chExt cx="10972800" cy="2621280"/>
          </a:xfrm>
        </p:grpSpPr>
        <p:pic>
          <p:nvPicPr>
            <p:cNvPr id="2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6212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2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0942320" cy="868680"/>
            </a:xfrm>
            <a:prstGeom prst="rect">
              <a:avLst/>
            </a:prstGeom>
          </p:spPr>
        </p:pic>
        <p:sp>
          <p:nvSpPr>
            <p:cNvPr id="23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54000" y="-436880"/>
              <a:ext cx="4059746" cy="3000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安全管理体系四层文档结构</a:t>
              </a:r>
              <a:endParaRPr lang="en-US" sz="2640"/>
            </a:p>
          </p:txBody>
        </p:sp>
      </p:grpSp>
      <p:grpSp>
        <p:nvGrpSpPr>
          <p:cNvPr id="30" name="组合 29"/>
          <p:cNvGrpSpPr/>
          <p:nvPr>
            <p:custDataLst>
              <p:tags r:id="rId14"/>
            </p:custDataLst>
          </p:nvPr>
        </p:nvGrpSpPr>
        <p:grpSpPr>
          <a:xfrm>
            <a:off x="609600" y="4236720"/>
            <a:ext cx="10972800" cy="1417320"/>
            <a:chOff x="-635000" y="-635000"/>
            <a:chExt cx="10972800" cy="1417320"/>
          </a:xfrm>
        </p:grpSpPr>
        <p:pic>
          <p:nvPicPr>
            <p:cNvPr id="31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-635000"/>
              <a:ext cx="10972800" cy="1417320"/>
            </a:xfrm>
            <a:prstGeom prst="rect">
              <a:avLst/>
            </a:prstGeom>
          </p:spPr>
        </p:pic>
        <p:pic>
          <p:nvPicPr>
            <p:cNvPr id="32" name="Image 6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1005840" cy="441960"/>
            </a:xfrm>
            <a:prstGeom prst="rect">
              <a:avLst/>
            </a:prstGeom>
          </p:spPr>
        </p:pic>
        <p:sp>
          <p:nvSpPr>
            <p:cNvPr id="33" name="Text 1" descr="TEMP_Z_ORDER_8"/>
            <p:cNvSpPr/>
            <p:nvPr>
              <p:custDataLst>
                <p:tags r:id="rId20"/>
              </p:custDataLst>
            </p:nvPr>
          </p:nvSpPr>
          <p:spPr>
            <a:xfrm>
              <a:off x="-193040" y="-254000"/>
              <a:ext cx="64455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关键点</a:t>
              </a:r>
              <a:endParaRPr lang="en-US" sz="1680"/>
            </a:p>
          </p:txBody>
        </p:sp>
        <p:sp>
          <p:nvSpPr>
            <p:cNvPr id="34" name="Text 2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812800" y="-375920"/>
              <a:ext cx="9275064" cy="8703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 b="1">
                  <a:solidFill>
                    <a:srgbClr val="1F2937"/>
                  </a:solidFill>
                </a:rPr>
                <a:t>这四层文档之间应具有连贯性、完备性——方针指导制度，制度细化成规程，规程产生记录。</a:t>
              </a:r>
              <a:endParaRPr lang="en-US" sz="2160"/>
            </a:p>
          </p:txBody>
        </p:sp>
      </p:grpSp>
      <p:graphicFrame>
        <p:nvGraphicFramePr>
          <p:cNvPr id="19" name="Table 0"/>
          <p:cNvGraphicFramePr>
            <a:graphicFrameLocks noGrp="1"/>
          </p:cNvGraphicFramePr>
          <p:nvPr>
            <p:custDataLst>
              <p:tags r:id="rId22"/>
            </p:custDataLst>
          </p:nvPr>
        </p:nvGraphicFramePr>
        <p:xfrm>
          <a:off x="4502150" y="2089150"/>
          <a:ext cx="6850380" cy="1830070"/>
        </p:xfrm>
        <a:graphic>
          <a:graphicData uri="http://schemas.openxmlformats.org/drawingml/2006/table">
            <a:tbl>
              <a:tblPr/>
              <a:tblGrid>
                <a:gridCol w="566420"/>
                <a:gridCol w="993775"/>
                <a:gridCol w="2642870"/>
                <a:gridCol w="2647315"/>
              </a:tblGrid>
              <a:tr h="17208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层级</a:t>
                      </a:r>
                      <a:endParaRPr lang="en-US" sz="1200" b="1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文档类型</a:t>
                      </a:r>
                      <a:endParaRPr lang="en-US" sz="1200" b="1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内容说明</a:t>
                      </a:r>
                      <a:endParaRPr lang="en-US" sz="1200" b="1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示例</a:t>
                      </a:r>
                      <a:endParaRPr lang="en-US" sz="1200" b="1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58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第一层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总体方针/安全策略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最高层指导文件，阐明安全工作的总体目标、范围、原则、安全框架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《网络安全总体方针》《信息安全总体策略》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58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第二层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管理制度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针对各类安全管理活动建立的具体制度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《网络安全管理制度》《数据安全管理制度》《人员安全管理制度》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495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第三层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操作规程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针对日常管理操作的具体步骤和规范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《系统运维操作规程》《账号管理操作规程》《备份恢复操作规程》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58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第四层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记录表单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执行过程的记录证据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审批表、巡检记录表、备份记录表、事件报告单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 marL="18187" marR="18187" marT="18187" marB="18187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组合 23"/>
          <p:cNvGrpSpPr/>
          <p:nvPr>
            <p:custDataLst>
              <p:tags r:id="rId23"/>
            </p:custDataLst>
          </p:nvPr>
        </p:nvGrpSpPr>
        <p:grpSpPr>
          <a:xfrm>
            <a:off x="1036320" y="2453640"/>
            <a:ext cx="3124200" cy="1230237"/>
            <a:chOff x="-635000" y="-635000"/>
            <a:chExt cx="3124200" cy="1021080"/>
          </a:xfrm>
        </p:grpSpPr>
        <p:pic>
          <p:nvPicPr>
            <p:cNvPr id="25" name="Image 7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3124200" cy="1021080"/>
            </a:xfrm>
            <a:prstGeom prst="rect">
              <a:avLst/>
            </a:prstGeom>
          </p:spPr>
        </p:pic>
        <p:sp>
          <p:nvSpPr>
            <p:cNvPr id="26" name="Text 3" descr="TEMP_Z_ORDER_12"/>
            <p:cNvSpPr/>
            <p:nvPr>
              <p:custDataLst>
                <p:tags r:id="rId26"/>
              </p:custDataLst>
            </p:nvPr>
          </p:nvSpPr>
          <p:spPr>
            <a:xfrm>
              <a:off x="702120" y="-263601"/>
              <a:ext cx="459105" cy="152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b="1">
                  <a:solidFill>
                    <a:srgbClr val="00234E"/>
                  </a:solidFill>
                </a:rPr>
                <a:t>第二层</a:t>
              </a:r>
              <a:endParaRPr lang="en-US" sz="1200" b="1">
                <a:solidFill>
                  <a:srgbClr val="00234E"/>
                </a:solidFill>
              </a:endParaRPr>
            </a:p>
          </p:txBody>
        </p:sp>
        <p:sp>
          <p:nvSpPr>
            <p:cNvPr id="27" name="Text 4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702120" y="-15951"/>
              <a:ext cx="459105" cy="152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b="1">
                  <a:solidFill>
                    <a:srgbClr val="00234E"/>
                  </a:solidFill>
                </a:rPr>
                <a:t>第三层</a:t>
              </a:r>
              <a:endParaRPr lang="en-US" sz="1200" b="1">
                <a:solidFill>
                  <a:srgbClr val="00234E"/>
                </a:solidFill>
              </a:endParaRPr>
            </a:p>
          </p:txBody>
        </p:sp>
        <p:sp>
          <p:nvSpPr>
            <p:cNvPr id="28" name="Text 5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702120" y="231699"/>
              <a:ext cx="459105" cy="152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b="1">
                  <a:solidFill>
                    <a:srgbClr val="00234E"/>
                  </a:solidFill>
                </a:rPr>
                <a:t>第四层</a:t>
              </a:r>
              <a:endParaRPr lang="en-US" sz="1200" b="1">
                <a:solidFill>
                  <a:srgbClr val="00234E"/>
                </a:solidFill>
              </a:endParaRPr>
            </a:p>
          </p:txBody>
        </p:sp>
        <p:sp>
          <p:nvSpPr>
            <p:cNvPr id="29" name="Text 6" descr="TEMP_Z_ORDER_15"/>
            <p:cNvSpPr/>
            <p:nvPr>
              <p:custDataLst>
                <p:tags r:id="rId29"/>
              </p:custDataLst>
            </p:nvPr>
          </p:nvSpPr>
          <p:spPr>
            <a:xfrm>
              <a:off x="702120" y="-490677"/>
              <a:ext cx="459105" cy="152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200" b="1">
                  <a:solidFill>
                    <a:srgbClr val="00234E"/>
                  </a:solidFill>
                </a:rPr>
                <a:t>第一层</a:t>
              </a:r>
              <a:endParaRPr lang="en-US" sz="1200" b="1">
                <a:solidFill>
                  <a:srgbClr val="00234E"/>
                </a:solidFill>
              </a:endParaRPr>
            </a:p>
          </p:txBody>
        </p:sp>
      </p:grpSp>
      <p:sp>
        <p:nvSpPr>
          <p:cNvPr id="18" name="Text 7"/>
          <p:cNvSpPr/>
          <p:nvPr>
            <p:custDataLst>
              <p:tags r:id="rId3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安全管理制度体系建设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10800" y="28194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31" imgW="971550" imgH="666750" progId="Word.Document.12">
                  <p:embed/>
                </p:oleObj>
              </mc:Choice>
              <mc:Fallback>
                <p:oleObj name="" showAsIcon="1" r:id="rId31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210800" y="28194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2" name="组合 51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2552700"/>
            <a:chOff x="-635000" y="-635000"/>
            <a:chExt cx="10972800" cy="2552700"/>
          </a:xfrm>
        </p:grpSpPr>
        <p:pic>
          <p:nvPicPr>
            <p:cNvPr id="53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3164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4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0942320" cy="746760"/>
            </a:xfrm>
            <a:prstGeom prst="rect">
              <a:avLst/>
            </a:prstGeom>
          </p:spPr>
        </p:pic>
        <p:sp>
          <p:nvSpPr>
            <p:cNvPr id="55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75920" y="-497840"/>
              <a:ext cx="4736370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第一项：安全策略（总体方针）</a:t>
              </a:r>
              <a:endParaRPr lang="en-US" sz="2640"/>
            </a:p>
          </p:txBody>
        </p:sp>
        <p:pic>
          <p:nvPicPr>
            <p:cNvPr id="56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436880" y="309880"/>
              <a:ext cx="10576560" cy="624840"/>
            </a:xfrm>
            <a:prstGeom prst="rect">
              <a:avLst/>
            </a:prstGeom>
          </p:spPr>
        </p:pic>
        <p:sp>
          <p:nvSpPr>
            <p:cNvPr id="57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314960" y="431800"/>
              <a:ext cx="74075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检查点</a:t>
              </a:r>
              <a:endParaRPr lang="en-US" sz="1920"/>
            </a:p>
          </p:txBody>
        </p:sp>
        <p:sp>
          <p:nvSpPr>
            <p:cNvPr id="58" name="Text 2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2336800" y="43180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内容要求</a:t>
              </a:r>
              <a:endParaRPr lang="en-US" sz="1920"/>
            </a:p>
          </p:txBody>
        </p:sp>
        <p:pic>
          <p:nvPicPr>
            <p:cNvPr id="59" name="Image 6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07260" y="309880"/>
              <a:ext cx="15240" cy="617220"/>
            </a:xfrm>
            <a:prstGeom prst="rect">
              <a:avLst/>
            </a:prstGeom>
          </p:spPr>
        </p:pic>
        <p:pic>
          <p:nvPicPr>
            <p:cNvPr id="60" name="Image 7" descr="TEMP_Z_ORDER_1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480300" y="309880"/>
              <a:ext cx="15240" cy="617220"/>
            </a:xfrm>
            <a:prstGeom prst="rect">
              <a:avLst/>
            </a:prstGeom>
          </p:spPr>
        </p:pic>
        <p:sp>
          <p:nvSpPr>
            <p:cNvPr id="61" name="Text 3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7625080" y="43180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1920"/>
            </a:p>
          </p:txBody>
        </p:sp>
        <p:pic>
          <p:nvPicPr>
            <p:cNvPr id="62" name="Image 8" descr="TEMP_Z_ORDER_1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436880" y="927100"/>
              <a:ext cx="10576560" cy="15240"/>
            </a:xfrm>
            <a:prstGeom prst="rect">
              <a:avLst/>
            </a:prstGeom>
          </p:spPr>
        </p:pic>
        <p:sp>
          <p:nvSpPr>
            <p:cNvPr id="63" name="Text 4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-314960" y="1252743"/>
              <a:ext cx="222227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是否有总体方针文件</a:t>
              </a:r>
              <a:endParaRPr lang="en-US" sz="1920"/>
            </a:p>
          </p:txBody>
        </p:sp>
        <p:sp>
          <p:nvSpPr>
            <p:cNvPr id="64" name="Text 5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2336800" y="1051243"/>
              <a:ext cx="49011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应有《网络安全总体方针》或《信息安全总体策略》</a:t>
              </a:r>
              <a:endParaRPr lang="en-US" sz="1920"/>
            </a:p>
          </p:txBody>
        </p:sp>
        <p:pic>
          <p:nvPicPr>
            <p:cNvPr id="65" name="Image 9" descr="TEMP_Z_ORDER_1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207260" y="927100"/>
              <a:ext cx="15240" cy="990600"/>
            </a:xfrm>
            <a:prstGeom prst="rect">
              <a:avLst/>
            </a:prstGeom>
          </p:spPr>
        </p:pic>
        <p:pic>
          <p:nvPicPr>
            <p:cNvPr id="66" name="Image 10" descr="TEMP_Z_ORDER_16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480300" y="927100"/>
              <a:ext cx="15240" cy="990600"/>
            </a:xfrm>
            <a:prstGeom prst="rect">
              <a:avLst/>
            </a:prstGeom>
          </p:spPr>
        </p:pic>
        <p:sp>
          <p:nvSpPr>
            <p:cNvPr id="67" name="Text 6" descr="TEMP_Z_ORDER_17"/>
            <p:cNvSpPr/>
            <p:nvPr>
              <p:custDataLst>
                <p:tags r:id="rId33"/>
              </p:custDataLst>
            </p:nvPr>
          </p:nvSpPr>
          <p:spPr>
            <a:xfrm>
              <a:off x="7625080" y="1252743"/>
              <a:ext cx="197535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完全没有此类文件</a:t>
              </a:r>
              <a:endParaRPr lang="en-US" sz="1920"/>
            </a:p>
          </p:txBody>
        </p:sp>
      </p:grpSp>
      <p:grpSp>
        <p:nvGrpSpPr>
          <p:cNvPr id="36" name="组合 35"/>
          <p:cNvGrpSpPr/>
          <p:nvPr>
            <p:custDataLst>
              <p:tags r:id="rId34"/>
            </p:custDataLst>
          </p:nvPr>
        </p:nvGrpSpPr>
        <p:grpSpPr>
          <a:xfrm>
            <a:off x="609600" y="3931920"/>
            <a:ext cx="10972800" cy="2552700"/>
            <a:chOff x="-635000" y="-635000"/>
            <a:chExt cx="10972800" cy="2552700"/>
          </a:xfrm>
        </p:grpSpPr>
        <p:pic>
          <p:nvPicPr>
            <p:cNvPr id="37" name="Image 11" descr="TEMP_Z_ORDER_18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3164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8" name="Image 12" descr="TEMP_Z_ORDER_19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0942320" cy="746760"/>
            </a:xfrm>
            <a:prstGeom prst="rect">
              <a:avLst/>
            </a:prstGeom>
          </p:spPr>
        </p:pic>
        <p:sp>
          <p:nvSpPr>
            <p:cNvPr id="39" name="Text 7" descr="TEMP_Z_ORDER_20"/>
            <p:cNvSpPr/>
            <p:nvPr>
              <p:custDataLst>
                <p:tags r:id="rId37"/>
              </p:custDataLst>
            </p:nvPr>
          </p:nvSpPr>
          <p:spPr>
            <a:xfrm>
              <a:off x="-375920" y="-497840"/>
              <a:ext cx="2706497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第二项：管理制度</a:t>
              </a:r>
              <a:endParaRPr lang="en-US" sz="2640"/>
            </a:p>
          </p:txBody>
        </p:sp>
        <p:pic>
          <p:nvPicPr>
            <p:cNvPr id="40" name="Image 13" descr="TEMP_Z_ORDER_21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436880" y="309880"/>
              <a:ext cx="10576560" cy="624840"/>
            </a:xfrm>
            <a:prstGeom prst="rect">
              <a:avLst/>
            </a:prstGeom>
          </p:spPr>
        </p:pic>
        <p:sp>
          <p:nvSpPr>
            <p:cNvPr id="41" name="Text 8" descr="TEMP_Z_ORDER_22"/>
            <p:cNvSpPr/>
            <p:nvPr>
              <p:custDataLst>
                <p:tags r:id="rId39"/>
              </p:custDataLst>
            </p:nvPr>
          </p:nvSpPr>
          <p:spPr>
            <a:xfrm>
              <a:off x="-314960" y="431800"/>
              <a:ext cx="74075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检查点</a:t>
              </a:r>
              <a:endParaRPr lang="en-US" sz="1920"/>
            </a:p>
          </p:txBody>
        </p:sp>
        <p:sp>
          <p:nvSpPr>
            <p:cNvPr id="42" name="Text 9" descr="TEMP_Z_ORDER_23"/>
            <p:cNvSpPr/>
            <p:nvPr>
              <p:custDataLst>
                <p:tags r:id="rId40"/>
              </p:custDataLst>
            </p:nvPr>
          </p:nvSpPr>
          <p:spPr>
            <a:xfrm>
              <a:off x="2336800" y="43180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内容要求</a:t>
              </a:r>
              <a:endParaRPr lang="en-US" sz="1920"/>
            </a:p>
          </p:txBody>
        </p:sp>
        <p:pic>
          <p:nvPicPr>
            <p:cNvPr id="43" name="Image 14" descr="TEMP_Z_ORDER_24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07260" y="309880"/>
              <a:ext cx="15240" cy="617220"/>
            </a:xfrm>
            <a:prstGeom prst="rect">
              <a:avLst/>
            </a:prstGeom>
          </p:spPr>
        </p:pic>
        <p:pic>
          <p:nvPicPr>
            <p:cNvPr id="44" name="Image 15" descr="TEMP_Z_ORDER_25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480300" y="309880"/>
              <a:ext cx="15240" cy="617220"/>
            </a:xfrm>
            <a:prstGeom prst="rect">
              <a:avLst/>
            </a:prstGeom>
          </p:spPr>
        </p:pic>
        <p:sp>
          <p:nvSpPr>
            <p:cNvPr id="45" name="Text 10" descr="TEMP_Z_ORDER_26"/>
            <p:cNvSpPr/>
            <p:nvPr>
              <p:custDataLst>
                <p:tags r:id="rId43"/>
              </p:custDataLst>
            </p:nvPr>
          </p:nvSpPr>
          <p:spPr>
            <a:xfrm>
              <a:off x="7625080" y="43180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1920"/>
            </a:p>
          </p:txBody>
        </p:sp>
        <p:pic>
          <p:nvPicPr>
            <p:cNvPr id="46" name="Image 16" descr="TEMP_Z_ORDER_27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436880" y="927100"/>
              <a:ext cx="10576560" cy="15240"/>
            </a:xfrm>
            <a:prstGeom prst="rect">
              <a:avLst/>
            </a:prstGeom>
          </p:spPr>
        </p:pic>
        <p:sp>
          <p:nvSpPr>
            <p:cNvPr id="47" name="Text 11" descr="TEMP_Z_ORDER_28"/>
            <p:cNvSpPr/>
            <p:nvPr>
              <p:custDataLst>
                <p:tags r:id="rId45"/>
              </p:custDataLst>
            </p:nvPr>
          </p:nvSpPr>
          <p:spPr>
            <a:xfrm>
              <a:off x="-314960" y="1252743"/>
              <a:ext cx="197535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管理制度是否全面</a:t>
              </a:r>
              <a:endParaRPr lang="en-US" sz="1920"/>
            </a:p>
          </p:txBody>
        </p:sp>
        <p:sp>
          <p:nvSpPr>
            <p:cNvPr id="48" name="Text 12" descr="TEMP_Z_ORDER_29"/>
            <p:cNvSpPr/>
            <p:nvPr>
              <p:custDataLst>
                <p:tags r:id="rId46"/>
              </p:custDataLst>
            </p:nvPr>
          </p:nvSpPr>
          <p:spPr>
            <a:xfrm>
              <a:off x="2336800" y="1051243"/>
              <a:ext cx="49011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应覆盖安全管理各领域（网络、系统、数据、人员、运维等）</a:t>
              </a:r>
              <a:endParaRPr lang="en-US" sz="1920"/>
            </a:p>
          </p:txBody>
        </p:sp>
        <p:pic>
          <p:nvPicPr>
            <p:cNvPr id="49" name="Image 17" descr="TEMP_Z_ORDER_30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207260" y="927100"/>
              <a:ext cx="15240" cy="990600"/>
            </a:xfrm>
            <a:prstGeom prst="rect">
              <a:avLst/>
            </a:prstGeom>
          </p:spPr>
        </p:pic>
        <p:pic>
          <p:nvPicPr>
            <p:cNvPr id="50" name="Image 18" descr="TEMP_Z_ORDER_31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480300" y="927100"/>
              <a:ext cx="15240" cy="990600"/>
            </a:xfrm>
            <a:prstGeom prst="rect">
              <a:avLst/>
            </a:prstGeom>
          </p:spPr>
        </p:pic>
        <p:sp>
          <p:nvSpPr>
            <p:cNvPr id="51" name="Text 13" descr="TEMP_Z_ORDER_32"/>
            <p:cNvSpPr/>
            <p:nvPr>
              <p:custDataLst>
                <p:tags r:id="rId49"/>
              </p:custDataLst>
            </p:nvPr>
          </p:nvSpPr>
          <p:spPr>
            <a:xfrm>
              <a:off x="7625080" y="1252743"/>
              <a:ext cx="172843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只覆盖部分领域</a:t>
              </a:r>
              <a:endParaRPr lang="en-US" sz="1920"/>
            </a:p>
          </p:txBody>
        </p:sp>
      </p:grpSp>
      <p:sp>
        <p:nvSpPr>
          <p:cNvPr id="35" name="Text 14"/>
          <p:cNvSpPr/>
          <p:nvPr>
            <p:custDataLst>
              <p:tags r:id="rId5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安全管理制度——逐项核查要点（一）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2" name="组合 51"/>
          <p:cNvGrpSpPr/>
          <p:nvPr>
            <p:custDataLst>
              <p:tags r:id="rId7"/>
            </p:custDataLst>
          </p:nvPr>
        </p:nvGrpSpPr>
        <p:grpSpPr>
          <a:xfrm>
            <a:off x="609600" y="1173480"/>
            <a:ext cx="10972800" cy="2514600"/>
            <a:chOff x="-635000" y="-635000"/>
            <a:chExt cx="10972800" cy="2514600"/>
          </a:xfrm>
        </p:grpSpPr>
        <p:pic>
          <p:nvPicPr>
            <p:cNvPr id="53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alphaModFix amt="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5146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4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10972800" cy="655320"/>
            </a:xfrm>
            <a:prstGeom prst="rect">
              <a:avLst/>
            </a:prstGeom>
          </p:spPr>
        </p:pic>
        <p:sp>
          <p:nvSpPr>
            <p:cNvPr id="55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91160" y="-513080"/>
              <a:ext cx="832152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检查点</a:t>
              </a:r>
              <a:endParaRPr lang="en-US" sz="2160"/>
            </a:p>
          </p:txBody>
        </p:sp>
        <p:sp>
          <p:nvSpPr>
            <p:cNvPr id="56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3281680" y="-51308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内容要求</a:t>
              </a:r>
              <a:endParaRPr lang="en-US" sz="2160"/>
            </a:p>
          </p:txBody>
        </p:sp>
        <p:pic>
          <p:nvPicPr>
            <p:cNvPr id="57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022600" y="-635000"/>
              <a:ext cx="15240" cy="655320"/>
            </a:xfrm>
            <a:prstGeom prst="rect">
              <a:avLst/>
            </a:prstGeom>
          </p:spPr>
        </p:pic>
        <p:sp>
          <p:nvSpPr>
            <p:cNvPr id="58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6939280" y="-51308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160"/>
            </a:p>
          </p:txBody>
        </p:sp>
        <p:pic>
          <p:nvPicPr>
            <p:cNvPr id="59" name="Image 6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6680200" y="-635000"/>
              <a:ext cx="15240" cy="655320"/>
            </a:xfrm>
            <a:prstGeom prst="rect">
              <a:avLst/>
            </a:prstGeom>
          </p:spPr>
        </p:pic>
        <p:pic>
          <p:nvPicPr>
            <p:cNvPr id="60" name="Image 7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20320"/>
              <a:ext cx="10972800" cy="1834515"/>
            </a:xfrm>
            <a:prstGeom prst="rect">
              <a:avLst/>
            </a:prstGeom>
          </p:spPr>
        </p:pic>
        <p:sp>
          <p:nvSpPr>
            <p:cNvPr id="61" name="Text 3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391160" y="142240"/>
              <a:ext cx="222227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是否有专门负责部门</a:t>
              </a:r>
              <a:endParaRPr lang="en-US" sz="1920"/>
            </a:p>
          </p:txBody>
        </p:sp>
        <p:sp>
          <p:nvSpPr>
            <p:cNvPr id="62" name="Text 4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3281680" y="142240"/>
              <a:ext cx="2799493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应有明确的责任部门/人员</a:t>
              </a:r>
              <a:endParaRPr lang="en-US" sz="1920"/>
            </a:p>
          </p:txBody>
        </p:sp>
        <p:pic>
          <p:nvPicPr>
            <p:cNvPr id="63" name="Image 8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022600" y="20320"/>
              <a:ext cx="15240" cy="617220"/>
            </a:xfrm>
            <a:prstGeom prst="rect">
              <a:avLst/>
            </a:prstGeom>
          </p:spPr>
        </p:pic>
        <p:sp>
          <p:nvSpPr>
            <p:cNvPr id="64" name="Text 5" descr="TEMP_Z_ORDER_14"/>
            <p:cNvSpPr/>
            <p:nvPr>
              <p:custDataLst>
                <p:tags r:id="rId26"/>
              </p:custDataLst>
            </p:nvPr>
          </p:nvSpPr>
          <p:spPr>
            <a:xfrm>
              <a:off x="6939280" y="1422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无人负责</a:t>
              </a:r>
              <a:endParaRPr lang="en-US" sz="1920"/>
            </a:p>
          </p:txBody>
        </p:sp>
        <p:pic>
          <p:nvPicPr>
            <p:cNvPr id="65" name="Image 9" descr="TEMP_Z_ORDER_1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680200" y="20320"/>
              <a:ext cx="15240" cy="617220"/>
            </a:xfrm>
            <a:prstGeom prst="rect">
              <a:avLst/>
            </a:prstGeom>
          </p:spPr>
        </p:pic>
        <p:pic>
          <p:nvPicPr>
            <p:cNvPr id="66" name="Image 10" descr="TEMP_Z_ORDER_16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637540"/>
              <a:ext cx="10972800" cy="15240"/>
            </a:xfrm>
            <a:prstGeom prst="rect">
              <a:avLst/>
            </a:prstGeom>
          </p:spPr>
        </p:pic>
        <p:pic>
          <p:nvPicPr>
            <p:cNvPr id="67" name="Image 11" descr="TEMP_Z_ORDER_1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645160"/>
              <a:ext cx="10972800" cy="624840"/>
            </a:xfrm>
            <a:prstGeom prst="rect">
              <a:avLst/>
            </a:prstGeom>
          </p:spPr>
        </p:pic>
        <p:sp>
          <p:nvSpPr>
            <p:cNvPr id="68" name="Text 6" descr="TEMP_Z_ORDER_18"/>
            <p:cNvSpPr/>
            <p:nvPr>
              <p:custDataLst>
                <p:tags r:id="rId34"/>
              </p:custDataLst>
            </p:nvPr>
          </p:nvSpPr>
          <p:spPr>
            <a:xfrm>
              <a:off x="-391160" y="767080"/>
              <a:ext cx="148151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是否正式发布</a:t>
              </a:r>
              <a:endParaRPr lang="en-US" sz="1920"/>
            </a:p>
          </p:txBody>
        </p:sp>
        <p:sp>
          <p:nvSpPr>
            <p:cNvPr id="69" name="Text 7" descr="TEMP_Z_ORDER_19"/>
            <p:cNvSpPr/>
            <p:nvPr>
              <p:custDataLst>
                <p:tags r:id="rId35"/>
              </p:custDataLst>
            </p:nvPr>
          </p:nvSpPr>
          <p:spPr>
            <a:xfrm>
              <a:off x="3281680" y="767080"/>
              <a:ext cx="271611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应有红头文件或正式通知</a:t>
              </a:r>
              <a:endParaRPr lang="en-US" sz="1920"/>
            </a:p>
          </p:txBody>
        </p:sp>
        <p:pic>
          <p:nvPicPr>
            <p:cNvPr id="70" name="Image 12" descr="TEMP_Z_ORDER_20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3022600" y="637540"/>
              <a:ext cx="15240" cy="624840"/>
            </a:xfrm>
            <a:prstGeom prst="rect">
              <a:avLst/>
            </a:prstGeom>
          </p:spPr>
        </p:pic>
        <p:sp>
          <p:nvSpPr>
            <p:cNvPr id="71" name="Text 8" descr="TEMP_Z_ORDER_21"/>
            <p:cNvSpPr/>
            <p:nvPr>
              <p:custDataLst>
                <p:tags r:id="rId39"/>
              </p:custDataLst>
            </p:nvPr>
          </p:nvSpPr>
          <p:spPr>
            <a:xfrm>
              <a:off x="6939280" y="76708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只有草稿</a:t>
              </a:r>
              <a:endParaRPr lang="en-US" sz="1920"/>
            </a:p>
          </p:txBody>
        </p:sp>
        <p:pic>
          <p:nvPicPr>
            <p:cNvPr id="72" name="Image 13" descr="TEMP_Z_ORDER_22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680200" y="637540"/>
              <a:ext cx="15240" cy="624840"/>
            </a:xfrm>
            <a:prstGeom prst="rect">
              <a:avLst/>
            </a:prstGeom>
          </p:spPr>
        </p:pic>
        <p:pic>
          <p:nvPicPr>
            <p:cNvPr id="73" name="Image 14" descr="TEMP_Z_ORDER_23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1262380"/>
              <a:ext cx="10972800" cy="15240"/>
            </a:xfrm>
            <a:prstGeom prst="rect">
              <a:avLst/>
            </a:prstGeom>
          </p:spPr>
        </p:pic>
        <p:sp>
          <p:nvSpPr>
            <p:cNvPr id="74" name="Text 9" descr="TEMP_Z_ORDER_24"/>
            <p:cNvSpPr/>
            <p:nvPr>
              <p:custDataLst>
                <p:tags r:id="rId42"/>
              </p:custDataLst>
            </p:nvPr>
          </p:nvSpPr>
          <p:spPr>
            <a:xfrm>
              <a:off x="-391160" y="1391920"/>
              <a:ext cx="148151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是否版本控制</a:t>
              </a:r>
              <a:endParaRPr lang="en-US" sz="1920"/>
            </a:p>
          </p:txBody>
        </p:sp>
        <p:sp>
          <p:nvSpPr>
            <p:cNvPr id="75" name="Text 10" descr="TEMP_Z_ORDER_25"/>
            <p:cNvSpPr/>
            <p:nvPr>
              <p:custDataLst>
                <p:tags r:id="rId43"/>
              </p:custDataLst>
            </p:nvPr>
          </p:nvSpPr>
          <p:spPr>
            <a:xfrm>
              <a:off x="3281680" y="1391920"/>
              <a:ext cx="246919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应有版本号、修订记录</a:t>
              </a:r>
              <a:endParaRPr lang="en-US" sz="1920"/>
            </a:p>
          </p:txBody>
        </p:sp>
        <p:pic>
          <p:nvPicPr>
            <p:cNvPr id="76" name="Image 15" descr="TEMP_Z_ORDER_26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022600" y="1262380"/>
              <a:ext cx="15240" cy="617220"/>
            </a:xfrm>
            <a:prstGeom prst="rect">
              <a:avLst/>
            </a:prstGeom>
          </p:spPr>
        </p:pic>
        <p:sp>
          <p:nvSpPr>
            <p:cNvPr id="77" name="Text 11" descr="TEMP_Z_ORDER_27"/>
            <p:cNvSpPr/>
            <p:nvPr>
              <p:custDataLst>
                <p:tags r:id="rId45"/>
              </p:custDataLst>
            </p:nvPr>
          </p:nvSpPr>
          <p:spPr>
            <a:xfrm>
              <a:off x="6939280" y="139192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无版本号</a:t>
              </a:r>
              <a:endParaRPr lang="en-US" sz="1920"/>
            </a:p>
          </p:txBody>
        </p:sp>
        <p:pic>
          <p:nvPicPr>
            <p:cNvPr id="78" name="Image 16" descr="TEMP_Z_ORDER_28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680200" y="1262380"/>
              <a:ext cx="15240" cy="617220"/>
            </a:xfrm>
            <a:prstGeom prst="rect">
              <a:avLst/>
            </a:prstGeom>
          </p:spPr>
        </p:pic>
      </p:grpSp>
      <p:grpSp>
        <p:nvGrpSpPr>
          <p:cNvPr id="79" name="组合 78"/>
          <p:cNvGrpSpPr/>
          <p:nvPr>
            <p:custDataLst>
              <p:tags r:id="rId47"/>
            </p:custDataLst>
          </p:nvPr>
        </p:nvGrpSpPr>
        <p:grpSpPr>
          <a:xfrm>
            <a:off x="609600" y="4221480"/>
            <a:ext cx="10972800" cy="2270760"/>
            <a:chOff x="-635000" y="-635000"/>
            <a:chExt cx="10972800" cy="2270760"/>
          </a:xfrm>
        </p:grpSpPr>
        <p:pic>
          <p:nvPicPr>
            <p:cNvPr id="80" name="Image 17" descr="TEMP_Z_ORDER_29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>
              <a:alphaModFix amt="0"/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-635000" y="-634999"/>
              <a:ext cx="10972800" cy="22555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81" name="Image 18" descr="TEMP_Z_ORDER_30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10972800" cy="655320"/>
            </a:xfrm>
            <a:prstGeom prst="rect">
              <a:avLst/>
            </a:prstGeom>
          </p:spPr>
        </p:pic>
        <p:sp>
          <p:nvSpPr>
            <p:cNvPr id="82" name="Text 12" descr="TEMP_Z_ORDER_31"/>
            <p:cNvSpPr/>
            <p:nvPr>
              <p:custDataLst>
                <p:tags r:id="rId52"/>
              </p:custDataLst>
            </p:nvPr>
          </p:nvSpPr>
          <p:spPr>
            <a:xfrm>
              <a:off x="-391160" y="-513080"/>
              <a:ext cx="832152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检查点</a:t>
              </a:r>
              <a:endParaRPr lang="en-US" sz="2160"/>
            </a:p>
          </p:txBody>
        </p:sp>
        <p:sp>
          <p:nvSpPr>
            <p:cNvPr id="83" name="Text 13" descr="TEMP_Z_ORDER_32"/>
            <p:cNvSpPr/>
            <p:nvPr>
              <p:custDataLst>
                <p:tags r:id="rId53"/>
              </p:custDataLst>
            </p:nvPr>
          </p:nvSpPr>
          <p:spPr>
            <a:xfrm>
              <a:off x="3281680" y="-51308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内容要求</a:t>
              </a:r>
              <a:endParaRPr lang="en-US" sz="2160"/>
            </a:p>
          </p:txBody>
        </p:sp>
        <p:pic>
          <p:nvPicPr>
            <p:cNvPr id="84" name="Image 19" descr="TEMP_Z_ORDER_33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022600" y="-635000"/>
              <a:ext cx="15240" cy="655320"/>
            </a:xfrm>
            <a:prstGeom prst="rect">
              <a:avLst/>
            </a:prstGeom>
          </p:spPr>
        </p:pic>
        <p:sp>
          <p:nvSpPr>
            <p:cNvPr id="85" name="Text 14" descr="TEMP_Z_ORDER_34"/>
            <p:cNvSpPr/>
            <p:nvPr>
              <p:custDataLst>
                <p:tags r:id="rId55"/>
              </p:custDataLst>
            </p:nvPr>
          </p:nvSpPr>
          <p:spPr>
            <a:xfrm>
              <a:off x="6939280" y="-51308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160"/>
            </a:p>
          </p:txBody>
        </p:sp>
        <p:pic>
          <p:nvPicPr>
            <p:cNvPr id="86" name="Image 20" descr="TEMP_Z_ORDER_35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6680200" y="-635000"/>
              <a:ext cx="15240" cy="655320"/>
            </a:xfrm>
            <a:prstGeom prst="rect">
              <a:avLst/>
            </a:prstGeom>
          </p:spPr>
        </p:pic>
        <p:pic>
          <p:nvPicPr>
            <p:cNvPr id="87" name="Image 21" descr="TEMP_Z_ORDER_36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58"/>
            <a:stretch>
              <a:fillRect/>
            </a:stretch>
          </p:blipFill>
          <p:spPr>
            <a:xfrm>
              <a:off x="-635000" y="20320"/>
              <a:ext cx="10972800" cy="1600200"/>
            </a:xfrm>
            <a:prstGeom prst="rect">
              <a:avLst/>
            </a:prstGeom>
          </p:spPr>
        </p:pic>
        <p:sp>
          <p:nvSpPr>
            <p:cNvPr id="88" name="Text 15" descr="TEMP_Z_ORDER_37"/>
            <p:cNvSpPr/>
            <p:nvPr>
              <p:custDataLst>
                <p:tags r:id="rId59"/>
              </p:custDataLst>
            </p:nvPr>
          </p:nvSpPr>
          <p:spPr>
            <a:xfrm>
              <a:off x="-391160" y="338343"/>
              <a:ext cx="148151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是否定期评审</a:t>
              </a:r>
              <a:endParaRPr lang="en-US" sz="1920"/>
            </a:p>
          </p:txBody>
        </p:sp>
        <p:sp>
          <p:nvSpPr>
            <p:cNvPr id="89" name="Text 16" descr="TEMP_Z_ORDER_38"/>
            <p:cNvSpPr/>
            <p:nvPr>
              <p:custDataLst>
                <p:tags r:id="rId60"/>
              </p:custDataLst>
            </p:nvPr>
          </p:nvSpPr>
          <p:spPr>
            <a:xfrm>
              <a:off x="3281680" y="149598"/>
              <a:ext cx="295046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应定期对制度进行评审（如每年一次）</a:t>
              </a:r>
              <a:endParaRPr lang="en-US" sz="1920"/>
            </a:p>
          </p:txBody>
        </p:sp>
        <p:pic>
          <p:nvPicPr>
            <p:cNvPr id="90" name="Image 22" descr="TEMP_Z_ORDER_39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3022600" y="20320"/>
              <a:ext cx="15240" cy="982980"/>
            </a:xfrm>
            <a:prstGeom prst="rect">
              <a:avLst/>
            </a:prstGeom>
          </p:spPr>
        </p:pic>
        <p:sp>
          <p:nvSpPr>
            <p:cNvPr id="91" name="Text 17" descr="TEMP_Z_ORDER_40"/>
            <p:cNvSpPr/>
            <p:nvPr>
              <p:custDataLst>
                <p:tags r:id="rId64"/>
              </p:custDataLst>
            </p:nvPr>
          </p:nvSpPr>
          <p:spPr>
            <a:xfrm>
              <a:off x="6939280" y="32512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从未评审</a:t>
              </a:r>
              <a:endParaRPr lang="en-US" sz="1920"/>
            </a:p>
          </p:txBody>
        </p:sp>
        <p:pic>
          <p:nvPicPr>
            <p:cNvPr id="92" name="Image 23" descr="TEMP_Z_ORDER_41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6680200" y="20320"/>
              <a:ext cx="15240" cy="982980"/>
            </a:xfrm>
            <a:prstGeom prst="rect">
              <a:avLst/>
            </a:prstGeom>
          </p:spPr>
        </p:pic>
        <p:pic>
          <p:nvPicPr>
            <p:cNvPr id="93" name="Image 24" descr="TEMP_Z_ORDER_42"/>
            <p:cNvPicPr>
              <a:picLocks noChangeAspect="1"/>
            </p:cNvPicPr>
            <p:nvPr>
              <p:custDataLst>
                <p:tags r:id="rId66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1003300"/>
              <a:ext cx="10972800" cy="15240"/>
            </a:xfrm>
            <a:prstGeom prst="rect">
              <a:avLst/>
            </a:prstGeom>
          </p:spPr>
        </p:pic>
        <p:pic>
          <p:nvPicPr>
            <p:cNvPr id="94" name="Image 25" descr="TEMP_Z_ORDER_43"/>
            <p:cNvPicPr>
              <a:picLocks noChangeAspect="1"/>
            </p:cNvPicPr>
            <p:nvPr>
              <p:custDataLst>
                <p:tags r:id="rId67"/>
              </p:custDataLst>
            </p:nvPr>
          </p:nvPicPr>
          <p:blipFill>
            <a:blip r:embed="rId68"/>
            <a:stretch>
              <a:fillRect/>
            </a:stretch>
          </p:blipFill>
          <p:spPr>
            <a:xfrm>
              <a:off x="-635000" y="1010920"/>
              <a:ext cx="10972800" cy="624840"/>
            </a:xfrm>
            <a:prstGeom prst="rect">
              <a:avLst/>
            </a:prstGeom>
          </p:spPr>
        </p:pic>
        <p:sp>
          <p:nvSpPr>
            <p:cNvPr id="95" name="Text 18" descr="TEMP_Z_ORDER_44"/>
            <p:cNvSpPr/>
            <p:nvPr>
              <p:custDataLst>
                <p:tags r:id="rId69"/>
              </p:custDataLst>
            </p:nvPr>
          </p:nvSpPr>
          <p:spPr>
            <a:xfrm>
              <a:off x="-391160" y="1132840"/>
              <a:ext cx="172843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是否有修订记录</a:t>
              </a:r>
              <a:endParaRPr lang="en-US" sz="1920"/>
            </a:p>
          </p:txBody>
        </p:sp>
        <p:sp>
          <p:nvSpPr>
            <p:cNvPr id="96" name="Text 19" descr="TEMP_Z_ORDER_45"/>
            <p:cNvSpPr/>
            <p:nvPr>
              <p:custDataLst>
                <p:tags r:id="rId70"/>
              </p:custDataLst>
            </p:nvPr>
          </p:nvSpPr>
          <p:spPr>
            <a:xfrm>
              <a:off x="3281680" y="1132840"/>
              <a:ext cx="197535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制度修订应有记录</a:t>
              </a:r>
              <a:endParaRPr lang="en-US" sz="1920"/>
            </a:p>
          </p:txBody>
        </p:sp>
        <p:pic>
          <p:nvPicPr>
            <p:cNvPr id="97" name="Image 26" descr="TEMP_Z_ORDER_46"/>
            <p:cNvPicPr>
              <a:picLocks noChangeAspect="1"/>
            </p:cNvPicPr>
            <p:nvPr>
              <p:custDataLst>
                <p:tags r:id="rId71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022600" y="1003301"/>
              <a:ext cx="15240" cy="617220"/>
            </a:xfrm>
            <a:prstGeom prst="rect">
              <a:avLst/>
            </a:prstGeom>
          </p:spPr>
        </p:pic>
        <p:sp>
          <p:nvSpPr>
            <p:cNvPr id="98" name="Text 20" descr="TEMP_Z_ORDER_47"/>
            <p:cNvSpPr/>
            <p:nvPr>
              <p:custDataLst>
                <p:tags r:id="rId72"/>
              </p:custDataLst>
            </p:nvPr>
          </p:nvSpPr>
          <p:spPr>
            <a:xfrm>
              <a:off x="6939280" y="1132840"/>
              <a:ext cx="123459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修订无记录</a:t>
              </a:r>
              <a:endParaRPr lang="en-US" sz="1920"/>
            </a:p>
          </p:txBody>
        </p:sp>
        <p:pic>
          <p:nvPicPr>
            <p:cNvPr id="99" name="Image 27" descr="TEMP_Z_ORDER_48"/>
            <p:cNvPicPr>
              <a:picLocks noChangeAspect="1"/>
            </p:cNvPicPr>
            <p:nvPr>
              <p:custDataLst>
                <p:tags r:id="rId7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680200" y="1003301"/>
              <a:ext cx="15240" cy="617220"/>
            </a:xfrm>
            <a:prstGeom prst="rect">
              <a:avLst/>
            </a:prstGeom>
          </p:spPr>
        </p:pic>
      </p:grpSp>
      <p:sp>
        <p:nvSpPr>
          <p:cNvPr id="51" name="Text 21"/>
          <p:cNvSpPr/>
          <p:nvPr>
            <p:custDataLst>
              <p:tags r:id="rId7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安全管理制度——逐项核查要点（二）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264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安全管理测评文档核查流程：</a:t>
            </a:r>
            <a:endParaRPr lang="en-US" sz="2640"/>
          </a:p>
        </p:txBody>
      </p:sp>
      <p:grpSp>
        <p:nvGrpSpPr>
          <p:cNvPr id="59" name="组合 58"/>
          <p:cNvGrpSpPr/>
          <p:nvPr>
            <p:custDataLst>
              <p:tags r:id="rId8"/>
            </p:custDataLst>
          </p:nvPr>
        </p:nvGrpSpPr>
        <p:grpSpPr>
          <a:xfrm>
            <a:off x="609600" y="2225040"/>
            <a:ext cx="9875520" cy="3505200"/>
            <a:chOff x="-635000" y="-635000"/>
            <a:chExt cx="9875520" cy="3505200"/>
          </a:xfrm>
        </p:grpSpPr>
        <p:pic>
          <p:nvPicPr>
            <p:cNvPr id="60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62280" y="-147320"/>
              <a:ext cx="8778240" cy="30480"/>
            </a:xfrm>
            <a:prstGeom prst="rect">
              <a:avLst/>
            </a:prstGeom>
          </p:spPr>
        </p:pic>
        <p:pic>
          <p:nvPicPr>
            <p:cNvPr id="61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132080" y="-635000"/>
              <a:ext cx="975360" cy="9753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62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111252" y="-420777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880"/>
            </a:p>
          </p:txBody>
        </p:sp>
        <p:pic>
          <p:nvPicPr>
            <p:cNvPr id="63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584200"/>
              <a:ext cx="1981200" cy="2286000"/>
            </a:xfrm>
            <a:prstGeom prst="rect">
              <a:avLst/>
            </a:prstGeom>
          </p:spPr>
        </p:pic>
        <p:sp>
          <p:nvSpPr>
            <p:cNvPr id="64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20256" y="782320"/>
              <a:ext cx="679831" cy="17612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3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获取文档</a:t>
              </a:r>
              <a:endParaRPr lang="en-US" sz="1320"/>
            </a:p>
          </p:txBody>
        </p:sp>
        <p:sp>
          <p:nvSpPr>
            <p:cNvPr id="65" name="Text 3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436880" y="1163320"/>
              <a:ext cx="1594104" cy="9899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根据检查文档列表，获取制度、记录、规程等各类文档，填写文档交接单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66" name="Image 6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436880" y="2214880"/>
              <a:ext cx="1584960" cy="472440"/>
            </a:xfrm>
            <a:prstGeom prst="rect">
              <a:avLst/>
            </a:prstGeom>
          </p:spPr>
        </p:pic>
        <p:sp>
          <p:nvSpPr>
            <p:cNvPr id="67" name="Text 4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375920" y="2281358"/>
              <a:ext cx="1487424" cy="5376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>
                      <a:alpha val="7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确保文档完整、不遗漏</a:t>
              </a:r>
              <a:endParaRPr lang="en-US" sz="1440"/>
            </a:p>
          </p:txBody>
        </p:sp>
      </p:grpSp>
      <p:grpSp>
        <p:nvGrpSpPr>
          <p:cNvPr id="76" name="组合 75"/>
          <p:cNvGrpSpPr/>
          <p:nvPr>
            <p:custDataLst>
              <p:tags r:id="rId22"/>
            </p:custDataLst>
          </p:nvPr>
        </p:nvGrpSpPr>
        <p:grpSpPr>
          <a:xfrm>
            <a:off x="2865120" y="2225040"/>
            <a:ext cx="1981200" cy="3505200"/>
            <a:chOff x="-635000" y="-635000"/>
            <a:chExt cx="1981200" cy="3505200"/>
          </a:xfrm>
        </p:grpSpPr>
        <p:pic>
          <p:nvPicPr>
            <p:cNvPr id="77" name="Image 7" descr="TEMP_Z_ORDER_1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147320" y="-635000"/>
              <a:ext cx="975360" cy="9753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8" name="Text 5" descr="TEMP_Z_ORDER_13"/>
            <p:cNvSpPr/>
            <p:nvPr>
              <p:custDataLst>
                <p:tags r:id="rId24"/>
              </p:custDataLst>
            </p:nvPr>
          </p:nvSpPr>
          <p:spPr>
            <a:xfrm>
              <a:off x="96012" y="-420777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2880"/>
            </a:p>
          </p:txBody>
        </p:sp>
        <p:pic>
          <p:nvPicPr>
            <p:cNvPr id="79" name="Image 8" descr="TEMP_Z_ORDER_1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584200"/>
              <a:ext cx="1981200" cy="2286000"/>
            </a:xfrm>
            <a:prstGeom prst="rect">
              <a:avLst/>
            </a:prstGeom>
          </p:spPr>
        </p:pic>
        <p:sp>
          <p:nvSpPr>
            <p:cNvPr id="80" name="Text 6" descr="TEMP_Z_ORDER_15"/>
            <p:cNvSpPr/>
            <p:nvPr>
              <p:custDataLst>
                <p:tags r:id="rId26"/>
              </p:custDataLst>
            </p:nvPr>
          </p:nvSpPr>
          <p:spPr>
            <a:xfrm>
              <a:off x="-101600" y="782320"/>
              <a:ext cx="923544" cy="240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审阅文档</a:t>
              </a:r>
              <a:endParaRPr lang="en-US" sz="1800"/>
            </a:p>
          </p:txBody>
        </p:sp>
        <p:sp>
          <p:nvSpPr>
            <p:cNvPr id="81" name="Text 7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436880" y="1239520"/>
              <a:ext cx="1594104" cy="8130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5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审阅各类文档，在现场测评作业指导书中进行结果记录</a:t>
              </a:r>
              <a:endParaRPr lang="en-US" sz="1560"/>
            </a:p>
          </p:txBody>
        </p:sp>
        <p:pic>
          <p:nvPicPr>
            <p:cNvPr id="82" name="Image 9" descr="TEMP_Z_ORDER_17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-436880" y="2321560"/>
              <a:ext cx="1584960" cy="350520"/>
            </a:xfrm>
            <a:prstGeom prst="rect">
              <a:avLst/>
            </a:prstGeom>
          </p:spPr>
        </p:pic>
        <p:sp>
          <p:nvSpPr>
            <p:cNvPr id="83" name="Text 8" descr="TEMP_Z_ORDER_18"/>
            <p:cNvSpPr/>
            <p:nvPr>
              <p:custDataLst>
                <p:tags r:id="rId30"/>
              </p:custDataLst>
            </p:nvPr>
          </p:nvSpPr>
          <p:spPr>
            <a:xfrm>
              <a:off x="-385001" y="2382520"/>
              <a:ext cx="1475105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>
                      <a:alpha val="7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对照标准逐项检查</a:t>
              </a:r>
              <a:endParaRPr lang="en-US" sz="1440"/>
            </a:p>
          </p:txBody>
        </p:sp>
      </p:grpSp>
      <p:grpSp>
        <p:nvGrpSpPr>
          <p:cNvPr id="43" name="组合 42"/>
          <p:cNvGrpSpPr/>
          <p:nvPr>
            <p:custDataLst>
              <p:tags r:id="rId31"/>
            </p:custDataLst>
          </p:nvPr>
        </p:nvGrpSpPr>
        <p:grpSpPr>
          <a:xfrm>
            <a:off x="5105400" y="2225040"/>
            <a:ext cx="1981200" cy="3505200"/>
            <a:chOff x="-635000" y="-635000"/>
            <a:chExt cx="1981200" cy="3505200"/>
          </a:xfrm>
        </p:grpSpPr>
        <p:pic>
          <p:nvPicPr>
            <p:cNvPr id="44" name="Image 10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132080" y="-635000"/>
              <a:ext cx="975360" cy="9753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5" name="Text 9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111252" y="-420777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880"/>
            </a:p>
          </p:txBody>
        </p:sp>
        <p:pic>
          <p:nvPicPr>
            <p:cNvPr id="46" name="Image 11" descr="TEMP_Z_ORDER_2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584200"/>
              <a:ext cx="1981200" cy="2286000"/>
            </a:xfrm>
            <a:prstGeom prst="rect">
              <a:avLst/>
            </a:prstGeom>
          </p:spPr>
        </p:pic>
        <p:sp>
          <p:nvSpPr>
            <p:cNvPr id="47" name="Text 10" descr="TEMP_Z_ORDER_22"/>
            <p:cNvSpPr/>
            <p:nvPr>
              <p:custDataLst>
                <p:tags r:id="rId35"/>
              </p:custDataLst>
            </p:nvPr>
          </p:nvSpPr>
          <p:spPr>
            <a:xfrm>
              <a:off x="-194596" y="7823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记录发现</a:t>
              </a:r>
              <a:endParaRPr lang="en-US" sz="2160"/>
            </a:p>
          </p:txBody>
        </p:sp>
        <p:sp>
          <p:nvSpPr>
            <p:cNvPr id="48" name="Text 11" descr="TEMP_Z_ORDER_23"/>
            <p:cNvSpPr/>
            <p:nvPr>
              <p:custDataLst>
                <p:tags r:id="rId36"/>
              </p:custDataLst>
            </p:nvPr>
          </p:nvSpPr>
          <p:spPr>
            <a:xfrm>
              <a:off x="-436880" y="1300480"/>
              <a:ext cx="1594104" cy="8130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5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对发现的问题详细描述，标注标准依据</a:t>
              </a:r>
              <a:endParaRPr lang="en-US" sz="1560"/>
            </a:p>
          </p:txBody>
        </p:sp>
        <p:pic>
          <p:nvPicPr>
            <p:cNvPr id="49" name="Image 12" descr="TEMP_Z_ORDER_24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-436880" y="2291080"/>
              <a:ext cx="1584960" cy="396240"/>
            </a:xfrm>
            <a:prstGeom prst="rect">
              <a:avLst/>
            </a:prstGeom>
          </p:spPr>
        </p:pic>
        <p:sp>
          <p:nvSpPr>
            <p:cNvPr id="50" name="Text 12" descr="TEMP_Z_ORDER_25"/>
            <p:cNvSpPr/>
            <p:nvPr>
              <p:custDataLst>
                <p:tags r:id="rId39"/>
              </p:custDataLst>
            </p:nvPr>
          </p:nvSpPr>
          <p:spPr>
            <a:xfrm>
              <a:off x="-277566" y="2352040"/>
              <a:ext cx="1290717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>
                      <a:alpha val="7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问题描述要具体</a:t>
              </a:r>
              <a:endParaRPr lang="en-US" sz="1440"/>
            </a:p>
          </p:txBody>
        </p:sp>
      </p:grpSp>
      <p:grpSp>
        <p:nvGrpSpPr>
          <p:cNvPr id="51" name="组合 50"/>
          <p:cNvGrpSpPr/>
          <p:nvPr>
            <p:custDataLst>
              <p:tags r:id="rId40"/>
            </p:custDataLst>
          </p:nvPr>
        </p:nvGrpSpPr>
        <p:grpSpPr>
          <a:xfrm>
            <a:off x="7360920" y="2225040"/>
            <a:ext cx="1981200" cy="3505200"/>
            <a:chOff x="-635000" y="-635000"/>
            <a:chExt cx="1981200" cy="3505200"/>
          </a:xfrm>
        </p:grpSpPr>
        <p:pic>
          <p:nvPicPr>
            <p:cNvPr id="52" name="Image 13" descr="TEMP_Z_ORDER_26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132080" y="-635000"/>
              <a:ext cx="975360" cy="9753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53" name="Text 13" descr="TEMP_Z_ORDER_27"/>
            <p:cNvSpPr/>
            <p:nvPr>
              <p:custDataLst>
                <p:tags r:id="rId42"/>
              </p:custDataLst>
            </p:nvPr>
          </p:nvSpPr>
          <p:spPr>
            <a:xfrm>
              <a:off x="96012" y="-420777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2880"/>
            </a:p>
          </p:txBody>
        </p:sp>
        <p:pic>
          <p:nvPicPr>
            <p:cNvPr id="54" name="Image 14" descr="TEMP_Z_ORDER_28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584200"/>
              <a:ext cx="1981200" cy="2286000"/>
            </a:xfrm>
            <a:prstGeom prst="rect">
              <a:avLst/>
            </a:prstGeom>
          </p:spPr>
        </p:pic>
        <p:sp>
          <p:nvSpPr>
            <p:cNvPr id="55" name="Text 14" descr="TEMP_Z_ORDER_29"/>
            <p:cNvSpPr/>
            <p:nvPr>
              <p:custDataLst>
                <p:tags r:id="rId44"/>
              </p:custDataLst>
            </p:nvPr>
          </p:nvSpPr>
          <p:spPr>
            <a:xfrm>
              <a:off x="-194596" y="7823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补充访谈</a:t>
              </a:r>
              <a:endParaRPr lang="en-US" sz="2160"/>
            </a:p>
          </p:txBody>
        </p:sp>
        <p:sp>
          <p:nvSpPr>
            <p:cNvPr id="56" name="Text 15" descr="TEMP_Z_ORDER_30"/>
            <p:cNvSpPr/>
            <p:nvPr>
              <p:custDataLst>
                <p:tags r:id="rId45"/>
              </p:custDataLst>
            </p:nvPr>
          </p:nvSpPr>
          <p:spPr>
            <a:xfrm>
              <a:off x="-436880" y="1300480"/>
              <a:ext cx="1594104" cy="8130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5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针对不确定项访谈相关人员，获得额外证据</a:t>
              </a:r>
              <a:endParaRPr lang="en-US" sz="1560"/>
            </a:p>
          </p:txBody>
        </p:sp>
        <p:pic>
          <p:nvPicPr>
            <p:cNvPr id="57" name="Image 15" descr="TEMP_Z_ORDER_31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-436880" y="2291080"/>
              <a:ext cx="1584960" cy="396240"/>
            </a:xfrm>
            <a:prstGeom prst="rect">
              <a:avLst/>
            </a:prstGeom>
          </p:spPr>
        </p:pic>
        <p:sp>
          <p:nvSpPr>
            <p:cNvPr id="58" name="Text 16" descr="TEMP_Z_ORDER_32"/>
            <p:cNvSpPr/>
            <p:nvPr>
              <p:custDataLst>
                <p:tags r:id="rId47"/>
              </p:custDataLst>
            </p:nvPr>
          </p:nvSpPr>
          <p:spPr>
            <a:xfrm>
              <a:off x="-369761" y="2352040"/>
              <a:ext cx="1475105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>
                      <a:alpha val="7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不能凭猜测下结论</a:t>
              </a:r>
              <a:endParaRPr lang="en-US" sz="1440"/>
            </a:p>
          </p:txBody>
        </p:sp>
      </p:grpSp>
      <p:grpSp>
        <p:nvGrpSpPr>
          <p:cNvPr id="68" name="组合 67"/>
          <p:cNvGrpSpPr/>
          <p:nvPr>
            <p:custDataLst>
              <p:tags r:id="rId48"/>
            </p:custDataLst>
          </p:nvPr>
        </p:nvGrpSpPr>
        <p:grpSpPr>
          <a:xfrm>
            <a:off x="9601200" y="2225040"/>
            <a:ext cx="1981200" cy="3505200"/>
            <a:chOff x="-635000" y="-635000"/>
            <a:chExt cx="1981200" cy="3505200"/>
          </a:xfrm>
        </p:grpSpPr>
        <p:pic>
          <p:nvPicPr>
            <p:cNvPr id="69" name="Image 16" descr="TEMP_Z_ORDER_33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132081" y="-635000"/>
              <a:ext cx="975360" cy="9753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0" name="Text 17" descr="TEMP_Z_ORDER_34"/>
            <p:cNvSpPr/>
            <p:nvPr>
              <p:custDataLst>
                <p:tags r:id="rId50"/>
              </p:custDataLst>
            </p:nvPr>
          </p:nvSpPr>
          <p:spPr>
            <a:xfrm>
              <a:off x="111252" y="-420777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05</a:t>
              </a:r>
              <a:endParaRPr lang="en-US" sz="2880"/>
            </a:p>
          </p:txBody>
        </p:sp>
        <p:pic>
          <p:nvPicPr>
            <p:cNvPr id="71" name="Image 17" descr="TEMP_Z_ORDER_35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584200"/>
              <a:ext cx="1981200" cy="2286000"/>
            </a:xfrm>
            <a:prstGeom prst="rect">
              <a:avLst/>
            </a:prstGeom>
          </p:spPr>
        </p:pic>
        <p:sp>
          <p:nvSpPr>
            <p:cNvPr id="72" name="Text 18" descr="TEMP_Z_ORDER_36"/>
            <p:cNvSpPr/>
            <p:nvPr>
              <p:custDataLst>
                <p:tags r:id="rId52"/>
              </p:custDataLst>
            </p:nvPr>
          </p:nvSpPr>
          <p:spPr>
            <a:xfrm>
              <a:off x="-101601" y="782320"/>
              <a:ext cx="923544" cy="240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确认签字</a:t>
              </a:r>
              <a:endParaRPr lang="en-US" sz="1800"/>
            </a:p>
          </p:txBody>
        </p:sp>
        <p:sp>
          <p:nvSpPr>
            <p:cNvPr id="73" name="Text 19" descr="TEMP_Z_ORDER_37"/>
            <p:cNvSpPr/>
            <p:nvPr>
              <p:custDataLst>
                <p:tags r:id="rId53"/>
              </p:custDataLst>
            </p:nvPr>
          </p:nvSpPr>
          <p:spPr>
            <a:xfrm>
              <a:off x="-436881" y="1239520"/>
              <a:ext cx="1594104" cy="9899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整理测评记录，确认签字；归还所有文档，在交接单中签字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74" name="Image 18" descr="TEMP_Z_ORDER_38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-436881" y="2321560"/>
              <a:ext cx="1584960" cy="350520"/>
            </a:xfrm>
            <a:prstGeom prst="rect">
              <a:avLst/>
            </a:prstGeom>
          </p:spPr>
        </p:pic>
        <p:sp>
          <p:nvSpPr>
            <p:cNvPr id="75" name="Text 20" descr="TEMP_Z_ORDER_39"/>
            <p:cNvSpPr/>
            <p:nvPr>
              <p:custDataLst>
                <p:tags r:id="rId55"/>
              </p:custDataLst>
            </p:nvPr>
          </p:nvSpPr>
          <p:spPr>
            <a:xfrm>
              <a:off x="-277567" y="2382520"/>
              <a:ext cx="1290717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>
                      <a:alpha val="70000"/>
                    </a:srgbClr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确保文档不丢失</a:t>
              </a:r>
              <a:endParaRPr lang="en-US" sz="1440"/>
            </a:p>
          </p:txBody>
        </p:sp>
      </p:grpSp>
      <p:sp>
        <p:nvSpPr>
          <p:cNvPr id="42" name="Text 21"/>
          <p:cNvSpPr/>
          <p:nvPr>
            <p:custDataLst>
              <p:tags r:id="rId56"/>
            </p:custDataLst>
          </p:nvPr>
        </p:nvSpPr>
        <p:spPr>
          <a:xfrm>
            <a:off x="822497" y="604327"/>
            <a:ext cx="4490720" cy="35179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安全管理文档核查——五步法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1" animBg="1"/>
      <p:bldP spid="5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990600"/>
            <a:chOff x="-635000" y="-635000"/>
            <a:chExt cx="10972800" cy="990600"/>
          </a:xfrm>
        </p:grpSpPr>
        <p:pic>
          <p:nvPicPr>
            <p:cNvPr id="1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990600"/>
            </a:xfrm>
            <a:prstGeom prst="rect">
              <a:avLst/>
            </a:prstGeom>
          </p:spPr>
        </p:pic>
        <p:sp>
          <p:nvSpPr>
            <p:cNvPr id="15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119507" y="-391160"/>
              <a:ext cx="9488170" cy="30607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通过访谈获得信息，通过核查验证信息——两者相辅相成，缺一不可。</a:t>
              </a:r>
              <a:endParaRPr lang="en-US" sz="24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</p:grpSp>
      <p:pic>
        <p:nvPicPr>
          <p:cNvPr id="7" name="Image 4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2727960"/>
            <a:ext cx="10972800" cy="3520440"/>
          </a:xfrm>
          <a:prstGeom prst="rect">
            <a:avLst/>
          </a:prstGeom>
          <a:effectLst>
            <a:outerShdw blurRad="30480" dist="15240" dir="5400000" algn="bl" rotWithShape="0">
              <a:srgbClr val="000000">
                <a:alpha val="5000"/>
              </a:srgbClr>
            </a:outerShdw>
          </a:effectLst>
        </p:spPr>
      </p:pic>
      <p:graphicFrame>
        <p:nvGraphicFramePr>
          <p:cNvPr id="12" name="Table 0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624840" y="2743200"/>
          <a:ext cx="10942320" cy="3489960"/>
        </p:xfrm>
        <a:graphic>
          <a:graphicData uri="http://schemas.openxmlformats.org/drawingml/2006/table">
            <a:tbl>
              <a:tblPr/>
              <a:tblGrid>
                <a:gridCol w="3912338"/>
                <a:gridCol w="4309685"/>
                <a:gridCol w="2720297"/>
              </a:tblGrid>
              <a:tr h="6979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场景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核查方法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 b="1">
                          <a:solidFill>
                            <a:srgbClr val="000000"/>
                          </a:solidFill>
                        </a:rPr>
                        <a:t>访谈方法</a:t>
                      </a:r>
                      <a:endParaRPr lang="en-US" sz="168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检查是否有制度文档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查阅文档清单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询问负责部门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检查制度是否执行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查阅执行记录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询问相关人员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检查制度是否更新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查看版本号、修订记录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询问评审周期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检查人员是否知晓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无法直接核查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访谈相关人员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custDataLst>
              <p:tags r:id="rId1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核查与访谈的关系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79" name="组合 78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120640" cy="4267200"/>
            <a:chOff x="-635000" y="-635000"/>
            <a:chExt cx="5120640" cy="4267200"/>
          </a:xfrm>
        </p:grpSpPr>
        <p:pic>
          <p:nvPicPr>
            <p:cNvPr id="8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120640" cy="4267200"/>
            </a:xfrm>
            <a:prstGeom prst="rect">
              <a:avLst/>
            </a:prstGeom>
          </p:spPr>
        </p:pic>
        <p:pic>
          <p:nvPicPr>
            <p:cNvPr id="81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99720" y="-314960"/>
              <a:ext cx="335280" cy="335280"/>
            </a:xfrm>
            <a:prstGeom prst="rect">
              <a:avLst/>
            </a:prstGeom>
          </p:spPr>
        </p:pic>
        <p:sp>
          <p:nvSpPr>
            <p:cNvPr id="82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172720" y="-393382"/>
              <a:ext cx="1224280" cy="46164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演示场景</a:t>
              </a:r>
              <a:endParaRPr lang="en-US" sz="24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83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14960" y="264160"/>
              <a:ext cx="4489704" cy="5111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教师提供一套模拟的“XX公司安全管理制度文档包”，包含：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84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314960" y="919480"/>
              <a:ext cx="69850" cy="3460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33333"/>
                  </a:solidFill>
                </a:rPr>
                <a:t>-</a:t>
              </a:r>
              <a:endParaRPr lang="en-US">
                <a:solidFill>
                  <a:srgbClr val="333333"/>
                </a:solidFill>
              </a:endParaRPr>
            </a:p>
          </p:txBody>
        </p:sp>
        <p:sp>
          <p:nvSpPr>
            <p:cNvPr id="85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101600" y="889000"/>
              <a:ext cx="4291584" cy="2825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《网络安全总体方针》（有审批、有日期）✅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86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314960" y="1452880"/>
              <a:ext cx="69850" cy="3460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33333"/>
                  </a:solidFill>
                </a:rPr>
                <a:t>-</a:t>
              </a:r>
              <a:endParaRPr lang="en-US">
                <a:solidFill>
                  <a:srgbClr val="333333"/>
                </a:solidFill>
              </a:endParaRPr>
            </a:p>
          </p:txBody>
        </p:sp>
        <p:sp>
          <p:nvSpPr>
            <p:cNvPr id="87" name="Text 5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-101600" y="1422400"/>
              <a:ext cx="34544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《网络安全管理制度》（内容完整）✅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88" name="Text 6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-314960" y="1833880"/>
              <a:ext cx="69850" cy="3460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33333"/>
                  </a:solidFill>
                </a:rPr>
                <a:t>-</a:t>
              </a:r>
              <a:endParaRPr lang="en-US">
                <a:solidFill>
                  <a:srgbClr val="333333"/>
                </a:solidFill>
              </a:endParaRPr>
            </a:p>
          </p:txBody>
        </p:sp>
        <p:sp>
          <p:nvSpPr>
            <p:cNvPr id="89" name="Text 7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-101600" y="1803400"/>
              <a:ext cx="38608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《人员安全管理制度》（内容不完整）⚠️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90" name="Text 8" descr="TEMP_Z_ORDER_13"/>
            <p:cNvSpPr/>
            <p:nvPr>
              <p:custDataLst>
                <p:tags r:id="rId21"/>
              </p:custDataLst>
            </p:nvPr>
          </p:nvSpPr>
          <p:spPr>
            <a:xfrm>
              <a:off x="-314960" y="2214880"/>
              <a:ext cx="69850" cy="3460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33333"/>
                  </a:solidFill>
                </a:rPr>
                <a:t>-</a:t>
              </a:r>
              <a:endParaRPr lang="en-US">
                <a:solidFill>
                  <a:srgbClr val="333333"/>
                </a:solidFill>
              </a:endParaRPr>
            </a:p>
          </p:txBody>
        </p:sp>
        <p:sp>
          <p:nvSpPr>
            <p:cNvPr id="91" name="Text 9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-101600" y="2184400"/>
              <a:ext cx="4291584" cy="2825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《系统运维操作规程》（有但过于简单）⚠️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92" name="Text 10" descr="TEMP_Z_ORDER_15"/>
            <p:cNvSpPr/>
            <p:nvPr>
              <p:custDataLst>
                <p:tags r:id="rId23"/>
              </p:custDataLst>
            </p:nvPr>
          </p:nvSpPr>
          <p:spPr>
            <a:xfrm>
              <a:off x="-314960" y="2748280"/>
              <a:ext cx="69850" cy="3460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33333"/>
                  </a:solidFill>
                </a:rPr>
                <a:t>-</a:t>
              </a:r>
              <a:endParaRPr lang="en-US">
                <a:solidFill>
                  <a:srgbClr val="333333"/>
                </a:solidFill>
              </a:endParaRPr>
            </a:p>
          </p:txBody>
        </p:sp>
        <p:sp>
          <p:nvSpPr>
            <p:cNvPr id="93" name="Text 11" descr="TEMP_Z_ORDER_16"/>
            <p:cNvSpPr/>
            <p:nvPr>
              <p:custDataLst>
                <p:tags r:id="rId24"/>
              </p:custDataLst>
            </p:nvPr>
          </p:nvSpPr>
          <p:spPr>
            <a:xfrm>
              <a:off x="-101600" y="2717800"/>
              <a:ext cx="32512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《应急预案》（无审批、无日期）❌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94" name="Text 12" descr="TEMP_Z_ORDER_17"/>
            <p:cNvSpPr/>
            <p:nvPr>
              <p:custDataLst>
                <p:tags r:id="rId25"/>
              </p:custDataLst>
            </p:nvPr>
          </p:nvSpPr>
          <p:spPr>
            <a:xfrm>
              <a:off x="-314960" y="3114040"/>
              <a:ext cx="69850" cy="3460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33333"/>
                  </a:solidFill>
                </a:rPr>
                <a:t>-</a:t>
              </a:r>
              <a:endParaRPr lang="en-US">
                <a:solidFill>
                  <a:srgbClr val="333333"/>
                </a:solidFill>
              </a:endParaRPr>
            </a:p>
          </p:txBody>
        </p:sp>
        <p:sp>
          <p:nvSpPr>
            <p:cNvPr id="95" name="Text 13" descr="TEMP_Z_ORDER_18"/>
            <p:cNvSpPr/>
            <p:nvPr>
              <p:custDataLst>
                <p:tags r:id="rId26"/>
              </p:custDataLst>
            </p:nvPr>
          </p:nvSpPr>
          <p:spPr>
            <a:xfrm>
              <a:off x="-101600" y="3159760"/>
              <a:ext cx="13208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无评审记录 ❌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27"/>
            </p:custDataLst>
          </p:nvPr>
        </p:nvGrpSpPr>
        <p:grpSpPr>
          <a:xfrm>
            <a:off x="6096000" y="1371600"/>
            <a:ext cx="5486400" cy="4267200"/>
            <a:chOff x="-635000" y="-635000"/>
            <a:chExt cx="5486400" cy="4267200"/>
          </a:xfrm>
        </p:grpSpPr>
        <p:pic>
          <p:nvPicPr>
            <p:cNvPr id="51" name="Image 5" descr="TEMP_Z_ORDER_19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486400" cy="4267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2" name="Image 6" descr="TEMP_Z_ORDER_20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71120" y="294640"/>
              <a:ext cx="30480" cy="3017520"/>
            </a:xfrm>
            <a:prstGeom prst="rect">
              <a:avLst/>
            </a:prstGeom>
          </p:spPr>
        </p:pic>
        <p:pic>
          <p:nvPicPr>
            <p:cNvPr id="53" name="Image 7" descr="TEMP_Z_ORDER_2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14959" y="-238760"/>
              <a:ext cx="365760" cy="365760"/>
            </a:xfrm>
            <a:prstGeom prst="rect">
              <a:avLst/>
            </a:prstGeom>
          </p:spPr>
        </p:pic>
        <p:sp>
          <p:nvSpPr>
            <p:cNvPr id="54" name="Text 14" descr="TEMP_Z_ORDER_22"/>
            <p:cNvSpPr/>
            <p:nvPr>
              <p:custDataLst>
                <p:tags r:id="rId34"/>
              </p:custDataLst>
            </p:nvPr>
          </p:nvSpPr>
          <p:spPr>
            <a:xfrm>
              <a:off x="172720" y="-314876"/>
              <a:ext cx="2029873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教师演示步骤</a:t>
              </a:r>
              <a:endParaRPr lang="en-US" sz="2640"/>
            </a:p>
          </p:txBody>
        </p:sp>
        <p:pic>
          <p:nvPicPr>
            <p:cNvPr id="55" name="Image 8" descr="TEMP_Z_ORDER_23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14960" y="386080"/>
              <a:ext cx="426720" cy="426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6" name="Text 15" descr="TEMP_Z_ORDER_24"/>
            <p:cNvSpPr/>
            <p:nvPr>
              <p:custDataLst>
                <p:tags r:id="rId38"/>
              </p:custDataLst>
            </p:nvPr>
          </p:nvSpPr>
          <p:spPr>
            <a:xfrm>
              <a:off x="-240125" y="429129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1680"/>
            </a:p>
          </p:txBody>
        </p:sp>
        <p:pic>
          <p:nvPicPr>
            <p:cNvPr id="57" name="Image 9" descr="TEMP_Z_ORDER_25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294640" y="309880"/>
              <a:ext cx="4236720" cy="579120"/>
            </a:xfrm>
            <a:prstGeom prst="rect">
              <a:avLst/>
            </a:prstGeom>
          </p:spPr>
        </p:pic>
        <p:sp>
          <p:nvSpPr>
            <p:cNvPr id="58" name="Text 16" descr="TEMP_Z_ORDER_26"/>
            <p:cNvSpPr/>
            <p:nvPr>
              <p:custDataLst>
                <p:tags r:id="rId41"/>
              </p:custDataLst>
            </p:nvPr>
          </p:nvSpPr>
          <p:spPr>
            <a:xfrm>
              <a:off x="492760" y="416560"/>
              <a:ext cx="3703796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对照标准要求，列出应有制度清单</a:t>
              </a:r>
              <a:endParaRPr lang="en-US" sz="1920"/>
            </a:p>
          </p:txBody>
        </p:sp>
        <p:pic>
          <p:nvPicPr>
            <p:cNvPr id="59" name="Image 10" descr="TEMP_Z_ORDER_2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14960" y="889000"/>
              <a:ext cx="426720" cy="426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0" name="Text 17" descr="TEMP_Z_ORDER_28"/>
            <p:cNvSpPr/>
            <p:nvPr>
              <p:custDataLst>
                <p:tags r:id="rId43"/>
              </p:custDataLst>
            </p:nvPr>
          </p:nvSpPr>
          <p:spPr>
            <a:xfrm>
              <a:off x="-240125" y="947289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1680"/>
            </a:p>
          </p:txBody>
        </p:sp>
        <p:pic>
          <p:nvPicPr>
            <p:cNvPr id="61" name="Image 11" descr="TEMP_Z_ORDER_29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294640" y="812800"/>
              <a:ext cx="4236720" cy="579120"/>
            </a:xfrm>
            <a:prstGeom prst="rect">
              <a:avLst/>
            </a:prstGeom>
          </p:spPr>
        </p:pic>
        <p:sp>
          <p:nvSpPr>
            <p:cNvPr id="62" name="Text 18" descr="TEMP_Z_ORDER_30"/>
            <p:cNvSpPr/>
            <p:nvPr>
              <p:custDataLst>
                <p:tags r:id="rId45"/>
              </p:custDataLst>
            </p:nvPr>
          </p:nvSpPr>
          <p:spPr>
            <a:xfrm>
              <a:off x="492760" y="919480"/>
              <a:ext cx="246919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逐一检查文档是否存在</a:t>
              </a:r>
              <a:endParaRPr lang="en-US" sz="1920"/>
            </a:p>
          </p:txBody>
        </p:sp>
        <p:pic>
          <p:nvPicPr>
            <p:cNvPr id="63" name="Image 12" descr="TEMP_Z_ORDER_31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14960" y="1407160"/>
              <a:ext cx="426720" cy="426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4" name="Text 19" descr="TEMP_Z_ORDER_32"/>
            <p:cNvSpPr/>
            <p:nvPr>
              <p:custDataLst>
                <p:tags r:id="rId47"/>
              </p:custDataLst>
            </p:nvPr>
          </p:nvSpPr>
          <p:spPr>
            <a:xfrm>
              <a:off x="-240125" y="1450209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1680"/>
            </a:p>
          </p:txBody>
        </p:sp>
        <p:pic>
          <p:nvPicPr>
            <p:cNvPr id="65" name="Image 13" descr="TEMP_Z_ORDER_33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294640" y="1330960"/>
              <a:ext cx="4236720" cy="579120"/>
            </a:xfrm>
            <a:prstGeom prst="rect">
              <a:avLst/>
            </a:prstGeom>
          </p:spPr>
        </p:pic>
        <p:sp>
          <p:nvSpPr>
            <p:cNvPr id="66" name="Text 20" descr="TEMP_Z_ORDER_34"/>
            <p:cNvSpPr/>
            <p:nvPr>
              <p:custDataLst>
                <p:tags r:id="rId49"/>
              </p:custDataLst>
            </p:nvPr>
          </p:nvSpPr>
          <p:spPr>
            <a:xfrm>
              <a:off x="492760" y="1437640"/>
              <a:ext cx="345687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对存在的文档检查内容是否完整</a:t>
              </a:r>
              <a:endParaRPr lang="en-US" sz="1920"/>
            </a:p>
          </p:txBody>
        </p:sp>
        <p:pic>
          <p:nvPicPr>
            <p:cNvPr id="67" name="Image 14" descr="TEMP_Z_ORDER_35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14960" y="1910080"/>
              <a:ext cx="426720" cy="426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8" name="Text 21" descr="TEMP_Z_ORDER_36"/>
            <p:cNvSpPr/>
            <p:nvPr>
              <p:custDataLst>
                <p:tags r:id="rId51"/>
              </p:custDataLst>
            </p:nvPr>
          </p:nvSpPr>
          <p:spPr>
            <a:xfrm>
              <a:off x="-240125" y="1968369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1680"/>
            </a:p>
          </p:txBody>
        </p:sp>
        <p:pic>
          <p:nvPicPr>
            <p:cNvPr id="69" name="Image 15" descr="TEMP_Z_ORDER_37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294640" y="1833880"/>
              <a:ext cx="4236720" cy="579120"/>
            </a:xfrm>
            <a:prstGeom prst="rect">
              <a:avLst/>
            </a:prstGeom>
          </p:spPr>
        </p:pic>
        <p:sp>
          <p:nvSpPr>
            <p:cNvPr id="70" name="Text 22" descr="TEMP_Z_ORDER_38"/>
            <p:cNvSpPr/>
            <p:nvPr>
              <p:custDataLst>
                <p:tags r:id="rId53"/>
              </p:custDataLst>
            </p:nvPr>
          </p:nvSpPr>
          <p:spPr>
            <a:xfrm>
              <a:off x="492760" y="1940560"/>
              <a:ext cx="345687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检查是否有发布审批和版本控制</a:t>
              </a:r>
              <a:endParaRPr lang="en-US" sz="1920"/>
            </a:p>
          </p:txBody>
        </p:sp>
        <p:pic>
          <p:nvPicPr>
            <p:cNvPr id="71" name="Image 16" descr="TEMP_Z_ORDER_39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14960" y="2428240"/>
              <a:ext cx="426720" cy="426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72" name="Text 23" descr="TEMP_Z_ORDER_40"/>
            <p:cNvSpPr/>
            <p:nvPr>
              <p:custDataLst>
                <p:tags r:id="rId55"/>
              </p:custDataLst>
            </p:nvPr>
          </p:nvSpPr>
          <p:spPr>
            <a:xfrm>
              <a:off x="-240125" y="2471288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05</a:t>
              </a:r>
              <a:endParaRPr lang="en-US" sz="1680"/>
            </a:p>
          </p:txBody>
        </p:sp>
        <p:pic>
          <p:nvPicPr>
            <p:cNvPr id="73" name="Image 17" descr="TEMP_Z_ORDER_41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294640" y="2352040"/>
              <a:ext cx="4236720" cy="579120"/>
            </a:xfrm>
            <a:prstGeom prst="rect">
              <a:avLst/>
            </a:prstGeom>
          </p:spPr>
        </p:pic>
        <p:sp>
          <p:nvSpPr>
            <p:cNvPr id="74" name="Text 24" descr="TEMP_Z_ORDER_42"/>
            <p:cNvSpPr/>
            <p:nvPr>
              <p:custDataLst>
                <p:tags r:id="rId57"/>
              </p:custDataLst>
            </p:nvPr>
          </p:nvSpPr>
          <p:spPr>
            <a:xfrm>
              <a:off x="492759" y="2458720"/>
              <a:ext cx="296303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检查是否有评审和修订记录</a:t>
              </a:r>
              <a:endParaRPr lang="en-US" sz="1920"/>
            </a:p>
          </p:txBody>
        </p:sp>
        <p:pic>
          <p:nvPicPr>
            <p:cNvPr id="75" name="Image 18" descr="TEMP_Z_ORDER_43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14960" y="2931160"/>
              <a:ext cx="426720" cy="426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76" name="Text 25" descr="TEMP_Z_ORDER_44"/>
            <p:cNvSpPr/>
            <p:nvPr>
              <p:custDataLst>
                <p:tags r:id="rId59"/>
              </p:custDataLst>
            </p:nvPr>
          </p:nvSpPr>
          <p:spPr>
            <a:xfrm>
              <a:off x="-240125" y="2989448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06</a:t>
              </a:r>
              <a:endParaRPr lang="en-US" sz="1680"/>
            </a:p>
          </p:txBody>
        </p:sp>
        <p:pic>
          <p:nvPicPr>
            <p:cNvPr id="77" name="Image 19" descr="TEMP_Z_ORDER_45"/>
            <p:cNvPicPr>
              <a:picLocks noChangeAspect="1"/>
            </p:cNvPicPr>
            <p:nvPr>
              <p:custDataLst>
                <p:tags r:id="rId60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294640" y="2854960"/>
              <a:ext cx="4236720" cy="579120"/>
            </a:xfrm>
            <a:prstGeom prst="rect">
              <a:avLst/>
            </a:prstGeom>
          </p:spPr>
        </p:pic>
        <p:sp>
          <p:nvSpPr>
            <p:cNvPr id="78" name="Text 26" descr="TEMP_Z_ORDER_46"/>
            <p:cNvSpPr/>
            <p:nvPr>
              <p:custDataLst>
                <p:tags r:id="rId61"/>
              </p:custDataLst>
            </p:nvPr>
          </p:nvSpPr>
          <p:spPr>
            <a:xfrm>
              <a:off x="492760" y="2961640"/>
              <a:ext cx="320995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填写《安全管理文档核查表》</a:t>
              </a:r>
              <a:endParaRPr lang="en-US" sz="1920"/>
            </a:p>
          </p:txBody>
        </p:sp>
      </p:grpSp>
      <p:sp>
        <p:nvSpPr>
          <p:cNvPr id="49" name="Text 27"/>
          <p:cNvSpPr/>
          <p:nvPr>
            <p:custDataLst>
              <p:tags r:id="rId62"/>
            </p:custDataLst>
          </p:nvPr>
        </p:nvSpPr>
        <p:spPr>
          <a:xfrm>
            <a:off x="822497" y="604327"/>
            <a:ext cx="4140200" cy="35179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教师演示——文档核查操作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058400" y="5334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63" imgW="971550" imgH="666750" progId="Word.Document.12">
                  <p:embed/>
                </p:oleObj>
              </mc:Choice>
              <mc:Fallback>
                <p:oleObj name="" showAsIcon="1" r:id="rId63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0058400" y="5334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5" name="组合 14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4267200"/>
            <a:chOff x="-635000" y="-635000"/>
            <a:chExt cx="10972800" cy="4267200"/>
          </a:xfrm>
        </p:grpSpPr>
        <p:pic>
          <p:nvPicPr>
            <p:cNvPr id="1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4267200"/>
            </a:xfrm>
            <a:prstGeom prst="rect">
              <a:avLst/>
            </a:prstGeom>
          </p:spPr>
        </p:pic>
      </p:grpSp>
      <p:graphicFrame>
        <p:nvGraphicFramePr>
          <p:cNvPr id="14" name="Table 0"/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624840" y="1386840"/>
          <a:ext cx="10942320" cy="4251960"/>
        </p:xfrm>
        <a:graphic>
          <a:graphicData uri="http://schemas.openxmlformats.org/drawingml/2006/table">
            <a:tbl>
              <a:tblPr/>
              <a:tblGrid>
                <a:gridCol w="778324"/>
                <a:gridCol w="10163996"/>
              </a:tblGrid>
              <a:tr h="8503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要素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内容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任务名称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安全管理文档合规性核查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任务场景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教师提供一套模拟的XX公司安全管理制度文档包（包含完整文档和缺陷文档）</a:t>
                      </a:r>
                      <a:r>
                        <a:rPr lang="zh-CN" altLang="en-US" sz="1680">
                          <a:solidFill>
                            <a:srgbClr val="000000"/>
                          </a:solidFill>
                        </a:rPr>
                        <a:t>（素材</a:t>
                      </a:r>
                      <a:r>
                        <a:rPr lang="en-US" altLang="zh-CN" sz="168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zh-CN" altLang="en-US" sz="1680">
                          <a:solidFill>
                            <a:srgbClr val="000000"/>
                          </a:solidFill>
                        </a:rPr>
                        <a:t>）</a:t>
                      </a:r>
                      <a:endParaRPr lang="zh-CN" altLang="en-US" sz="168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任务内容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对照GB/T22239安全管理要求</a:t>
                      </a:r>
                      <a:r>
                        <a:rPr lang="zh-CN" altLang="en-US" sz="1680">
                          <a:solidFill>
                            <a:srgbClr val="000000"/>
                          </a:solidFill>
                        </a:rPr>
                        <a:t>（素材</a:t>
                      </a:r>
                      <a:r>
                        <a:rPr lang="en-US" altLang="zh-CN" sz="1680">
                          <a:solidFill>
                            <a:srgbClr val="000000"/>
                          </a:solidFill>
                        </a:rPr>
                        <a:t>4</a:t>
                      </a:r>
                      <a:r>
                        <a:rPr lang="zh-CN" altLang="en-US" sz="1680">
                          <a:solidFill>
                            <a:srgbClr val="000000"/>
                          </a:solidFill>
                        </a:rPr>
                        <a:t>）</a:t>
                      </a: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，逐一核查文档包是否覆盖所有应有制度逐份审阅文档内容，检查是否完整检查审批、版本、评审等管理要素填写《安全管理文档核查表》</a:t>
                      </a:r>
                      <a:r>
                        <a:rPr lang="zh-CN" altLang="en-US" sz="1680">
                          <a:solidFill>
                            <a:srgbClr val="000000"/>
                          </a:solidFill>
                        </a:rPr>
                        <a:t>（素材</a:t>
                      </a:r>
                      <a:r>
                        <a:rPr lang="en-US" altLang="zh-CN" sz="168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lang="zh-CN" altLang="en-US" sz="1680">
                          <a:solidFill>
                            <a:srgbClr val="000000"/>
                          </a:solidFill>
                        </a:rPr>
                        <a:t>）</a:t>
                      </a:r>
                      <a:endParaRPr lang="zh-CN" altLang="en-US" sz="168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时间安排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约20分钟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custDataLst>
              <p:tags r:id="rId11"/>
            </p:custDataLst>
          </p:nvPr>
        </p:nvSpPr>
        <p:spPr>
          <a:xfrm>
            <a:off x="822497" y="604327"/>
            <a:ext cx="5019040" cy="35179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实践任务1——安全管理文档核查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53400" y="4572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2" imgW="971550" imgH="666750" progId="Word.Document.12">
                  <p:embed/>
                </p:oleObj>
              </mc:Choice>
              <mc:Fallback>
                <p:oleObj name="" showAsIcon="1" r:id="rId12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53400" y="4572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609600" y="1356360"/>
            <a:ext cx="10972800" cy="4907280"/>
            <a:chOff x="-635000" y="-635000"/>
            <a:chExt cx="10972800" cy="4907280"/>
          </a:xfrm>
        </p:grpSpPr>
        <p:pic>
          <p:nvPicPr>
            <p:cNvPr id="3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49072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9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0942320" cy="777240"/>
            </a:xfrm>
            <a:prstGeom prst="rect">
              <a:avLst/>
            </a:prstGeom>
          </p:spPr>
        </p:pic>
        <p:sp>
          <p:nvSpPr>
            <p:cNvPr id="40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14960" y="-436880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字段</a:t>
              </a:r>
              <a:endParaRPr lang="en-US" sz="2160"/>
            </a:p>
          </p:txBody>
        </p:sp>
        <p:sp>
          <p:nvSpPr>
            <p:cNvPr id="41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1879600" y="-436880"/>
              <a:ext cx="110953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填写要求</a:t>
              </a:r>
              <a:endParaRPr lang="en-US" sz="2160"/>
            </a:p>
          </p:txBody>
        </p:sp>
        <p:sp>
          <p:nvSpPr>
            <p:cNvPr id="42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6253480" y="-436880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示例</a:t>
              </a:r>
              <a:endParaRPr lang="en-US" sz="2160"/>
            </a:p>
          </p:txBody>
        </p:sp>
        <p:pic>
          <p:nvPicPr>
            <p:cNvPr id="43" name="Image 5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619760" y="157480"/>
              <a:ext cx="10942320" cy="685800"/>
            </a:xfrm>
            <a:prstGeom prst="rect">
              <a:avLst/>
            </a:prstGeom>
          </p:spPr>
        </p:pic>
        <p:sp>
          <p:nvSpPr>
            <p:cNvPr id="44" name="Text 3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-314960" y="309880"/>
              <a:ext cx="148151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应有制度文件</a:t>
              </a:r>
              <a:endParaRPr lang="en-US" sz="1920"/>
            </a:p>
          </p:txBody>
        </p:sp>
        <p:sp>
          <p:nvSpPr>
            <p:cNvPr id="45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1879600" y="309880"/>
              <a:ext cx="3679746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列明GB/T 22239要求的制度名称</a:t>
              </a:r>
              <a:endParaRPr lang="en-US" sz="1920"/>
            </a:p>
          </p:txBody>
        </p:sp>
        <p:sp>
          <p:nvSpPr>
            <p:cNvPr id="46" name="Text 5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6253481" y="309880"/>
              <a:ext cx="246919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《网络安全总体方针》</a:t>
              </a:r>
              <a:endParaRPr lang="en-US" sz="1920"/>
            </a:p>
          </p:txBody>
        </p:sp>
        <p:pic>
          <p:nvPicPr>
            <p:cNvPr id="47" name="Image 6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835660"/>
              <a:ext cx="10942320" cy="15240"/>
            </a:xfrm>
            <a:prstGeom prst="rect">
              <a:avLst/>
            </a:prstGeom>
          </p:spPr>
        </p:pic>
        <p:sp>
          <p:nvSpPr>
            <p:cNvPr id="48" name="Text 6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-314960" y="995680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是否具备</a:t>
              </a:r>
              <a:endParaRPr lang="en-US" sz="1920"/>
            </a:p>
          </p:txBody>
        </p:sp>
        <p:sp>
          <p:nvSpPr>
            <p:cNvPr id="49" name="Text 7" descr="TEMP_Z_ORDER_14"/>
            <p:cNvSpPr/>
            <p:nvPr>
              <p:custDataLst>
                <p:tags r:id="rId26"/>
              </p:custDataLst>
            </p:nvPr>
          </p:nvSpPr>
          <p:spPr>
            <a:xfrm>
              <a:off x="1879600" y="995680"/>
              <a:ext cx="57721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是/否</a:t>
              </a:r>
              <a:endParaRPr lang="en-US" sz="1920"/>
            </a:p>
          </p:txBody>
        </p:sp>
        <p:sp>
          <p:nvSpPr>
            <p:cNvPr id="50" name="Text 8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6253480" y="995680"/>
              <a:ext cx="246920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是</a:t>
              </a:r>
              <a:endParaRPr lang="en-US" sz="1920"/>
            </a:p>
          </p:txBody>
        </p:sp>
        <p:pic>
          <p:nvPicPr>
            <p:cNvPr id="51" name="Image 7" descr="TEMP_Z_ORDER_16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1521460"/>
              <a:ext cx="10942320" cy="15240"/>
            </a:xfrm>
            <a:prstGeom prst="rect">
              <a:avLst/>
            </a:prstGeom>
          </p:spPr>
        </p:pic>
        <p:pic>
          <p:nvPicPr>
            <p:cNvPr id="52" name="Image 8" descr="TEMP_Z_ORDER_17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619760" y="1529080"/>
              <a:ext cx="10942320" cy="685800"/>
            </a:xfrm>
            <a:prstGeom prst="rect">
              <a:avLst/>
            </a:prstGeom>
          </p:spPr>
        </p:pic>
        <p:sp>
          <p:nvSpPr>
            <p:cNvPr id="53" name="Text 9" descr="TEMP_Z_ORDER_18"/>
            <p:cNvSpPr/>
            <p:nvPr>
              <p:custDataLst>
                <p:tags r:id="rId30"/>
              </p:custDataLst>
            </p:nvPr>
          </p:nvSpPr>
          <p:spPr>
            <a:xfrm>
              <a:off x="-314960" y="1681480"/>
              <a:ext cx="123459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是否有审批</a:t>
              </a:r>
              <a:endParaRPr lang="en-US" sz="1920"/>
            </a:p>
          </p:txBody>
        </p:sp>
        <p:sp>
          <p:nvSpPr>
            <p:cNvPr id="54" name="Text 10" descr="TEMP_Z_ORDER_19"/>
            <p:cNvSpPr/>
            <p:nvPr>
              <p:custDataLst>
                <p:tags r:id="rId31"/>
              </p:custDataLst>
            </p:nvPr>
          </p:nvSpPr>
          <p:spPr>
            <a:xfrm>
              <a:off x="1879600" y="1681480"/>
              <a:ext cx="2552573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是/否（审批人、日期）</a:t>
              </a:r>
              <a:endParaRPr lang="en-US" sz="1920"/>
            </a:p>
          </p:txBody>
        </p:sp>
        <p:sp>
          <p:nvSpPr>
            <p:cNvPr id="55" name="Text 11" descr="TEMP_Z_ORDER_20"/>
            <p:cNvSpPr/>
            <p:nvPr>
              <p:custDataLst>
                <p:tags r:id="rId32"/>
              </p:custDataLst>
            </p:nvPr>
          </p:nvSpPr>
          <p:spPr>
            <a:xfrm>
              <a:off x="6253480" y="1681480"/>
              <a:ext cx="300472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是（张XX，2026-01-15）</a:t>
              </a:r>
              <a:endParaRPr lang="en-US" sz="1920"/>
            </a:p>
          </p:txBody>
        </p:sp>
        <p:pic>
          <p:nvPicPr>
            <p:cNvPr id="56" name="Image 9" descr="TEMP_Z_ORDER_2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2207260"/>
              <a:ext cx="10942320" cy="15240"/>
            </a:xfrm>
            <a:prstGeom prst="rect">
              <a:avLst/>
            </a:prstGeom>
          </p:spPr>
        </p:pic>
        <p:sp>
          <p:nvSpPr>
            <p:cNvPr id="57" name="Text 12" descr="TEMP_Z_ORDER_22"/>
            <p:cNvSpPr/>
            <p:nvPr>
              <p:custDataLst>
                <p:tags r:id="rId34"/>
              </p:custDataLst>
            </p:nvPr>
          </p:nvSpPr>
          <p:spPr>
            <a:xfrm>
              <a:off x="-314960" y="2367280"/>
              <a:ext cx="148151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是否版本控制</a:t>
              </a:r>
              <a:endParaRPr lang="en-US" sz="1920"/>
            </a:p>
          </p:txBody>
        </p:sp>
        <p:sp>
          <p:nvSpPr>
            <p:cNvPr id="58" name="Text 13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1879600" y="2367280"/>
              <a:ext cx="304641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是/否（版本号、修订记录）</a:t>
              </a:r>
              <a:endParaRPr lang="en-US" sz="1920"/>
            </a:p>
          </p:txBody>
        </p:sp>
        <p:sp>
          <p:nvSpPr>
            <p:cNvPr id="59" name="Text 14" descr="TEMP_Z_ORDER_24"/>
            <p:cNvSpPr/>
            <p:nvPr>
              <p:custDataLst>
                <p:tags r:id="rId36"/>
              </p:custDataLst>
            </p:nvPr>
          </p:nvSpPr>
          <p:spPr>
            <a:xfrm>
              <a:off x="6253481" y="2367280"/>
              <a:ext cx="278345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是（V2.0，有修订记录）</a:t>
              </a:r>
              <a:endParaRPr lang="en-US" sz="1920"/>
            </a:p>
          </p:txBody>
        </p:sp>
        <p:pic>
          <p:nvPicPr>
            <p:cNvPr id="60" name="Image 10" descr="TEMP_Z_ORDER_25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2893060"/>
              <a:ext cx="10942320" cy="15240"/>
            </a:xfrm>
            <a:prstGeom prst="rect">
              <a:avLst/>
            </a:prstGeom>
          </p:spPr>
        </p:pic>
        <p:pic>
          <p:nvPicPr>
            <p:cNvPr id="61" name="Image 11" descr="TEMP_Z_ORDER_26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619760" y="2900680"/>
              <a:ext cx="10942320" cy="685800"/>
            </a:xfrm>
            <a:prstGeom prst="rect">
              <a:avLst/>
            </a:prstGeom>
          </p:spPr>
        </p:pic>
        <p:sp>
          <p:nvSpPr>
            <p:cNvPr id="62" name="Text 15" descr="TEMP_Z_ORDER_27"/>
            <p:cNvSpPr/>
            <p:nvPr>
              <p:custDataLst>
                <p:tags r:id="rId39"/>
              </p:custDataLst>
            </p:nvPr>
          </p:nvSpPr>
          <p:spPr>
            <a:xfrm>
              <a:off x="-314960" y="3053080"/>
              <a:ext cx="148151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内容是否完善</a:t>
              </a:r>
              <a:endParaRPr lang="en-US" sz="1920"/>
            </a:p>
          </p:txBody>
        </p:sp>
        <p:sp>
          <p:nvSpPr>
            <p:cNvPr id="63" name="Text 16" descr="TEMP_Z_ORDER_28"/>
            <p:cNvSpPr/>
            <p:nvPr>
              <p:custDataLst>
                <p:tags r:id="rId40"/>
              </p:custDataLst>
            </p:nvPr>
          </p:nvSpPr>
          <p:spPr>
            <a:xfrm>
              <a:off x="1879600" y="3053080"/>
              <a:ext cx="1154430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是/否/部分</a:t>
              </a:r>
              <a:endParaRPr lang="en-US" sz="1920"/>
            </a:p>
          </p:txBody>
        </p:sp>
        <p:sp>
          <p:nvSpPr>
            <p:cNvPr id="64" name="Text 17" descr="TEMP_Z_ORDER_29"/>
            <p:cNvSpPr/>
            <p:nvPr>
              <p:custDataLst>
                <p:tags r:id="rId41"/>
              </p:custDataLst>
            </p:nvPr>
          </p:nvSpPr>
          <p:spPr>
            <a:xfrm>
              <a:off x="6253480" y="3053080"/>
              <a:ext cx="271611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部分（缺应急预案章节）</a:t>
              </a:r>
              <a:endParaRPr lang="en-US" sz="1920"/>
            </a:p>
          </p:txBody>
        </p:sp>
        <p:pic>
          <p:nvPicPr>
            <p:cNvPr id="65" name="Image 12" descr="TEMP_Z_ORDER_30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619760" y="3578860"/>
              <a:ext cx="10942320" cy="15240"/>
            </a:xfrm>
            <a:prstGeom prst="rect">
              <a:avLst/>
            </a:prstGeom>
          </p:spPr>
        </p:pic>
        <p:sp>
          <p:nvSpPr>
            <p:cNvPr id="66" name="Text 18" descr="TEMP_Z_ORDER_31"/>
            <p:cNvSpPr/>
            <p:nvPr>
              <p:custDataLst>
                <p:tags r:id="rId43"/>
              </p:custDataLst>
            </p:nvPr>
          </p:nvSpPr>
          <p:spPr>
            <a:xfrm>
              <a:off x="-314960" y="3738880"/>
              <a:ext cx="107746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问题/备注</a:t>
              </a:r>
              <a:endParaRPr lang="en-US" sz="1920"/>
            </a:p>
          </p:txBody>
        </p:sp>
        <p:sp>
          <p:nvSpPr>
            <p:cNvPr id="67" name="Text 19" descr="TEMP_Z_ORDER_32"/>
            <p:cNvSpPr/>
            <p:nvPr>
              <p:custDataLst>
                <p:tags r:id="rId44"/>
              </p:custDataLst>
            </p:nvPr>
          </p:nvSpPr>
          <p:spPr>
            <a:xfrm>
              <a:off x="1879600" y="3738880"/>
              <a:ext cx="148151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具体问题描述</a:t>
              </a:r>
              <a:endParaRPr lang="en-US" sz="1920"/>
            </a:p>
          </p:txBody>
        </p:sp>
        <p:sp>
          <p:nvSpPr>
            <p:cNvPr id="68" name="Text 20" descr="TEMP_Z_ORDER_33"/>
            <p:cNvSpPr/>
            <p:nvPr>
              <p:custDataLst>
                <p:tags r:id="rId45"/>
              </p:custDataLst>
            </p:nvPr>
          </p:nvSpPr>
          <p:spPr>
            <a:xfrm>
              <a:off x="6253480" y="3776704"/>
              <a:ext cx="3703796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应急预案内容不完整，缺具体流程</a:t>
              </a:r>
              <a:endParaRPr lang="en-US" sz="1920"/>
            </a:p>
          </p:txBody>
        </p:sp>
      </p:grpSp>
      <p:sp>
        <p:nvSpPr>
          <p:cNvPr id="36" name="Text 21"/>
          <p:cNvSpPr/>
          <p:nvPr>
            <p:custDataLst>
              <p:tags r:id="rId46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实践任务1——《安全管理文档核查表》填写说明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8" name="组合 37"/>
          <p:cNvGrpSpPr/>
          <p:nvPr>
            <p:custDataLst>
              <p:tags r:id="rId7"/>
            </p:custDataLst>
          </p:nvPr>
        </p:nvGrpSpPr>
        <p:grpSpPr>
          <a:xfrm>
            <a:off x="609600" y="1706880"/>
            <a:ext cx="10972800" cy="4541520"/>
            <a:chOff x="-635000" y="-635000"/>
            <a:chExt cx="10972800" cy="4541520"/>
          </a:xfrm>
        </p:grpSpPr>
        <p:pic>
          <p:nvPicPr>
            <p:cNvPr id="3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39319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0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0942320" cy="792480"/>
            </a:xfrm>
            <a:prstGeom prst="rect">
              <a:avLst/>
            </a:prstGeom>
          </p:spPr>
        </p:pic>
        <p:sp>
          <p:nvSpPr>
            <p:cNvPr id="41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75920" y="-391160"/>
              <a:ext cx="110953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问题类型</a:t>
              </a:r>
              <a:endParaRPr lang="en-US" sz="2160"/>
            </a:p>
          </p:txBody>
        </p:sp>
        <p:pic>
          <p:nvPicPr>
            <p:cNvPr id="42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19760" y="165100"/>
              <a:ext cx="2015795" cy="15240"/>
            </a:xfrm>
            <a:prstGeom prst="rect">
              <a:avLst/>
            </a:prstGeom>
          </p:spPr>
        </p:pic>
        <p:sp>
          <p:nvSpPr>
            <p:cNvPr id="43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1635760" y="-391160"/>
              <a:ext cx="110953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具体表现</a:t>
              </a:r>
              <a:endParaRPr lang="en-US" sz="2160"/>
            </a:p>
          </p:txBody>
        </p:sp>
        <p:pic>
          <p:nvPicPr>
            <p:cNvPr id="44" name="Image 6" descr="TEMP_Z_ORDER_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96035" y="165100"/>
              <a:ext cx="5758891" cy="15240"/>
            </a:xfrm>
            <a:prstGeom prst="rect">
              <a:avLst/>
            </a:prstGeom>
          </p:spPr>
        </p:pic>
        <p:pic>
          <p:nvPicPr>
            <p:cNvPr id="45" name="Image 7" descr="TEMP_Z_ORDER_9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7152640" y="-619760"/>
              <a:ext cx="3169920" cy="792480"/>
            </a:xfrm>
            <a:prstGeom prst="rect">
              <a:avLst/>
            </a:prstGeom>
          </p:spPr>
        </p:pic>
        <p:sp>
          <p:nvSpPr>
            <p:cNvPr id="46" name="Text 2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7396480" y="-391160"/>
              <a:ext cx="110953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风险影响</a:t>
              </a:r>
              <a:endParaRPr lang="en-US" sz="2160"/>
            </a:p>
          </p:txBody>
        </p:sp>
        <p:pic>
          <p:nvPicPr>
            <p:cNvPr id="47" name="Image 8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154774" y="165100"/>
              <a:ext cx="3167786" cy="15240"/>
            </a:xfrm>
            <a:prstGeom prst="rect">
              <a:avLst/>
            </a:prstGeom>
          </p:spPr>
        </p:pic>
        <p:sp>
          <p:nvSpPr>
            <p:cNvPr id="48" name="Text 3" descr="TEMP_Z_ORDER_12"/>
            <p:cNvSpPr/>
            <p:nvPr>
              <p:custDataLst>
                <p:tags r:id="rId27"/>
              </p:custDataLst>
            </p:nvPr>
          </p:nvSpPr>
          <p:spPr>
            <a:xfrm>
              <a:off x="-375920" y="355600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制度缺失</a:t>
              </a:r>
              <a:endParaRPr lang="en-US" sz="1920"/>
            </a:p>
          </p:txBody>
        </p:sp>
        <p:sp>
          <p:nvSpPr>
            <p:cNvPr id="49" name="Text 4" descr="TEMP_Z_ORDER_13"/>
            <p:cNvSpPr/>
            <p:nvPr>
              <p:custDataLst>
                <p:tags r:id="rId28"/>
              </p:custDataLst>
            </p:nvPr>
          </p:nvSpPr>
          <p:spPr>
            <a:xfrm>
              <a:off x="1635760" y="355600"/>
              <a:ext cx="320995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缺少必要的安全管理制度文档</a:t>
              </a:r>
              <a:endParaRPr lang="en-US" sz="1920"/>
            </a:p>
          </p:txBody>
        </p:sp>
        <p:pic>
          <p:nvPicPr>
            <p:cNvPr id="50" name="Image 9" descr="TEMP_Z_ORDER_14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7152640" y="172720"/>
              <a:ext cx="3169920" cy="746760"/>
            </a:xfrm>
            <a:prstGeom prst="rect">
              <a:avLst/>
            </a:prstGeom>
          </p:spPr>
        </p:pic>
        <p:sp>
          <p:nvSpPr>
            <p:cNvPr id="51" name="Text 5" descr="TEMP_Z_ORDER_15"/>
            <p:cNvSpPr/>
            <p:nvPr>
              <p:custDataLst>
                <p:tags r:id="rId31"/>
              </p:custDataLst>
            </p:nvPr>
          </p:nvSpPr>
          <p:spPr>
            <a:xfrm>
              <a:off x="7396480" y="386080"/>
              <a:ext cx="197535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安全管理无章可循</a:t>
              </a:r>
              <a:endParaRPr lang="en-US" sz="1920"/>
            </a:p>
          </p:txBody>
        </p:sp>
        <p:pic>
          <p:nvPicPr>
            <p:cNvPr id="52" name="Image 10" descr="TEMP_Z_ORDER_16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19760" y="911860"/>
              <a:ext cx="10942320" cy="15240"/>
            </a:xfrm>
            <a:prstGeom prst="rect">
              <a:avLst/>
            </a:prstGeom>
          </p:spPr>
        </p:pic>
        <p:sp>
          <p:nvSpPr>
            <p:cNvPr id="53" name="Text 6" descr="TEMP_Z_ORDER_17"/>
            <p:cNvSpPr/>
            <p:nvPr>
              <p:custDataLst>
                <p:tags r:id="rId35"/>
              </p:custDataLst>
            </p:nvPr>
          </p:nvSpPr>
          <p:spPr>
            <a:xfrm>
              <a:off x="-375920" y="1102360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内容空洞</a:t>
              </a:r>
              <a:endParaRPr lang="en-US" sz="1920"/>
            </a:p>
          </p:txBody>
        </p:sp>
        <p:sp>
          <p:nvSpPr>
            <p:cNvPr id="54" name="Text 7" descr="TEMP_Z_ORDER_18"/>
            <p:cNvSpPr/>
            <p:nvPr>
              <p:custDataLst>
                <p:tags r:id="rId36"/>
              </p:custDataLst>
            </p:nvPr>
          </p:nvSpPr>
          <p:spPr>
            <a:xfrm>
              <a:off x="1635760" y="1102360"/>
              <a:ext cx="3703796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制度内容套话连篇，缺乏可操作性</a:t>
              </a:r>
              <a:endParaRPr lang="en-US" sz="1920"/>
            </a:p>
          </p:txBody>
        </p:sp>
        <p:pic>
          <p:nvPicPr>
            <p:cNvPr id="55" name="Image 11" descr="TEMP_Z_ORDER_19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7152640" y="919480"/>
              <a:ext cx="3169920" cy="746760"/>
            </a:xfrm>
            <a:prstGeom prst="rect">
              <a:avLst/>
            </a:prstGeom>
          </p:spPr>
        </p:pic>
        <p:sp>
          <p:nvSpPr>
            <p:cNvPr id="56" name="Text 8" descr="TEMP_Z_ORDER_20"/>
            <p:cNvSpPr/>
            <p:nvPr>
              <p:custDataLst>
                <p:tags r:id="rId38"/>
              </p:custDataLst>
            </p:nvPr>
          </p:nvSpPr>
          <p:spPr>
            <a:xfrm>
              <a:off x="7396480" y="1132840"/>
              <a:ext cx="197535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制度无法有效执行</a:t>
              </a:r>
              <a:endParaRPr lang="en-US" sz="1920"/>
            </a:p>
          </p:txBody>
        </p:sp>
        <p:pic>
          <p:nvPicPr>
            <p:cNvPr id="57" name="Image 12" descr="TEMP_Z_ORDER_21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19760" y="1658620"/>
              <a:ext cx="10942320" cy="15240"/>
            </a:xfrm>
            <a:prstGeom prst="rect">
              <a:avLst/>
            </a:prstGeom>
          </p:spPr>
        </p:pic>
        <p:sp>
          <p:nvSpPr>
            <p:cNvPr id="58" name="Text 9" descr="TEMP_Z_ORDER_22"/>
            <p:cNvSpPr/>
            <p:nvPr>
              <p:custDataLst>
                <p:tags r:id="rId40"/>
              </p:custDataLst>
            </p:nvPr>
          </p:nvSpPr>
          <p:spPr>
            <a:xfrm>
              <a:off x="-375920" y="1849120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版本陈旧</a:t>
              </a:r>
              <a:endParaRPr lang="en-US" sz="1920"/>
            </a:p>
          </p:txBody>
        </p:sp>
        <p:sp>
          <p:nvSpPr>
            <p:cNvPr id="59" name="Text 10" descr="TEMP_Z_ORDER_23"/>
            <p:cNvSpPr/>
            <p:nvPr>
              <p:custDataLst>
                <p:tags r:id="rId41"/>
              </p:custDataLst>
            </p:nvPr>
          </p:nvSpPr>
          <p:spPr>
            <a:xfrm>
              <a:off x="1635760" y="1849120"/>
              <a:ext cx="320995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制度多年未更新，与现状不符</a:t>
              </a:r>
              <a:endParaRPr lang="en-US" sz="1920"/>
            </a:p>
          </p:txBody>
        </p:sp>
        <p:pic>
          <p:nvPicPr>
            <p:cNvPr id="60" name="Image 13" descr="TEMP_Z_ORDER_24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7152640" y="1666240"/>
              <a:ext cx="3169920" cy="746760"/>
            </a:xfrm>
            <a:prstGeom prst="rect">
              <a:avLst/>
            </a:prstGeom>
          </p:spPr>
        </p:pic>
        <p:sp>
          <p:nvSpPr>
            <p:cNvPr id="61" name="Text 11" descr="TEMP_Z_ORDER_25"/>
            <p:cNvSpPr/>
            <p:nvPr>
              <p:custDataLst>
                <p:tags r:id="rId43"/>
              </p:custDataLst>
            </p:nvPr>
          </p:nvSpPr>
          <p:spPr>
            <a:xfrm>
              <a:off x="7396480" y="1879600"/>
              <a:ext cx="148151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制度形同虚设</a:t>
              </a:r>
              <a:endParaRPr lang="en-US" sz="1920"/>
            </a:p>
          </p:txBody>
        </p:sp>
        <p:pic>
          <p:nvPicPr>
            <p:cNvPr id="62" name="Image 14" descr="TEMP_Z_ORDER_26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19760" y="2405380"/>
              <a:ext cx="10942320" cy="15240"/>
            </a:xfrm>
            <a:prstGeom prst="rect">
              <a:avLst/>
            </a:prstGeom>
          </p:spPr>
        </p:pic>
        <p:sp>
          <p:nvSpPr>
            <p:cNvPr id="63" name="Text 12" descr="TEMP_Z_ORDER_27"/>
            <p:cNvSpPr/>
            <p:nvPr>
              <p:custDataLst>
                <p:tags r:id="rId45"/>
              </p:custDataLst>
            </p:nvPr>
          </p:nvSpPr>
          <p:spPr>
            <a:xfrm>
              <a:off x="-375920" y="2595880"/>
              <a:ext cx="123459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未审批发布</a:t>
              </a:r>
              <a:endParaRPr lang="en-US" sz="1920"/>
            </a:p>
          </p:txBody>
        </p:sp>
        <p:sp>
          <p:nvSpPr>
            <p:cNvPr id="64" name="Text 13" descr="TEMP_Z_ORDER_28"/>
            <p:cNvSpPr/>
            <p:nvPr>
              <p:custDataLst>
                <p:tags r:id="rId46"/>
              </p:custDataLst>
            </p:nvPr>
          </p:nvSpPr>
          <p:spPr>
            <a:xfrm>
              <a:off x="1635760" y="2595880"/>
              <a:ext cx="320995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制度无审批签字、无发布日期</a:t>
              </a:r>
              <a:endParaRPr lang="en-US" sz="1920"/>
            </a:p>
          </p:txBody>
        </p:sp>
        <p:pic>
          <p:nvPicPr>
            <p:cNvPr id="65" name="Image 15" descr="TEMP_Z_ORDER_29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7152640" y="2413000"/>
              <a:ext cx="3169920" cy="746760"/>
            </a:xfrm>
            <a:prstGeom prst="rect">
              <a:avLst/>
            </a:prstGeom>
          </p:spPr>
        </p:pic>
        <p:sp>
          <p:nvSpPr>
            <p:cNvPr id="66" name="Text 14" descr="TEMP_Z_ORDER_30"/>
            <p:cNvSpPr/>
            <p:nvPr>
              <p:custDataLst>
                <p:tags r:id="rId48"/>
              </p:custDataLst>
            </p:nvPr>
          </p:nvSpPr>
          <p:spPr>
            <a:xfrm>
              <a:off x="7396480" y="2626360"/>
              <a:ext cx="197535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制度不具备权威性</a:t>
              </a:r>
              <a:endParaRPr lang="en-US" sz="1920"/>
            </a:p>
          </p:txBody>
        </p:sp>
        <p:pic>
          <p:nvPicPr>
            <p:cNvPr id="67" name="Image 16" descr="TEMP_Z_ORDER_31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19760" y="3152140"/>
              <a:ext cx="10942320" cy="15240"/>
            </a:xfrm>
            <a:prstGeom prst="rect">
              <a:avLst/>
            </a:prstGeom>
          </p:spPr>
        </p:pic>
        <p:sp>
          <p:nvSpPr>
            <p:cNvPr id="68" name="Text 15" descr="TEMP_Z_ORDER_32"/>
            <p:cNvSpPr/>
            <p:nvPr>
              <p:custDataLst>
                <p:tags r:id="rId50"/>
              </p:custDataLst>
            </p:nvPr>
          </p:nvSpPr>
          <p:spPr>
            <a:xfrm>
              <a:off x="-375920" y="3342640"/>
              <a:ext cx="123459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执行无记录</a:t>
              </a:r>
              <a:endParaRPr lang="en-US" sz="1920"/>
            </a:p>
          </p:txBody>
        </p:sp>
        <p:sp>
          <p:nvSpPr>
            <p:cNvPr id="69" name="Text 16" descr="TEMP_Z_ORDER_33"/>
            <p:cNvSpPr/>
            <p:nvPr>
              <p:custDataLst>
                <p:tags r:id="rId51"/>
              </p:custDataLst>
            </p:nvPr>
          </p:nvSpPr>
          <p:spPr>
            <a:xfrm>
              <a:off x="1635760" y="3342640"/>
              <a:ext cx="320995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</a:rPr>
                <a:t>只有制度文本，没有执行记录</a:t>
              </a:r>
              <a:endParaRPr lang="en-US" sz="1920"/>
            </a:p>
          </p:txBody>
        </p:sp>
        <p:pic>
          <p:nvPicPr>
            <p:cNvPr id="70" name="Image 17" descr="TEMP_Z_ORDER_34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53"/>
            <a:stretch>
              <a:fillRect/>
            </a:stretch>
          </p:blipFill>
          <p:spPr>
            <a:xfrm>
              <a:off x="7152640" y="3159760"/>
              <a:ext cx="3169920" cy="746760"/>
            </a:xfrm>
            <a:prstGeom prst="rect">
              <a:avLst/>
            </a:prstGeom>
          </p:spPr>
        </p:pic>
      </p:grpSp>
      <p:sp>
        <p:nvSpPr>
          <p:cNvPr id="37" name="Text 17"/>
          <p:cNvSpPr/>
          <p:nvPr>
            <p:custDataLst>
              <p:tags r:id="rId5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安全管理文档常见问题汇总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3" name="组合 32"/>
          <p:cNvGrpSpPr/>
          <p:nvPr>
            <p:custDataLst>
              <p:tags r:id="rId7"/>
            </p:custDataLst>
          </p:nvPr>
        </p:nvGrpSpPr>
        <p:grpSpPr>
          <a:xfrm>
            <a:off x="609600" y="5486400"/>
            <a:ext cx="10972800" cy="914400"/>
            <a:chOff x="-635000" y="-635000"/>
            <a:chExt cx="10972800" cy="914400"/>
          </a:xfrm>
        </p:grpSpPr>
        <p:pic>
          <p:nvPicPr>
            <p:cNvPr id="3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914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35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223520" y="-391160"/>
              <a:ext cx="10158984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安全管理文档核查，不仅是在检查文件，更是在审视一个组织的安全文化。</a:t>
              </a:r>
              <a:endParaRPr lang="en-US" sz="2400"/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609600" y="1371600"/>
            <a:ext cx="10972800" cy="3810000"/>
            <a:chOff x="-635000" y="-635000"/>
            <a:chExt cx="10972800" cy="3810000"/>
          </a:xfrm>
        </p:grpSpPr>
        <p:pic>
          <p:nvPicPr>
            <p:cNvPr id="21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10972800" cy="1158240"/>
            </a:xfrm>
            <a:prstGeom prst="rect">
              <a:avLst/>
            </a:prstGeom>
          </p:spPr>
        </p:pic>
        <p:pic>
          <p:nvPicPr>
            <p:cNvPr id="22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-635000"/>
              <a:ext cx="2133600" cy="1158240"/>
            </a:xfrm>
            <a:prstGeom prst="rect">
              <a:avLst/>
            </a:prstGeom>
          </p:spPr>
        </p:pic>
        <p:sp>
          <p:nvSpPr>
            <p:cNvPr id="23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635000" y="-247968"/>
              <a:ext cx="2142744" cy="3841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制度是安全的基础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24" name="Text 2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1681480" y="-387934"/>
              <a:ext cx="84825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“三分技术，七分管理”——再强的技术，没有制度保障也难以持续。安全管理文档不是“纸上谈兵”，而是安全工作的“基本法”。</a:t>
              </a:r>
              <a:endParaRPr lang="en-US" sz="1920"/>
            </a:p>
          </p:txBody>
        </p:sp>
        <p:pic>
          <p:nvPicPr>
            <p:cNvPr id="25" name="Image 6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690880"/>
              <a:ext cx="10972800" cy="1158240"/>
            </a:xfrm>
            <a:prstGeom prst="rect">
              <a:avLst/>
            </a:prstGeom>
          </p:spPr>
        </p:pic>
        <p:pic>
          <p:nvPicPr>
            <p:cNvPr id="26" name="Image 7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690880"/>
              <a:ext cx="2133600" cy="1158240"/>
            </a:xfrm>
            <a:prstGeom prst="rect">
              <a:avLst/>
            </a:prstGeom>
          </p:spPr>
        </p:pic>
        <p:sp>
          <p:nvSpPr>
            <p:cNvPr id="27" name="Text 3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635000" y="1077912"/>
              <a:ext cx="2142744" cy="3841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制度是责任的体现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28" name="Text 4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1681480" y="937915"/>
              <a:ext cx="8482584" cy="66416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一份完善的制度文档，体现的是组织对安全的重视。制度的缺失，往往意味着责任的缺失。</a:t>
              </a:r>
              <a:endParaRPr lang="en-US" sz="1920"/>
            </a:p>
          </p:txBody>
        </p:sp>
        <p:pic>
          <p:nvPicPr>
            <p:cNvPr id="29" name="Image 8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2016760"/>
              <a:ext cx="10972800" cy="1158240"/>
            </a:xfrm>
            <a:prstGeom prst="rect">
              <a:avLst/>
            </a:prstGeom>
          </p:spPr>
        </p:pic>
        <p:pic>
          <p:nvPicPr>
            <p:cNvPr id="30" name="Image 9" descr="TEMP_Z_ORDER_14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2016760"/>
              <a:ext cx="2133600" cy="1158240"/>
            </a:xfrm>
            <a:prstGeom prst="rect">
              <a:avLst/>
            </a:prstGeom>
          </p:spPr>
        </p:pic>
        <p:sp>
          <p:nvSpPr>
            <p:cNvPr id="31" name="Text 5" descr="TEMP_Z_ORDER_15"/>
            <p:cNvSpPr/>
            <p:nvPr>
              <p:custDataLst>
                <p:tags r:id="rId25"/>
              </p:custDataLst>
            </p:nvPr>
          </p:nvSpPr>
          <p:spPr>
            <a:xfrm>
              <a:off x="-635000" y="2403792"/>
              <a:ext cx="2142744" cy="3841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制度是合规的底线</a:t>
              </a:r>
              <a:endParaRPr lang="en-US" sz="200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2" name="Text 6" descr="TEMP_Z_ORDER_16"/>
            <p:cNvSpPr/>
            <p:nvPr>
              <p:custDataLst>
                <p:tags r:id="rId26"/>
              </p:custDataLst>
            </p:nvPr>
          </p:nvSpPr>
          <p:spPr>
            <a:xfrm>
              <a:off x="1681480" y="2263795"/>
              <a:ext cx="8482584" cy="66416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等保测评中，管理要求的权重占比与技术同等重要。没有制度的支撑，技术做得再好也难以通过测评。</a:t>
              </a:r>
              <a:endParaRPr lang="en-US" sz="1920"/>
            </a:p>
          </p:txBody>
        </p:sp>
      </p:grpSp>
      <p:sp>
        <p:nvSpPr>
          <p:cNvPr id="19" name="Text 7"/>
          <p:cNvSpPr/>
          <p:nvPr>
            <p:custDataLst>
              <p:tags r:id="rId2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思政融入——安全管理的“制度意识”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50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99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7" name="组合 26"/>
          <p:cNvGrpSpPr/>
          <p:nvPr>
            <p:custDataLst>
              <p:tags r:id="rId7"/>
            </p:custDataLst>
          </p:nvPr>
        </p:nvGrpSpPr>
        <p:grpSpPr>
          <a:xfrm>
            <a:off x="609600" y="1234440"/>
            <a:ext cx="10972800" cy="5063490"/>
            <a:chOff x="-635000" y="-635000"/>
            <a:chExt cx="10972800" cy="5273040"/>
          </a:xfrm>
        </p:grpSpPr>
        <p:pic>
          <p:nvPicPr>
            <p:cNvPr id="2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777240"/>
            </a:xfrm>
            <a:prstGeom prst="rect">
              <a:avLst/>
            </a:prstGeom>
          </p:spPr>
        </p:pic>
        <p:sp>
          <p:nvSpPr>
            <p:cNvPr id="29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269240" y="-452120"/>
              <a:ext cx="554768" cy="4324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要素</a:t>
              </a:r>
              <a:endParaRPr lang="en-US" sz="2160"/>
            </a:p>
          </p:txBody>
        </p:sp>
        <p:sp>
          <p:nvSpPr>
            <p:cNvPr id="30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2473960" y="-452120"/>
              <a:ext cx="554768" cy="4324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内容</a:t>
              </a:r>
              <a:endParaRPr lang="en-US" sz="2160"/>
            </a:p>
          </p:txBody>
        </p:sp>
        <p:pic>
          <p:nvPicPr>
            <p:cNvPr id="31" name="Image 4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142240"/>
              <a:ext cx="10972800" cy="4495800"/>
            </a:xfrm>
            <a:prstGeom prst="rect">
              <a:avLst/>
            </a:prstGeom>
          </p:spPr>
        </p:pic>
        <p:sp>
          <p:nvSpPr>
            <p:cNvPr id="32" name="Text 2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-269240" y="340360"/>
              <a:ext cx="987679" cy="3842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任务名称</a:t>
              </a:r>
              <a:endParaRPr lang="en-US" sz="1920"/>
            </a:p>
          </p:txBody>
        </p:sp>
        <p:pic>
          <p:nvPicPr>
            <p:cNvPr id="33" name="Image 5" descr="TEMP_Z_ORDER_8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911860"/>
              <a:ext cx="2743200" cy="15240"/>
            </a:xfrm>
            <a:prstGeom prst="rect">
              <a:avLst/>
            </a:prstGeom>
          </p:spPr>
        </p:pic>
        <p:sp>
          <p:nvSpPr>
            <p:cNvPr id="34" name="Text 3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2473960" y="340360"/>
              <a:ext cx="3209957" cy="417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安全管理综合测评与整改建议</a:t>
              </a:r>
              <a:endParaRPr lang="en-US" sz="1920"/>
            </a:p>
          </p:txBody>
        </p:sp>
        <p:pic>
          <p:nvPicPr>
            <p:cNvPr id="35" name="Image 6" descr="TEMP_Z_ORDER_1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2108200" y="911860"/>
              <a:ext cx="8229600" cy="15240"/>
            </a:xfrm>
            <a:prstGeom prst="rect">
              <a:avLst/>
            </a:prstGeom>
          </p:spPr>
        </p:pic>
        <p:sp>
          <p:nvSpPr>
            <p:cNvPr id="36" name="Text 4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269240" y="1117600"/>
              <a:ext cx="987679" cy="3842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任务场景</a:t>
              </a:r>
              <a:endParaRPr lang="en-US" sz="1920"/>
            </a:p>
          </p:txBody>
        </p:sp>
        <p:pic>
          <p:nvPicPr>
            <p:cNvPr id="37" name="Image 7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1689100"/>
              <a:ext cx="2743200" cy="15240"/>
            </a:xfrm>
            <a:prstGeom prst="rect">
              <a:avLst/>
            </a:prstGeom>
          </p:spPr>
        </p:pic>
        <p:sp>
          <p:nvSpPr>
            <p:cNvPr id="38" name="Text 5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2473960" y="1117600"/>
              <a:ext cx="2379408" cy="417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实践任务1的成果</a:t>
              </a:r>
              <a:endParaRPr lang="en-US" sz="1920"/>
            </a:p>
          </p:txBody>
        </p:sp>
        <p:pic>
          <p:nvPicPr>
            <p:cNvPr id="39" name="Image 8" descr="TEMP_Z_ORDER_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2108200" y="1689100"/>
              <a:ext cx="8229600" cy="15240"/>
            </a:xfrm>
            <a:prstGeom prst="rect">
              <a:avLst/>
            </a:prstGeom>
          </p:spPr>
        </p:pic>
        <p:sp>
          <p:nvSpPr>
            <p:cNvPr id="40" name="Text 6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-269240" y="2580640"/>
              <a:ext cx="987679" cy="3842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任务内容</a:t>
              </a:r>
              <a:endParaRPr lang="en-US" sz="1920"/>
            </a:p>
          </p:txBody>
        </p:sp>
        <p:pic>
          <p:nvPicPr>
            <p:cNvPr id="41" name="Image 9" descr="TEMP_Z_ORDER_16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3837940"/>
              <a:ext cx="2743200" cy="15240"/>
            </a:xfrm>
            <a:prstGeom prst="rect">
              <a:avLst/>
            </a:prstGeom>
          </p:spPr>
        </p:pic>
        <p:sp>
          <p:nvSpPr>
            <p:cNvPr id="42" name="Text 7" descr="TEMP_Z_ORDER_17"/>
            <p:cNvSpPr/>
            <p:nvPr>
              <p:custDataLst>
                <p:tags r:id="rId26"/>
              </p:custDataLst>
            </p:nvPr>
          </p:nvSpPr>
          <p:spPr>
            <a:xfrm>
              <a:off x="2473960" y="1879845"/>
              <a:ext cx="3181985" cy="417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汇总发现问题</a:t>
              </a:r>
              <a:endParaRPr lang="en-US" sz="1920"/>
            </a:p>
          </p:txBody>
        </p:sp>
        <p:sp>
          <p:nvSpPr>
            <p:cNvPr id="43" name="Text 8" descr="TEMP_Z_ORDER_18"/>
            <p:cNvSpPr/>
            <p:nvPr>
              <p:custDataLst>
                <p:tags r:id="rId27"/>
              </p:custDataLst>
            </p:nvPr>
          </p:nvSpPr>
          <p:spPr>
            <a:xfrm>
              <a:off x="2473960" y="2336789"/>
              <a:ext cx="5882640" cy="4516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分类整理问题（制度/内容/执行缺失等）</a:t>
              </a:r>
              <a:endParaRPr lang="en-US" sz="1920"/>
            </a:p>
          </p:txBody>
        </p:sp>
        <p:sp>
          <p:nvSpPr>
            <p:cNvPr id="44" name="Text 9" descr="TEMP_Z_ORDER_19"/>
            <p:cNvSpPr/>
            <p:nvPr>
              <p:custDataLst>
                <p:tags r:id="rId28"/>
              </p:custDataLst>
            </p:nvPr>
          </p:nvSpPr>
          <p:spPr>
            <a:xfrm>
              <a:off x="2473960" y="2793732"/>
              <a:ext cx="3687445" cy="4040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提出整改建议</a:t>
              </a:r>
              <a:endParaRPr lang="en-US" sz="1920"/>
            </a:p>
          </p:txBody>
        </p:sp>
        <p:sp>
          <p:nvSpPr>
            <p:cNvPr id="45" name="Text 10" descr="TEMP_Z_ORDER_20"/>
            <p:cNvSpPr/>
            <p:nvPr>
              <p:custDataLst>
                <p:tags r:id="rId29"/>
              </p:custDataLst>
            </p:nvPr>
          </p:nvSpPr>
          <p:spPr>
            <a:xfrm>
              <a:off x="2473960" y="3251200"/>
              <a:ext cx="2028269" cy="417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形成《汇总表》</a:t>
              </a:r>
              <a:endParaRPr lang="en-US" sz="1920"/>
            </a:p>
          </p:txBody>
        </p:sp>
        <p:pic>
          <p:nvPicPr>
            <p:cNvPr id="46" name="Image 10" descr="TEMP_Z_ORDER_21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2108200" y="3837940"/>
              <a:ext cx="8229600" cy="15240"/>
            </a:xfrm>
            <a:prstGeom prst="rect">
              <a:avLst/>
            </a:prstGeom>
          </p:spPr>
        </p:pic>
        <p:sp>
          <p:nvSpPr>
            <p:cNvPr id="47" name="Text 11" descr="TEMP_Z_ORDER_22"/>
            <p:cNvSpPr/>
            <p:nvPr>
              <p:custDataLst>
                <p:tags r:id="rId31"/>
              </p:custDataLst>
            </p:nvPr>
          </p:nvSpPr>
          <p:spPr>
            <a:xfrm>
              <a:off x="-269240" y="4043680"/>
              <a:ext cx="987679" cy="3842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chemeClr val="tx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成果要求</a:t>
              </a:r>
              <a:endParaRPr lang="en-US" sz="1920">
                <a:solidFill>
                  <a:schemeClr val="tx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48" name="Text 12" descr="TEMP_Z_ORDER_23"/>
            <p:cNvSpPr/>
            <p:nvPr>
              <p:custDataLst>
                <p:tags r:id="rId32"/>
              </p:custDataLst>
            </p:nvPr>
          </p:nvSpPr>
          <p:spPr>
            <a:xfrm>
              <a:off x="2473960" y="4043680"/>
              <a:ext cx="2716117" cy="4179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分类清晰、整改具体可行</a:t>
              </a:r>
              <a:endParaRPr lang="en-US" sz="1920"/>
            </a:p>
          </p:txBody>
        </p:sp>
      </p:grpSp>
      <p:sp>
        <p:nvSpPr>
          <p:cNvPr id="26" name="Text 13"/>
          <p:cNvSpPr/>
          <p:nvPr>
            <p:custDataLst>
              <p:tags r:id="rId3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实践任务2——安全管理综合测评（15分钟）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609600" y="1204595"/>
            <a:ext cx="10972800" cy="1717675"/>
            <a:chOff x="-635000" y="-802005"/>
            <a:chExt cx="10972800" cy="1717675"/>
          </a:xfrm>
        </p:grpSpPr>
        <p:pic>
          <p:nvPicPr>
            <p:cNvPr id="3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802005"/>
              <a:ext cx="10972800" cy="1717675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</p:grpSp>
      <p:graphicFrame>
        <p:nvGraphicFramePr>
          <p:cNvPr id="19" name="Table 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2400425" y="1234440"/>
          <a:ext cx="7391149" cy="1478700"/>
        </p:xfrm>
        <a:graphic>
          <a:graphicData uri="http://schemas.openxmlformats.org/drawingml/2006/table">
            <a:tbl>
              <a:tblPr/>
              <a:tblGrid>
                <a:gridCol w="679409"/>
                <a:gridCol w="1389701"/>
                <a:gridCol w="1152937"/>
                <a:gridCol w="2099992"/>
                <a:gridCol w="1152937"/>
                <a:gridCol w="916173"/>
              </a:tblGrid>
              <a:tr h="17911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测评维度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问题描述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不符合项标准依据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整改建议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优先级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1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安全策略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1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管理制度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1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制定和发布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17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评审和修订</a:t>
                      </a:r>
                      <a:endParaRPr lang="en-US" sz="1400">
                        <a:solidFill>
                          <a:srgbClr val="000000"/>
                        </a:solidFill>
                      </a:endParaRPr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endParaRPr lang="en-US" sz="1400"/>
                    </a:p>
                  </a:txBody>
                  <a:tcPr marL="61764" marR="61764" marT="61764" marB="61764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609600" y="2971800"/>
            <a:ext cx="10972800" cy="3276600"/>
            <a:chOff x="-635000" y="-635000"/>
            <a:chExt cx="10972800" cy="3276600"/>
          </a:xfrm>
        </p:grpSpPr>
        <p:pic>
          <p:nvPicPr>
            <p:cNvPr id="22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10972800" cy="3276600"/>
            </a:xfrm>
            <a:prstGeom prst="rect">
              <a:avLst/>
            </a:prstGeom>
          </p:spPr>
        </p:pic>
        <p:sp>
          <p:nvSpPr>
            <p:cNvPr id="23" name="Text 0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375920" y="-375920"/>
              <a:ext cx="1386919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填写说明：</a:t>
              </a:r>
              <a:endParaRPr lang="en-US" sz="2160"/>
            </a:p>
          </p:txBody>
        </p:sp>
        <p:sp>
          <p:nvSpPr>
            <p:cNvPr id="24" name="Text 1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314960" y="187960"/>
              <a:ext cx="203629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680"/>
            </a:p>
          </p:txBody>
        </p:sp>
        <p:sp>
          <p:nvSpPr>
            <p:cNvPr id="25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20320" y="172720"/>
              <a:ext cx="5907024" cy="3762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测评维度：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安全策略/管理制度/制定和发布/评审和修订</a:t>
              </a:r>
              <a:endParaRPr lang="en-US" sz="1920"/>
            </a:p>
          </p:txBody>
        </p:sp>
        <p:sp>
          <p:nvSpPr>
            <p:cNvPr id="26" name="Text 3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314960" y="645160"/>
              <a:ext cx="203629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680"/>
            </a:p>
          </p:txBody>
        </p:sp>
        <p:sp>
          <p:nvSpPr>
            <p:cNvPr id="27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20320" y="629920"/>
              <a:ext cx="2462784" cy="3763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问题描述：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具体、准确</a:t>
              </a:r>
              <a:endParaRPr lang="en-US" sz="1920"/>
            </a:p>
          </p:txBody>
        </p:sp>
        <p:sp>
          <p:nvSpPr>
            <p:cNvPr id="28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314960" y="1102360"/>
              <a:ext cx="203629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680"/>
            </a:p>
          </p:txBody>
        </p:sp>
        <p:sp>
          <p:nvSpPr>
            <p:cNvPr id="29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20320" y="1087120"/>
              <a:ext cx="4002024" cy="7738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标准依据：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标注GB/T 22239具体条款</a:t>
              </a:r>
              <a:endParaRPr lang="en-US" sz="1920"/>
            </a:p>
          </p:txBody>
        </p:sp>
        <p:sp>
          <p:nvSpPr>
            <p:cNvPr id="30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314960" y="1559560"/>
              <a:ext cx="203629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680"/>
            </a:p>
          </p:txBody>
        </p:sp>
        <p:sp>
          <p:nvSpPr>
            <p:cNvPr id="31" name="Text 8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20320" y="1544320"/>
              <a:ext cx="2706624" cy="3763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整改建议：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具体、可操作</a:t>
              </a:r>
              <a:endParaRPr lang="en-US" sz="1920"/>
            </a:p>
          </p:txBody>
        </p:sp>
        <p:sp>
          <p:nvSpPr>
            <p:cNvPr id="32" name="Text 9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-314960" y="2016760"/>
              <a:ext cx="203629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680"/>
            </a:p>
          </p:txBody>
        </p:sp>
        <p:sp>
          <p:nvSpPr>
            <p:cNvPr id="33" name="Text 10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20320" y="2001520"/>
              <a:ext cx="2974340" cy="4083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优先级：</a:t>
              </a:r>
              <a:r>
                <a:rPr lang="en-US" sz="1920">
                  <a:solidFill>
                    <a:srgbClr val="444444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高/中/低</a:t>
              </a:r>
              <a:endParaRPr lang="en-US" sz="1920"/>
            </a:p>
          </p:txBody>
        </p:sp>
      </p:grpSp>
      <p:sp>
        <p:nvSpPr>
          <p:cNvPr id="20" name="Text 11"/>
          <p:cNvSpPr/>
          <p:nvPr>
            <p:custDataLst>
              <p:tags r:id="rId26"/>
            </p:custDataLst>
          </p:nvPr>
        </p:nvSpPr>
        <p:spPr>
          <a:xfrm>
            <a:off x="822497" y="604327"/>
            <a:ext cx="7650480" cy="35179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实践任务2——《安全管理测评汇总表》</a:t>
            </a:r>
            <a:r>
              <a:rPr lang="zh-CN" altLang="en-US" sz="2760">
                <a:solidFill>
                  <a:srgbClr val="1E1E1E"/>
                </a:solidFill>
              </a:rPr>
              <a:t>（素材</a:t>
            </a:r>
            <a:r>
              <a:rPr lang="en-US" altLang="zh-CN" sz="2760">
                <a:solidFill>
                  <a:srgbClr val="1E1E1E"/>
                </a:solidFill>
              </a:rPr>
              <a:t>3</a:t>
            </a:r>
            <a:r>
              <a:rPr lang="zh-CN" altLang="en-US" sz="2760">
                <a:solidFill>
                  <a:srgbClr val="1E1E1E"/>
                </a:solidFill>
              </a:rPr>
              <a:t>）</a:t>
            </a:r>
            <a:endParaRPr lang="zh-CN" altLang="en-US" sz="2760">
              <a:solidFill>
                <a:srgbClr val="1E1E1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9" name="组合 38"/>
          <p:cNvGrpSpPr/>
          <p:nvPr>
            <p:custDataLst>
              <p:tags r:id="rId7"/>
            </p:custDataLst>
          </p:nvPr>
        </p:nvGrpSpPr>
        <p:grpSpPr>
          <a:xfrm>
            <a:off x="762000" y="1341120"/>
            <a:ext cx="10820400" cy="5074920"/>
            <a:chOff x="-635000" y="-635000"/>
            <a:chExt cx="10820400" cy="5074920"/>
          </a:xfrm>
        </p:grpSpPr>
        <p:pic>
          <p:nvPicPr>
            <p:cNvPr id="4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010920" y="-604520"/>
              <a:ext cx="670560" cy="5029200"/>
            </a:xfrm>
            <a:prstGeom prst="rect">
              <a:avLst/>
            </a:prstGeom>
          </p:spPr>
        </p:pic>
        <p:pic>
          <p:nvPicPr>
            <p:cNvPr id="41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995680"/>
              <a:ext cx="1828800" cy="1828800"/>
            </a:xfrm>
            <a:prstGeom prst="rect">
              <a:avLst/>
            </a:prstGeom>
            <a:effectLst>
              <a:outerShdw blurRad="228600" dist="15240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2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30200" y="1529080"/>
              <a:ext cx="1228344" cy="758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本课核心知识</a:t>
              </a:r>
              <a:endParaRPr lang="en-US" sz="2400"/>
            </a:p>
          </p:txBody>
        </p:sp>
        <p:pic>
          <p:nvPicPr>
            <p:cNvPr id="43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55800" y="-10160"/>
              <a:ext cx="91440" cy="91440"/>
            </a:xfrm>
            <a:prstGeom prst="rect">
              <a:avLst/>
            </a:prstGeom>
          </p:spPr>
        </p:pic>
        <p:pic>
          <p:nvPicPr>
            <p:cNvPr id="44" name="Image 6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230120" y="-635000"/>
              <a:ext cx="7955280" cy="13411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5" name="Image 7" descr="TEMP_Z_ORDER_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2428240" y="-467360"/>
              <a:ext cx="304800" cy="304800"/>
            </a:xfrm>
            <a:prstGeom prst="rect">
              <a:avLst/>
            </a:prstGeom>
          </p:spPr>
        </p:pic>
        <p:sp>
          <p:nvSpPr>
            <p:cNvPr id="46" name="Text 1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2500638" y="-447878"/>
              <a:ext cx="184388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</a:rPr>
                <a:t>一</a:t>
              </a:r>
              <a:endParaRPr lang="en-US" sz="1440"/>
            </a:p>
          </p:txBody>
        </p:sp>
        <p:sp>
          <p:nvSpPr>
            <p:cNvPr id="47" name="Text 2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2854960" y="-499804"/>
              <a:ext cx="197535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安全管理测评概述</a:t>
              </a:r>
              <a:endParaRPr lang="en-US" sz="1920"/>
            </a:p>
          </p:txBody>
        </p:sp>
        <p:sp>
          <p:nvSpPr>
            <p:cNvPr id="48" name="Text 3" descr="TEMP_Z_ORDER_11"/>
            <p:cNvSpPr/>
            <p:nvPr>
              <p:custDataLst>
                <p:tags r:id="rId24"/>
              </p:custDataLst>
            </p:nvPr>
          </p:nvSpPr>
          <p:spPr>
            <a:xfrm>
              <a:off x="2428241" y="-40640"/>
              <a:ext cx="756818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4B5563"/>
                  </a:solidFill>
                </a:rPr>
                <a:t>在等保2.0中的位置：管理要求-安全管理制度四个控制点：安全策略、管理制度、制定和发布、评审和修订</a:t>
              </a:r>
              <a:endParaRPr lang="en-US" sz="1680"/>
            </a:p>
          </p:txBody>
        </p:sp>
        <p:pic>
          <p:nvPicPr>
            <p:cNvPr id="49" name="Image 8" descr="TEMP_Z_ORDER_12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55800" y="1132840"/>
              <a:ext cx="91440" cy="91440"/>
            </a:xfrm>
            <a:prstGeom prst="rect">
              <a:avLst/>
            </a:prstGeom>
          </p:spPr>
        </p:pic>
        <p:pic>
          <p:nvPicPr>
            <p:cNvPr id="50" name="Image 9" descr="TEMP_Z_ORDER_13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230120" y="673100"/>
              <a:ext cx="7955280" cy="11760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1" name="Image 10" descr="TEMP_Z_ORDER_14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2428240" y="675640"/>
              <a:ext cx="304800" cy="304800"/>
            </a:xfrm>
            <a:prstGeom prst="rect">
              <a:avLst/>
            </a:prstGeom>
          </p:spPr>
        </p:pic>
        <p:sp>
          <p:nvSpPr>
            <p:cNvPr id="52" name="Text 4" descr="TEMP_Z_ORDER_15"/>
            <p:cNvSpPr/>
            <p:nvPr>
              <p:custDataLst>
                <p:tags r:id="rId28"/>
              </p:custDataLst>
            </p:nvPr>
          </p:nvSpPr>
          <p:spPr>
            <a:xfrm>
              <a:off x="2500638" y="695122"/>
              <a:ext cx="184388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</a:rPr>
                <a:t>二</a:t>
              </a:r>
              <a:endParaRPr lang="en-US" sz="1440"/>
            </a:p>
          </p:txBody>
        </p:sp>
        <p:sp>
          <p:nvSpPr>
            <p:cNvPr id="53" name="Text 5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2854960" y="643196"/>
              <a:ext cx="246919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安全管理体系四层结构</a:t>
              </a:r>
              <a:endParaRPr lang="en-US" sz="1920"/>
            </a:p>
          </p:txBody>
        </p:sp>
        <p:sp>
          <p:nvSpPr>
            <p:cNvPr id="54" name="Text 6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2428241" y="1102360"/>
              <a:ext cx="7568184" cy="3070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4B5563"/>
                  </a:solidFill>
                </a:rPr>
                <a:t>总体方针 → 管理制度 → 操作规程 → 记录表单四层应具有连贯性、完备性</a:t>
              </a:r>
              <a:endParaRPr lang="en-US" sz="1680"/>
            </a:p>
          </p:txBody>
        </p:sp>
        <p:pic>
          <p:nvPicPr>
            <p:cNvPr id="55" name="Image 11" descr="TEMP_Z_ORDER_1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55800" y="2138680"/>
              <a:ext cx="91440" cy="91440"/>
            </a:xfrm>
            <a:prstGeom prst="rect">
              <a:avLst/>
            </a:prstGeom>
          </p:spPr>
        </p:pic>
        <p:pic>
          <p:nvPicPr>
            <p:cNvPr id="56" name="Image 12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230120" y="1666240"/>
              <a:ext cx="7955280" cy="10210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7" name="Image 13" descr="TEMP_Z_ORDER_2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2428240" y="1833880"/>
              <a:ext cx="304800" cy="304800"/>
            </a:xfrm>
            <a:prstGeom prst="rect">
              <a:avLst/>
            </a:prstGeom>
          </p:spPr>
        </p:pic>
        <p:sp>
          <p:nvSpPr>
            <p:cNvPr id="58" name="Text 7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2500638" y="1853362"/>
              <a:ext cx="184388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</a:rPr>
                <a:t>三</a:t>
              </a:r>
              <a:endParaRPr lang="en-US" sz="1440"/>
            </a:p>
          </p:txBody>
        </p:sp>
        <p:sp>
          <p:nvSpPr>
            <p:cNvPr id="59" name="Text 8" descr="TEMP_Z_ORDER_22"/>
            <p:cNvSpPr/>
            <p:nvPr>
              <p:custDataLst>
                <p:tags r:id="rId37"/>
              </p:custDataLst>
            </p:nvPr>
          </p:nvSpPr>
          <p:spPr>
            <a:xfrm>
              <a:off x="2854960" y="1801436"/>
              <a:ext cx="1728438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文档核查五步法</a:t>
              </a:r>
              <a:endParaRPr lang="en-US" sz="1920"/>
            </a:p>
          </p:txBody>
        </p:sp>
        <p:sp>
          <p:nvSpPr>
            <p:cNvPr id="60" name="Text 9" descr="TEMP_Z_ORDER_23"/>
            <p:cNvSpPr/>
            <p:nvPr>
              <p:custDataLst>
                <p:tags r:id="rId38"/>
              </p:custDataLst>
            </p:nvPr>
          </p:nvSpPr>
          <p:spPr>
            <a:xfrm>
              <a:off x="2428241" y="2230120"/>
              <a:ext cx="5573332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4B5563"/>
                  </a:solidFill>
                </a:rPr>
                <a:t>获取文档 → 审阅文档 → 记录发现 → 补充访谈 → 确认签字</a:t>
              </a:r>
              <a:endParaRPr lang="en-US" sz="1680"/>
            </a:p>
          </p:txBody>
        </p:sp>
        <p:pic>
          <p:nvPicPr>
            <p:cNvPr id="61" name="Image 14" descr="TEMP_Z_ORDER_24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55800" y="3007360"/>
              <a:ext cx="91440" cy="91440"/>
            </a:xfrm>
            <a:prstGeom prst="rect">
              <a:avLst/>
            </a:prstGeom>
          </p:spPr>
        </p:pic>
        <p:pic>
          <p:nvPicPr>
            <p:cNvPr id="62" name="Image 15" descr="TEMP_Z_ORDER_25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230120" y="2550160"/>
              <a:ext cx="7955280" cy="10210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3" name="Image 16" descr="TEMP_Z_ORDER_26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2428240" y="2717800"/>
              <a:ext cx="304800" cy="304800"/>
            </a:xfrm>
            <a:prstGeom prst="rect">
              <a:avLst/>
            </a:prstGeom>
          </p:spPr>
        </p:pic>
        <p:sp>
          <p:nvSpPr>
            <p:cNvPr id="64" name="Text 10" descr="TEMP_Z_ORDER_27"/>
            <p:cNvSpPr/>
            <p:nvPr>
              <p:custDataLst>
                <p:tags r:id="rId42"/>
              </p:custDataLst>
            </p:nvPr>
          </p:nvSpPr>
          <p:spPr>
            <a:xfrm>
              <a:off x="2500638" y="2737282"/>
              <a:ext cx="184388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</a:rPr>
                <a:t>四</a:t>
              </a:r>
              <a:endParaRPr lang="en-US" sz="1440"/>
            </a:p>
          </p:txBody>
        </p:sp>
        <p:sp>
          <p:nvSpPr>
            <p:cNvPr id="65" name="Text 11" descr="TEMP_Z_ORDER_28"/>
            <p:cNvSpPr/>
            <p:nvPr>
              <p:custDataLst>
                <p:tags r:id="rId43"/>
              </p:custDataLst>
            </p:nvPr>
          </p:nvSpPr>
          <p:spPr>
            <a:xfrm>
              <a:off x="2854960" y="2685355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核查要点</a:t>
              </a:r>
              <a:endParaRPr lang="en-US" sz="1920"/>
            </a:p>
          </p:txBody>
        </p:sp>
        <p:sp>
          <p:nvSpPr>
            <p:cNvPr id="66" name="Text 12" descr="TEMP_Z_ORDER_29"/>
            <p:cNvSpPr/>
            <p:nvPr>
              <p:custDataLst>
                <p:tags r:id="rId44"/>
              </p:custDataLst>
            </p:nvPr>
          </p:nvSpPr>
          <p:spPr>
            <a:xfrm>
              <a:off x="2428241" y="3114040"/>
              <a:ext cx="5156454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4B5563"/>
                  </a:solidFill>
                </a:rPr>
                <a:t>制度存在、内容完整、审批发布、版本控制、定期评审</a:t>
              </a:r>
              <a:endParaRPr lang="en-US" sz="1680"/>
            </a:p>
          </p:txBody>
        </p:sp>
        <p:pic>
          <p:nvPicPr>
            <p:cNvPr id="67" name="Image 17" descr="TEMP_Z_ORDER_30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55800" y="3876040"/>
              <a:ext cx="91440" cy="91440"/>
            </a:xfrm>
            <a:prstGeom prst="rect">
              <a:avLst/>
            </a:prstGeom>
          </p:spPr>
        </p:pic>
        <p:pic>
          <p:nvPicPr>
            <p:cNvPr id="68" name="Image 18" descr="TEMP_Z_ORDER_31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230120" y="3418840"/>
              <a:ext cx="7955280" cy="10210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9" name="Image 19" descr="TEMP_Z_ORDER_32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2428240" y="3586480"/>
              <a:ext cx="304800" cy="304800"/>
            </a:xfrm>
            <a:prstGeom prst="rect">
              <a:avLst/>
            </a:prstGeom>
          </p:spPr>
        </p:pic>
        <p:sp>
          <p:nvSpPr>
            <p:cNvPr id="70" name="Text 13" descr="TEMP_Z_ORDER_33"/>
            <p:cNvSpPr/>
            <p:nvPr>
              <p:custDataLst>
                <p:tags r:id="rId48"/>
              </p:custDataLst>
            </p:nvPr>
          </p:nvSpPr>
          <p:spPr>
            <a:xfrm>
              <a:off x="2500638" y="3605962"/>
              <a:ext cx="184388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234E"/>
                  </a:solidFill>
                </a:rPr>
                <a:t>五</a:t>
              </a:r>
              <a:endParaRPr lang="en-US" sz="1440"/>
            </a:p>
          </p:txBody>
        </p:sp>
        <p:sp>
          <p:nvSpPr>
            <p:cNvPr id="71" name="Text 14" descr="TEMP_Z_ORDER_34"/>
            <p:cNvSpPr/>
            <p:nvPr>
              <p:custDataLst>
                <p:tags r:id="rId49"/>
              </p:custDataLst>
            </p:nvPr>
          </p:nvSpPr>
          <p:spPr>
            <a:xfrm>
              <a:off x="2854960" y="3554036"/>
              <a:ext cx="9876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常见问题</a:t>
              </a:r>
              <a:endParaRPr lang="en-US" sz="1920"/>
            </a:p>
          </p:txBody>
        </p:sp>
        <p:sp>
          <p:nvSpPr>
            <p:cNvPr id="72" name="Text 15" descr="TEMP_Z_ORDER_35"/>
            <p:cNvSpPr/>
            <p:nvPr>
              <p:custDataLst>
                <p:tags r:id="rId50"/>
              </p:custDataLst>
            </p:nvPr>
          </p:nvSpPr>
          <p:spPr>
            <a:xfrm>
              <a:off x="2428241" y="3982721"/>
              <a:ext cx="6015863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4B5563"/>
                  </a:solidFill>
                </a:rPr>
                <a:t>制度缺失、内容空洞、版本陈旧、未审批、无记录、体系不完整</a:t>
              </a:r>
              <a:endParaRPr lang="en-US" sz="1680"/>
            </a:p>
          </p:txBody>
        </p:sp>
      </p:grpSp>
      <p:sp>
        <p:nvSpPr>
          <p:cNvPr id="38" name="Text 16"/>
          <p:cNvSpPr/>
          <p:nvPr>
            <p:custDataLst>
              <p:tags r:id="rId5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知识点回顾（5分钟）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0" name="组合 59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318760" cy="4876800"/>
            <a:chOff x="-635000" y="-635000"/>
            <a:chExt cx="5318760" cy="4876800"/>
          </a:xfrm>
        </p:grpSpPr>
        <p:pic>
          <p:nvPicPr>
            <p:cNvPr id="6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18760" cy="4876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2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5288280" cy="777240"/>
            </a:xfrm>
            <a:prstGeom prst="rect">
              <a:avLst/>
            </a:prstGeom>
          </p:spPr>
        </p:pic>
        <p:pic>
          <p:nvPicPr>
            <p:cNvPr id="63" name="Image 5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375920" y="-391160"/>
              <a:ext cx="304800" cy="304800"/>
            </a:xfrm>
            <a:prstGeom prst="rect">
              <a:avLst/>
            </a:prstGeom>
          </p:spPr>
        </p:pic>
        <p:sp>
          <p:nvSpPr>
            <p:cNvPr id="64" name="Text 0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81280" y="-46736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课后作业</a:t>
              </a:r>
              <a:endParaRPr lang="en-US" sz="2400"/>
            </a:p>
          </p:txBody>
        </p:sp>
        <p:pic>
          <p:nvPicPr>
            <p:cNvPr id="65" name="Image 6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19760" y="157480"/>
              <a:ext cx="5288280" cy="15240"/>
            </a:xfrm>
            <a:prstGeom prst="rect">
              <a:avLst/>
            </a:prstGeom>
          </p:spPr>
        </p:pic>
        <p:pic>
          <p:nvPicPr>
            <p:cNvPr id="66" name="Image 7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375920" y="447040"/>
              <a:ext cx="563880" cy="335280"/>
            </a:xfrm>
            <a:prstGeom prst="rect">
              <a:avLst/>
            </a:prstGeom>
          </p:spPr>
        </p:pic>
        <p:sp>
          <p:nvSpPr>
            <p:cNvPr id="67" name="Text 1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-284480" y="477520"/>
              <a:ext cx="368776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必做</a:t>
              </a:r>
              <a:endParaRPr lang="en-US" sz="1440"/>
            </a:p>
          </p:txBody>
        </p:sp>
        <p:sp>
          <p:nvSpPr>
            <p:cNvPr id="68" name="Text 2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325120" y="401320"/>
              <a:ext cx="4108704" cy="1107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完成《安全管理文档核查表》和《</a:t>
              </a:r>
              <a:r>
                <a:rPr lang="zh-CN" alt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安全管理测评</a:t>
              </a: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汇总表》填写，提交学习通</a:t>
              </a:r>
              <a:endParaRPr lang="en-US" sz="1920"/>
            </a:p>
          </p:txBody>
        </p:sp>
        <p:pic>
          <p:nvPicPr>
            <p:cNvPr id="69" name="Image 8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375920" y="1361440"/>
              <a:ext cx="563880" cy="335280"/>
            </a:xfrm>
            <a:prstGeom prst="rect">
              <a:avLst/>
            </a:prstGeom>
          </p:spPr>
        </p:pic>
        <p:sp>
          <p:nvSpPr>
            <p:cNvPr id="70" name="Text 3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-284480" y="1391920"/>
              <a:ext cx="368776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必做</a:t>
              </a:r>
              <a:endParaRPr lang="en-US" sz="1440"/>
            </a:p>
          </p:txBody>
        </p:sp>
        <p:sp>
          <p:nvSpPr>
            <p:cNvPr id="71" name="Text 4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325120" y="1315720"/>
              <a:ext cx="4108704" cy="7166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完成项目5.1在线测试（选择题+判断题，共15题）</a:t>
              </a:r>
              <a:endParaRPr lang="en-US" sz="1920"/>
            </a:p>
          </p:txBody>
        </p:sp>
        <p:pic>
          <p:nvPicPr>
            <p:cNvPr id="72" name="Image 9" descr="TEMP_Z_ORDER_14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375920" y="2275840"/>
              <a:ext cx="594360" cy="365760"/>
            </a:xfrm>
            <a:prstGeom prst="rect">
              <a:avLst/>
            </a:prstGeom>
          </p:spPr>
        </p:pic>
        <p:sp>
          <p:nvSpPr>
            <p:cNvPr id="73" name="Text 5" descr="TEMP_Z_ORDER_15"/>
            <p:cNvSpPr/>
            <p:nvPr>
              <p:custDataLst>
                <p:tags r:id="rId29"/>
              </p:custDataLst>
            </p:nvPr>
          </p:nvSpPr>
          <p:spPr>
            <a:xfrm>
              <a:off x="-269240" y="2321560"/>
              <a:ext cx="368776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选做</a:t>
              </a:r>
              <a:endParaRPr lang="en-US" sz="1440"/>
            </a:p>
          </p:txBody>
        </p:sp>
        <p:sp>
          <p:nvSpPr>
            <p:cNvPr id="74" name="Text 6" descr="TEMP_Z_ORDER_16"/>
            <p:cNvSpPr/>
            <p:nvPr>
              <p:custDataLst>
                <p:tags r:id="rId30"/>
              </p:custDataLst>
            </p:nvPr>
          </p:nvSpPr>
          <p:spPr>
            <a:xfrm>
              <a:off x="355600" y="2230120"/>
              <a:ext cx="407822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收集本单位网络安全制度文件，分析其完整性与合规性</a:t>
              </a:r>
              <a:endParaRPr lang="en-US" sz="1920"/>
            </a:p>
          </p:txBody>
        </p:sp>
        <p:pic>
          <p:nvPicPr>
            <p:cNvPr id="75" name="Image 10" descr="TEMP_Z_ORDER_1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375920" y="3190240"/>
              <a:ext cx="594360" cy="365760"/>
            </a:xfrm>
            <a:prstGeom prst="rect">
              <a:avLst/>
            </a:prstGeom>
          </p:spPr>
        </p:pic>
        <p:sp>
          <p:nvSpPr>
            <p:cNvPr id="76" name="Text 7" descr="TEMP_Z_ORDER_18"/>
            <p:cNvSpPr/>
            <p:nvPr>
              <p:custDataLst>
                <p:tags r:id="rId32"/>
              </p:custDataLst>
            </p:nvPr>
          </p:nvSpPr>
          <p:spPr>
            <a:xfrm>
              <a:off x="-269240" y="3235960"/>
              <a:ext cx="368776" cy="2659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</a:t>
              </a:r>
              <a:endParaRPr lang="en-US" sz="1440"/>
            </a:p>
          </p:txBody>
        </p:sp>
        <p:sp>
          <p:nvSpPr>
            <p:cNvPr id="77" name="Text 8" descr="TEMP_Z_ORDER_19"/>
            <p:cNvSpPr/>
            <p:nvPr>
              <p:custDataLst>
                <p:tags r:id="rId33"/>
              </p:custDataLst>
            </p:nvPr>
          </p:nvSpPr>
          <p:spPr>
            <a:xfrm>
              <a:off x="355600" y="3144520"/>
              <a:ext cx="4078224" cy="71680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预习活动5.2“模拟人员访谈”，准备访谈提纲</a:t>
              </a:r>
              <a:endParaRPr lang="en-US" sz="1920"/>
            </a:p>
          </p:txBody>
        </p:sp>
      </p:grpSp>
      <p:grpSp>
        <p:nvGrpSpPr>
          <p:cNvPr id="41" name="组合 40"/>
          <p:cNvGrpSpPr/>
          <p:nvPr>
            <p:custDataLst>
              <p:tags r:id="rId34"/>
            </p:custDataLst>
          </p:nvPr>
        </p:nvGrpSpPr>
        <p:grpSpPr>
          <a:xfrm>
            <a:off x="6294120" y="1371600"/>
            <a:ext cx="5288280" cy="4876800"/>
            <a:chOff x="-635000" y="-635000"/>
            <a:chExt cx="5288280" cy="4876800"/>
          </a:xfrm>
        </p:grpSpPr>
        <p:pic>
          <p:nvPicPr>
            <p:cNvPr id="42" name="Image 11" descr="TEMP_Z_ORDER_2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288280" cy="28346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3" name="Image 12" descr="TEMP_Z_ORDER_21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-619760" y="-619760"/>
              <a:ext cx="5257800" cy="777240"/>
            </a:xfrm>
            <a:prstGeom prst="rect">
              <a:avLst/>
            </a:prstGeom>
          </p:spPr>
        </p:pic>
        <p:pic>
          <p:nvPicPr>
            <p:cNvPr id="44" name="Image 13" descr="TEMP_Z_ORDER_22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-375919" y="-391160"/>
              <a:ext cx="304800" cy="304800"/>
            </a:xfrm>
            <a:prstGeom prst="rect">
              <a:avLst/>
            </a:prstGeom>
          </p:spPr>
        </p:pic>
        <p:sp>
          <p:nvSpPr>
            <p:cNvPr id="45" name="Text 9" descr="TEMP_Z_ORDER_23"/>
            <p:cNvSpPr/>
            <p:nvPr>
              <p:custDataLst>
                <p:tags r:id="rId43"/>
              </p:custDataLst>
            </p:nvPr>
          </p:nvSpPr>
          <p:spPr>
            <a:xfrm>
              <a:off x="81280" y="-467360"/>
              <a:ext cx="3144218" cy="3043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2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活动5.2：模拟人员访谈</a:t>
              </a:r>
              <a:endParaRPr lang="en-US" sz="2280"/>
            </a:p>
          </p:txBody>
        </p:sp>
        <p:pic>
          <p:nvPicPr>
            <p:cNvPr id="46" name="Image 14" descr="TEMP_Z_ORDER_24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-619760" y="157480"/>
              <a:ext cx="5257800" cy="15240"/>
            </a:xfrm>
            <a:prstGeom prst="rect">
              <a:avLst/>
            </a:prstGeom>
          </p:spPr>
        </p:pic>
        <p:pic>
          <p:nvPicPr>
            <p:cNvPr id="47" name="Image 15" descr="TEMP_Z_ORDER_25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-375919" y="553720"/>
              <a:ext cx="76200" cy="76200"/>
            </a:xfrm>
            <a:prstGeom prst="rect">
              <a:avLst/>
            </a:prstGeom>
          </p:spPr>
        </p:pic>
        <p:sp>
          <p:nvSpPr>
            <p:cNvPr id="48" name="Text 10" descr="TEMP_Z_ORDER_26"/>
            <p:cNvSpPr/>
            <p:nvPr>
              <p:custDataLst>
                <p:tags r:id="rId49"/>
              </p:custDataLst>
            </p:nvPr>
          </p:nvSpPr>
          <p:spPr>
            <a:xfrm>
              <a:off x="-177800" y="401320"/>
              <a:ext cx="3209957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安全管理测评之人员访谈技巧</a:t>
              </a:r>
              <a:endParaRPr lang="en-US" sz="1920"/>
            </a:p>
          </p:txBody>
        </p:sp>
        <p:pic>
          <p:nvPicPr>
            <p:cNvPr id="49" name="Image 16" descr="TEMP_Z_ORDER_27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-375920" y="1071880"/>
              <a:ext cx="76200" cy="76200"/>
            </a:xfrm>
            <a:prstGeom prst="rect">
              <a:avLst/>
            </a:prstGeom>
          </p:spPr>
        </p:pic>
        <p:sp>
          <p:nvSpPr>
            <p:cNvPr id="50" name="Text 11" descr="TEMP_Z_ORDER_28"/>
            <p:cNvSpPr/>
            <p:nvPr>
              <p:custDataLst>
                <p:tags r:id="rId51"/>
              </p:custDataLst>
            </p:nvPr>
          </p:nvSpPr>
          <p:spPr>
            <a:xfrm>
              <a:off x="-177800" y="919480"/>
              <a:ext cx="148151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证据采集方法</a:t>
              </a:r>
              <a:endParaRPr lang="en-US" sz="1920"/>
            </a:p>
          </p:txBody>
        </p:sp>
        <p:pic>
          <p:nvPicPr>
            <p:cNvPr id="51" name="Image 17" descr="TEMP_Z_ORDER_29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-375920" y="1590040"/>
              <a:ext cx="76200" cy="76200"/>
            </a:xfrm>
            <a:prstGeom prst="rect">
              <a:avLst/>
            </a:prstGeom>
          </p:spPr>
        </p:pic>
        <p:sp>
          <p:nvSpPr>
            <p:cNvPr id="52" name="Text 12" descr="TEMP_Z_ORDER_30"/>
            <p:cNvSpPr/>
            <p:nvPr>
              <p:custDataLst>
                <p:tags r:id="rId53"/>
              </p:custDataLst>
            </p:nvPr>
          </p:nvSpPr>
          <p:spPr>
            <a:xfrm>
              <a:off x="-177800" y="1437640"/>
              <a:ext cx="1481518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访谈记录撰写</a:t>
              </a:r>
              <a:endParaRPr lang="en-US" sz="1920"/>
            </a:p>
          </p:txBody>
        </p:sp>
        <p:pic>
          <p:nvPicPr>
            <p:cNvPr id="53" name="Image 18" descr="TEMP_Z_ORDER_31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-635000" y="2443480"/>
              <a:ext cx="5288280" cy="1798320"/>
            </a:xfrm>
            <a:prstGeom prst="rect">
              <a:avLst/>
            </a:prstGeom>
          </p:spPr>
        </p:pic>
        <p:sp>
          <p:nvSpPr>
            <p:cNvPr id="54" name="Text 13" descr="TEMP_Z_ORDER_32"/>
            <p:cNvSpPr/>
            <p:nvPr>
              <p:custDataLst>
                <p:tags r:id="rId56"/>
              </p:custDataLst>
            </p:nvPr>
          </p:nvSpPr>
          <p:spPr>
            <a:xfrm>
              <a:off x="-375920" y="258064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课前准备</a:t>
              </a:r>
              <a:endParaRPr lang="en-US" sz="2160"/>
            </a:p>
          </p:txBody>
        </p:sp>
        <p:pic>
          <p:nvPicPr>
            <p:cNvPr id="55" name="Image 19" descr="TEMP_Z_ORDER_33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58"/>
            <a:stretch>
              <a:fillRect/>
            </a:stretch>
          </p:blipFill>
          <p:spPr>
            <a:xfrm>
              <a:off x="-619760" y="3129280"/>
              <a:ext cx="5257800" cy="15240"/>
            </a:xfrm>
            <a:prstGeom prst="rect">
              <a:avLst/>
            </a:prstGeom>
          </p:spPr>
        </p:pic>
        <p:pic>
          <p:nvPicPr>
            <p:cNvPr id="56" name="Image 20" descr="TEMP_Z_ORDER_34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-375919" y="3449320"/>
              <a:ext cx="60960" cy="60960"/>
            </a:xfrm>
            <a:prstGeom prst="rect">
              <a:avLst/>
            </a:prstGeom>
          </p:spPr>
        </p:pic>
        <p:sp>
          <p:nvSpPr>
            <p:cNvPr id="57" name="Text 14" descr="TEMP_Z_ORDER_35"/>
            <p:cNvSpPr/>
            <p:nvPr>
              <p:custDataLst>
                <p:tags r:id="rId62"/>
              </p:custDataLst>
            </p:nvPr>
          </p:nvSpPr>
          <p:spPr>
            <a:xfrm>
              <a:off x="-193040" y="3312160"/>
              <a:ext cx="2783459" cy="20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56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复习GB/T 22239安全管理章节</a:t>
              </a:r>
              <a:endParaRPr lang="en-US" sz="1560"/>
            </a:p>
          </p:txBody>
        </p:sp>
        <p:pic>
          <p:nvPicPr>
            <p:cNvPr id="58" name="Image 21" descr="TEMP_Z_ORDER_36"/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-375920" y="3860800"/>
              <a:ext cx="60960" cy="60960"/>
            </a:xfrm>
            <a:prstGeom prst="rect">
              <a:avLst/>
            </a:prstGeom>
          </p:spPr>
        </p:pic>
        <p:sp>
          <p:nvSpPr>
            <p:cNvPr id="59" name="Text 15" descr="TEMP_Z_ORDER_37"/>
            <p:cNvSpPr/>
            <p:nvPr>
              <p:custDataLst>
                <p:tags r:id="rId64"/>
              </p:custDataLst>
            </p:nvPr>
          </p:nvSpPr>
          <p:spPr>
            <a:xfrm>
              <a:off x="-193040" y="3723640"/>
              <a:ext cx="1718818" cy="22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阅读访谈提纲模板</a:t>
              </a:r>
              <a:endParaRPr lang="en-US" sz="1680"/>
            </a:p>
          </p:txBody>
        </p:sp>
      </p:grpSp>
      <p:sp>
        <p:nvSpPr>
          <p:cNvPr id="40" name="Text 16"/>
          <p:cNvSpPr/>
          <p:nvPr>
            <p:custDataLst>
              <p:tags r:id="rId6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课后作业与下节课预告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3"/>
            </p:custDataLst>
          </p:nvPr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6360">
                <a:solidFill>
                  <a:srgbClr val="FFFFFF"/>
                </a:solidFill>
              </a:rPr>
              <a:t>感谢观看</a:t>
            </a:r>
            <a:endParaRPr lang="en-US" sz="63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tags/tag1.xml><?xml version="1.0" encoding="utf-8"?>
<p:tagLst xmlns:p="http://schemas.openxmlformats.org/presentationml/2006/main">
  <p:tag name="AS_UNIQUEID" val="499"/>
</p:tagLst>
</file>

<file path=ppt/tags/tag2.xml><?xml version="1.0" encoding="utf-8"?>
<p:tagLst xmlns:p="http://schemas.openxmlformats.org/presentationml/2006/main">
  <p:tag name="AS_UNIQUEID" val="500"/>
</p:tagLst>
</file>

<file path=ppt/tags/tag3.xml><?xml version="1.0" encoding="utf-8"?>
<p:tagLst xmlns:p="http://schemas.openxmlformats.org/presentationml/2006/main">
  <p:tag name="AS_UNIQUEID" val="516"/>
</p:tagLst>
</file>

<file path=ppt/tags/tag4.xml><?xml version="1.0" encoding="utf-8"?>
<p:tagLst xmlns:p="http://schemas.openxmlformats.org/presentationml/2006/main">
  <p:tag name="AS_UNIQUEID" val="510"/>
</p:tagLst>
</file>

<file path=ppt/tags/tag5.xml><?xml version="1.0" encoding="utf-8"?>
<p:tagLst xmlns:p="http://schemas.openxmlformats.org/presentationml/2006/main">
  <p:tag name="AS_UNIQUEID" val="511"/>
</p:tagLst>
</file>

<file path=ppt/tags/tag6.xml><?xml version="1.0" encoding="utf-8"?>
<p:tagLst xmlns:p="http://schemas.openxmlformats.org/presentationml/2006/main">
  <p:tag name="AS_UNIQUEID" val="517"/>
</p:tagLst>
</file>

<file path=ppt/tags/tag7.xml><?xml version="1.0" encoding="utf-8"?>
<p:tagLst xmlns:p="http://schemas.openxmlformats.org/presentationml/2006/main">
  <p:tag name="AS_UNIQUEID" val="512"/>
</p:tagLst>
</file>

<file path=ppt/tags/tag8.xml><?xml version="1.0" encoding="utf-8"?>
<p:tagLst xmlns:p="http://schemas.openxmlformats.org/presentationml/2006/main">
  <p:tag name="AS_UNIQUEID" val="518"/>
</p:tagLst>
</file>

<file path=ppt/tags/tag9.xml><?xml version="1.0" encoding="utf-8"?>
<p:tagLst xmlns:p="http://schemas.openxmlformats.org/presentationml/2006/main">
  <p:tag name="AS_UNIQUEID" val="514"/>
</p:tagLst>
</file>

<file path=ppt/tags/tag10.xml><?xml version="1.0" encoding="utf-8"?>
<p:tagLst xmlns:p="http://schemas.openxmlformats.org/presentationml/2006/main">
  <p:tag name="AS_UNIQUEID" val="505"/>
</p:tagLst>
</file>

<file path=ppt/tags/tag11.xml><?xml version="1.0" encoding="utf-8"?>
<p:tagLst xmlns:p="http://schemas.openxmlformats.org/presentationml/2006/main">
  <p:tag name="AS_UNIQUEID" val="519"/>
</p:tagLst>
</file>

<file path=ppt/tags/tag12.xml><?xml version="1.0" encoding="utf-8"?>
<p:tagLst xmlns:p="http://schemas.openxmlformats.org/presentationml/2006/main">
  <p:tag name="AS_UNIQUEID" val="515"/>
</p:tagLst>
</file>

<file path=ppt/tags/tag13.xml><?xml version="1.0" encoding="utf-8"?>
<p:tagLst xmlns:p="http://schemas.openxmlformats.org/presentationml/2006/main">
  <p:tag name="AS_UNIQUEID" val="520"/>
</p:tagLst>
</file>

<file path=ppt/tags/tag14.xml><?xml version="1.0" encoding="utf-8"?>
<p:tagLst xmlns:p="http://schemas.openxmlformats.org/presentationml/2006/main">
  <p:tag name="AS_UNIQUEID" val="513"/>
</p:tagLst>
</file>

<file path=ppt/tags/tag15.xml><?xml version="1.0" encoding="utf-8"?>
<p:tagLst xmlns:p="http://schemas.openxmlformats.org/presentationml/2006/main">
  <p:tag name="AS_UNIQUEID" val="508"/>
</p:tagLst>
</file>

<file path=ppt/tags/tag16.xml><?xml version="1.0" encoding="utf-8"?>
<p:tagLst xmlns:p="http://schemas.openxmlformats.org/presentationml/2006/main">
  <p:tag name="AS_UNIQUEID" val="509"/>
</p:tagLst>
</file>

<file path=ppt/tags/tag17.xml><?xml version="1.0" encoding="utf-8"?>
<p:tagLst xmlns:p="http://schemas.openxmlformats.org/presentationml/2006/main">
  <p:tag name="AS_UNIQUEID" val="1029"/>
</p:tagLst>
</file>

<file path=ppt/tags/tag18.xml><?xml version="1.0" encoding="utf-8"?>
<p:tagLst xmlns:p="http://schemas.openxmlformats.org/presentationml/2006/main">
  <p:tag name="AS_UNIQUEID" val="1030"/>
</p:tagLst>
</file>

<file path=ppt/tags/tag19.xml><?xml version="1.0" encoding="utf-8"?>
<p:tagLst xmlns:p="http://schemas.openxmlformats.org/presentationml/2006/main">
  <p:tag name="AS_UNIQUEID" val="1031"/>
</p:tagLst>
</file>

<file path=ppt/tags/tag20.xml><?xml version="1.0" encoding="utf-8"?>
<p:tagLst xmlns:p="http://schemas.openxmlformats.org/presentationml/2006/main">
  <p:tag name="AS_UNIQUEID" val="521"/>
</p:tagLst>
</file>

<file path=ppt/tags/tag21.xml><?xml version="1.0" encoding="utf-8"?>
<p:tagLst xmlns:p="http://schemas.openxmlformats.org/presentationml/2006/main">
  <p:tag name="AS_UNIQUEID" val="522"/>
</p:tagLst>
</file>

<file path=ppt/tags/tag22.xml><?xml version="1.0" encoding="utf-8"?>
<p:tagLst xmlns:p="http://schemas.openxmlformats.org/presentationml/2006/main">
  <p:tag name="AS_UNIQUEID" val="523"/>
</p:tagLst>
</file>

<file path=ppt/tags/tag23.xml><?xml version="1.0" encoding="utf-8"?>
<p:tagLst xmlns:p="http://schemas.openxmlformats.org/presentationml/2006/main">
  <p:tag name="AS_UNIQUEID" val="524"/>
</p:tagLst>
</file>

<file path=ppt/tags/tag24.xml><?xml version="1.0" encoding="utf-8"?>
<p:tagLst xmlns:p="http://schemas.openxmlformats.org/presentationml/2006/main">
  <p:tag name="AS_UNIQUEID" val="525"/>
</p:tagLst>
</file>

<file path=ppt/tags/tag25.xml><?xml version="1.0" encoding="utf-8"?>
<p:tagLst xmlns:p="http://schemas.openxmlformats.org/presentationml/2006/main">
  <p:tag name="AS_UNIQUEID" val="526"/>
</p:tagLst>
</file>

<file path=ppt/tags/tag26.xml><?xml version="1.0" encoding="utf-8"?>
<p:tagLst xmlns:p="http://schemas.openxmlformats.org/presentationml/2006/main">
  <p:tag name="AS_UNIQUEID" val="527"/>
</p:tagLst>
</file>

<file path=ppt/tags/tag27.xml><?xml version="1.0" encoding="utf-8"?>
<p:tagLst xmlns:p="http://schemas.openxmlformats.org/presentationml/2006/main">
  <p:tag name="AS_UNIQUEID" val="528"/>
</p:tagLst>
</file>

<file path=ppt/tags/tag28.xml><?xml version="1.0" encoding="utf-8"?>
<p:tagLst xmlns:p="http://schemas.openxmlformats.org/presentationml/2006/main">
  <p:tag name="AS_UNIQUEID" val="529"/>
</p:tagLst>
</file>

<file path=ppt/tags/tag29.xml><?xml version="1.0" encoding="utf-8"?>
<p:tagLst xmlns:p="http://schemas.openxmlformats.org/presentationml/2006/main">
  <p:tag name="AS_UNIQUEID" val="530"/>
</p:tagLst>
</file>

<file path=ppt/tags/tag30.xml><?xml version="1.0" encoding="utf-8"?>
<p:tagLst xmlns:p="http://schemas.openxmlformats.org/presentationml/2006/main">
  <p:tag name="AS_UNIQUEID" val="531"/>
</p:tagLst>
</file>

<file path=ppt/tags/tag31.xml><?xml version="1.0" encoding="utf-8"?>
<p:tagLst xmlns:p="http://schemas.openxmlformats.org/presentationml/2006/main">
  <p:tag name="AS_UNIQUEID" val="532"/>
</p:tagLst>
</file>

<file path=ppt/tags/tag32.xml><?xml version="1.0" encoding="utf-8"?>
<p:tagLst xmlns:p="http://schemas.openxmlformats.org/presentationml/2006/main">
  <p:tag name="AS_UNIQUEID" val="1034"/>
</p:tagLst>
</file>

<file path=ppt/tags/tag33.xml><?xml version="1.0" encoding="utf-8"?>
<p:tagLst xmlns:p="http://schemas.openxmlformats.org/presentationml/2006/main">
  <p:tag name="AS_UNIQUEID" val="1035"/>
</p:tagLst>
</file>

<file path=ppt/tags/tag34.xml><?xml version="1.0" encoding="utf-8"?>
<p:tagLst xmlns:p="http://schemas.openxmlformats.org/presentationml/2006/main">
  <p:tag name="AS_UNIQUEID" val="1036"/>
</p:tagLst>
</file>

<file path=ppt/tags/tag35.xml><?xml version="1.0" encoding="utf-8"?>
<p:tagLst xmlns:p="http://schemas.openxmlformats.org/presentationml/2006/main">
  <p:tag name="AS_UNIQUEID" val="533"/>
</p:tagLst>
</file>

<file path=ppt/tags/tag36.xml><?xml version="1.0" encoding="utf-8"?>
<p:tagLst xmlns:p="http://schemas.openxmlformats.org/presentationml/2006/main">
  <p:tag name="AS_UNIQUEID" val="534"/>
</p:tagLst>
</file>

<file path=ppt/tags/tag37.xml><?xml version="1.0" encoding="utf-8"?>
<p:tagLst xmlns:p="http://schemas.openxmlformats.org/presentationml/2006/main">
  <p:tag name="AS_UNIQUEID" val="535"/>
</p:tagLst>
</file>

<file path=ppt/tags/tag38.xml><?xml version="1.0" encoding="utf-8"?>
<p:tagLst xmlns:p="http://schemas.openxmlformats.org/presentationml/2006/main">
  <p:tag name="AS_UNIQUEID" val="582"/>
</p:tagLst>
</file>

<file path=ppt/tags/tag39.xml><?xml version="1.0" encoding="utf-8"?>
<p:tagLst xmlns:p="http://schemas.openxmlformats.org/presentationml/2006/main">
  <p:tag name="AS_UNIQUEID" val="580"/>
</p:tagLst>
</file>

<file path=ppt/tags/tag40.xml><?xml version="1.0" encoding="utf-8"?>
<p:tagLst xmlns:p="http://schemas.openxmlformats.org/presentationml/2006/main">
  <p:tag name="AS_UNIQUEID" val="581"/>
</p:tagLst>
</file>

<file path=ppt/tags/tag41.xml><?xml version="1.0" encoding="utf-8"?>
<p:tagLst xmlns:p="http://schemas.openxmlformats.org/presentationml/2006/main">
  <p:tag name="AS_UNIQUEID" val="583"/>
</p:tagLst>
</file>

<file path=ppt/tags/tag42.xml><?xml version="1.0" encoding="utf-8"?>
<p:tagLst xmlns:p="http://schemas.openxmlformats.org/presentationml/2006/main">
  <p:tag name="AS_UNIQUEID" val="568"/>
</p:tagLst>
</file>

<file path=ppt/tags/tag43.xml><?xml version="1.0" encoding="utf-8"?>
<p:tagLst xmlns:p="http://schemas.openxmlformats.org/presentationml/2006/main">
  <p:tag name="AS_UNIQUEID" val="569"/>
</p:tagLst>
</file>

<file path=ppt/tags/tag44.xml><?xml version="1.0" encoding="utf-8"?>
<p:tagLst xmlns:p="http://schemas.openxmlformats.org/presentationml/2006/main">
  <p:tag name="AS_UNIQUEID" val="570"/>
</p:tagLst>
</file>

<file path=ppt/tags/tag45.xml><?xml version="1.0" encoding="utf-8"?>
<p:tagLst xmlns:p="http://schemas.openxmlformats.org/presentationml/2006/main">
  <p:tag name="AS_UNIQUEID" val="571"/>
</p:tagLst>
</file>

<file path=ppt/tags/tag46.xml><?xml version="1.0" encoding="utf-8"?>
<p:tagLst xmlns:p="http://schemas.openxmlformats.org/presentationml/2006/main">
  <p:tag name="AS_UNIQUEID" val="572"/>
</p:tagLst>
</file>

<file path=ppt/tags/tag47.xml><?xml version="1.0" encoding="utf-8"?>
<p:tagLst xmlns:p="http://schemas.openxmlformats.org/presentationml/2006/main">
  <p:tag name="AS_UNIQUEID" val="573"/>
</p:tagLst>
</file>

<file path=ppt/tags/tag48.xml><?xml version="1.0" encoding="utf-8"?>
<p:tagLst xmlns:p="http://schemas.openxmlformats.org/presentationml/2006/main">
  <p:tag name="AS_UNIQUEID" val="574"/>
</p:tagLst>
</file>

<file path=ppt/tags/tag49.xml><?xml version="1.0" encoding="utf-8"?>
<p:tagLst xmlns:p="http://schemas.openxmlformats.org/presentationml/2006/main">
  <p:tag name="AS_UNIQUEID" val="575"/>
</p:tagLst>
</file>

<file path=ppt/tags/tag50.xml><?xml version="1.0" encoding="utf-8"?>
<p:tagLst xmlns:p="http://schemas.openxmlformats.org/presentationml/2006/main">
  <p:tag name="AS_UNIQUEID" val="576"/>
</p:tagLst>
</file>

<file path=ppt/tags/tag51.xml><?xml version="1.0" encoding="utf-8"?>
<p:tagLst xmlns:p="http://schemas.openxmlformats.org/presentationml/2006/main">
  <p:tag name="AS_UNIQUEID" val="577"/>
</p:tagLst>
</file>

<file path=ppt/tags/tag52.xml><?xml version="1.0" encoding="utf-8"?>
<p:tagLst xmlns:p="http://schemas.openxmlformats.org/presentationml/2006/main">
  <p:tag name="AS_UNIQUEID" val="578"/>
</p:tagLst>
</file>

<file path=ppt/tags/tag53.xml><?xml version="1.0" encoding="utf-8"?>
<p:tagLst xmlns:p="http://schemas.openxmlformats.org/presentationml/2006/main">
  <p:tag name="AS_UNIQUEID" val="579"/>
</p:tagLst>
</file>

<file path=ppt/tags/tag54.xml><?xml version="1.0" encoding="utf-8"?>
<p:tagLst xmlns:p="http://schemas.openxmlformats.org/presentationml/2006/main">
  <p:tag name="AS_UNIQUEID" val="584"/>
</p:tagLst>
</file>

<file path=ppt/tags/tag55.xml><?xml version="1.0" encoding="utf-8"?>
<p:tagLst xmlns:p="http://schemas.openxmlformats.org/presentationml/2006/main">
  <p:tag name="AS_UNIQUEID" val="560"/>
</p:tagLst>
</file>

<file path=ppt/tags/tag56.xml><?xml version="1.0" encoding="utf-8"?>
<p:tagLst xmlns:p="http://schemas.openxmlformats.org/presentationml/2006/main">
  <p:tag name="AS_UNIQUEID" val="561"/>
</p:tagLst>
</file>

<file path=ppt/tags/tag57.xml><?xml version="1.0" encoding="utf-8"?>
<p:tagLst xmlns:p="http://schemas.openxmlformats.org/presentationml/2006/main">
  <p:tag name="AS_UNIQUEID" val="562"/>
</p:tagLst>
</file>

<file path=ppt/tags/tag58.xml><?xml version="1.0" encoding="utf-8"?>
<p:tagLst xmlns:p="http://schemas.openxmlformats.org/presentationml/2006/main">
  <p:tag name="AS_UNIQUEID" val="563"/>
</p:tagLst>
</file>

<file path=ppt/tags/tag59.xml><?xml version="1.0" encoding="utf-8"?>
<p:tagLst xmlns:p="http://schemas.openxmlformats.org/presentationml/2006/main">
  <p:tag name="AS_UNIQUEID" val="564"/>
</p:tagLst>
</file>

<file path=ppt/tags/tag60.xml><?xml version="1.0" encoding="utf-8"?>
<p:tagLst xmlns:p="http://schemas.openxmlformats.org/presentationml/2006/main">
  <p:tag name="AS_UNIQUEID" val="565"/>
</p:tagLst>
</file>

<file path=ppt/tags/tag61.xml><?xml version="1.0" encoding="utf-8"?>
<p:tagLst xmlns:p="http://schemas.openxmlformats.org/presentationml/2006/main">
  <p:tag name="AS_UNIQUEID" val="566"/>
</p:tagLst>
</file>

<file path=ppt/tags/tag62.xml><?xml version="1.0" encoding="utf-8"?>
<p:tagLst xmlns:p="http://schemas.openxmlformats.org/presentationml/2006/main">
  <p:tag name="AS_UNIQUEID" val="567"/>
</p:tagLst>
</file>

<file path=ppt/tags/tag63.xml><?xml version="1.0" encoding="utf-8"?>
<p:tagLst xmlns:p="http://schemas.openxmlformats.org/presentationml/2006/main">
  <p:tag name="AS_UNIQUEID" val="558"/>
</p:tagLst>
</file>

<file path=ppt/tags/tag64.xml><?xml version="1.0" encoding="utf-8"?>
<p:tagLst xmlns:p="http://schemas.openxmlformats.org/presentationml/2006/main">
  <p:tag name="AS_UNIQUEID" val="559"/>
</p:tagLst>
</file>

<file path=ppt/tags/tag65.xml><?xml version="1.0" encoding="utf-8"?>
<p:tagLst xmlns:p="http://schemas.openxmlformats.org/presentationml/2006/main">
  <p:tag name="AS_UNIQUEID" val="1039"/>
</p:tagLst>
</file>

<file path=ppt/tags/tag66.xml><?xml version="1.0" encoding="utf-8"?>
<p:tagLst xmlns:p="http://schemas.openxmlformats.org/presentationml/2006/main">
  <p:tag name="AS_UNIQUEID" val="1040"/>
</p:tagLst>
</file>

<file path=ppt/tags/tag67.xml><?xml version="1.0" encoding="utf-8"?>
<p:tagLst xmlns:p="http://schemas.openxmlformats.org/presentationml/2006/main">
  <p:tag name="AS_UNIQUEID" val="1041"/>
</p:tagLst>
</file>

<file path=ppt/tags/tag68.xml><?xml version="1.0" encoding="utf-8"?>
<p:tagLst xmlns:p="http://schemas.openxmlformats.org/presentationml/2006/main">
  <p:tag name="AS_UNIQUEID" val="585"/>
</p:tagLst>
</file>

<file path=ppt/tags/tag69.xml><?xml version="1.0" encoding="utf-8"?>
<p:tagLst xmlns:p="http://schemas.openxmlformats.org/presentationml/2006/main">
  <p:tag name="AS_UNIQUEID" val="586"/>
</p:tagLst>
</file>

<file path=ppt/tags/tag70.xml><?xml version="1.0" encoding="utf-8"?>
<p:tagLst xmlns:p="http://schemas.openxmlformats.org/presentationml/2006/main">
  <p:tag name="AS_UNIQUEID" val="587"/>
</p:tagLst>
</file>

<file path=ppt/tags/tag71.xml><?xml version="1.0" encoding="utf-8"?>
<p:tagLst xmlns:p="http://schemas.openxmlformats.org/presentationml/2006/main">
  <p:tag name="AS_UNIQUEID" val="588"/>
</p:tagLst>
</file>

<file path=ppt/tags/tag72.xml><?xml version="1.0" encoding="utf-8"?>
<p:tagLst xmlns:p="http://schemas.openxmlformats.org/presentationml/2006/main">
  <p:tag name="AS_UNIQUEID" val="620"/>
</p:tagLst>
</file>

<file path=ppt/tags/tag73.xml><?xml version="1.0" encoding="utf-8"?>
<p:tagLst xmlns:p="http://schemas.openxmlformats.org/presentationml/2006/main">
  <p:tag name="AS_UNIQUEID" val="614"/>
</p:tagLst>
</file>

<file path=ppt/tags/tag74.xml><?xml version="1.0" encoding="utf-8"?>
<p:tagLst xmlns:p="http://schemas.openxmlformats.org/presentationml/2006/main">
  <p:tag name="AS_UNIQUEID" val="615"/>
</p:tagLst>
</file>

<file path=ppt/tags/tag75.xml><?xml version="1.0" encoding="utf-8"?>
<p:tagLst xmlns:p="http://schemas.openxmlformats.org/presentationml/2006/main">
  <p:tag name="AS_UNIQUEID" val="616"/>
</p:tagLst>
</file>

<file path=ppt/tags/tag76.xml><?xml version="1.0" encoding="utf-8"?>
<p:tagLst xmlns:p="http://schemas.openxmlformats.org/presentationml/2006/main">
  <p:tag name="AS_UNIQUEID" val="621"/>
</p:tagLst>
</file>

<file path=ppt/tags/tag77.xml><?xml version="1.0" encoding="utf-8"?>
<p:tagLst xmlns:p="http://schemas.openxmlformats.org/presentationml/2006/main">
  <p:tag name="AS_UNIQUEID" val="617"/>
</p:tagLst>
</file>

<file path=ppt/tags/tag78.xml><?xml version="1.0" encoding="utf-8"?>
<p:tagLst xmlns:p="http://schemas.openxmlformats.org/presentationml/2006/main">
  <p:tag name="AS_UNIQUEID" val="618"/>
</p:tagLst>
</file>

<file path=ppt/tags/tag79.xml><?xml version="1.0" encoding="utf-8"?>
<p:tagLst xmlns:p="http://schemas.openxmlformats.org/presentationml/2006/main">
  <p:tag name="AS_UNIQUEID" val="619"/>
</p:tagLst>
</file>

<file path=ppt/tags/tag80.xml><?xml version="1.0" encoding="utf-8"?>
<p:tagLst xmlns:p="http://schemas.openxmlformats.org/presentationml/2006/main">
  <p:tag name="AS_UNIQUEID" val="622"/>
</p:tagLst>
</file>

<file path=ppt/tags/tag81.xml><?xml version="1.0" encoding="utf-8"?>
<p:tagLst xmlns:p="http://schemas.openxmlformats.org/presentationml/2006/main">
  <p:tag name="AS_UNIQUEID" val="605"/>
</p:tagLst>
</file>

<file path=ppt/tags/tag82.xml><?xml version="1.0" encoding="utf-8"?>
<p:tagLst xmlns:p="http://schemas.openxmlformats.org/presentationml/2006/main">
  <p:tag name="AS_UNIQUEID" val="606"/>
</p:tagLst>
</file>

<file path=ppt/tags/tag83.xml><?xml version="1.0" encoding="utf-8"?>
<p:tagLst xmlns:p="http://schemas.openxmlformats.org/presentationml/2006/main">
  <p:tag name="AS_UNIQUEID" val="607"/>
</p:tagLst>
</file>

<file path=ppt/tags/tag84.xml><?xml version="1.0" encoding="utf-8"?>
<p:tagLst xmlns:p="http://schemas.openxmlformats.org/presentationml/2006/main">
  <p:tag name="AS_UNIQUEID" val="623"/>
</p:tagLst>
</file>

<file path=ppt/tags/tag85.xml><?xml version="1.0" encoding="utf-8"?>
<p:tagLst xmlns:p="http://schemas.openxmlformats.org/presentationml/2006/main">
  <p:tag name="AS_UNIQUEID" val="608"/>
</p:tagLst>
</file>

<file path=ppt/tags/tag86.xml><?xml version="1.0" encoding="utf-8"?>
<p:tagLst xmlns:p="http://schemas.openxmlformats.org/presentationml/2006/main">
  <p:tag name="AS_UNIQUEID" val="609"/>
</p:tagLst>
</file>

<file path=ppt/tags/tag87.xml><?xml version="1.0" encoding="utf-8"?>
<p:tagLst xmlns:p="http://schemas.openxmlformats.org/presentationml/2006/main">
  <p:tag name="AS_UNIQUEID" val="610"/>
</p:tagLst>
</file>

<file path=ppt/tags/tag88.xml><?xml version="1.0" encoding="utf-8"?>
<p:tagLst xmlns:p="http://schemas.openxmlformats.org/presentationml/2006/main">
  <p:tag name="AS_UNIQUEID" val="624"/>
</p:tagLst>
</file>

<file path=ppt/tags/tag89.xml><?xml version="1.0" encoding="utf-8"?>
<p:tagLst xmlns:p="http://schemas.openxmlformats.org/presentationml/2006/main">
  <p:tag name="AS_UNIQUEID" val="611"/>
</p:tagLst>
</file>

<file path=ppt/tags/tag90.xml><?xml version="1.0" encoding="utf-8"?>
<p:tagLst xmlns:p="http://schemas.openxmlformats.org/presentationml/2006/main">
  <p:tag name="AS_UNIQUEID" val="612"/>
</p:tagLst>
</file>

<file path=ppt/tags/tag91.xml><?xml version="1.0" encoding="utf-8"?>
<p:tagLst xmlns:p="http://schemas.openxmlformats.org/presentationml/2006/main">
  <p:tag name="AS_UNIQUEID" val="613"/>
</p:tagLst>
</file>

<file path=ppt/tags/tag92.xml><?xml version="1.0" encoding="utf-8"?>
<p:tagLst xmlns:p="http://schemas.openxmlformats.org/presentationml/2006/main">
  <p:tag name="AS_UNIQUEID" val="604"/>
</p:tagLst>
</file>

<file path=ppt/tags/tag93.xml><?xml version="1.0" encoding="utf-8"?>
<p:tagLst xmlns:p="http://schemas.openxmlformats.org/presentationml/2006/main">
  <p:tag name="AS_UNIQUEID" val="1044"/>
</p:tagLst>
</file>

<file path=ppt/tags/tag94.xml><?xml version="1.0" encoding="utf-8"?>
<p:tagLst xmlns:p="http://schemas.openxmlformats.org/presentationml/2006/main">
  <p:tag name="AS_UNIQUEID" val="1045"/>
</p:tagLst>
</file>

<file path=ppt/tags/tag95.xml><?xml version="1.0" encoding="utf-8"?>
<p:tagLst xmlns:p="http://schemas.openxmlformats.org/presentationml/2006/main">
  <p:tag name="AS_UNIQUEID" val="1046"/>
</p:tagLst>
</file>

<file path=ppt/tags/tag96.xml><?xml version="1.0" encoding="utf-8"?>
<p:tagLst xmlns:p="http://schemas.openxmlformats.org/presentationml/2006/main">
  <p:tag name="AS_UNIQUEID" val="625"/>
</p:tagLst>
</file>

<file path=ppt/tags/tag97.xml><?xml version="1.0" encoding="utf-8"?>
<p:tagLst xmlns:p="http://schemas.openxmlformats.org/presentationml/2006/main">
  <p:tag name="AS_UNIQUEID" val="626"/>
</p:tagLst>
</file>

<file path=ppt/tags/tag98.xml><?xml version="1.0" encoding="utf-8"?>
<p:tagLst xmlns:p="http://schemas.openxmlformats.org/presentationml/2006/main">
  <p:tag name="AS_UNIQUEID" val="627"/>
</p:tagLst>
</file>

<file path=ppt/tags/tag99.xml><?xml version="1.0" encoding="utf-8"?>
<p:tagLst xmlns:p="http://schemas.openxmlformats.org/presentationml/2006/main">
  <p:tag name="AS_UNIQUEID" val="715"/>
</p:tagLst>
</file>

<file path=ppt/tags/tag100.xml><?xml version="1.0" encoding="utf-8"?>
<p:tagLst xmlns:p="http://schemas.openxmlformats.org/presentationml/2006/main">
  <p:tag name="AS_UNIQUEID" val="672"/>
</p:tagLst>
</file>

<file path=ppt/tags/tag101.xml><?xml version="1.0" encoding="utf-8"?>
<p:tagLst xmlns:p="http://schemas.openxmlformats.org/presentationml/2006/main">
  <p:tag name="AS_UNIQUEID" val="673"/>
</p:tagLst>
</file>

<file path=ppt/tags/tag102.xml><?xml version="1.0" encoding="utf-8"?>
<p:tagLst xmlns:p="http://schemas.openxmlformats.org/presentationml/2006/main">
  <p:tag name="AS_UNIQUEID" val="674"/>
</p:tagLst>
</file>

<file path=ppt/tags/tag103.xml><?xml version="1.0" encoding="utf-8"?>
<p:tagLst xmlns:p="http://schemas.openxmlformats.org/presentationml/2006/main">
  <p:tag name="AS_UNIQUEID" val="675"/>
</p:tagLst>
</file>

<file path=ppt/tags/tag104.xml><?xml version="1.0" encoding="utf-8"?>
<p:tagLst xmlns:p="http://schemas.openxmlformats.org/presentationml/2006/main">
  <p:tag name="AS_UNIQUEID" val="676"/>
</p:tagLst>
</file>

<file path=ppt/tags/tag105.xml><?xml version="1.0" encoding="utf-8"?>
<p:tagLst xmlns:p="http://schemas.openxmlformats.org/presentationml/2006/main">
  <p:tag name="AS_UNIQUEID" val="677"/>
</p:tagLst>
</file>

<file path=ppt/tags/tag106.xml><?xml version="1.0" encoding="utf-8"?>
<p:tagLst xmlns:p="http://schemas.openxmlformats.org/presentationml/2006/main">
  <p:tag name="AS_UNIQUEID" val="678"/>
</p:tagLst>
</file>

<file path=ppt/tags/tag107.xml><?xml version="1.0" encoding="utf-8"?>
<p:tagLst xmlns:p="http://schemas.openxmlformats.org/presentationml/2006/main">
  <p:tag name="AS_UNIQUEID" val="679"/>
</p:tagLst>
</file>

<file path=ppt/tags/tag108.xml><?xml version="1.0" encoding="utf-8"?>
<p:tagLst xmlns:p="http://schemas.openxmlformats.org/presentationml/2006/main">
  <p:tag name="AS_UNIQUEID" val="680"/>
</p:tagLst>
</file>

<file path=ppt/tags/tag109.xml><?xml version="1.0" encoding="utf-8"?>
<p:tagLst xmlns:p="http://schemas.openxmlformats.org/presentationml/2006/main">
  <p:tag name="AS_UNIQUEID" val="681"/>
</p:tagLst>
</file>

<file path=ppt/tags/tag110.xml><?xml version="1.0" encoding="utf-8"?>
<p:tagLst xmlns:p="http://schemas.openxmlformats.org/presentationml/2006/main">
  <p:tag name="AS_UNIQUEID" val="682"/>
</p:tagLst>
</file>

<file path=ppt/tags/tag111.xml><?xml version="1.0" encoding="utf-8"?>
<p:tagLst xmlns:p="http://schemas.openxmlformats.org/presentationml/2006/main">
  <p:tag name="AS_UNIQUEID" val="683"/>
</p:tagLst>
</file>

<file path=ppt/tags/tag112.xml><?xml version="1.0" encoding="utf-8"?>
<p:tagLst xmlns:p="http://schemas.openxmlformats.org/presentationml/2006/main">
  <p:tag name="AS_UNIQUEID" val="684"/>
</p:tagLst>
</file>

<file path=ppt/tags/tag113.xml><?xml version="1.0" encoding="utf-8"?>
<p:tagLst xmlns:p="http://schemas.openxmlformats.org/presentationml/2006/main">
  <p:tag name="AS_UNIQUEID" val="685"/>
</p:tagLst>
</file>

<file path=ppt/tags/tag114.xml><?xml version="1.0" encoding="utf-8"?>
<p:tagLst xmlns:p="http://schemas.openxmlformats.org/presentationml/2006/main">
  <p:tag name="AS_UNIQUEID" val="686"/>
</p:tagLst>
</file>

<file path=ppt/tags/tag115.xml><?xml version="1.0" encoding="utf-8"?>
<p:tagLst xmlns:p="http://schemas.openxmlformats.org/presentationml/2006/main">
  <p:tag name="AS_UNIQUEID" val="687"/>
</p:tagLst>
</file>

<file path=ppt/tags/tag116.xml><?xml version="1.0" encoding="utf-8"?>
<p:tagLst xmlns:p="http://schemas.openxmlformats.org/presentationml/2006/main">
  <p:tag name="AS_UNIQUEID" val="688"/>
</p:tagLst>
</file>

<file path=ppt/tags/tag117.xml><?xml version="1.0" encoding="utf-8"?>
<p:tagLst xmlns:p="http://schemas.openxmlformats.org/presentationml/2006/main">
  <p:tag name="AS_UNIQUEID" val="689"/>
</p:tagLst>
</file>

<file path=ppt/tags/tag118.xml><?xml version="1.0" encoding="utf-8"?>
<p:tagLst xmlns:p="http://schemas.openxmlformats.org/presentationml/2006/main">
  <p:tag name="AS_UNIQUEID" val="690"/>
</p:tagLst>
</file>

<file path=ppt/tags/tag119.xml><?xml version="1.0" encoding="utf-8"?>
<p:tagLst xmlns:p="http://schemas.openxmlformats.org/presentationml/2006/main">
  <p:tag name="AS_UNIQUEID" val="691"/>
</p:tagLst>
</file>

<file path=ppt/tags/tag120.xml><?xml version="1.0" encoding="utf-8"?>
<p:tagLst xmlns:p="http://schemas.openxmlformats.org/presentationml/2006/main">
  <p:tag name="AS_UNIQUEID" val="692"/>
</p:tagLst>
</file>

<file path=ppt/tags/tag121.xml><?xml version="1.0" encoding="utf-8"?>
<p:tagLst xmlns:p="http://schemas.openxmlformats.org/presentationml/2006/main">
  <p:tag name="AS_UNIQUEID" val="693"/>
</p:tagLst>
</file>

<file path=ppt/tags/tag122.xml><?xml version="1.0" encoding="utf-8"?>
<p:tagLst xmlns:p="http://schemas.openxmlformats.org/presentationml/2006/main">
  <p:tag name="AS_UNIQUEID" val="694"/>
</p:tagLst>
</file>

<file path=ppt/tags/tag123.xml><?xml version="1.0" encoding="utf-8"?>
<p:tagLst xmlns:p="http://schemas.openxmlformats.org/presentationml/2006/main">
  <p:tag name="AS_UNIQUEID" val="695"/>
</p:tagLst>
</file>

<file path=ppt/tags/tag124.xml><?xml version="1.0" encoding="utf-8"?>
<p:tagLst xmlns:p="http://schemas.openxmlformats.org/presentationml/2006/main">
  <p:tag name="AS_UNIQUEID" val="696"/>
</p:tagLst>
</file>

<file path=ppt/tags/tag125.xml><?xml version="1.0" encoding="utf-8"?>
<p:tagLst xmlns:p="http://schemas.openxmlformats.org/presentationml/2006/main">
  <p:tag name="AS_UNIQUEID" val="697"/>
</p:tagLst>
</file>

<file path=ppt/tags/tag126.xml><?xml version="1.0" encoding="utf-8"?>
<p:tagLst xmlns:p="http://schemas.openxmlformats.org/presentationml/2006/main">
  <p:tag name="AS_UNIQUEID" val="698"/>
</p:tagLst>
</file>

<file path=ppt/tags/tag127.xml><?xml version="1.0" encoding="utf-8"?>
<p:tagLst xmlns:p="http://schemas.openxmlformats.org/presentationml/2006/main">
  <p:tag name="AS_UNIQUEID" val="699"/>
</p:tagLst>
</file>

<file path=ppt/tags/tag128.xml><?xml version="1.0" encoding="utf-8"?>
<p:tagLst xmlns:p="http://schemas.openxmlformats.org/presentationml/2006/main">
  <p:tag name="AS_UNIQUEID" val="700"/>
</p:tagLst>
</file>

<file path=ppt/tags/tag129.xml><?xml version="1.0" encoding="utf-8"?>
<p:tagLst xmlns:p="http://schemas.openxmlformats.org/presentationml/2006/main">
  <p:tag name="AS_UNIQUEID" val="701"/>
</p:tagLst>
</file>

<file path=ppt/tags/tag130.xml><?xml version="1.0" encoding="utf-8"?>
<p:tagLst xmlns:p="http://schemas.openxmlformats.org/presentationml/2006/main">
  <p:tag name="AS_UNIQUEID" val="702"/>
</p:tagLst>
</file>

<file path=ppt/tags/tag131.xml><?xml version="1.0" encoding="utf-8"?>
<p:tagLst xmlns:p="http://schemas.openxmlformats.org/presentationml/2006/main">
  <p:tag name="AS_UNIQUEID" val="703"/>
</p:tagLst>
</file>

<file path=ppt/tags/tag132.xml><?xml version="1.0" encoding="utf-8"?>
<p:tagLst xmlns:p="http://schemas.openxmlformats.org/presentationml/2006/main">
  <p:tag name="AS_UNIQUEID" val="704"/>
</p:tagLst>
</file>

<file path=ppt/tags/tag133.xml><?xml version="1.0" encoding="utf-8"?>
<p:tagLst xmlns:p="http://schemas.openxmlformats.org/presentationml/2006/main">
  <p:tag name="AS_UNIQUEID" val="705"/>
</p:tagLst>
</file>

<file path=ppt/tags/tag134.xml><?xml version="1.0" encoding="utf-8"?>
<p:tagLst xmlns:p="http://schemas.openxmlformats.org/presentationml/2006/main">
  <p:tag name="AS_UNIQUEID" val="706"/>
</p:tagLst>
</file>

<file path=ppt/tags/tag135.xml><?xml version="1.0" encoding="utf-8"?>
<p:tagLst xmlns:p="http://schemas.openxmlformats.org/presentationml/2006/main">
  <p:tag name="AS_UNIQUEID" val="707"/>
</p:tagLst>
</file>

<file path=ppt/tags/tag136.xml><?xml version="1.0" encoding="utf-8"?>
<p:tagLst xmlns:p="http://schemas.openxmlformats.org/presentationml/2006/main">
  <p:tag name="AS_UNIQUEID" val="708"/>
</p:tagLst>
</file>

<file path=ppt/tags/tag137.xml><?xml version="1.0" encoding="utf-8"?>
<p:tagLst xmlns:p="http://schemas.openxmlformats.org/presentationml/2006/main">
  <p:tag name="AS_UNIQUEID" val="709"/>
</p:tagLst>
</file>

<file path=ppt/tags/tag138.xml><?xml version="1.0" encoding="utf-8"?>
<p:tagLst xmlns:p="http://schemas.openxmlformats.org/presentationml/2006/main">
  <p:tag name="AS_UNIQUEID" val="710"/>
</p:tagLst>
</file>

<file path=ppt/tags/tag139.xml><?xml version="1.0" encoding="utf-8"?>
<p:tagLst xmlns:p="http://schemas.openxmlformats.org/presentationml/2006/main">
  <p:tag name="AS_UNIQUEID" val="711"/>
</p:tagLst>
</file>

<file path=ppt/tags/tag140.xml><?xml version="1.0" encoding="utf-8"?>
<p:tagLst xmlns:p="http://schemas.openxmlformats.org/presentationml/2006/main">
  <p:tag name="AS_UNIQUEID" val="716"/>
</p:tagLst>
</file>

<file path=ppt/tags/tag141.xml><?xml version="1.0" encoding="utf-8"?>
<p:tagLst xmlns:p="http://schemas.openxmlformats.org/presentationml/2006/main">
  <p:tag name="AS_UNIQUEID" val="712"/>
</p:tagLst>
</file>

<file path=ppt/tags/tag142.xml><?xml version="1.0" encoding="utf-8"?>
<p:tagLst xmlns:p="http://schemas.openxmlformats.org/presentationml/2006/main">
  <p:tag name="AS_UNIQUEID" val="713"/>
</p:tagLst>
</file>

<file path=ppt/tags/tag143.xml><?xml version="1.0" encoding="utf-8"?>
<p:tagLst xmlns:p="http://schemas.openxmlformats.org/presentationml/2006/main">
  <p:tag name="AS_UNIQUEID" val="714"/>
</p:tagLst>
</file>

<file path=ppt/tags/tag144.xml><?xml version="1.0" encoding="utf-8"?>
<p:tagLst xmlns:p="http://schemas.openxmlformats.org/presentationml/2006/main">
  <p:tag name="AS_UNIQUEID" val="671"/>
</p:tagLst>
</file>

<file path=ppt/tags/tag145.xml><?xml version="1.0" encoding="utf-8"?>
<p:tagLst xmlns:p="http://schemas.openxmlformats.org/presentationml/2006/main">
  <p:tag name="AS_UNIQUEID" val="1049"/>
</p:tagLst>
</file>

<file path=ppt/tags/tag146.xml><?xml version="1.0" encoding="utf-8"?>
<p:tagLst xmlns:p="http://schemas.openxmlformats.org/presentationml/2006/main">
  <p:tag name="AS_UNIQUEID" val="1050"/>
</p:tagLst>
</file>

<file path=ppt/tags/tag147.xml><?xml version="1.0" encoding="utf-8"?>
<p:tagLst xmlns:p="http://schemas.openxmlformats.org/presentationml/2006/main">
  <p:tag name="AS_UNIQUEID" val="1051"/>
</p:tagLst>
</file>

<file path=ppt/tags/tag148.xml><?xml version="1.0" encoding="utf-8"?>
<p:tagLst xmlns:p="http://schemas.openxmlformats.org/presentationml/2006/main">
  <p:tag name="AS_UNIQUEID" val="717"/>
</p:tagLst>
</file>

<file path=ppt/tags/tag149.xml><?xml version="1.0" encoding="utf-8"?>
<p:tagLst xmlns:p="http://schemas.openxmlformats.org/presentationml/2006/main">
  <p:tag name="AS_UNIQUEID" val="718"/>
</p:tagLst>
</file>

<file path=ppt/tags/tag150.xml><?xml version="1.0" encoding="utf-8"?>
<p:tagLst xmlns:p="http://schemas.openxmlformats.org/presentationml/2006/main">
  <p:tag name="AS_UNIQUEID" val="719"/>
</p:tagLst>
</file>

<file path=ppt/tags/tag151.xml><?xml version="1.0" encoding="utf-8"?>
<p:tagLst xmlns:p="http://schemas.openxmlformats.org/presentationml/2006/main">
  <p:tag name="AS_UNIQUEID" val="720"/>
</p:tagLst>
</file>

<file path=ppt/tags/tag152.xml><?xml version="1.0" encoding="utf-8"?>
<p:tagLst xmlns:p="http://schemas.openxmlformats.org/presentationml/2006/main">
  <p:tag name="AS_UNIQUEID" val="727"/>
</p:tagLst>
</file>

<file path=ppt/tags/tag153.xml><?xml version="1.0" encoding="utf-8"?>
<p:tagLst xmlns:p="http://schemas.openxmlformats.org/presentationml/2006/main">
  <p:tag name="AS_UNIQUEID" val="725"/>
</p:tagLst>
</file>

<file path=ppt/tags/tag154.xml><?xml version="1.0" encoding="utf-8"?>
<p:tagLst xmlns:p="http://schemas.openxmlformats.org/presentationml/2006/main">
  <p:tag name="AS_UNIQUEID" val="726"/>
</p:tagLst>
</file>

<file path=ppt/tags/tag155.xml><?xml version="1.0" encoding="utf-8"?>
<p:tagLst xmlns:p="http://schemas.openxmlformats.org/presentationml/2006/main">
  <p:tag name="AS_UNIQUEID" val="723"/>
  <p:tag name="TABLE_ENDDRAG_ORIGIN_RECT" val="837*225"/>
  <p:tag name="TABLE_ENDDRAG_RECT" val="55*150*837*225"/>
</p:tagLst>
</file>

<file path=ppt/tags/tag156.xml><?xml version="1.0" encoding="utf-8"?>
<p:tagLst xmlns:p="http://schemas.openxmlformats.org/presentationml/2006/main">
  <p:tag name="AS_UNIQUEID" val="724"/>
</p:tagLst>
</file>

<file path=ppt/tags/tag157.xml><?xml version="1.0" encoding="utf-8"?>
<p:tagLst xmlns:p="http://schemas.openxmlformats.org/presentationml/2006/main">
  <p:tag name="AS_UNIQUEID" val="1054"/>
</p:tagLst>
</file>

<file path=ppt/tags/tag158.xml><?xml version="1.0" encoding="utf-8"?>
<p:tagLst xmlns:p="http://schemas.openxmlformats.org/presentationml/2006/main">
  <p:tag name="AS_UNIQUEID" val="1055"/>
</p:tagLst>
</file>

<file path=ppt/tags/tag159.xml><?xml version="1.0" encoding="utf-8"?>
<p:tagLst xmlns:p="http://schemas.openxmlformats.org/presentationml/2006/main">
  <p:tag name="AS_UNIQUEID" val="1056"/>
</p:tagLst>
</file>

<file path=ppt/tags/tag160.xml><?xml version="1.0" encoding="utf-8"?>
<p:tagLst xmlns:p="http://schemas.openxmlformats.org/presentationml/2006/main">
  <p:tag name="AS_UNIQUEID" val="728"/>
</p:tagLst>
</file>

<file path=ppt/tags/tag161.xml><?xml version="1.0" encoding="utf-8"?>
<p:tagLst xmlns:p="http://schemas.openxmlformats.org/presentationml/2006/main">
  <p:tag name="AS_UNIQUEID" val="729"/>
</p:tagLst>
</file>

<file path=ppt/tags/tag162.xml><?xml version="1.0" encoding="utf-8"?>
<p:tagLst xmlns:p="http://schemas.openxmlformats.org/presentationml/2006/main">
  <p:tag name="AS_UNIQUEID" val="730"/>
</p:tagLst>
</file>

<file path=ppt/tags/tag163.xml><?xml version="1.0" encoding="utf-8"?>
<p:tagLst xmlns:p="http://schemas.openxmlformats.org/presentationml/2006/main">
  <p:tag name="AS_UNIQUEID" val="757"/>
</p:tagLst>
</file>

<file path=ppt/tags/tag164.xml><?xml version="1.0" encoding="utf-8"?>
<p:tagLst xmlns:p="http://schemas.openxmlformats.org/presentationml/2006/main">
  <p:tag name="AS_UNIQUEID" val="745"/>
</p:tagLst>
</file>

<file path=ppt/tags/tag165.xml><?xml version="1.0" encoding="utf-8"?>
<p:tagLst xmlns:p="http://schemas.openxmlformats.org/presentationml/2006/main">
  <p:tag name="AS_UNIQUEID" val="746"/>
</p:tagLst>
</file>

<file path=ppt/tags/tag166.xml><?xml version="1.0" encoding="utf-8"?>
<p:tagLst xmlns:p="http://schemas.openxmlformats.org/presentationml/2006/main">
  <p:tag name="AS_UNIQUEID" val="747"/>
</p:tagLst>
</file>

<file path=ppt/tags/tag167.xml><?xml version="1.0" encoding="utf-8"?>
<p:tagLst xmlns:p="http://schemas.openxmlformats.org/presentationml/2006/main">
  <p:tag name="AS_UNIQUEID" val="758"/>
</p:tagLst>
</file>

<file path=ppt/tags/tag168.xml><?xml version="1.0" encoding="utf-8"?>
<p:tagLst xmlns:p="http://schemas.openxmlformats.org/presentationml/2006/main">
  <p:tag name="AS_UNIQUEID" val="753"/>
</p:tagLst>
</file>

<file path=ppt/tags/tag169.xml><?xml version="1.0" encoding="utf-8"?>
<p:tagLst xmlns:p="http://schemas.openxmlformats.org/presentationml/2006/main">
  <p:tag name="AS_UNIQUEID" val="754"/>
</p:tagLst>
</file>

<file path=ppt/tags/tag170.xml><?xml version="1.0" encoding="utf-8"?>
<p:tagLst xmlns:p="http://schemas.openxmlformats.org/presentationml/2006/main">
  <p:tag name="AS_UNIQUEID" val="755"/>
</p:tagLst>
</file>

<file path=ppt/tags/tag171.xml><?xml version="1.0" encoding="utf-8"?>
<p:tagLst xmlns:p="http://schemas.openxmlformats.org/presentationml/2006/main">
  <p:tag name="AS_UNIQUEID" val="756"/>
</p:tagLst>
</file>

<file path=ppt/tags/tag172.xml><?xml version="1.0" encoding="utf-8"?>
<p:tagLst xmlns:p="http://schemas.openxmlformats.org/presentationml/2006/main">
  <p:tag name="AS_UNIQUEID" val="738"/>
  <p:tag name="TABLE_ENDDRAG_ORIGIN_RECT" val="539*230"/>
  <p:tag name="TABLE_ENDDRAG_RECT" val="354*188*539*230"/>
</p:tagLst>
</file>

<file path=ppt/tags/tag173.xml><?xml version="1.0" encoding="utf-8"?>
<p:tagLst xmlns:p="http://schemas.openxmlformats.org/presentationml/2006/main">
  <p:tag name="AS_UNIQUEID" val="759"/>
</p:tagLst>
</file>

<file path=ppt/tags/tag174.xml><?xml version="1.0" encoding="utf-8"?>
<p:tagLst xmlns:p="http://schemas.openxmlformats.org/presentationml/2006/main">
  <p:tag name="AS_UNIQUEID" val="748"/>
</p:tagLst>
</file>

<file path=ppt/tags/tag175.xml><?xml version="1.0" encoding="utf-8"?>
<p:tagLst xmlns:p="http://schemas.openxmlformats.org/presentationml/2006/main">
  <p:tag name="AS_UNIQUEID" val="749"/>
</p:tagLst>
</file>

<file path=ppt/tags/tag176.xml><?xml version="1.0" encoding="utf-8"?>
<p:tagLst xmlns:p="http://schemas.openxmlformats.org/presentationml/2006/main">
  <p:tag name="AS_UNIQUEID" val="750"/>
</p:tagLst>
</file>

<file path=ppt/tags/tag177.xml><?xml version="1.0" encoding="utf-8"?>
<p:tagLst xmlns:p="http://schemas.openxmlformats.org/presentationml/2006/main">
  <p:tag name="AS_UNIQUEID" val="751"/>
</p:tagLst>
</file>

<file path=ppt/tags/tag178.xml><?xml version="1.0" encoding="utf-8"?>
<p:tagLst xmlns:p="http://schemas.openxmlformats.org/presentationml/2006/main">
  <p:tag name="AS_UNIQUEID" val="752"/>
</p:tagLst>
</file>

<file path=ppt/tags/tag179.xml><?xml version="1.0" encoding="utf-8"?>
<p:tagLst xmlns:p="http://schemas.openxmlformats.org/presentationml/2006/main">
  <p:tag name="AS_UNIQUEID" val="744"/>
</p:tagLst>
</file>

<file path=ppt/tags/tag180.xml><?xml version="1.0" encoding="utf-8"?>
<p:tagLst xmlns:p="http://schemas.openxmlformats.org/presentationml/2006/main">
  <p:tag name="AS_UNIQUEID" val="1059"/>
</p:tagLst>
</file>

<file path=ppt/tags/tag181.xml><?xml version="1.0" encoding="utf-8"?>
<p:tagLst xmlns:p="http://schemas.openxmlformats.org/presentationml/2006/main">
  <p:tag name="AS_UNIQUEID" val="1060"/>
</p:tagLst>
</file>

<file path=ppt/tags/tag182.xml><?xml version="1.0" encoding="utf-8"?>
<p:tagLst xmlns:p="http://schemas.openxmlformats.org/presentationml/2006/main">
  <p:tag name="AS_UNIQUEID" val="1061"/>
</p:tagLst>
</file>

<file path=ppt/tags/tag183.xml><?xml version="1.0" encoding="utf-8"?>
<p:tagLst xmlns:p="http://schemas.openxmlformats.org/presentationml/2006/main">
  <p:tag name="AS_UNIQUEID" val="760"/>
</p:tagLst>
</file>

<file path=ppt/tags/tag184.xml><?xml version="1.0" encoding="utf-8"?>
<p:tagLst xmlns:p="http://schemas.openxmlformats.org/presentationml/2006/main">
  <p:tag name="AS_UNIQUEID" val="761"/>
</p:tagLst>
</file>

<file path=ppt/tags/tag185.xml><?xml version="1.0" encoding="utf-8"?>
<p:tagLst xmlns:p="http://schemas.openxmlformats.org/presentationml/2006/main">
  <p:tag name="AS_UNIQUEID" val="762"/>
</p:tagLst>
</file>

<file path=ppt/tags/tag186.xml><?xml version="1.0" encoding="utf-8"?>
<p:tagLst xmlns:p="http://schemas.openxmlformats.org/presentationml/2006/main">
  <p:tag name="AS_UNIQUEID" val="824"/>
</p:tagLst>
</file>

<file path=ppt/tags/tag187.xml><?xml version="1.0" encoding="utf-8"?>
<p:tagLst xmlns:p="http://schemas.openxmlformats.org/presentationml/2006/main">
  <p:tag name="AS_UNIQUEID" val="809"/>
</p:tagLst>
</file>

<file path=ppt/tags/tag188.xml><?xml version="1.0" encoding="utf-8"?>
<p:tagLst xmlns:p="http://schemas.openxmlformats.org/presentationml/2006/main">
  <p:tag name="AS_UNIQUEID" val="810"/>
</p:tagLst>
</file>

<file path=ppt/tags/tag189.xml><?xml version="1.0" encoding="utf-8"?>
<p:tagLst xmlns:p="http://schemas.openxmlformats.org/presentationml/2006/main">
  <p:tag name="AS_UNIQUEID" val="811"/>
</p:tagLst>
</file>

<file path=ppt/tags/tag190.xml><?xml version="1.0" encoding="utf-8"?>
<p:tagLst xmlns:p="http://schemas.openxmlformats.org/presentationml/2006/main">
  <p:tag name="AS_UNIQUEID" val="812"/>
</p:tagLst>
</file>

<file path=ppt/tags/tag191.xml><?xml version="1.0" encoding="utf-8"?>
<p:tagLst xmlns:p="http://schemas.openxmlformats.org/presentationml/2006/main">
  <p:tag name="AS_UNIQUEID" val="813"/>
</p:tagLst>
</file>

<file path=ppt/tags/tag192.xml><?xml version="1.0" encoding="utf-8"?>
<p:tagLst xmlns:p="http://schemas.openxmlformats.org/presentationml/2006/main">
  <p:tag name="AS_UNIQUEID" val="814"/>
</p:tagLst>
</file>

<file path=ppt/tags/tag193.xml><?xml version="1.0" encoding="utf-8"?>
<p:tagLst xmlns:p="http://schemas.openxmlformats.org/presentationml/2006/main">
  <p:tag name="AS_UNIQUEID" val="815"/>
</p:tagLst>
</file>

<file path=ppt/tags/tag194.xml><?xml version="1.0" encoding="utf-8"?>
<p:tagLst xmlns:p="http://schemas.openxmlformats.org/presentationml/2006/main">
  <p:tag name="AS_UNIQUEID" val="816"/>
</p:tagLst>
</file>

<file path=ppt/tags/tag195.xml><?xml version="1.0" encoding="utf-8"?>
<p:tagLst xmlns:p="http://schemas.openxmlformats.org/presentationml/2006/main">
  <p:tag name="AS_UNIQUEID" val="817"/>
</p:tagLst>
</file>

<file path=ppt/tags/tag196.xml><?xml version="1.0" encoding="utf-8"?>
<p:tagLst xmlns:p="http://schemas.openxmlformats.org/presentationml/2006/main">
  <p:tag name="AS_UNIQUEID" val="818"/>
</p:tagLst>
</file>

<file path=ppt/tags/tag197.xml><?xml version="1.0" encoding="utf-8"?>
<p:tagLst xmlns:p="http://schemas.openxmlformats.org/presentationml/2006/main">
  <p:tag name="AS_UNIQUEID" val="819"/>
</p:tagLst>
</file>

<file path=ppt/tags/tag198.xml><?xml version="1.0" encoding="utf-8"?>
<p:tagLst xmlns:p="http://schemas.openxmlformats.org/presentationml/2006/main">
  <p:tag name="AS_UNIQUEID" val="820"/>
</p:tagLst>
</file>

<file path=ppt/tags/tag199.xml><?xml version="1.0" encoding="utf-8"?>
<p:tagLst xmlns:p="http://schemas.openxmlformats.org/presentationml/2006/main">
  <p:tag name="AS_UNIQUEID" val="821"/>
</p:tagLst>
</file>

<file path=ppt/tags/tag200.xml><?xml version="1.0" encoding="utf-8"?>
<p:tagLst xmlns:p="http://schemas.openxmlformats.org/presentationml/2006/main">
  <p:tag name="AS_UNIQUEID" val="822"/>
</p:tagLst>
</file>

<file path=ppt/tags/tag201.xml><?xml version="1.0" encoding="utf-8"?>
<p:tagLst xmlns:p="http://schemas.openxmlformats.org/presentationml/2006/main">
  <p:tag name="AS_UNIQUEID" val="823"/>
</p:tagLst>
</file>

<file path=ppt/tags/tag202.xml><?xml version="1.0" encoding="utf-8"?>
<p:tagLst xmlns:p="http://schemas.openxmlformats.org/presentationml/2006/main">
  <p:tag name="AS_UNIQUEID" val="825"/>
</p:tagLst>
</file>

<file path=ppt/tags/tag203.xml><?xml version="1.0" encoding="utf-8"?>
<p:tagLst xmlns:p="http://schemas.openxmlformats.org/presentationml/2006/main">
  <p:tag name="AS_UNIQUEID" val="794"/>
</p:tagLst>
</file>

<file path=ppt/tags/tag204.xml><?xml version="1.0" encoding="utf-8"?>
<p:tagLst xmlns:p="http://schemas.openxmlformats.org/presentationml/2006/main">
  <p:tag name="AS_UNIQUEID" val="795"/>
</p:tagLst>
</file>

<file path=ppt/tags/tag205.xml><?xml version="1.0" encoding="utf-8"?>
<p:tagLst xmlns:p="http://schemas.openxmlformats.org/presentationml/2006/main">
  <p:tag name="AS_UNIQUEID" val="796"/>
</p:tagLst>
</file>

<file path=ppt/tags/tag206.xml><?xml version="1.0" encoding="utf-8"?>
<p:tagLst xmlns:p="http://schemas.openxmlformats.org/presentationml/2006/main">
  <p:tag name="AS_UNIQUEID" val="797"/>
</p:tagLst>
</file>

<file path=ppt/tags/tag207.xml><?xml version="1.0" encoding="utf-8"?>
<p:tagLst xmlns:p="http://schemas.openxmlformats.org/presentationml/2006/main">
  <p:tag name="AS_UNIQUEID" val="798"/>
</p:tagLst>
</file>

<file path=ppt/tags/tag208.xml><?xml version="1.0" encoding="utf-8"?>
<p:tagLst xmlns:p="http://schemas.openxmlformats.org/presentationml/2006/main">
  <p:tag name="AS_UNIQUEID" val="799"/>
</p:tagLst>
</file>

<file path=ppt/tags/tag209.xml><?xml version="1.0" encoding="utf-8"?>
<p:tagLst xmlns:p="http://schemas.openxmlformats.org/presentationml/2006/main">
  <p:tag name="AS_UNIQUEID" val="800"/>
</p:tagLst>
</file>

<file path=ppt/tags/tag210.xml><?xml version="1.0" encoding="utf-8"?>
<p:tagLst xmlns:p="http://schemas.openxmlformats.org/presentationml/2006/main">
  <p:tag name="AS_UNIQUEID" val="801"/>
</p:tagLst>
</file>

<file path=ppt/tags/tag211.xml><?xml version="1.0" encoding="utf-8"?>
<p:tagLst xmlns:p="http://schemas.openxmlformats.org/presentationml/2006/main">
  <p:tag name="AS_UNIQUEID" val="802"/>
</p:tagLst>
</file>

<file path=ppt/tags/tag212.xml><?xml version="1.0" encoding="utf-8"?>
<p:tagLst xmlns:p="http://schemas.openxmlformats.org/presentationml/2006/main">
  <p:tag name="AS_UNIQUEID" val="803"/>
</p:tagLst>
</file>

<file path=ppt/tags/tag213.xml><?xml version="1.0" encoding="utf-8"?>
<p:tagLst xmlns:p="http://schemas.openxmlformats.org/presentationml/2006/main">
  <p:tag name="AS_UNIQUEID" val="804"/>
</p:tagLst>
</file>

<file path=ppt/tags/tag214.xml><?xml version="1.0" encoding="utf-8"?>
<p:tagLst xmlns:p="http://schemas.openxmlformats.org/presentationml/2006/main">
  <p:tag name="AS_UNIQUEID" val="805"/>
</p:tagLst>
</file>

<file path=ppt/tags/tag215.xml><?xml version="1.0" encoding="utf-8"?>
<p:tagLst xmlns:p="http://schemas.openxmlformats.org/presentationml/2006/main">
  <p:tag name="AS_UNIQUEID" val="806"/>
</p:tagLst>
</file>

<file path=ppt/tags/tag216.xml><?xml version="1.0" encoding="utf-8"?>
<p:tagLst xmlns:p="http://schemas.openxmlformats.org/presentationml/2006/main">
  <p:tag name="AS_UNIQUEID" val="807"/>
</p:tagLst>
</file>

<file path=ppt/tags/tag217.xml><?xml version="1.0" encoding="utf-8"?>
<p:tagLst xmlns:p="http://schemas.openxmlformats.org/presentationml/2006/main">
  <p:tag name="AS_UNIQUEID" val="808"/>
</p:tagLst>
</file>

<file path=ppt/tags/tag218.xml><?xml version="1.0" encoding="utf-8"?>
<p:tagLst xmlns:p="http://schemas.openxmlformats.org/presentationml/2006/main">
  <p:tag name="AS_UNIQUEID" val="793"/>
</p:tagLst>
</file>

<file path=ppt/tags/tag219.xml><?xml version="1.0" encoding="utf-8"?>
<p:tagLst xmlns:p="http://schemas.openxmlformats.org/presentationml/2006/main">
  <p:tag name="AS_UNIQUEID" val="1064"/>
</p:tagLst>
</file>

<file path=ppt/tags/tag220.xml><?xml version="1.0" encoding="utf-8"?>
<p:tagLst xmlns:p="http://schemas.openxmlformats.org/presentationml/2006/main">
  <p:tag name="AS_UNIQUEID" val="1065"/>
</p:tagLst>
</file>

<file path=ppt/tags/tag221.xml><?xml version="1.0" encoding="utf-8"?>
<p:tagLst xmlns:p="http://schemas.openxmlformats.org/presentationml/2006/main">
  <p:tag name="AS_UNIQUEID" val="1066"/>
</p:tagLst>
</file>

<file path=ppt/tags/tag222.xml><?xml version="1.0" encoding="utf-8"?>
<p:tagLst xmlns:p="http://schemas.openxmlformats.org/presentationml/2006/main">
  <p:tag name="AS_UNIQUEID" val="826"/>
</p:tagLst>
</file>

<file path=ppt/tags/tag223.xml><?xml version="1.0" encoding="utf-8"?>
<p:tagLst xmlns:p="http://schemas.openxmlformats.org/presentationml/2006/main">
  <p:tag name="AS_UNIQUEID" val="827"/>
</p:tagLst>
</file>

<file path=ppt/tags/tag224.xml><?xml version="1.0" encoding="utf-8"?>
<p:tagLst xmlns:p="http://schemas.openxmlformats.org/presentationml/2006/main">
  <p:tag name="AS_UNIQUEID" val="828"/>
</p:tagLst>
</file>

<file path=ppt/tags/tag225.xml><?xml version="1.0" encoding="utf-8"?>
<p:tagLst xmlns:p="http://schemas.openxmlformats.org/presentationml/2006/main">
  <p:tag name="AS_UNIQUEID" val="922"/>
</p:tagLst>
</file>

<file path=ppt/tags/tag226.xml><?xml version="1.0" encoding="utf-8"?>
<p:tagLst xmlns:p="http://schemas.openxmlformats.org/presentationml/2006/main">
  <p:tag name="AS_UNIQUEID" val="876"/>
</p:tagLst>
</file>

<file path=ppt/tags/tag227.xml><?xml version="1.0" encoding="utf-8"?>
<p:tagLst xmlns:p="http://schemas.openxmlformats.org/presentationml/2006/main">
  <p:tag name="AS_UNIQUEID" val="877"/>
</p:tagLst>
</file>

<file path=ppt/tags/tag228.xml><?xml version="1.0" encoding="utf-8"?>
<p:tagLst xmlns:p="http://schemas.openxmlformats.org/presentationml/2006/main">
  <p:tag name="AS_UNIQUEID" val="878"/>
</p:tagLst>
</file>

<file path=ppt/tags/tag229.xml><?xml version="1.0" encoding="utf-8"?>
<p:tagLst xmlns:p="http://schemas.openxmlformats.org/presentationml/2006/main">
  <p:tag name="AS_UNIQUEID" val="879"/>
</p:tagLst>
</file>

<file path=ppt/tags/tag230.xml><?xml version="1.0" encoding="utf-8"?>
<p:tagLst xmlns:p="http://schemas.openxmlformats.org/presentationml/2006/main">
  <p:tag name="AS_UNIQUEID" val="880"/>
</p:tagLst>
</file>

<file path=ppt/tags/tag231.xml><?xml version="1.0" encoding="utf-8"?>
<p:tagLst xmlns:p="http://schemas.openxmlformats.org/presentationml/2006/main">
  <p:tag name="AS_UNIQUEID" val="881"/>
</p:tagLst>
</file>

<file path=ppt/tags/tag232.xml><?xml version="1.0" encoding="utf-8"?>
<p:tagLst xmlns:p="http://schemas.openxmlformats.org/presentationml/2006/main">
  <p:tag name="AS_UNIQUEID" val="882"/>
</p:tagLst>
</file>

<file path=ppt/tags/tag233.xml><?xml version="1.0" encoding="utf-8"?>
<p:tagLst xmlns:p="http://schemas.openxmlformats.org/presentationml/2006/main">
  <p:tag name="AS_UNIQUEID" val="883"/>
</p:tagLst>
</file>

<file path=ppt/tags/tag234.xml><?xml version="1.0" encoding="utf-8"?>
<p:tagLst xmlns:p="http://schemas.openxmlformats.org/presentationml/2006/main">
  <p:tag name="AS_UNIQUEID" val="884"/>
</p:tagLst>
</file>

<file path=ppt/tags/tag235.xml><?xml version="1.0" encoding="utf-8"?>
<p:tagLst xmlns:p="http://schemas.openxmlformats.org/presentationml/2006/main">
  <p:tag name="AS_UNIQUEID" val="885"/>
</p:tagLst>
</file>

<file path=ppt/tags/tag236.xml><?xml version="1.0" encoding="utf-8"?>
<p:tagLst xmlns:p="http://schemas.openxmlformats.org/presentationml/2006/main">
  <p:tag name="AS_UNIQUEID" val="886"/>
</p:tagLst>
</file>

<file path=ppt/tags/tag237.xml><?xml version="1.0" encoding="utf-8"?>
<p:tagLst xmlns:p="http://schemas.openxmlformats.org/presentationml/2006/main">
  <p:tag name="AS_UNIQUEID" val="887"/>
</p:tagLst>
</file>

<file path=ppt/tags/tag238.xml><?xml version="1.0" encoding="utf-8"?>
<p:tagLst xmlns:p="http://schemas.openxmlformats.org/presentationml/2006/main">
  <p:tag name="AS_UNIQUEID" val="888"/>
</p:tagLst>
</file>

<file path=ppt/tags/tag239.xml><?xml version="1.0" encoding="utf-8"?>
<p:tagLst xmlns:p="http://schemas.openxmlformats.org/presentationml/2006/main">
  <p:tag name="AS_UNIQUEID" val="889"/>
</p:tagLst>
</file>

<file path=ppt/tags/tag240.xml><?xml version="1.0" encoding="utf-8"?>
<p:tagLst xmlns:p="http://schemas.openxmlformats.org/presentationml/2006/main">
  <p:tag name="AS_UNIQUEID" val="890"/>
</p:tagLst>
</file>

<file path=ppt/tags/tag241.xml><?xml version="1.0" encoding="utf-8"?>
<p:tagLst xmlns:p="http://schemas.openxmlformats.org/presentationml/2006/main">
  <p:tag name="AS_UNIQUEID" val="891"/>
</p:tagLst>
</file>

<file path=ppt/tags/tag242.xml><?xml version="1.0" encoding="utf-8"?>
<p:tagLst xmlns:p="http://schemas.openxmlformats.org/presentationml/2006/main">
  <p:tag name="AS_UNIQUEID" val="892"/>
</p:tagLst>
</file>

<file path=ppt/tags/tag243.xml><?xml version="1.0" encoding="utf-8"?>
<p:tagLst xmlns:p="http://schemas.openxmlformats.org/presentationml/2006/main">
  <p:tag name="AS_UNIQUEID" val="893"/>
</p:tagLst>
</file>

<file path=ppt/tags/tag244.xml><?xml version="1.0" encoding="utf-8"?>
<p:tagLst xmlns:p="http://schemas.openxmlformats.org/presentationml/2006/main">
  <p:tag name="AS_UNIQUEID" val="894"/>
</p:tagLst>
</file>

<file path=ppt/tags/tag245.xml><?xml version="1.0" encoding="utf-8"?>
<p:tagLst xmlns:p="http://schemas.openxmlformats.org/presentationml/2006/main">
  <p:tag name="AS_UNIQUEID" val="895"/>
</p:tagLst>
</file>

<file path=ppt/tags/tag246.xml><?xml version="1.0" encoding="utf-8"?>
<p:tagLst xmlns:p="http://schemas.openxmlformats.org/presentationml/2006/main">
  <p:tag name="AS_UNIQUEID" val="896"/>
</p:tagLst>
</file>

<file path=ppt/tags/tag247.xml><?xml version="1.0" encoding="utf-8"?>
<p:tagLst xmlns:p="http://schemas.openxmlformats.org/presentationml/2006/main">
  <p:tag name="AS_UNIQUEID" val="897"/>
</p:tagLst>
</file>

<file path=ppt/tags/tag248.xml><?xml version="1.0" encoding="utf-8"?>
<p:tagLst xmlns:p="http://schemas.openxmlformats.org/presentationml/2006/main">
  <p:tag name="AS_UNIQUEID" val="898"/>
</p:tagLst>
</file>

<file path=ppt/tags/tag249.xml><?xml version="1.0" encoding="utf-8"?>
<p:tagLst xmlns:p="http://schemas.openxmlformats.org/presentationml/2006/main">
  <p:tag name="AS_UNIQUEID" val="899"/>
</p:tagLst>
</file>

<file path=ppt/tags/tag250.xml><?xml version="1.0" encoding="utf-8"?>
<p:tagLst xmlns:p="http://schemas.openxmlformats.org/presentationml/2006/main">
  <p:tag name="AS_UNIQUEID" val="900"/>
</p:tagLst>
</file>

<file path=ppt/tags/tag251.xml><?xml version="1.0" encoding="utf-8"?>
<p:tagLst xmlns:p="http://schemas.openxmlformats.org/presentationml/2006/main">
  <p:tag name="AS_UNIQUEID" val="901"/>
</p:tagLst>
</file>

<file path=ppt/tags/tag252.xml><?xml version="1.0" encoding="utf-8"?>
<p:tagLst xmlns:p="http://schemas.openxmlformats.org/presentationml/2006/main">
  <p:tag name="AS_UNIQUEID" val="923"/>
</p:tagLst>
</file>

<file path=ppt/tags/tag253.xml><?xml version="1.0" encoding="utf-8"?>
<p:tagLst xmlns:p="http://schemas.openxmlformats.org/presentationml/2006/main">
  <p:tag name="AS_UNIQUEID" val="902"/>
</p:tagLst>
</file>

<file path=ppt/tags/tag254.xml><?xml version="1.0" encoding="utf-8"?>
<p:tagLst xmlns:p="http://schemas.openxmlformats.org/presentationml/2006/main">
  <p:tag name="AS_UNIQUEID" val="903"/>
</p:tagLst>
</file>

<file path=ppt/tags/tag255.xml><?xml version="1.0" encoding="utf-8"?>
<p:tagLst xmlns:p="http://schemas.openxmlformats.org/presentationml/2006/main">
  <p:tag name="AS_UNIQUEID" val="904"/>
</p:tagLst>
</file>

<file path=ppt/tags/tag256.xml><?xml version="1.0" encoding="utf-8"?>
<p:tagLst xmlns:p="http://schemas.openxmlformats.org/presentationml/2006/main">
  <p:tag name="AS_UNIQUEID" val="905"/>
</p:tagLst>
</file>

<file path=ppt/tags/tag257.xml><?xml version="1.0" encoding="utf-8"?>
<p:tagLst xmlns:p="http://schemas.openxmlformats.org/presentationml/2006/main">
  <p:tag name="AS_UNIQUEID" val="906"/>
</p:tagLst>
</file>

<file path=ppt/tags/tag258.xml><?xml version="1.0" encoding="utf-8"?>
<p:tagLst xmlns:p="http://schemas.openxmlformats.org/presentationml/2006/main">
  <p:tag name="AS_UNIQUEID" val="907"/>
</p:tagLst>
</file>

<file path=ppt/tags/tag259.xml><?xml version="1.0" encoding="utf-8"?>
<p:tagLst xmlns:p="http://schemas.openxmlformats.org/presentationml/2006/main">
  <p:tag name="AS_UNIQUEID" val="908"/>
</p:tagLst>
</file>

<file path=ppt/tags/tag260.xml><?xml version="1.0" encoding="utf-8"?>
<p:tagLst xmlns:p="http://schemas.openxmlformats.org/presentationml/2006/main">
  <p:tag name="AS_UNIQUEID" val="909"/>
</p:tagLst>
</file>

<file path=ppt/tags/tag261.xml><?xml version="1.0" encoding="utf-8"?>
<p:tagLst xmlns:p="http://schemas.openxmlformats.org/presentationml/2006/main">
  <p:tag name="AS_UNIQUEID" val="910"/>
</p:tagLst>
</file>

<file path=ppt/tags/tag262.xml><?xml version="1.0" encoding="utf-8"?>
<p:tagLst xmlns:p="http://schemas.openxmlformats.org/presentationml/2006/main">
  <p:tag name="AS_UNIQUEID" val="911"/>
</p:tagLst>
</file>

<file path=ppt/tags/tag263.xml><?xml version="1.0" encoding="utf-8"?>
<p:tagLst xmlns:p="http://schemas.openxmlformats.org/presentationml/2006/main">
  <p:tag name="AS_UNIQUEID" val="912"/>
</p:tagLst>
</file>

<file path=ppt/tags/tag264.xml><?xml version="1.0" encoding="utf-8"?>
<p:tagLst xmlns:p="http://schemas.openxmlformats.org/presentationml/2006/main">
  <p:tag name="AS_UNIQUEID" val="913"/>
</p:tagLst>
</file>

<file path=ppt/tags/tag265.xml><?xml version="1.0" encoding="utf-8"?>
<p:tagLst xmlns:p="http://schemas.openxmlformats.org/presentationml/2006/main">
  <p:tag name="AS_UNIQUEID" val="914"/>
</p:tagLst>
</file>

<file path=ppt/tags/tag266.xml><?xml version="1.0" encoding="utf-8"?>
<p:tagLst xmlns:p="http://schemas.openxmlformats.org/presentationml/2006/main">
  <p:tag name="AS_UNIQUEID" val="915"/>
</p:tagLst>
</file>

<file path=ppt/tags/tag267.xml><?xml version="1.0" encoding="utf-8"?>
<p:tagLst xmlns:p="http://schemas.openxmlformats.org/presentationml/2006/main">
  <p:tag name="AS_UNIQUEID" val="916"/>
</p:tagLst>
</file>

<file path=ppt/tags/tag268.xml><?xml version="1.0" encoding="utf-8"?>
<p:tagLst xmlns:p="http://schemas.openxmlformats.org/presentationml/2006/main">
  <p:tag name="AS_UNIQUEID" val="917"/>
</p:tagLst>
</file>

<file path=ppt/tags/tag269.xml><?xml version="1.0" encoding="utf-8"?>
<p:tagLst xmlns:p="http://schemas.openxmlformats.org/presentationml/2006/main">
  <p:tag name="AS_UNIQUEID" val="918"/>
</p:tagLst>
</file>

<file path=ppt/tags/tag270.xml><?xml version="1.0" encoding="utf-8"?>
<p:tagLst xmlns:p="http://schemas.openxmlformats.org/presentationml/2006/main">
  <p:tag name="AS_UNIQUEID" val="919"/>
</p:tagLst>
</file>

<file path=ppt/tags/tag271.xml><?xml version="1.0" encoding="utf-8"?>
<p:tagLst xmlns:p="http://schemas.openxmlformats.org/presentationml/2006/main">
  <p:tag name="AS_UNIQUEID" val="920"/>
</p:tagLst>
</file>

<file path=ppt/tags/tag272.xml><?xml version="1.0" encoding="utf-8"?>
<p:tagLst xmlns:p="http://schemas.openxmlformats.org/presentationml/2006/main">
  <p:tag name="AS_UNIQUEID" val="921"/>
</p:tagLst>
</file>

<file path=ppt/tags/tag273.xml><?xml version="1.0" encoding="utf-8"?>
<p:tagLst xmlns:p="http://schemas.openxmlformats.org/presentationml/2006/main">
  <p:tag name="AS_UNIQUEID" val="875"/>
</p:tagLst>
</file>

<file path=ppt/tags/tag274.xml><?xml version="1.0" encoding="utf-8"?>
<p:tagLst xmlns:p="http://schemas.openxmlformats.org/presentationml/2006/main">
  <p:tag name="AS_UNIQUEID" val="1069"/>
</p:tagLst>
</file>

<file path=ppt/tags/tag275.xml><?xml version="1.0" encoding="utf-8"?>
<p:tagLst xmlns:p="http://schemas.openxmlformats.org/presentationml/2006/main">
  <p:tag name="AS_UNIQUEID" val="1070"/>
</p:tagLst>
</file>

<file path=ppt/tags/tag276.xml><?xml version="1.0" encoding="utf-8"?>
<p:tagLst xmlns:p="http://schemas.openxmlformats.org/presentationml/2006/main">
  <p:tag name="AS_UNIQUEID" val="1071"/>
</p:tagLst>
</file>

<file path=ppt/tags/tag277.xml><?xml version="1.0" encoding="utf-8"?>
<p:tagLst xmlns:p="http://schemas.openxmlformats.org/presentationml/2006/main">
  <p:tag name="AS_UNIQUEID" val="924"/>
</p:tagLst>
</file>

<file path=ppt/tags/tag278.xml><?xml version="1.0" encoding="utf-8"?>
<p:tagLst xmlns:p="http://schemas.openxmlformats.org/presentationml/2006/main">
  <p:tag name="AS_UNIQUEID" val="925"/>
</p:tagLst>
</file>

<file path=ppt/tags/tag279.xml><?xml version="1.0" encoding="utf-8"?>
<p:tagLst xmlns:p="http://schemas.openxmlformats.org/presentationml/2006/main">
  <p:tag name="AS_UNIQUEID" val="926"/>
</p:tagLst>
</file>

<file path=ppt/tags/tag280.xml><?xml version="1.0" encoding="utf-8"?>
<p:tagLst xmlns:p="http://schemas.openxmlformats.org/presentationml/2006/main">
  <p:tag name="AS_UNIQUEID" val="927"/>
</p:tagLst>
</file>

<file path=ppt/tags/tag281.xml><?xml version="1.0" encoding="utf-8"?>
<p:tagLst xmlns:p="http://schemas.openxmlformats.org/presentationml/2006/main">
  <p:tag name="AS_UNIQUEID" val="1001"/>
  <p:tag name="KSO_WM_DIAGRAM_VIRTUALLY_FRAME" val="{&quot;height&quot;:276,&quot;left&quot;:48,&quot;top&quot;:175.2,&quot;width&quot;:864}"/>
</p:tagLst>
</file>

<file path=ppt/tags/tag282.xml><?xml version="1.0" encoding="utf-8"?>
<p:tagLst xmlns:p="http://schemas.openxmlformats.org/presentationml/2006/main">
  <p:tag name="AS_UNIQUEID" val="979"/>
  <p:tag name="KSO_WM_DIAGRAM_VIRTUALLY_FRAME" val="{&quot;height&quot;:276,&quot;left&quot;:48,&quot;top&quot;:175.2,&quot;width&quot;:864}"/>
</p:tagLst>
</file>

<file path=ppt/tags/tag283.xml><?xml version="1.0" encoding="utf-8"?>
<p:tagLst xmlns:p="http://schemas.openxmlformats.org/presentationml/2006/main">
  <p:tag name="AS_UNIQUEID" val="980"/>
  <p:tag name="KSO_WM_DIAGRAM_VIRTUALLY_FRAME" val="{&quot;height&quot;:276,&quot;left&quot;:48,&quot;top&quot;:175.2,&quot;width&quot;:864}"/>
</p:tagLst>
</file>

<file path=ppt/tags/tag284.xml><?xml version="1.0" encoding="utf-8"?>
<p:tagLst xmlns:p="http://schemas.openxmlformats.org/presentationml/2006/main">
  <p:tag name="AS_UNIQUEID" val="981"/>
  <p:tag name="KSO_WM_DIAGRAM_VIRTUALLY_FRAME" val="{&quot;height&quot;:276,&quot;left&quot;:48,&quot;top&quot;:175.2,&quot;width&quot;:864}"/>
</p:tagLst>
</file>

<file path=ppt/tags/tag285.xml><?xml version="1.0" encoding="utf-8"?>
<p:tagLst xmlns:p="http://schemas.openxmlformats.org/presentationml/2006/main">
  <p:tag name="AS_UNIQUEID" val="982"/>
  <p:tag name="KSO_WM_DIAGRAM_VIRTUALLY_FRAME" val="{&quot;height&quot;:276,&quot;left&quot;:48,&quot;top&quot;:175.2,&quot;width&quot;:864}"/>
</p:tagLst>
</file>

<file path=ppt/tags/tag286.xml><?xml version="1.0" encoding="utf-8"?>
<p:tagLst xmlns:p="http://schemas.openxmlformats.org/presentationml/2006/main">
  <p:tag name="AS_UNIQUEID" val="983"/>
  <p:tag name="KSO_WM_DIAGRAM_VIRTUALLY_FRAME" val="{&quot;height&quot;:276,&quot;left&quot;:48,&quot;top&quot;:175.2,&quot;width&quot;:864}"/>
</p:tagLst>
</file>

<file path=ppt/tags/tag287.xml><?xml version="1.0" encoding="utf-8"?>
<p:tagLst xmlns:p="http://schemas.openxmlformats.org/presentationml/2006/main">
  <p:tag name="AS_UNIQUEID" val="984"/>
  <p:tag name="KSO_WM_DIAGRAM_VIRTUALLY_FRAME" val="{&quot;height&quot;:276,&quot;left&quot;:48,&quot;top&quot;:175.2,&quot;width&quot;:864}"/>
</p:tagLst>
</file>

<file path=ppt/tags/tag288.xml><?xml version="1.0" encoding="utf-8"?>
<p:tagLst xmlns:p="http://schemas.openxmlformats.org/presentationml/2006/main">
  <p:tag name="AS_UNIQUEID" val="985"/>
  <p:tag name="KSO_WM_DIAGRAM_VIRTUALLY_FRAME" val="{&quot;height&quot;:276,&quot;left&quot;:48,&quot;top&quot;:175.2,&quot;width&quot;:864}"/>
</p:tagLst>
</file>

<file path=ppt/tags/tag289.xml><?xml version="1.0" encoding="utf-8"?>
<p:tagLst xmlns:p="http://schemas.openxmlformats.org/presentationml/2006/main">
  <p:tag name="AS_UNIQUEID" val="986"/>
  <p:tag name="KSO_WM_DIAGRAM_VIRTUALLY_FRAME" val="{&quot;height&quot;:276,&quot;left&quot;:48,&quot;top&quot;:175.2,&quot;width&quot;:864}"/>
</p:tagLst>
</file>

<file path=ppt/tags/tag290.xml><?xml version="1.0" encoding="utf-8"?>
<p:tagLst xmlns:p="http://schemas.openxmlformats.org/presentationml/2006/main">
  <p:tag name="AS_UNIQUEID" val="1002"/>
  <p:tag name="KSO_WM_DIAGRAM_VIRTUALLY_FRAME" val="{&quot;height&quot;:276,&quot;left&quot;:48,&quot;top&quot;:175.2,&quot;width&quot;:864}"/>
</p:tagLst>
</file>

<file path=ppt/tags/tag291.xml><?xml version="1.0" encoding="utf-8"?>
<p:tagLst xmlns:p="http://schemas.openxmlformats.org/presentationml/2006/main">
  <p:tag name="AS_UNIQUEID" val="994"/>
  <p:tag name="KSO_WM_DIAGRAM_VIRTUALLY_FRAME" val="{&quot;height&quot;:276,&quot;left&quot;:48,&quot;top&quot;:175.2,&quot;width&quot;:864}"/>
</p:tagLst>
</file>

<file path=ppt/tags/tag292.xml><?xml version="1.0" encoding="utf-8"?>
<p:tagLst xmlns:p="http://schemas.openxmlformats.org/presentationml/2006/main">
  <p:tag name="AS_UNIQUEID" val="995"/>
  <p:tag name="KSO_WM_DIAGRAM_VIRTUALLY_FRAME" val="{&quot;height&quot;:276,&quot;left&quot;:48,&quot;top&quot;:175.2,&quot;width&quot;:864}"/>
</p:tagLst>
</file>

<file path=ppt/tags/tag293.xml><?xml version="1.0" encoding="utf-8"?>
<p:tagLst xmlns:p="http://schemas.openxmlformats.org/presentationml/2006/main">
  <p:tag name="AS_UNIQUEID" val="996"/>
  <p:tag name="KSO_WM_DIAGRAM_VIRTUALLY_FRAME" val="{&quot;height&quot;:276,&quot;left&quot;:48,&quot;top&quot;:175.2,&quot;width&quot;:864}"/>
</p:tagLst>
</file>

<file path=ppt/tags/tag294.xml><?xml version="1.0" encoding="utf-8"?>
<p:tagLst xmlns:p="http://schemas.openxmlformats.org/presentationml/2006/main">
  <p:tag name="AS_UNIQUEID" val="997"/>
  <p:tag name="KSO_WM_DIAGRAM_VIRTUALLY_FRAME" val="{&quot;height&quot;:276,&quot;left&quot;:48,&quot;top&quot;:175.2,&quot;width&quot;:864}"/>
</p:tagLst>
</file>

<file path=ppt/tags/tag295.xml><?xml version="1.0" encoding="utf-8"?>
<p:tagLst xmlns:p="http://schemas.openxmlformats.org/presentationml/2006/main">
  <p:tag name="AS_UNIQUEID" val="998"/>
  <p:tag name="KSO_WM_DIAGRAM_VIRTUALLY_FRAME" val="{&quot;height&quot;:276,&quot;left&quot;:48,&quot;top&quot;:175.2,&quot;width&quot;:864}"/>
</p:tagLst>
</file>

<file path=ppt/tags/tag296.xml><?xml version="1.0" encoding="utf-8"?>
<p:tagLst xmlns:p="http://schemas.openxmlformats.org/presentationml/2006/main">
  <p:tag name="AS_UNIQUEID" val="999"/>
  <p:tag name="KSO_WM_DIAGRAM_VIRTUALLY_FRAME" val="{&quot;height&quot;:276,&quot;left&quot;:48,&quot;top&quot;:175.2,&quot;width&quot;:864}"/>
</p:tagLst>
</file>

<file path=ppt/tags/tag297.xml><?xml version="1.0" encoding="utf-8"?>
<p:tagLst xmlns:p="http://schemas.openxmlformats.org/presentationml/2006/main">
  <p:tag name="AS_UNIQUEID" val="1000"/>
  <p:tag name="KSO_WM_DIAGRAM_VIRTUALLY_FRAME" val="{&quot;height&quot;:276,&quot;left&quot;:48,&quot;top&quot;:175.2,&quot;width&quot;:864}"/>
</p:tagLst>
</file>

<file path=ppt/tags/tag298.xml><?xml version="1.0" encoding="utf-8"?>
<p:tagLst xmlns:p="http://schemas.openxmlformats.org/presentationml/2006/main">
  <p:tag name="AS_UNIQUEID" val="1003"/>
  <p:tag name="KSO_WM_DIAGRAM_VIRTUALLY_FRAME" val="{&quot;height&quot;:276,&quot;left&quot;:48,&quot;top&quot;:175.2,&quot;width&quot;:864}"/>
</p:tagLst>
</file>

<file path=ppt/tags/tag299.xml><?xml version="1.0" encoding="utf-8"?>
<p:tagLst xmlns:p="http://schemas.openxmlformats.org/presentationml/2006/main">
  <p:tag name="AS_UNIQUEID" val="965"/>
  <p:tag name="KSO_WM_DIAGRAM_VIRTUALLY_FRAME" val="{&quot;height&quot;:276,&quot;left&quot;:48,&quot;top&quot;:175.2,&quot;width&quot;:864}"/>
</p:tagLst>
</file>

<file path=ppt/tags/tag300.xml><?xml version="1.0" encoding="utf-8"?>
<p:tagLst xmlns:p="http://schemas.openxmlformats.org/presentationml/2006/main">
  <p:tag name="AS_UNIQUEID" val="966"/>
  <p:tag name="KSO_WM_DIAGRAM_VIRTUALLY_FRAME" val="{&quot;height&quot;:276,&quot;left&quot;:48,&quot;top&quot;:175.2,&quot;width&quot;:864}"/>
</p:tagLst>
</file>

<file path=ppt/tags/tag301.xml><?xml version="1.0" encoding="utf-8"?>
<p:tagLst xmlns:p="http://schemas.openxmlformats.org/presentationml/2006/main">
  <p:tag name="AS_UNIQUEID" val="967"/>
  <p:tag name="KSO_WM_DIAGRAM_VIRTUALLY_FRAME" val="{&quot;height&quot;:276,&quot;left&quot;:48,&quot;top&quot;:175.2,&quot;width&quot;:864}"/>
</p:tagLst>
</file>

<file path=ppt/tags/tag302.xml><?xml version="1.0" encoding="utf-8"?>
<p:tagLst xmlns:p="http://schemas.openxmlformats.org/presentationml/2006/main">
  <p:tag name="AS_UNIQUEID" val="968"/>
  <p:tag name="KSO_WM_DIAGRAM_VIRTUALLY_FRAME" val="{&quot;height&quot;:276,&quot;left&quot;:48,&quot;top&quot;:175.2,&quot;width&quot;:864}"/>
</p:tagLst>
</file>

<file path=ppt/tags/tag303.xml><?xml version="1.0" encoding="utf-8"?>
<p:tagLst xmlns:p="http://schemas.openxmlformats.org/presentationml/2006/main">
  <p:tag name="AS_UNIQUEID" val="969"/>
  <p:tag name="KSO_WM_DIAGRAM_VIRTUALLY_FRAME" val="{&quot;height&quot;:276,&quot;left&quot;:48,&quot;top&quot;:175.2,&quot;width&quot;:864}"/>
</p:tagLst>
</file>

<file path=ppt/tags/tag304.xml><?xml version="1.0" encoding="utf-8"?>
<p:tagLst xmlns:p="http://schemas.openxmlformats.org/presentationml/2006/main">
  <p:tag name="AS_UNIQUEID" val="970"/>
  <p:tag name="KSO_WM_DIAGRAM_VIRTUALLY_FRAME" val="{&quot;height&quot;:276,&quot;left&quot;:48,&quot;top&quot;:175.2,&quot;width&quot;:864}"/>
</p:tagLst>
</file>

<file path=ppt/tags/tag305.xml><?xml version="1.0" encoding="utf-8"?>
<p:tagLst xmlns:p="http://schemas.openxmlformats.org/presentationml/2006/main">
  <p:tag name="AS_UNIQUEID" val="971"/>
  <p:tag name="KSO_WM_DIAGRAM_VIRTUALLY_FRAME" val="{&quot;height&quot;:276,&quot;left&quot;:48,&quot;top&quot;:175.2,&quot;width&quot;:864}"/>
</p:tagLst>
</file>

<file path=ppt/tags/tag306.xml><?xml version="1.0" encoding="utf-8"?>
<p:tagLst xmlns:p="http://schemas.openxmlformats.org/presentationml/2006/main">
  <p:tag name="AS_UNIQUEID" val="1004"/>
  <p:tag name="KSO_WM_DIAGRAM_VIRTUALLY_FRAME" val="{&quot;height&quot;:276,&quot;left&quot;:48,&quot;top&quot;:175.2,&quot;width&quot;:864}"/>
</p:tagLst>
</file>

<file path=ppt/tags/tag307.xml><?xml version="1.0" encoding="utf-8"?>
<p:tagLst xmlns:p="http://schemas.openxmlformats.org/presentationml/2006/main">
  <p:tag name="AS_UNIQUEID" val="972"/>
  <p:tag name="KSO_WM_DIAGRAM_VIRTUALLY_FRAME" val="{&quot;height&quot;:276,&quot;left&quot;:48,&quot;top&quot;:175.2,&quot;width&quot;:864}"/>
</p:tagLst>
</file>

<file path=ppt/tags/tag308.xml><?xml version="1.0" encoding="utf-8"?>
<p:tagLst xmlns:p="http://schemas.openxmlformats.org/presentationml/2006/main">
  <p:tag name="AS_UNIQUEID" val="973"/>
  <p:tag name="KSO_WM_DIAGRAM_VIRTUALLY_FRAME" val="{&quot;height&quot;:276,&quot;left&quot;:48,&quot;top&quot;:175.2,&quot;width&quot;:864}"/>
</p:tagLst>
</file>

<file path=ppt/tags/tag309.xml><?xml version="1.0" encoding="utf-8"?>
<p:tagLst xmlns:p="http://schemas.openxmlformats.org/presentationml/2006/main">
  <p:tag name="AS_UNIQUEID" val="974"/>
  <p:tag name="KSO_WM_DIAGRAM_VIRTUALLY_FRAME" val="{&quot;height&quot;:276,&quot;left&quot;:48,&quot;top&quot;:175.2,&quot;width&quot;:864}"/>
</p:tagLst>
</file>

<file path=ppt/tags/tag310.xml><?xml version="1.0" encoding="utf-8"?>
<p:tagLst xmlns:p="http://schemas.openxmlformats.org/presentationml/2006/main">
  <p:tag name="AS_UNIQUEID" val="975"/>
  <p:tag name="KSO_WM_DIAGRAM_VIRTUALLY_FRAME" val="{&quot;height&quot;:276,&quot;left&quot;:48,&quot;top&quot;:175.2,&quot;width&quot;:864}"/>
</p:tagLst>
</file>

<file path=ppt/tags/tag311.xml><?xml version="1.0" encoding="utf-8"?>
<p:tagLst xmlns:p="http://schemas.openxmlformats.org/presentationml/2006/main">
  <p:tag name="AS_UNIQUEID" val="976"/>
  <p:tag name="KSO_WM_DIAGRAM_VIRTUALLY_FRAME" val="{&quot;height&quot;:276,&quot;left&quot;:48,&quot;top&quot;:175.2,&quot;width&quot;:864}"/>
</p:tagLst>
</file>

<file path=ppt/tags/tag312.xml><?xml version="1.0" encoding="utf-8"?>
<p:tagLst xmlns:p="http://schemas.openxmlformats.org/presentationml/2006/main">
  <p:tag name="AS_UNIQUEID" val="977"/>
  <p:tag name="KSO_WM_DIAGRAM_VIRTUALLY_FRAME" val="{&quot;height&quot;:276,&quot;left&quot;:48,&quot;top&quot;:175.2,&quot;width&quot;:864}"/>
</p:tagLst>
</file>

<file path=ppt/tags/tag313.xml><?xml version="1.0" encoding="utf-8"?>
<p:tagLst xmlns:p="http://schemas.openxmlformats.org/presentationml/2006/main">
  <p:tag name="AS_UNIQUEID" val="978"/>
  <p:tag name="KSO_WM_DIAGRAM_VIRTUALLY_FRAME" val="{&quot;height&quot;:276,&quot;left&quot;:48,&quot;top&quot;:175.2,&quot;width&quot;:864}"/>
</p:tagLst>
</file>

<file path=ppt/tags/tag314.xml><?xml version="1.0" encoding="utf-8"?>
<p:tagLst xmlns:p="http://schemas.openxmlformats.org/presentationml/2006/main">
  <p:tag name="AS_UNIQUEID" val="1005"/>
  <p:tag name="KSO_WM_DIAGRAM_VIRTUALLY_FRAME" val="{&quot;height&quot;:276,&quot;left&quot;:48,&quot;top&quot;:175.2,&quot;width&quot;:864}"/>
</p:tagLst>
</file>

<file path=ppt/tags/tag315.xml><?xml version="1.0" encoding="utf-8"?>
<p:tagLst xmlns:p="http://schemas.openxmlformats.org/presentationml/2006/main">
  <p:tag name="AS_UNIQUEID" val="987"/>
  <p:tag name="KSO_WM_DIAGRAM_VIRTUALLY_FRAME" val="{&quot;height&quot;:276,&quot;left&quot;:48,&quot;top&quot;:175.2,&quot;width&quot;:864}"/>
</p:tagLst>
</file>

<file path=ppt/tags/tag316.xml><?xml version="1.0" encoding="utf-8"?>
<p:tagLst xmlns:p="http://schemas.openxmlformats.org/presentationml/2006/main">
  <p:tag name="AS_UNIQUEID" val="988"/>
  <p:tag name="KSO_WM_DIAGRAM_VIRTUALLY_FRAME" val="{&quot;height&quot;:276,&quot;left&quot;:48,&quot;top&quot;:175.2,&quot;width&quot;:864}"/>
</p:tagLst>
</file>

<file path=ppt/tags/tag317.xml><?xml version="1.0" encoding="utf-8"?>
<p:tagLst xmlns:p="http://schemas.openxmlformats.org/presentationml/2006/main">
  <p:tag name="AS_UNIQUEID" val="989"/>
  <p:tag name="KSO_WM_DIAGRAM_VIRTUALLY_FRAME" val="{&quot;height&quot;:276,&quot;left&quot;:48,&quot;top&quot;:175.2,&quot;width&quot;:864}"/>
</p:tagLst>
</file>

<file path=ppt/tags/tag318.xml><?xml version="1.0" encoding="utf-8"?>
<p:tagLst xmlns:p="http://schemas.openxmlformats.org/presentationml/2006/main">
  <p:tag name="AS_UNIQUEID" val="990"/>
  <p:tag name="KSO_WM_DIAGRAM_VIRTUALLY_FRAME" val="{&quot;height&quot;:276,&quot;left&quot;:48,&quot;top&quot;:175.2,&quot;width&quot;:864}"/>
</p:tagLst>
</file>

<file path=ppt/tags/tag319.xml><?xml version="1.0" encoding="utf-8"?>
<p:tagLst xmlns:p="http://schemas.openxmlformats.org/presentationml/2006/main">
  <p:tag name="AS_UNIQUEID" val="991"/>
  <p:tag name="KSO_WM_DIAGRAM_VIRTUALLY_FRAME" val="{&quot;height&quot;:276,&quot;left&quot;:48,&quot;top&quot;:175.2,&quot;width&quot;:864}"/>
</p:tagLst>
</file>

<file path=ppt/tags/tag320.xml><?xml version="1.0" encoding="utf-8"?>
<p:tagLst xmlns:p="http://schemas.openxmlformats.org/presentationml/2006/main">
  <p:tag name="AS_UNIQUEID" val="992"/>
  <p:tag name="KSO_WM_DIAGRAM_VIRTUALLY_FRAME" val="{&quot;height&quot;:276,&quot;left&quot;:48,&quot;top&quot;:175.2,&quot;width&quot;:864}"/>
</p:tagLst>
</file>

<file path=ppt/tags/tag321.xml><?xml version="1.0" encoding="utf-8"?>
<p:tagLst xmlns:p="http://schemas.openxmlformats.org/presentationml/2006/main">
  <p:tag name="AS_UNIQUEID" val="993"/>
  <p:tag name="KSO_WM_DIAGRAM_VIRTUALLY_FRAME" val="{&quot;height&quot;:276,&quot;left&quot;:48,&quot;top&quot;:175.2,&quot;width&quot;:864}"/>
</p:tagLst>
</file>

<file path=ppt/tags/tag322.xml><?xml version="1.0" encoding="utf-8"?>
<p:tagLst xmlns:p="http://schemas.openxmlformats.org/presentationml/2006/main">
  <p:tag name="AS_UNIQUEID" val="964"/>
</p:tagLst>
</file>

<file path=ppt/tags/tag323.xml><?xml version="1.0" encoding="utf-8"?>
<p:tagLst xmlns:p="http://schemas.openxmlformats.org/presentationml/2006/main">
  <p:tag name="AS_UNIQUEID" val="1074"/>
</p:tagLst>
</file>

<file path=ppt/tags/tag324.xml><?xml version="1.0" encoding="utf-8"?>
<p:tagLst xmlns:p="http://schemas.openxmlformats.org/presentationml/2006/main">
  <p:tag name="AS_UNIQUEID" val="1075"/>
</p:tagLst>
</file>

<file path=ppt/tags/tag325.xml><?xml version="1.0" encoding="utf-8"?>
<p:tagLst xmlns:p="http://schemas.openxmlformats.org/presentationml/2006/main">
  <p:tag name="AS_UNIQUEID" val="1076"/>
</p:tagLst>
</file>

<file path=ppt/tags/tag326.xml><?xml version="1.0" encoding="utf-8"?>
<p:tagLst xmlns:p="http://schemas.openxmlformats.org/presentationml/2006/main">
  <p:tag name="AS_UNIQUEID" val="1008"/>
</p:tagLst>
</file>

<file path=ppt/tags/tag327.xml><?xml version="1.0" encoding="utf-8"?>
<p:tagLst xmlns:p="http://schemas.openxmlformats.org/presentationml/2006/main">
  <p:tag name="AS_UNIQUEID" val="1009"/>
</p:tagLst>
</file>

<file path=ppt/tags/tag328.xml><?xml version="1.0" encoding="utf-8"?>
<p:tagLst xmlns:p="http://schemas.openxmlformats.org/presentationml/2006/main">
  <p:tag name="AS_UNIQUEID" val="1010"/>
</p:tagLst>
</file>

<file path=ppt/tags/tag329.xml><?xml version="1.0" encoding="utf-8"?>
<p:tagLst xmlns:p="http://schemas.openxmlformats.org/presentationml/2006/main">
  <p:tag name="AS_UNIQUEID" val="1018"/>
</p:tagLst>
</file>

<file path=ppt/tags/tag330.xml><?xml version="1.0" encoding="utf-8"?>
<p:tagLst xmlns:p="http://schemas.openxmlformats.org/presentationml/2006/main">
  <p:tag name="AS_UNIQUEID" val="1016"/>
</p:tagLst>
</file>

<file path=ppt/tags/tag331.xml><?xml version="1.0" encoding="utf-8"?>
<p:tagLst xmlns:p="http://schemas.openxmlformats.org/presentationml/2006/main">
  <p:tag name="AS_UNIQUEID" val="1017"/>
</p:tagLst>
</file>

<file path=ppt/tags/tag332.xml><?xml version="1.0" encoding="utf-8"?>
<p:tagLst xmlns:p="http://schemas.openxmlformats.org/presentationml/2006/main">
  <p:tag name="AS_UNIQUEID" val="1013"/>
</p:tagLst>
</file>

<file path=ppt/tags/tag333.xml><?xml version="1.0" encoding="utf-8"?>
<p:tagLst xmlns:p="http://schemas.openxmlformats.org/presentationml/2006/main">
  <p:tag name="AS_UNIQUEID" val="1014"/>
</p:tagLst>
</file>

<file path=ppt/tags/tag334.xml><?xml version="1.0" encoding="utf-8"?>
<p:tagLst xmlns:p="http://schemas.openxmlformats.org/presentationml/2006/main">
  <p:tag name="AS_UNIQUEID" val="1015"/>
</p:tagLst>
</file>

<file path=ppt/tags/tag335.xml><?xml version="1.0" encoding="utf-8"?>
<p:tagLst xmlns:p="http://schemas.openxmlformats.org/presentationml/2006/main">
  <p:tag name="AS_UNIQUEID" val="1079"/>
</p:tagLst>
</file>

<file path=ppt/tags/tag336.xml><?xml version="1.0" encoding="utf-8"?>
<p:tagLst xmlns:p="http://schemas.openxmlformats.org/presentationml/2006/main">
  <p:tag name="AS_UNIQUEID" val="1080"/>
</p:tagLst>
</file>

<file path=ppt/tags/tag337.xml><?xml version="1.0" encoding="utf-8"?>
<p:tagLst xmlns:p="http://schemas.openxmlformats.org/presentationml/2006/main">
  <p:tag name="AS_UNIQUEID" val="1081"/>
</p:tagLst>
</file>

<file path=ppt/tags/tag338.xml><?xml version="1.0" encoding="utf-8"?>
<p:tagLst xmlns:p="http://schemas.openxmlformats.org/presentationml/2006/main">
  <p:tag name="AS_UNIQUEID" val="0"/>
</p:tagLst>
</file>

<file path=ppt/tags/tag339.xml><?xml version="1.0" encoding="utf-8"?>
<p:tagLst xmlns:p="http://schemas.openxmlformats.org/presentationml/2006/main">
  <p:tag name="AS_UNIQUEID" val="1"/>
</p:tagLst>
</file>

<file path=ppt/tags/tag340.xml><?xml version="1.0" encoding="utf-8"?>
<p:tagLst xmlns:p="http://schemas.openxmlformats.org/presentationml/2006/main">
  <p:tag name="AS_UNIQUEID" val="2"/>
</p:tagLst>
</file>

<file path=ppt/tags/tag341.xml><?xml version="1.0" encoding="utf-8"?>
<p:tagLst xmlns:p="http://schemas.openxmlformats.org/presentationml/2006/main">
  <p:tag name="AS_UNIQUEID" val="92"/>
</p:tagLst>
</file>

<file path=ppt/tags/tag342.xml><?xml version="1.0" encoding="utf-8"?>
<p:tagLst xmlns:p="http://schemas.openxmlformats.org/presentationml/2006/main">
  <p:tag name="AS_UNIQUEID" val="76"/>
</p:tagLst>
</file>

<file path=ppt/tags/tag343.xml><?xml version="1.0" encoding="utf-8"?>
<p:tagLst xmlns:p="http://schemas.openxmlformats.org/presentationml/2006/main">
  <p:tag name="AS_UNIQUEID" val="77"/>
</p:tagLst>
</file>

<file path=ppt/tags/tag344.xml><?xml version="1.0" encoding="utf-8"?>
<p:tagLst xmlns:p="http://schemas.openxmlformats.org/presentationml/2006/main">
  <p:tag name="AS_UNIQUEID" val="78"/>
</p:tagLst>
</file>

<file path=ppt/tags/tag345.xml><?xml version="1.0" encoding="utf-8"?>
<p:tagLst xmlns:p="http://schemas.openxmlformats.org/presentationml/2006/main">
  <p:tag name="AS_UNIQUEID" val="79"/>
</p:tagLst>
</file>

<file path=ppt/tags/tag346.xml><?xml version="1.0" encoding="utf-8"?>
<p:tagLst xmlns:p="http://schemas.openxmlformats.org/presentationml/2006/main">
  <p:tag name="AS_UNIQUEID" val="80"/>
</p:tagLst>
</file>

<file path=ppt/tags/tag347.xml><?xml version="1.0" encoding="utf-8"?>
<p:tagLst xmlns:p="http://schemas.openxmlformats.org/presentationml/2006/main">
  <p:tag name="AS_UNIQUEID" val="81"/>
</p:tagLst>
</file>

<file path=ppt/tags/tag348.xml><?xml version="1.0" encoding="utf-8"?>
<p:tagLst xmlns:p="http://schemas.openxmlformats.org/presentationml/2006/main">
  <p:tag name="AS_UNIQUEID" val="82"/>
</p:tagLst>
</file>

<file path=ppt/tags/tag349.xml><?xml version="1.0" encoding="utf-8"?>
<p:tagLst xmlns:p="http://schemas.openxmlformats.org/presentationml/2006/main">
  <p:tag name="AS_UNIQUEID" val="83"/>
</p:tagLst>
</file>

<file path=ppt/tags/tag350.xml><?xml version="1.0" encoding="utf-8"?>
<p:tagLst xmlns:p="http://schemas.openxmlformats.org/presentationml/2006/main">
  <p:tag name="AS_UNIQUEID" val="84"/>
</p:tagLst>
</file>

<file path=ppt/tags/tag351.xml><?xml version="1.0" encoding="utf-8"?>
<p:tagLst xmlns:p="http://schemas.openxmlformats.org/presentationml/2006/main">
  <p:tag name="AS_UNIQUEID" val="85"/>
</p:tagLst>
</file>

<file path=ppt/tags/tag352.xml><?xml version="1.0" encoding="utf-8"?>
<p:tagLst xmlns:p="http://schemas.openxmlformats.org/presentationml/2006/main">
  <p:tag name="AS_UNIQUEID" val="86"/>
</p:tagLst>
</file>

<file path=ppt/tags/tag353.xml><?xml version="1.0" encoding="utf-8"?>
<p:tagLst xmlns:p="http://schemas.openxmlformats.org/presentationml/2006/main">
  <p:tag name="AS_UNIQUEID" val="87"/>
</p:tagLst>
</file>

<file path=ppt/tags/tag354.xml><?xml version="1.0" encoding="utf-8"?>
<p:tagLst xmlns:p="http://schemas.openxmlformats.org/presentationml/2006/main">
  <p:tag name="AS_UNIQUEID" val="88"/>
</p:tagLst>
</file>

<file path=ppt/tags/tag355.xml><?xml version="1.0" encoding="utf-8"?>
<p:tagLst xmlns:p="http://schemas.openxmlformats.org/presentationml/2006/main">
  <p:tag name="AS_UNIQUEID" val="89"/>
</p:tagLst>
</file>

<file path=ppt/tags/tag356.xml><?xml version="1.0" encoding="utf-8"?>
<p:tagLst xmlns:p="http://schemas.openxmlformats.org/presentationml/2006/main">
  <p:tag name="AS_UNIQUEID" val="90"/>
</p:tagLst>
</file>

<file path=ppt/tags/tag357.xml><?xml version="1.0" encoding="utf-8"?>
<p:tagLst xmlns:p="http://schemas.openxmlformats.org/presentationml/2006/main">
  <p:tag name="AS_UNIQUEID" val="91"/>
</p:tagLst>
</file>

<file path=ppt/tags/tag358.xml><?xml version="1.0" encoding="utf-8"?>
<p:tagLst xmlns:p="http://schemas.openxmlformats.org/presentationml/2006/main">
  <p:tag name="AS_UNIQUEID" val="93"/>
</p:tagLst>
</file>

<file path=ppt/tags/tag359.xml><?xml version="1.0" encoding="utf-8"?>
<p:tagLst xmlns:p="http://schemas.openxmlformats.org/presentationml/2006/main">
  <p:tag name="AS_UNIQUEID" val="48"/>
</p:tagLst>
</file>

<file path=ppt/tags/tag360.xml><?xml version="1.0" encoding="utf-8"?>
<p:tagLst xmlns:p="http://schemas.openxmlformats.org/presentationml/2006/main">
  <p:tag name="AS_UNIQUEID" val="49"/>
</p:tagLst>
</file>

<file path=ppt/tags/tag361.xml><?xml version="1.0" encoding="utf-8"?>
<p:tagLst xmlns:p="http://schemas.openxmlformats.org/presentationml/2006/main">
  <p:tag name="AS_UNIQUEID" val="50"/>
</p:tagLst>
</file>

<file path=ppt/tags/tag362.xml><?xml version="1.0" encoding="utf-8"?>
<p:tagLst xmlns:p="http://schemas.openxmlformats.org/presentationml/2006/main">
  <p:tag name="AS_UNIQUEID" val="51"/>
</p:tagLst>
</file>

<file path=ppt/tags/tag363.xml><?xml version="1.0" encoding="utf-8"?>
<p:tagLst xmlns:p="http://schemas.openxmlformats.org/presentationml/2006/main">
  <p:tag name="AS_UNIQUEID" val="52"/>
</p:tagLst>
</file>

<file path=ppt/tags/tag364.xml><?xml version="1.0" encoding="utf-8"?>
<p:tagLst xmlns:p="http://schemas.openxmlformats.org/presentationml/2006/main">
  <p:tag name="AS_UNIQUEID" val="53"/>
</p:tagLst>
</file>

<file path=ppt/tags/tag365.xml><?xml version="1.0" encoding="utf-8"?>
<p:tagLst xmlns:p="http://schemas.openxmlformats.org/presentationml/2006/main">
  <p:tag name="AS_UNIQUEID" val="54"/>
</p:tagLst>
</file>

<file path=ppt/tags/tag366.xml><?xml version="1.0" encoding="utf-8"?>
<p:tagLst xmlns:p="http://schemas.openxmlformats.org/presentationml/2006/main">
  <p:tag name="AS_UNIQUEID" val="55"/>
</p:tagLst>
</file>

<file path=ppt/tags/tag367.xml><?xml version="1.0" encoding="utf-8"?>
<p:tagLst xmlns:p="http://schemas.openxmlformats.org/presentationml/2006/main">
  <p:tag name="AS_UNIQUEID" val="56"/>
</p:tagLst>
</file>

<file path=ppt/tags/tag368.xml><?xml version="1.0" encoding="utf-8"?>
<p:tagLst xmlns:p="http://schemas.openxmlformats.org/presentationml/2006/main">
  <p:tag name="AS_UNIQUEID" val="57"/>
</p:tagLst>
</file>

<file path=ppt/tags/tag369.xml><?xml version="1.0" encoding="utf-8"?>
<p:tagLst xmlns:p="http://schemas.openxmlformats.org/presentationml/2006/main">
  <p:tag name="AS_UNIQUEID" val="58"/>
</p:tagLst>
</file>

<file path=ppt/tags/tag370.xml><?xml version="1.0" encoding="utf-8"?>
<p:tagLst xmlns:p="http://schemas.openxmlformats.org/presentationml/2006/main">
  <p:tag name="AS_UNIQUEID" val="59"/>
</p:tagLst>
</file>

<file path=ppt/tags/tag371.xml><?xml version="1.0" encoding="utf-8"?>
<p:tagLst xmlns:p="http://schemas.openxmlformats.org/presentationml/2006/main">
  <p:tag name="AS_UNIQUEID" val="60"/>
</p:tagLst>
</file>

<file path=ppt/tags/tag372.xml><?xml version="1.0" encoding="utf-8"?>
<p:tagLst xmlns:p="http://schemas.openxmlformats.org/presentationml/2006/main">
  <p:tag name="AS_UNIQUEID" val="61"/>
</p:tagLst>
</file>

<file path=ppt/tags/tag373.xml><?xml version="1.0" encoding="utf-8"?>
<p:tagLst xmlns:p="http://schemas.openxmlformats.org/presentationml/2006/main">
  <p:tag name="AS_UNIQUEID" val="62"/>
</p:tagLst>
</file>

<file path=ppt/tags/tag374.xml><?xml version="1.0" encoding="utf-8"?>
<p:tagLst xmlns:p="http://schemas.openxmlformats.org/presentationml/2006/main">
  <p:tag name="AS_UNIQUEID" val="63"/>
</p:tagLst>
</file>

<file path=ppt/tags/tag375.xml><?xml version="1.0" encoding="utf-8"?>
<p:tagLst xmlns:p="http://schemas.openxmlformats.org/presentationml/2006/main">
  <p:tag name="AS_UNIQUEID" val="64"/>
</p:tagLst>
</file>

<file path=ppt/tags/tag376.xml><?xml version="1.0" encoding="utf-8"?>
<p:tagLst xmlns:p="http://schemas.openxmlformats.org/presentationml/2006/main">
  <p:tag name="AS_UNIQUEID" val="65"/>
</p:tagLst>
</file>

<file path=ppt/tags/tag377.xml><?xml version="1.0" encoding="utf-8"?>
<p:tagLst xmlns:p="http://schemas.openxmlformats.org/presentationml/2006/main">
  <p:tag name="AS_UNIQUEID" val="66"/>
</p:tagLst>
</file>

<file path=ppt/tags/tag378.xml><?xml version="1.0" encoding="utf-8"?>
<p:tagLst xmlns:p="http://schemas.openxmlformats.org/presentationml/2006/main">
  <p:tag name="AS_UNIQUEID" val="67"/>
</p:tagLst>
</file>

<file path=ppt/tags/tag379.xml><?xml version="1.0" encoding="utf-8"?>
<p:tagLst xmlns:p="http://schemas.openxmlformats.org/presentationml/2006/main">
  <p:tag name="AS_UNIQUEID" val="68"/>
</p:tagLst>
</file>

<file path=ppt/tags/tag380.xml><?xml version="1.0" encoding="utf-8"?>
<p:tagLst xmlns:p="http://schemas.openxmlformats.org/presentationml/2006/main">
  <p:tag name="AS_UNIQUEID" val="69"/>
</p:tagLst>
</file>

<file path=ppt/tags/tag381.xml><?xml version="1.0" encoding="utf-8"?>
<p:tagLst xmlns:p="http://schemas.openxmlformats.org/presentationml/2006/main">
  <p:tag name="AS_UNIQUEID" val="70"/>
</p:tagLst>
</file>

<file path=ppt/tags/tag382.xml><?xml version="1.0" encoding="utf-8"?>
<p:tagLst xmlns:p="http://schemas.openxmlformats.org/presentationml/2006/main">
  <p:tag name="AS_UNIQUEID" val="71"/>
</p:tagLst>
</file>

<file path=ppt/tags/tag383.xml><?xml version="1.0" encoding="utf-8"?>
<p:tagLst xmlns:p="http://schemas.openxmlformats.org/presentationml/2006/main">
  <p:tag name="AS_UNIQUEID" val="72"/>
</p:tagLst>
</file>

<file path=ppt/tags/tag384.xml><?xml version="1.0" encoding="utf-8"?>
<p:tagLst xmlns:p="http://schemas.openxmlformats.org/presentationml/2006/main">
  <p:tag name="AS_UNIQUEID" val="73"/>
</p:tagLst>
</file>

<file path=ppt/tags/tag385.xml><?xml version="1.0" encoding="utf-8"?>
<p:tagLst xmlns:p="http://schemas.openxmlformats.org/presentationml/2006/main">
  <p:tag name="AS_UNIQUEID" val="74"/>
</p:tagLst>
</file>

<file path=ppt/tags/tag386.xml><?xml version="1.0" encoding="utf-8"?>
<p:tagLst xmlns:p="http://schemas.openxmlformats.org/presentationml/2006/main">
  <p:tag name="AS_UNIQUEID" val="75"/>
</p:tagLst>
</file>

<file path=ppt/tags/tag387.xml><?xml version="1.0" encoding="utf-8"?>
<p:tagLst xmlns:p="http://schemas.openxmlformats.org/presentationml/2006/main">
  <p:tag name="AS_UNIQUEID" val="47"/>
</p:tagLst>
</file>

<file path=ppt/tags/tag388.xml><?xml version="1.0" encoding="utf-8"?>
<p:tagLst xmlns:p="http://schemas.openxmlformats.org/presentationml/2006/main">
  <p:tag name="AS_UNIQUEID" val="1084"/>
</p:tagLst>
</file>

<file path=ppt/tags/tag389.xml><?xml version="1.0" encoding="utf-8"?>
<p:tagLst xmlns:p="http://schemas.openxmlformats.org/presentationml/2006/main">
  <p:tag name="AS_UNIQUEID" val="1085"/>
</p:tagLst>
</file>

<file path=ppt/tags/tag390.xml><?xml version="1.0" encoding="utf-8"?>
<p:tagLst xmlns:p="http://schemas.openxmlformats.org/presentationml/2006/main">
  <p:tag name="AS_UNIQUEID" val="1086"/>
</p:tagLst>
</file>

<file path=ppt/tags/tag391.xml><?xml version="1.0" encoding="utf-8"?>
<p:tagLst xmlns:p="http://schemas.openxmlformats.org/presentationml/2006/main">
  <p:tag name="AS_UNIQUEID" val="94"/>
</p:tagLst>
</file>

<file path=ppt/tags/tag392.xml><?xml version="1.0" encoding="utf-8"?>
<p:tagLst xmlns:p="http://schemas.openxmlformats.org/presentationml/2006/main">
  <p:tag name="AS_UNIQUEID" val="95"/>
</p:tagLst>
</file>

<file path=ppt/tags/tag393.xml><?xml version="1.0" encoding="utf-8"?>
<p:tagLst xmlns:p="http://schemas.openxmlformats.org/presentationml/2006/main">
  <p:tag name="AS_UNIQUEID" val="96"/>
</p:tagLst>
</file>

<file path=ppt/tags/tag394.xml><?xml version="1.0" encoding="utf-8"?>
<p:tagLst xmlns:p="http://schemas.openxmlformats.org/presentationml/2006/main">
  <p:tag name="AS_UNIQUEID" val="101"/>
</p:tagLst>
</file>

<file path=ppt/tags/tag395.xml><?xml version="1.0" encoding="utf-8"?>
<p:tagLst xmlns:p="http://schemas.openxmlformats.org/presentationml/2006/main">
  <p:tag name="AS_UNIQUEID" val="100"/>
</p:tagLst>
</file>

<file path=ppt/tags/tag396.xml><?xml version="1.0" encoding="utf-8"?>
<p:tagLst xmlns:p="http://schemas.openxmlformats.org/presentationml/2006/main">
  <p:tag name="AS_UNIQUEID" val="98"/>
</p:tagLst>
</file>

<file path=ppt/tags/tag397.xml><?xml version="1.0" encoding="utf-8"?>
<p:tagLst xmlns:p="http://schemas.openxmlformats.org/presentationml/2006/main">
  <p:tag name="AS_UNIQUEID" val="99"/>
</p:tagLst>
</file>

<file path=ppt/tags/tag398.xml><?xml version="1.0" encoding="utf-8"?>
<p:tagLst xmlns:p="http://schemas.openxmlformats.org/presentationml/2006/main">
  <p:tag name="AS_UNIQUEID" val="1089"/>
</p:tagLst>
</file>

<file path=ppt/tags/tag399.xml><?xml version="1.0" encoding="utf-8"?>
<p:tagLst xmlns:p="http://schemas.openxmlformats.org/presentationml/2006/main">
  <p:tag name="AS_UNIQUEID" val="1090"/>
</p:tagLst>
</file>

<file path=ppt/tags/tag400.xml><?xml version="1.0" encoding="utf-8"?>
<p:tagLst xmlns:p="http://schemas.openxmlformats.org/presentationml/2006/main">
  <p:tag name="AS_UNIQUEID" val="1091"/>
</p:tagLst>
</file>

<file path=ppt/tags/tag401.xml><?xml version="1.0" encoding="utf-8"?>
<p:tagLst xmlns:p="http://schemas.openxmlformats.org/presentationml/2006/main">
  <p:tag name="AS_UNIQUEID" val="102"/>
</p:tagLst>
</file>

<file path=ppt/tags/tag402.xml><?xml version="1.0" encoding="utf-8"?>
<p:tagLst xmlns:p="http://schemas.openxmlformats.org/presentationml/2006/main">
  <p:tag name="AS_UNIQUEID" val="103"/>
</p:tagLst>
</file>

<file path=ppt/tags/tag403.xml><?xml version="1.0" encoding="utf-8"?>
<p:tagLst xmlns:p="http://schemas.openxmlformats.org/presentationml/2006/main">
  <p:tag name="AS_UNIQUEID" val="104"/>
</p:tagLst>
</file>

<file path=ppt/tags/tag404.xml><?xml version="1.0" encoding="utf-8"?>
<p:tagLst xmlns:p="http://schemas.openxmlformats.org/presentationml/2006/main">
  <p:tag name="AS_UNIQUEID" val="168"/>
</p:tagLst>
</file>

<file path=ppt/tags/tag405.xml><?xml version="1.0" encoding="utf-8"?>
<p:tagLst xmlns:p="http://schemas.openxmlformats.org/presentationml/2006/main">
  <p:tag name="AS_UNIQUEID" val="137"/>
</p:tagLst>
</file>

<file path=ppt/tags/tag406.xml><?xml version="1.0" encoding="utf-8"?>
<p:tagLst xmlns:p="http://schemas.openxmlformats.org/presentationml/2006/main">
  <p:tag name="AS_UNIQUEID" val="138"/>
</p:tagLst>
</file>

<file path=ppt/tags/tag407.xml><?xml version="1.0" encoding="utf-8"?>
<p:tagLst xmlns:p="http://schemas.openxmlformats.org/presentationml/2006/main">
  <p:tag name="AS_UNIQUEID" val="139"/>
</p:tagLst>
</file>

<file path=ppt/tags/tag408.xml><?xml version="1.0" encoding="utf-8"?>
<p:tagLst xmlns:p="http://schemas.openxmlformats.org/presentationml/2006/main">
  <p:tag name="AS_UNIQUEID" val="140"/>
</p:tagLst>
</file>

<file path=ppt/tags/tag409.xml><?xml version="1.0" encoding="utf-8"?>
<p:tagLst xmlns:p="http://schemas.openxmlformats.org/presentationml/2006/main">
  <p:tag name="AS_UNIQUEID" val="141"/>
</p:tagLst>
</file>

<file path=ppt/tags/tag410.xml><?xml version="1.0" encoding="utf-8"?>
<p:tagLst xmlns:p="http://schemas.openxmlformats.org/presentationml/2006/main">
  <p:tag name="AS_UNIQUEID" val="142"/>
</p:tagLst>
</file>

<file path=ppt/tags/tag411.xml><?xml version="1.0" encoding="utf-8"?>
<p:tagLst xmlns:p="http://schemas.openxmlformats.org/presentationml/2006/main">
  <p:tag name="AS_UNIQUEID" val="143"/>
</p:tagLst>
</file>

<file path=ppt/tags/tag412.xml><?xml version="1.0" encoding="utf-8"?>
<p:tagLst xmlns:p="http://schemas.openxmlformats.org/presentationml/2006/main">
  <p:tag name="AS_UNIQUEID" val="144"/>
</p:tagLst>
</file>

<file path=ppt/tags/tag413.xml><?xml version="1.0" encoding="utf-8"?>
<p:tagLst xmlns:p="http://schemas.openxmlformats.org/presentationml/2006/main">
  <p:tag name="AS_UNIQUEID" val="145"/>
</p:tagLst>
</file>

<file path=ppt/tags/tag414.xml><?xml version="1.0" encoding="utf-8"?>
<p:tagLst xmlns:p="http://schemas.openxmlformats.org/presentationml/2006/main">
  <p:tag name="AS_UNIQUEID" val="146"/>
</p:tagLst>
</file>

<file path=ppt/tags/tag415.xml><?xml version="1.0" encoding="utf-8"?>
<p:tagLst xmlns:p="http://schemas.openxmlformats.org/presentationml/2006/main">
  <p:tag name="AS_UNIQUEID" val="147"/>
</p:tagLst>
</file>

<file path=ppt/tags/tag416.xml><?xml version="1.0" encoding="utf-8"?>
<p:tagLst xmlns:p="http://schemas.openxmlformats.org/presentationml/2006/main">
  <p:tag name="AS_UNIQUEID" val="148"/>
</p:tagLst>
</file>

<file path=ppt/tags/tag417.xml><?xml version="1.0" encoding="utf-8"?>
<p:tagLst xmlns:p="http://schemas.openxmlformats.org/presentationml/2006/main">
  <p:tag name="AS_UNIQUEID" val="149"/>
</p:tagLst>
</file>

<file path=ppt/tags/tag418.xml><?xml version="1.0" encoding="utf-8"?>
<p:tagLst xmlns:p="http://schemas.openxmlformats.org/presentationml/2006/main">
  <p:tag name="AS_UNIQUEID" val="150"/>
</p:tagLst>
</file>

<file path=ppt/tags/tag419.xml><?xml version="1.0" encoding="utf-8"?>
<p:tagLst xmlns:p="http://schemas.openxmlformats.org/presentationml/2006/main">
  <p:tag name="AS_UNIQUEID" val="151"/>
</p:tagLst>
</file>

<file path=ppt/tags/tag420.xml><?xml version="1.0" encoding="utf-8"?>
<p:tagLst xmlns:p="http://schemas.openxmlformats.org/presentationml/2006/main">
  <p:tag name="AS_UNIQUEID" val="152"/>
</p:tagLst>
</file>

<file path=ppt/tags/tag421.xml><?xml version="1.0" encoding="utf-8"?>
<p:tagLst xmlns:p="http://schemas.openxmlformats.org/presentationml/2006/main">
  <p:tag name="AS_UNIQUEID" val="153"/>
</p:tagLst>
</file>

<file path=ppt/tags/tag422.xml><?xml version="1.0" encoding="utf-8"?>
<p:tagLst xmlns:p="http://schemas.openxmlformats.org/presentationml/2006/main">
  <p:tag name="AS_UNIQUEID" val="154"/>
</p:tagLst>
</file>

<file path=ppt/tags/tag423.xml><?xml version="1.0" encoding="utf-8"?>
<p:tagLst xmlns:p="http://schemas.openxmlformats.org/presentationml/2006/main">
  <p:tag name="AS_UNIQUEID" val="155"/>
</p:tagLst>
</file>

<file path=ppt/tags/tag424.xml><?xml version="1.0" encoding="utf-8"?>
<p:tagLst xmlns:p="http://schemas.openxmlformats.org/presentationml/2006/main">
  <p:tag name="AS_UNIQUEID" val="156"/>
</p:tagLst>
</file>

<file path=ppt/tags/tag425.xml><?xml version="1.0" encoding="utf-8"?>
<p:tagLst xmlns:p="http://schemas.openxmlformats.org/presentationml/2006/main">
  <p:tag name="AS_UNIQUEID" val="157"/>
</p:tagLst>
</file>

<file path=ppt/tags/tag426.xml><?xml version="1.0" encoding="utf-8"?>
<p:tagLst xmlns:p="http://schemas.openxmlformats.org/presentationml/2006/main">
  <p:tag name="AS_UNIQUEID" val="158"/>
</p:tagLst>
</file>

<file path=ppt/tags/tag427.xml><?xml version="1.0" encoding="utf-8"?>
<p:tagLst xmlns:p="http://schemas.openxmlformats.org/presentationml/2006/main">
  <p:tag name="AS_UNIQUEID" val="159"/>
</p:tagLst>
</file>

<file path=ppt/tags/tag428.xml><?xml version="1.0" encoding="utf-8"?>
<p:tagLst xmlns:p="http://schemas.openxmlformats.org/presentationml/2006/main">
  <p:tag name="AS_UNIQUEID" val="160"/>
</p:tagLst>
</file>

<file path=ppt/tags/tag429.xml><?xml version="1.0" encoding="utf-8"?>
<p:tagLst xmlns:p="http://schemas.openxmlformats.org/presentationml/2006/main">
  <p:tag name="AS_UNIQUEID" val="161"/>
</p:tagLst>
</file>

<file path=ppt/tags/tag430.xml><?xml version="1.0" encoding="utf-8"?>
<p:tagLst xmlns:p="http://schemas.openxmlformats.org/presentationml/2006/main">
  <p:tag name="AS_UNIQUEID" val="162"/>
</p:tagLst>
</file>

<file path=ppt/tags/tag431.xml><?xml version="1.0" encoding="utf-8"?>
<p:tagLst xmlns:p="http://schemas.openxmlformats.org/presentationml/2006/main">
  <p:tag name="AS_UNIQUEID" val="163"/>
</p:tagLst>
</file>

<file path=ppt/tags/tag432.xml><?xml version="1.0" encoding="utf-8"?>
<p:tagLst xmlns:p="http://schemas.openxmlformats.org/presentationml/2006/main">
  <p:tag name="AS_UNIQUEID" val="164"/>
</p:tagLst>
</file>

<file path=ppt/tags/tag433.xml><?xml version="1.0" encoding="utf-8"?>
<p:tagLst xmlns:p="http://schemas.openxmlformats.org/presentationml/2006/main">
  <p:tag name="AS_UNIQUEID" val="165"/>
</p:tagLst>
</file>

<file path=ppt/tags/tag434.xml><?xml version="1.0" encoding="utf-8"?>
<p:tagLst xmlns:p="http://schemas.openxmlformats.org/presentationml/2006/main">
  <p:tag name="AS_UNIQUEID" val="166"/>
</p:tagLst>
</file>

<file path=ppt/tags/tag435.xml><?xml version="1.0" encoding="utf-8"?>
<p:tagLst xmlns:p="http://schemas.openxmlformats.org/presentationml/2006/main">
  <p:tag name="AS_UNIQUEID" val="167"/>
</p:tagLst>
</file>

<file path=ppt/tags/tag436.xml><?xml version="1.0" encoding="utf-8"?>
<p:tagLst xmlns:p="http://schemas.openxmlformats.org/presentationml/2006/main">
  <p:tag name="AS_UNIQUEID" val="136"/>
</p:tagLst>
</file>

<file path=ppt/tags/tag437.xml><?xml version="1.0" encoding="utf-8"?>
<p:tagLst xmlns:p="http://schemas.openxmlformats.org/presentationml/2006/main">
  <p:tag name="AS_UNIQUEID" val="1094"/>
</p:tagLst>
</file>

<file path=ppt/tags/tag438.xml><?xml version="1.0" encoding="utf-8"?>
<p:tagLst xmlns:p="http://schemas.openxmlformats.org/presentationml/2006/main">
  <p:tag name="AS_UNIQUEID" val="1095"/>
</p:tagLst>
</file>

<file path=ppt/tags/tag439.xml><?xml version="1.0" encoding="utf-8"?>
<p:tagLst xmlns:p="http://schemas.openxmlformats.org/presentationml/2006/main">
  <p:tag name="AS_UNIQUEID" val="1096"/>
</p:tagLst>
</file>

<file path=ppt/tags/tag440.xml><?xml version="1.0" encoding="utf-8"?>
<p:tagLst xmlns:p="http://schemas.openxmlformats.org/presentationml/2006/main">
  <p:tag name="AS_UNIQUEID" val="169"/>
</p:tagLst>
</file>

<file path=ppt/tags/tag441.xml><?xml version="1.0" encoding="utf-8"?>
<p:tagLst xmlns:p="http://schemas.openxmlformats.org/presentationml/2006/main">
  <p:tag name="AS_UNIQUEID" val="170"/>
</p:tagLst>
</file>

<file path=ppt/tags/tag442.xml><?xml version="1.0" encoding="utf-8"?>
<p:tagLst xmlns:p="http://schemas.openxmlformats.org/presentationml/2006/main">
  <p:tag name="AS_UNIQUEID" val="171"/>
</p:tagLst>
</file>

<file path=ppt/tags/tag443.xml><?xml version="1.0" encoding="utf-8"?>
<p:tagLst xmlns:p="http://schemas.openxmlformats.org/presentationml/2006/main">
  <p:tag name="AS_UNIQUEID" val="237"/>
</p:tagLst>
</file>

<file path=ppt/tags/tag444.xml><?xml version="1.0" encoding="utf-8"?>
<p:tagLst xmlns:p="http://schemas.openxmlformats.org/presentationml/2006/main">
  <p:tag name="AS_UNIQUEID" val="205"/>
</p:tagLst>
</file>

<file path=ppt/tags/tag445.xml><?xml version="1.0" encoding="utf-8"?>
<p:tagLst xmlns:p="http://schemas.openxmlformats.org/presentationml/2006/main">
  <p:tag name="AS_UNIQUEID" val="206"/>
</p:tagLst>
</file>

<file path=ppt/tags/tag446.xml><?xml version="1.0" encoding="utf-8"?>
<p:tagLst xmlns:p="http://schemas.openxmlformats.org/presentationml/2006/main">
  <p:tag name="AS_UNIQUEID" val="207"/>
</p:tagLst>
</file>

<file path=ppt/tags/tag447.xml><?xml version="1.0" encoding="utf-8"?>
<p:tagLst xmlns:p="http://schemas.openxmlformats.org/presentationml/2006/main">
  <p:tag name="AS_UNIQUEID" val="208"/>
</p:tagLst>
</file>

<file path=ppt/tags/tag448.xml><?xml version="1.0" encoding="utf-8"?>
<p:tagLst xmlns:p="http://schemas.openxmlformats.org/presentationml/2006/main">
  <p:tag name="AS_UNIQUEID" val="209"/>
</p:tagLst>
</file>

<file path=ppt/tags/tag449.xml><?xml version="1.0" encoding="utf-8"?>
<p:tagLst xmlns:p="http://schemas.openxmlformats.org/presentationml/2006/main">
  <p:tag name="AS_UNIQUEID" val="210"/>
</p:tagLst>
</file>

<file path=ppt/tags/tag450.xml><?xml version="1.0" encoding="utf-8"?>
<p:tagLst xmlns:p="http://schemas.openxmlformats.org/presentationml/2006/main">
  <p:tag name="AS_UNIQUEID" val="211"/>
</p:tagLst>
</file>

<file path=ppt/tags/tag451.xml><?xml version="1.0" encoding="utf-8"?>
<p:tagLst xmlns:p="http://schemas.openxmlformats.org/presentationml/2006/main">
  <p:tag name="AS_UNIQUEID" val="212"/>
</p:tagLst>
</file>

<file path=ppt/tags/tag452.xml><?xml version="1.0" encoding="utf-8"?>
<p:tagLst xmlns:p="http://schemas.openxmlformats.org/presentationml/2006/main">
  <p:tag name="AS_UNIQUEID" val="213"/>
</p:tagLst>
</file>

<file path=ppt/tags/tag453.xml><?xml version="1.0" encoding="utf-8"?>
<p:tagLst xmlns:p="http://schemas.openxmlformats.org/presentationml/2006/main">
  <p:tag name="AS_UNIQUEID" val="214"/>
</p:tagLst>
</file>

<file path=ppt/tags/tag454.xml><?xml version="1.0" encoding="utf-8"?>
<p:tagLst xmlns:p="http://schemas.openxmlformats.org/presentationml/2006/main">
  <p:tag name="AS_UNIQUEID" val="215"/>
</p:tagLst>
</file>

<file path=ppt/tags/tag455.xml><?xml version="1.0" encoding="utf-8"?>
<p:tagLst xmlns:p="http://schemas.openxmlformats.org/presentationml/2006/main">
  <p:tag name="AS_UNIQUEID" val="216"/>
</p:tagLst>
</file>

<file path=ppt/tags/tag456.xml><?xml version="1.0" encoding="utf-8"?>
<p:tagLst xmlns:p="http://schemas.openxmlformats.org/presentationml/2006/main">
  <p:tag name="AS_UNIQUEID" val="217"/>
</p:tagLst>
</file>

<file path=ppt/tags/tag457.xml><?xml version="1.0" encoding="utf-8"?>
<p:tagLst xmlns:p="http://schemas.openxmlformats.org/presentationml/2006/main">
  <p:tag name="AS_UNIQUEID" val="218"/>
</p:tagLst>
</file>

<file path=ppt/tags/tag458.xml><?xml version="1.0" encoding="utf-8"?>
<p:tagLst xmlns:p="http://schemas.openxmlformats.org/presentationml/2006/main">
  <p:tag name="AS_UNIQUEID" val="219"/>
</p:tagLst>
</file>

<file path=ppt/tags/tag459.xml><?xml version="1.0" encoding="utf-8"?>
<p:tagLst xmlns:p="http://schemas.openxmlformats.org/presentationml/2006/main">
  <p:tag name="AS_UNIQUEID" val="220"/>
</p:tagLst>
</file>

<file path=ppt/tags/tag460.xml><?xml version="1.0" encoding="utf-8"?>
<p:tagLst xmlns:p="http://schemas.openxmlformats.org/presentationml/2006/main">
  <p:tag name="AS_UNIQUEID" val="221"/>
</p:tagLst>
</file>

<file path=ppt/tags/tag461.xml><?xml version="1.0" encoding="utf-8"?>
<p:tagLst xmlns:p="http://schemas.openxmlformats.org/presentationml/2006/main">
  <p:tag name="AS_UNIQUEID" val="222"/>
</p:tagLst>
</file>

<file path=ppt/tags/tag462.xml><?xml version="1.0" encoding="utf-8"?>
<p:tagLst xmlns:p="http://schemas.openxmlformats.org/presentationml/2006/main">
  <p:tag name="AS_UNIQUEID" val="223"/>
</p:tagLst>
</file>

<file path=ppt/tags/tag463.xml><?xml version="1.0" encoding="utf-8"?>
<p:tagLst xmlns:p="http://schemas.openxmlformats.org/presentationml/2006/main">
  <p:tag name="AS_UNIQUEID" val="224"/>
</p:tagLst>
</file>

<file path=ppt/tags/tag464.xml><?xml version="1.0" encoding="utf-8"?>
<p:tagLst xmlns:p="http://schemas.openxmlformats.org/presentationml/2006/main">
  <p:tag name="AS_UNIQUEID" val="225"/>
</p:tagLst>
</file>

<file path=ppt/tags/tag465.xml><?xml version="1.0" encoding="utf-8"?>
<p:tagLst xmlns:p="http://schemas.openxmlformats.org/presentationml/2006/main">
  <p:tag name="AS_UNIQUEID" val="226"/>
</p:tagLst>
</file>

<file path=ppt/tags/tag466.xml><?xml version="1.0" encoding="utf-8"?>
<p:tagLst xmlns:p="http://schemas.openxmlformats.org/presentationml/2006/main">
  <p:tag name="AS_UNIQUEID" val="227"/>
</p:tagLst>
</file>

<file path=ppt/tags/tag467.xml><?xml version="1.0" encoding="utf-8"?>
<p:tagLst xmlns:p="http://schemas.openxmlformats.org/presentationml/2006/main">
  <p:tag name="AS_UNIQUEID" val="228"/>
</p:tagLst>
</file>

<file path=ppt/tags/tag468.xml><?xml version="1.0" encoding="utf-8"?>
<p:tagLst xmlns:p="http://schemas.openxmlformats.org/presentationml/2006/main">
  <p:tag name="AS_UNIQUEID" val="229"/>
</p:tagLst>
</file>

<file path=ppt/tags/tag469.xml><?xml version="1.0" encoding="utf-8"?>
<p:tagLst xmlns:p="http://schemas.openxmlformats.org/presentationml/2006/main">
  <p:tag name="AS_UNIQUEID" val="230"/>
</p:tagLst>
</file>

<file path=ppt/tags/tag470.xml><?xml version="1.0" encoding="utf-8"?>
<p:tagLst xmlns:p="http://schemas.openxmlformats.org/presentationml/2006/main">
  <p:tag name="AS_UNIQUEID" val="231"/>
</p:tagLst>
</file>

<file path=ppt/tags/tag471.xml><?xml version="1.0" encoding="utf-8"?>
<p:tagLst xmlns:p="http://schemas.openxmlformats.org/presentationml/2006/main">
  <p:tag name="AS_UNIQUEID" val="232"/>
</p:tagLst>
</file>

<file path=ppt/tags/tag472.xml><?xml version="1.0" encoding="utf-8"?>
<p:tagLst xmlns:p="http://schemas.openxmlformats.org/presentationml/2006/main">
  <p:tag name="AS_UNIQUEID" val="233"/>
</p:tagLst>
</file>

<file path=ppt/tags/tag473.xml><?xml version="1.0" encoding="utf-8"?>
<p:tagLst xmlns:p="http://schemas.openxmlformats.org/presentationml/2006/main">
  <p:tag name="AS_UNIQUEID" val="234"/>
</p:tagLst>
</file>

<file path=ppt/tags/tag474.xml><?xml version="1.0" encoding="utf-8"?>
<p:tagLst xmlns:p="http://schemas.openxmlformats.org/presentationml/2006/main">
  <p:tag name="AS_UNIQUEID" val="235"/>
</p:tagLst>
</file>

<file path=ppt/tags/tag475.xml><?xml version="1.0" encoding="utf-8"?>
<p:tagLst xmlns:p="http://schemas.openxmlformats.org/presentationml/2006/main">
  <p:tag name="AS_UNIQUEID" val="236"/>
</p:tagLst>
</file>

<file path=ppt/tags/tag476.xml><?xml version="1.0" encoding="utf-8"?>
<p:tagLst xmlns:p="http://schemas.openxmlformats.org/presentationml/2006/main">
  <p:tag name="AS_UNIQUEID" val="204"/>
</p:tagLst>
</file>

<file path=ppt/tags/tag477.xml><?xml version="1.0" encoding="utf-8"?>
<p:tagLst xmlns:p="http://schemas.openxmlformats.org/presentationml/2006/main">
  <p:tag name="AS_UNIQUEID" val="1099"/>
</p:tagLst>
</file>

<file path=ppt/tags/tag478.xml><?xml version="1.0" encoding="utf-8"?>
<p:tagLst xmlns:p="http://schemas.openxmlformats.org/presentationml/2006/main">
  <p:tag name="AS_UNIQUEID" val="1100"/>
</p:tagLst>
</file>

<file path=ppt/tags/tag479.xml><?xml version="1.0" encoding="utf-8"?>
<p:tagLst xmlns:p="http://schemas.openxmlformats.org/presentationml/2006/main">
  <p:tag name="AS_UNIQUEID" val="1101"/>
</p:tagLst>
</file>

<file path=ppt/tags/tag480.xml><?xml version="1.0" encoding="utf-8"?>
<p:tagLst xmlns:p="http://schemas.openxmlformats.org/presentationml/2006/main">
  <p:tag name="AS_UNIQUEID" val="238"/>
</p:tagLst>
</file>

<file path=ppt/tags/tag481.xml><?xml version="1.0" encoding="utf-8"?>
<p:tagLst xmlns:p="http://schemas.openxmlformats.org/presentationml/2006/main">
  <p:tag name="AS_UNIQUEID" val="239"/>
</p:tagLst>
</file>

<file path=ppt/tags/tag482.xml><?xml version="1.0" encoding="utf-8"?>
<p:tagLst xmlns:p="http://schemas.openxmlformats.org/presentationml/2006/main">
  <p:tag name="AS_UNIQUEID" val="240"/>
</p:tagLst>
</file>

<file path=ppt/tags/tag483.xml><?xml version="1.0" encoding="utf-8"?>
<p:tagLst xmlns:p="http://schemas.openxmlformats.org/presentationml/2006/main">
  <p:tag name="AS_UNIQUEID" val="270"/>
</p:tagLst>
</file>

<file path=ppt/tags/tag484.xml><?xml version="1.0" encoding="utf-8"?>
<p:tagLst xmlns:p="http://schemas.openxmlformats.org/presentationml/2006/main">
  <p:tag name="AS_UNIQUEID" val="268"/>
</p:tagLst>
</file>

<file path=ppt/tags/tag485.xml><?xml version="1.0" encoding="utf-8"?>
<p:tagLst xmlns:p="http://schemas.openxmlformats.org/presentationml/2006/main">
  <p:tag name="AS_UNIQUEID" val="269"/>
</p:tagLst>
</file>

<file path=ppt/tags/tag486.xml><?xml version="1.0" encoding="utf-8"?>
<p:tagLst xmlns:p="http://schemas.openxmlformats.org/presentationml/2006/main">
  <p:tag name="AS_UNIQUEID" val="271"/>
  <p:tag name="KSO_WM_DIAGRAM_VIRTUALLY_FRAME" val="{&quot;height&quot;:300,&quot;left&quot;:48,&quot;top&quot;:108,&quot;width&quot;:864}"/>
</p:tagLst>
</file>

<file path=ppt/tags/tag487.xml><?xml version="1.0" encoding="utf-8"?>
<p:tagLst xmlns:p="http://schemas.openxmlformats.org/presentationml/2006/main">
  <p:tag name="AS_UNIQUEID" val="256"/>
  <p:tag name="KSO_WM_DIAGRAM_VIRTUALLY_FRAME" val="{&quot;height&quot;:300,&quot;left&quot;:48,&quot;top&quot;:108,&quot;width&quot;:864}"/>
</p:tagLst>
</file>

<file path=ppt/tags/tag488.xml><?xml version="1.0" encoding="utf-8"?>
<p:tagLst xmlns:p="http://schemas.openxmlformats.org/presentationml/2006/main">
  <p:tag name="AS_UNIQUEID" val="257"/>
  <p:tag name="KSO_WM_DIAGRAM_VIRTUALLY_FRAME" val="{&quot;height&quot;:300,&quot;left&quot;:48,&quot;top&quot;:108,&quot;width&quot;:864}"/>
</p:tagLst>
</file>

<file path=ppt/tags/tag489.xml><?xml version="1.0" encoding="utf-8"?>
<p:tagLst xmlns:p="http://schemas.openxmlformats.org/presentationml/2006/main">
  <p:tag name="AS_UNIQUEID" val="258"/>
  <p:tag name="KSO_WM_DIAGRAM_VIRTUALLY_FRAME" val="{&quot;height&quot;:300,&quot;left&quot;:48,&quot;top&quot;:108,&quot;width&quot;:864}"/>
</p:tagLst>
</file>

<file path=ppt/tags/tag490.xml><?xml version="1.0" encoding="utf-8"?>
<p:tagLst xmlns:p="http://schemas.openxmlformats.org/presentationml/2006/main">
  <p:tag name="AS_UNIQUEID" val="259"/>
  <p:tag name="KSO_WM_DIAGRAM_VIRTUALLY_FRAME" val="{&quot;height&quot;:300,&quot;left&quot;:48,&quot;top&quot;:108,&quot;width&quot;:864}"/>
</p:tagLst>
</file>

<file path=ppt/tags/tag491.xml><?xml version="1.0" encoding="utf-8"?>
<p:tagLst xmlns:p="http://schemas.openxmlformats.org/presentationml/2006/main">
  <p:tag name="AS_UNIQUEID" val="260"/>
  <p:tag name="KSO_WM_DIAGRAM_VIRTUALLY_FRAME" val="{&quot;height&quot;:300,&quot;left&quot;:48,&quot;top&quot;:108,&quot;width&quot;:864}"/>
</p:tagLst>
</file>

<file path=ppt/tags/tag492.xml><?xml version="1.0" encoding="utf-8"?>
<p:tagLst xmlns:p="http://schemas.openxmlformats.org/presentationml/2006/main">
  <p:tag name="AS_UNIQUEID" val="261"/>
  <p:tag name="KSO_WM_DIAGRAM_VIRTUALLY_FRAME" val="{&quot;height&quot;:300,&quot;left&quot;:48,&quot;top&quot;:108,&quot;width&quot;:864}"/>
</p:tagLst>
</file>

<file path=ppt/tags/tag493.xml><?xml version="1.0" encoding="utf-8"?>
<p:tagLst xmlns:p="http://schemas.openxmlformats.org/presentationml/2006/main">
  <p:tag name="AS_UNIQUEID" val="262"/>
  <p:tag name="KSO_WM_DIAGRAM_VIRTUALLY_FRAME" val="{&quot;height&quot;:300,&quot;left&quot;:48,&quot;top&quot;:108,&quot;width&quot;:864}"/>
</p:tagLst>
</file>

<file path=ppt/tags/tag494.xml><?xml version="1.0" encoding="utf-8"?>
<p:tagLst xmlns:p="http://schemas.openxmlformats.org/presentationml/2006/main">
  <p:tag name="AS_UNIQUEID" val="263"/>
  <p:tag name="KSO_WM_DIAGRAM_VIRTUALLY_FRAME" val="{&quot;height&quot;:300,&quot;left&quot;:48,&quot;top&quot;:108,&quot;width&quot;:864}"/>
</p:tagLst>
</file>

<file path=ppt/tags/tag495.xml><?xml version="1.0" encoding="utf-8"?>
<p:tagLst xmlns:p="http://schemas.openxmlformats.org/presentationml/2006/main">
  <p:tag name="AS_UNIQUEID" val="264"/>
  <p:tag name="KSO_WM_DIAGRAM_VIRTUALLY_FRAME" val="{&quot;height&quot;:300,&quot;left&quot;:48,&quot;top&quot;:108,&quot;width&quot;:864}"/>
</p:tagLst>
</file>

<file path=ppt/tags/tag496.xml><?xml version="1.0" encoding="utf-8"?>
<p:tagLst xmlns:p="http://schemas.openxmlformats.org/presentationml/2006/main">
  <p:tag name="AS_UNIQUEID" val="265"/>
  <p:tag name="KSO_WM_DIAGRAM_VIRTUALLY_FRAME" val="{&quot;height&quot;:300,&quot;left&quot;:48,&quot;top&quot;:108,&quot;width&quot;:864}"/>
</p:tagLst>
</file>

<file path=ppt/tags/tag497.xml><?xml version="1.0" encoding="utf-8"?>
<p:tagLst xmlns:p="http://schemas.openxmlformats.org/presentationml/2006/main">
  <p:tag name="AS_UNIQUEID" val="266"/>
  <p:tag name="KSO_WM_DIAGRAM_VIRTUALLY_FRAME" val="{&quot;height&quot;:300,&quot;left&quot;:48,&quot;top&quot;:108,&quot;width&quot;:864}"/>
</p:tagLst>
</file>

<file path=ppt/tags/tag498.xml><?xml version="1.0" encoding="utf-8"?>
<p:tagLst xmlns:p="http://schemas.openxmlformats.org/presentationml/2006/main">
  <p:tag name="AS_UNIQUEID" val="267"/>
  <p:tag name="KSO_WM_DIAGRAM_VIRTUALLY_FRAME" val="{&quot;height&quot;:300,&quot;left&quot;:48,&quot;top&quot;:108,&quot;width&quot;:864}"/>
</p:tagLst>
</file>

<file path=ppt/tags/tag499.xml><?xml version="1.0" encoding="utf-8"?>
<p:tagLst xmlns:p="http://schemas.openxmlformats.org/presentationml/2006/main">
  <p:tag name="AS_UNIQUEID" val="255"/>
</p:tagLst>
</file>

<file path=ppt/tags/tag500.xml><?xml version="1.0" encoding="utf-8"?>
<p:tagLst xmlns:p="http://schemas.openxmlformats.org/presentationml/2006/main">
  <p:tag name="AS_UNIQUEID" val="1104"/>
</p:tagLst>
</file>

<file path=ppt/tags/tag501.xml><?xml version="1.0" encoding="utf-8"?>
<p:tagLst xmlns:p="http://schemas.openxmlformats.org/presentationml/2006/main">
  <p:tag name="AS_UNIQUEID" val="1105"/>
</p:tagLst>
</file>

<file path=ppt/tags/tag502.xml><?xml version="1.0" encoding="utf-8"?>
<p:tagLst xmlns:p="http://schemas.openxmlformats.org/presentationml/2006/main">
  <p:tag name="AS_UNIQUEID" val="1106"/>
</p:tagLst>
</file>

<file path=ppt/tags/tag503.xml><?xml version="1.0" encoding="utf-8"?>
<p:tagLst xmlns:p="http://schemas.openxmlformats.org/presentationml/2006/main">
  <p:tag name="AS_UNIQUEID" val="272"/>
</p:tagLst>
</file>

<file path=ppt/tags/tag504.xml><?xml version="1.0" encoding="utf-8"?>
<p:tagLst xmlns:p="http://schemas.openxmlformats.org/presentationml/2006/main">
  <p:tag name="AS_UNIQUEID" val="273"/>
</p:tagLst>
</file>

<file path=ppt/tags/tag505.xml><?xml version="1.0" encoding="utf-8"?>
<p:tagLst xmlns:p="http://schemas.openxmlformats.org/presentationml/2006/main">
  <p:tag name="AS_UNIQUEID" val="274"/>
</p:tagLst>
</file>

<file path=ppt/tags/tag506.xml><?xml version="1.0" encoding="utf-8"?>
<p:tagLst xmlns:p="http://schemas.openxmlformats.org/presentationml/2006/main">
  <p:tag name="AS_UNIQUEID" val="318"/>
</p:tagLst>
</file>

<file path=ppt/tags/tag507.xml><?xml version="1.0" encoding="utf-8"?>
<p:tagLst xmlns:p="http://schemas.openxmlformats.org/presentationml/2006/main">
  <p:tag name="AS_UNIQUEID" val="297"/>
</p:tagLst>
</file>

<file path=ppt/tags/tag508.xml><?xml version="1.0" encoding="utf-8"?>
<p:tagLst xmlns:p="http://schemas.openxmlformats.org/presentationml/2006/main">
  <p:tag name="AS_UNIQUEID" val="298"/>
</p:tagLst>
</file>

<file path=ppt/tags/tag509.xml><?xml version="1.0" encoding="utf-8"?>
<p:tagLst xmlns:p="http://schemas.openxmlformats.org/presentationml/2006/main">
  <p:tag name="AS_UNIQUEID" val="299"/>
</p:tagLst>
</file>

<file path=ppt/tags/tag510.xml><?xml version="1.0" encoding="utf-8"?>
<p:tagLst xmlns:p="http://schemas.openxmlformats.org/presentationml/2006/main">
  <p:tag name="AS_UNIQUEID" val="300"/>
</p:tagLst>
</file>

<file path=ppt/tags/tag511.xml><?xml version="1.0" encoding="utf-8"?>
<p:tagLst xmlns:p="http://schemas.openxmlformats.org/presentationml/2006/main">
  <p:tag name="AS_UNIQUEID" val="301"/>
</p:tagLst>
</file>

<file path=ppt/tags/tag512.xml><?xml version="1.0" encoding="utf-8"?>
<p:tagLst xmlns:p="http://schemas.openxmlformats.org/presentationml/2006/main">
  <p:tag name="AS_UNIQUEID" val="302"/>
</p:tagLst>
</file>

<file path=ppt/tags/tag513.xml><?xml version="1.0" encoding="utf-8"?>
<p:tagLst xmlns:p="http://schemas.openxmlformats.org/presentationml/2006/main">
  <p:tag name="AS_UNIQUEID" val="303"/>
</p:tagLst>
</file>

<file path=ppt/tags/tag514.xml><?xml version="1.0" encoding="utf-8"?>
<p:tagLst xmlns:p="http://schemas.openxmlformats.org/presentationml/2006/main">
  <p:tag name="AS_UNIQUEID" val="304"/>
</p:tagLst>
</file>

<file path=ppt/tags/tag515.xml><?xml version="1.0" encoding="utf-8"?>
<p:tagLst xmlns:p="http://schemas.openxmlformats.org/presentationml/2006/main">
  <p:tag name="AS_UNIQUEID" val="305"/>
</p:tagLst>
</file>

<file path=ppt/tags/tag516.xml><?xml version="1.0" encoding="utf-8"?>
<p:tagLst xmlns:p="http://schemas.openxmlformats.org/presentationml/2006/main">
  <p:tag name="AS_UNIQUEID" val="306"/>
</p:tagLst>
</file>

<file path=ppt/tags/tag517.xml><?xml version="1.0" encoding="utf-8"?>
<p:tagLst xmlns:p="http://schemas.openxmlformats.org/presentationml/2006/main">
  <p:tag name="AS_UNIQUEID" val="307"/>
</p:tagLst>
</file>

<file path=ppt/tags/tag518.xml><?xml version="1.0" encoding="utf-8"?>
<p:tagLst xmlns:p="http://schemas.openxmlformats.org/presentationml/2006/main">
  <p:tag name="AS_UNIQUEID" val="308"/>
</p:tagLst>
</file>

<file path=ppt/tags/tag519.xml><?xml version="1.0" encoding="utf-8"?>
<p:tagLst xmlns:p="http://schemas.openxmlformats.org/presentationml/2006/main">
  <p:tag name="AS_UNIQUEID" val="309"/>
</p:tagLst>
</file>

<file path=ppt/tags/tag520.xml><?xml version="1.0" encoding="utf-8"?>
<p:tagLst xmlns:p="http://schemas.openxmlformats.org/presentationml/2006/main">
  <p:tag name="AS_UNIQUEID" val="310"/>
</p:tagLst>
</file>

<file path=ppt/tags/tag521.xml><?xml version="1.0" encoding="utf-8"?>
<p:tagLst xmlns:p="http://schemas.openxmlformats.org/presentationml/2006/main">
  <p:tag name="AS_UNIQUEID" val="311"/>
</p:tagLst>
</file>

<file path=ppt/tags/tag522.xml><?xml version="1.0" encoding="utf-8"?>
<p:tagLst xmlns:p="http://schemas.openxmlformats.org/presentationml/2006/main">
  <p:tag name="AS_UNIQUEID" val="312"/>
</p:tagLst>
</file>

<file path=ppt/tags/tag523.xml><?xml version="1.0" encoding="utf-8"?>
<p:tagLst xmlns:p="http://schemas.openxmlformats.org/presentationml/2006/main">
  <p:tag name="AS_UNIQUEID" val="313"/>
</p:tagLst>
</file>

<file path=ppt/tags/tag524.xml><?xml version="1.0" encoding="utf-8"?>
<p:tagLst xmlns:p="http://schemas.openxmlformats.org/presentationml/2006/main">
  <p:tag name="AS_UNIQUEID" val="314"/>
</p:tagLst>
</file>

<file path=ppt/tags/tag525.xml><?xml version="1.0" encoding="utf-8"?>
<p:tagLst xmlns:p="http://schemas.openxmlformats.org/presentationml/2006/main">
  <p:tag name="AS_UNIQUEID" val="315"/>
</p:tagLst>
</file>

<file path=ppt/tags/tag526.xml><?xml version="1.0" encoding="utf-8"?>
<p:tagLst xmlns:p="http://schemas.openxmlformats.org/presentationml/2006/main">
  <p:tag name="AS_UNIQUEID" val="316"/>
</p:tagLst>
</file>

<file path=ppt/tags/tag527.xml><?xml version="1.0" encoding="utf-8"?>
<p:tagLst xmlns:p="http://schemas.openxmlformats.org/presentationml/2006/main">
  <p:tag name="AS_UNIQUEID" val="317"/>
</p:tagLst>
</file>

<file path=ppt/tags/tag528.xml><?xml version="1.0" encoding="utf-8"?>
<p:tagLst xmlns:p="http://schemas.openxmlformats.org/presentationml/2006/main">
  <p:tag name="AS_UNIQUEID" val="296"/>
</p:tagLst>
</file>

<file path=ppt/tags/tag529.xml><?xml version="1.0" encoding="utf-8"?>
<p:tagLst xmlns:p="http://schemas.openxmlformats.org/presentationml/2006/main">
  <p:tag name="AS_UNIQUEID" val="1109"/>
</p:tagLst>
</file>

<file path=ppt/tags/tag530.xml><?xml version="1.0" encoding="utf-8"?>
<p:tagLst xmlns:p="http://schemas.openxmlformats.org/presentationml/2006/main">
  <p:tag name="AS_UNIQUEID" val="1110"/>
</p:tagLst>
</file>

<file path=ppt/tags/tag531.xml><?xml version="1.0" encoding="utf-8"?>
<p:tagLst xmlns:p="http://schemas.openxmlformats.org/presentationml/2006/main">
  <p:tag name="AS_UNIQUEID" val="1111"/>
</p:tagLst>
</file>

<file path=ppt/tags/tag532.xml><?xml version="1.0" encoding="utf-8"?>
<p:tagLst xmlns:p="http://schemas.openxmlformats.org/presentationml/2006/main">
  <p:tag name="AS_UNIQUEID" val="319"/>
</p:tagLst>
</file>

<file path=ppt/tags/tag533.xml><?xml version="1.0" encoding="utf-8"?>
<p:tagLst xmlns:p="http://schemas.openxmlformats.org/presentationml/2006/main">
  <p:tag name="AS_UNIQUEID" val="320"/>
</p:tagLst>
</file>

<file path=ppt/tags/tag534.xml><?xml version="1.0" encoding="utf-8"?>
<p:tagLst xmlns:p="http://schemas.openxmlformats.org/presentationml/2006/main">
  <p:tag name="AS_UNIQUEID" val="321"/>
</p:tagLst>
</file>

<file path=ppt/tags/tag535.xml><?xml version="1.0" encoding="utf-8"?>
<p:tagLst xmlns:p="http://schemas.openxmlformats.org/presentationml/2006/main">
  <p:tag name="AS_UNIQUEID" val="350"/>
</p:tagLst>
</file>

<file path=ppt/tags/tag536.xml><?xml version="1.0" encoding="utf-8"?>
<p:tagLst xmlns:p="http://schemas.openxmlformats.org/presentationml/2006/main">
  <p:tag name="AS_UNIQUEID" val="349"/>
</p:tagLst>
</file>

<file path=ppt/tags/tag537.xml><?xml version="1.0" encoding="utf-8"?>
<p:tagLst xmlns:p="http://schemas.openxmlformats.org/presentationml/2006/main">
  <p:tag name="AS_UNIQUEID" val="323"/>
</p:tagLst>
</file>

<file path=ppt/tags/tag538.xml><?xml version="1.0" encoding="utf-8"?>
<p:tagLst xmlns:p="http://schemas.openxmlformats.org/presentationml/2006/main">
  <p:tag name="AS_UNIQUEID" val="351"/>
</p:tagLst>
</file>

<file path=ppt/tags/tag539.xml><?xml version="1.0" encoding="utf-8"?>
<p:tagLst xmlns:p="http://schemas.openxmlformats.org/presentationml/2006/main">
  <p:tag name="AS_UNIQUEID" val="337"/>
</p:tagLst>
</file>

<file path=ppt/tags/tag540.xml><?xml version="1.0" encoding="utf-8"?>
<p:tagLst xmlns:p="http://schemas.openxmlformats.org/presentationml/2006/main">
  <p:tag name="AS_UNIQUEID" val="338"/>
</p:tagLst>
</file>

<file path=ppt/tags/tag541.xml><?xml version="1.0" encoding="utf-8"?>
<p:tagLst xmlns:p="http://schemas.openxmlformats.org/presentationml/2006/main">
  <p:tag name="AS_UNIQUEID" val="339"/>
</p:tagLst>
</file>

<file path=ppt/tags/tag542.xml><?xml version="1.0" encoding="utf-8"?>
<p:tagLst xmlns:p="http://schemas.openxmlformats.org/presentationml/2006/main">
  <p:tag name="AS_UNIQUEID" val="340"/>
</p:tagLst>
</file>

<file path=ppt/tags/tag543.xml><?xml version="1.0" encoding="utf-8"?>
<p:tagLst xmlns:p="http://schemas.openxmlformats.org/presentationml/2006/main">
  <p:tag name="AS_UNIQUEID" val="341"/>
</p:tagLst>
</file>

<file path=ppt/tags/tag544.xml><?xml version="1.0" encoding="utf-8"?>
<p:tagLst xmlns:p="http://schemas.openxmlformats.org/presentationml/2006/main">
  <p:tag name="AS_UNIQUEID" val="342"/>
</p:tagLst>
</file>

<file path=ppt/tags/tag545.xml><?xml version="1.0" encoding="utf-8"?>
<p:tagLst xmlns:p="http://schemas.openxmlformats.org/presentationml/2006/main">
  <p:tag name="AS_UNIQUEID" val="343"/>
</p:tagLst>
</file>

<file path=ppt/tags/tag546.xml><?xml version="1.0" encoding="utf-8"?>
<p:tagLst xmlns:p="http://schemas.openxmlformats.org/presentationml/2006/main">
  <p:tag name="AS_UNIQUEID" val="344"/>
</p:tagLst>
</file>

<file path=ppt/tags/tag547.xml><?xml version="1.0" encoding="utf-8"?>
<p:tagLst xmlns:p="http://schemas.openxmlformats.org/presentationml/2006/main">
  <p:tag name="AS_UNIQUEID" val="345"/>
</p:tagLst>
</file>

<file path=ppt/tags/tag548.xml><?xml version="1.0" encoding="utf-8"?>
<p:tagLst xmlns:p="http://schemas.openxmlformats.org/presentationml/2006/main">
  <p:tag name="AS_UNIQUEID" val="346"/>
</p:tagLst>
</file>

<file path=ppt/tags/tag549.xml><?xml version="1.0" encoding="utf-8"?>
<p:tagLst xmlns:p="http://schemas.openxmlformats.org/presentationml/2006/main">
  <p:tag name="AS_UNIQUEID" val="347"/>
</p:tagLst>
</file>

<file path=ppt/tags/tag550.xml><?xml version="1.0" encoding="utf-8"?>
<p:tagLst xmlns:p="http://schemas.openxmlformats.org/presentationml/2006/main">
  <p:tag name="AS_UNIQUEID" val="348"/>
</p:tagLst>
</file>

<file path=ppt/tags/tag551.xml><?xml version="1.0" encoding="utf-8"?>
<p:tagLst xmlns:p="http://schemas.openxmlformats.org/presentationml/2006/main">
  <p:tag name="AS_UNIQUEID" val="336"/>
</p:tagLst>
</file>

<file path=ppt/tags/tag552.xml><?xml version="1.0" encoding="utf-8"?>
<p:tagLst xmlns:p="http://schemas.openxmlformats.org/presentationml/2006/main">
  <p:tag name="AS_UNIQUEID" val="1114"/>
</p:tagLst>
</file>

<file path=ppt/tags/tag553.xml><?xml version="1.0" encoding="utf-8"?>
<p:tagLst xmlns:p="http://schemas.openxmlformats.org/presentationml/2006/main">
  <p:tag name="AS_UNIQUEID" val="1115"/>
</p:tagLst>
</file>

<file path=ppt/tags/tag554.xml><?xml version="1.0" encoding="utf-8"?>
<p:tagLst xmlns:p="http://schemas.openxmlformats.org/presentationml/2006/main">
  <p:tag name="AS_UNIQUEID" val="1116"/>
</p:tagLst>
</file>

<file path=ppt/tags/tag555.xml><?xml version="1.0" encoding="utf-8"?>
<p:tagLst xmlns:p="http://schemas.openxmlformats.org/presentationml/2006/main">
  <p:tag name="AS_UNIQUEID" val="352"/>
</p:tagLst>
</file>

<file path=ppt/tags/tag556.xml><?xml version="1.0" encoding="utf-8"?>
<p:tagLst xmlns:p="http://schemas.openxmlformats.org/presentationml/2006/main">
  <p:tag name="AS_UNIQUEID" val="353"/>
</p:tagLst>
</file>

<file path=ppt/tags/tag557.xml><?xml version="1.0" encoding="utf-8"?>
<p:tagLst xmlns:p="http://schemas.openxmlformats.org/presentationml/2006/main">
  <p:tag name="AS_UNIQUEID" val="354"/>
</p:tagLst>
</file>

<file path=ppt/tags/tag558.xml><?xml version="1.0" encoding="utf-8"?>
<p:tagLst xmlns:p="http://schemas.openxmlformats.org/presentationml/2006/main">
  <p:tag name="AS_UNIQUEID" val="422"/>
</p:tagLst>
</file>

<file path=ppt/tags/tag559.xml><?xml version="1.0" encoding="utf-8"?>
<p:tagLst xmlns:p="http://schemas.openxmlformats.org/presentationml/2006/main">
  <p:tag name="AS_UNIQUEID" val="389"/>
</p:tagLst>
</file>

<file path=ppt/tags/tag560.xml><?xml version="1.0" encoding="utf-8"?>
<p:tagLst xmlns:p="http://schemas.openxmlformats.org/presentationml/2006/main">
  <p:tag name="AS_UNIQUEID" val="390"/>
</p:tagLst>
</file>

<file path=ppt/tags/tag561.xml><?xml version="1.0" encoding="utf-8"?>
<p:tagLst xmlns:p="http://schemas.openxmlformats.org/presentationml/2006/main">
  <p:tag name="AS_UNIQUEID" val="391"/>
</p:tagLst>
</file>

<file path=ppt/tags/tag562.xml><?xml version="1.0" encoding="utf-8"?>
<p:tagLst xmlns:p="http://schemas.openxmlformats.org/presentationml/2006/main">
  <p:tag name="AS_UNIQUEID" val="392"/>
</p:tagLst>
</file>

<file path=ppt/tags/tag563.xml><?xml version="1.0" encoding="utf-8"?>
<p:tagLst xmlns:p="http://schemas.openxmlformats.org/presentationml/2006/main">
  <p:tag name="AS_UNIQUEID" val="393"/>
</p:tagLst>
</file>

<file path=ppt/tags/tag564.xml><?xml version="1.0" encoding="utf-8"?>
<p:tagLst xmlns:p="http://schemas.openxmlformats.org/presentationml/2006/main">
  <p:tag name="AS_UNIQUEID" val="394"/>
</p:tagLst>
</file>

<file path=ppt/tags/tag565.xml><?xml version="1.0" encoding="utf-8"?>
<p:tagLst xmlns:p="http://schemas.openxmlformats.org/presentationml/2006/main">
  <p:tag name="AS_UNIQUEID" val="395"/>
</p:tagLst>
</file>

<file path=ppt/tags/tag566.xml><?xml version="1.0" encoding="utf-8"?>
<p:tagLst xmlns:p="http://schemas.openxmlformats.org/presentationml/2006/main">
  <p:tag name="AS_UNIQUEID" val="396"/>
</p:tagLst>
</file>

<file path=ppt/tags/tag567.xml><?xml version="1.0" encoding="utf-8"?>
<p:tagLst xmlns:p="http://schemas.openxmlformats.org/presentationml/2006/main">
  <p:tag name="AS_UNIQUEID" val="397"/>
</p:tagLst>
</file>

<file path=ppt/tags/tag568.xml><?xml version="1.0" encoding="utf-8"?>
<p:tagLst xmlns:p="http://schemas.openxmlformats.org/presentationml/2006/main">
  <p:tag name="AS_UNIQUEID" val="398"/>
</p:tagLst>
</file>

<file path=ppt/tags/tag569.xml><?xml version="1.0" encoding="utf-8"?>
<p:tagLst xmlns:p="http://schemas.openxmlformats.org/presentationml/2006/main">
  <p:tag name="AS_UNIQUEID" val="399"/>
</p:tagLst>
</file>

<file path=ppt/tags/tag570.xml><?xml version="1.0" encoding="utf-8"?>
<p:tagLst xmlns:p="http://schemas.openxmlformats.org/presentationml/2006/main">
  <p:tag name="AS_UNIQUEID" val="400"/>
</p:tagLst>
</file>

<file path=ppt/tags/tag571.xml><?xml version="1.0" encoding="utf-8"?>
<p:tagLst xmlns:p="http://schemas.openxmlformats.org/presentationml/2006/main">
  <p:tag name="AS_UNIQUEID" val="401"/>
</p:tagLst>
</file>

<file path=ppt/tags/tag572.xml><?xml version="1.0" encoding="utf-8"?>
<p:tagLst xmlns:p="http://schemas.openxmlformats.org/presentationml/2006/main">
  <p:tag name="AS_UNIQUEID" val="402"/>
</p:tagLst>
</file>

<file path=ppt/tags/tag573.xml><?xml version="1.0" encoding="utf-8"?>
<p:tagLst xmlns:p="http://schemas.openxmlformats.org/presentationml/2006/main">
  <p:tag name="AS_UNIQUEID" val="403"/>
</p:tagLst>
</file>

<file path=ppt/tags/tag574.xml><?xml version="1.0" encoding="utf-8"?>
<p:tagLst xmlns:p="http://schemas.openxmlformats.org/presentationml/2006/main">
  <p:tag name="AS_UNIQUEID" val="404"/>
</p:tagLst>
</file>

<file path=ppt/tags/tag575.xml><?xml version="1.0" encoding="utf-8"?>
<p:tagLst xmlns:p="http://schemas.openxmlformats.org/presentationml/2006/main">
  <p:tag name="AS_UNIQUEID" val="405"/>
</p:tagLst>
</file>

<file path=ppt/tags/tag576.xml><?xml version="1.0" encoding="utf-8"?>
<p:tagLst xmlns:p="http://schemas.openxmlformats.org/presentationml/2006/main">
  <p:tag name="AS_UNIQUEID" val="406"/>
</p:tagLst>
</file>

<file path=ppt/tags/tag577.xml><?xml version="1.0" encoding="utf-8"?>
<p:tagLst xmlns:p="http://schemas.openxmlformats.org/presentationml/2006/main">
  <p:tag name="AS_UNIQUEID" val="407"/>
</p:tagLst>
</file>

<file path=ppt/tags/tag578.xml><?xml version="1.0" encoding="utf-8"?>
<p:tagLst xmlns:p="http://schemas.openxmlformats.org/presentationml/2006/main">
  <p:tag name="AS_UNIQUEID" val="408"/>
</p:tagLst>
</file>

<file path=ppt/tags/tag579.xml><?xml version="1.0" encoding="utf-8"?>
<p:tagLst xmlns:p="http://schemas.openxmlformats.org/presentationml/2006/main">
  <p:tag name="AS_UNIQUEID" val="409"/>
</p:tagLst>
</file>

<file path=ppt/tags/tag580.xml><?xml version="1.0" encoding="utf-8"?>
<p:tagLst xmlns:p="http://schemas.openxmlformats.org/presentationml/2006/main">
  <p:tag name="AS_UNIQUEID" val="410"/>
</p:tagLst>
</file>

<file path=ppt/tags/tag581.xml><?xml version="1.0" encoding="utf-8"?>
<p:tagLst xmlns:p="http://schemas.openxmlformats.org/presentationml/2006/main">
  <p:tag name="AS_UNIQUEID" val="411"/>
</p:tagLst>
</file>

<file path=ppt/tags/tag582.xml><?xml version="1.0" encoding="utf-8"?>
<p:tagLst xmlns:p="http://schemas.openxmlformats.org/presentationml/2006/main">
  <p:tag name="AS_UNIQUEID" val="412"/>
</p:tagLst>
</file>

<file path=ppt/tags/tag583.xml><?xml version="1.0" encoding="utf-8"?>
<p:tagLst xmlns:p="http://schemas.openxmlformats.org/presentationml/2006/main">
  <p:tag name="AS_UNIQUEID" val="413"/>
</p:tagLst>
</file>

<file path=ppt/tags/tag584.xml><?xml version="1.0" encoding="utf-8"?>
<p:tagLst xmlns:p="http://schemas.openxmlformats.org/presentationml/2006/main">
  <p:tag name="AS_UNIQUEID" val="414"/>
</p:tagLst>
</file>

<file path=ppt/tags/tag585.xml><?xml version="1.0" encoding="utf-8"?>
<p:tagLst xmlns:p="http://schemas.openxmlformats.org/presentationml/2006/main">
  <p:tag name="AS_UNIQUEID" val="415"/>
</p:tagLst>
</file>

<file path=ppt/tags/tag586.xml><?xml version="1.0" encoding="utf-8"?>
<p:tagLst xmlns:p="http://schemas.openxmlformats.org/presentationml/2006/main">
  <p:tag name="AS_UNIQUEID" val="416"/>
</p:tagLst>
</file>

<file path=ppt/tags/tag587.xml><?xml version="1.0" encoding="utf-8"?>
<p:tagLst xmlns:p="http://schemas.openxmlformats.org/presentationml/2006/main">
  <p:tag name="AS_UNIQUEID" val="417"/>
</p:tagLst>
</file>

<file path=ppt/tags/tag588.xml><?xml version="1.0" encoding="utf-8"?>
<p:tagLst xmlns:p="http://schemas.openxmlformats.org/presentationml/2006/main">
  <p:tag name="AS_UNIQUEID" val="418"/>
</p:tagLst>
</file>

<file path=ppt/tags/tag589.xml><?xml version="1.0" encoding="utf-8"?>
<p:tagLst xmlns:p="http://schemas.openxmlformats.org/presentationml/2006/main">
  <p:tag name="AS_UNIQUEID" val="419"/>
</p:tagLst>
</file>

<file path=ppt/tags/tag590.xml><?xml version="1.0" encoding="utf-8"?>
<p:tagLst xmlns:p="http://schemas.openxmlformats.org/presentationml/2006/main">
  <p:tag name="AS_UNIQUEID" val="420"/>
</p:tagLst>
</file>

<file path=ppt/tags/tag591.xml><?xml version="1.0" encoding="utf-8"?>
<p:tagLst xmlns:p="http://schemas.openxmlformats.org/presentationml/2006/main">
  <p:tag name="AS_UNIQUEID" val="421"/>
</p:tagLst>
</file>

<file path=ppt/tags/tag592.xml><?xml version="1.0" encoding="utf-8"?>
<p:tagLst xmlns:p="http://schemas.openxmlformats.org/presentationml/2006/main">
  <p:tag name="AS_UNIQUEID" val="388"/>
</p:tagLst>
</file>

<file path=ppt/tags/tag593.xml><?xml version="1.0" encoding="utf-8"?>
<p:tagLst xmlns:p="http://schemas.openxmlformats.org/presentationml/2006/main">
  <p:tag name="AS_UNIQUEID" val="1119"/>
</p:tagLst>
</file>

<file path=ppt/tags/tag594.xml><?xml version="1.0" encoding="utf-8"?>
<p:tagLst xmlns:p="http://schemas.openxmlformats.org/presentationml/2006/main">
  <p:tag name="AS_UNIQUEID" val="1120"/>
</p:tagLst>
</file>

<file path=ppt/tags/tag595.xml><?xml version="1.0" encoding="utf-8"?>
<p:tagLst xmlns:p="http://schemas.openxmlformats.org/presentationml/2006/main">
  <p:tag name="AS_UNIQUEID" val="1121"/>
</p:tagLst>
</file>

<file path=ppt/tags/tag596.xml><?xml version="1.0" encoding="utf-8"?>
<p:tagLst xmlns:p="http://schemas.openxmlformats.org/presentationml/2006/main">
  <p:tag name="AS_UNIQUEID" val="423"/>
</p:tagLst>
</file>

<file path=ppt/tags/tag597.xml><?xml version="1.0" encoding="utf-8"?>
<p:tagLst xmlns:p="http://schemas.openxmlformats.org/presentationml/2006/main">
  <p:tag name="AS_UNIQUEID" val="424"/>
</p:tagLst>
</file>

<file path=ppt/tags/tag598.xml><?xml version="1.0" encoding="utf-8"?>
<p:tagLst xmlns:p="http://schemas.openxmlformats.org/presentationml/2006/main">
  <p:tag name="AS_UNIQUEID" val="425"/>
</p:tagLst>
</file>

<file path=ppt/tags/tag599.xml><?xml version="1.0" encoding="utf-8"?>
<p:tagLst xmlns:p="http://schemas.openxmlformats.org/presentationml/2006/main">
  <p:tag name="AS_UNIQUEID" val="497"/>
</p:tagLst>
</file>

<file path=ppt/tags/tag600.xml><?xml version="1.0" encoding="utf-8"?>
<p:tagLst xmlns:p="http://schemas.openxmlformats.org/presentationml/2006/main">
  <p:tag name="AS_UNIQUEID" val="480"/>
</p:tagLst>
</file>

<file path=ppt/tags/tag601.xml><?xml version="1.0" encoding="utf-8"?>
<p:tagLst xmlns:p="http://schemas.openxmlformats.org/presentationml/2006/main">
  <p:tag name="AS_UNIQUEID" val="481"/>
</p:tagLst>
</file>

<file path=ppt/tags/tag602.xml><?xml version="1.0" encoding="utf-8"?>
<p:tagLst xmlns:p="http://schemas.openxmlformats.org/presentationml/2006/main">
  <p:tag name="AS_UNIQUEID" val="482"/>
</p:tagLst>
</file>

<file path=ppt/tags/tag603.xml><?xml version="1.0" encoding="utf-8"?>
<p:tagLst xmlns:p="http://schemas.openxmlformats.org/presentationml/2006/main">
  <p:tag name="AS_UNIQUEID" val="483"/>
</p:tagLst>
</file>

<file path=ppt/tags/tag604.xml><?xml version="1.0" encoding="utf-8"?>
<p:tagLst xmlns:p="http://schemas.openxmlformats.org/presentationml/2006/main">
  <p:tag name="AS_UNIQUEID" val="484"/>
</p:tagLst>
</file>

<file path=ppt/tags/tag605.xml><?xml version="1.0" encoding="utf-8"?>
<p:tagLst xmlns:p="http://schemas.openxmlformats.org/presentationml/2006/main">
  <p:tag name="AS_UNIQUEID" val="485"/>
</p:tagLst>
</file>

<file path=ppt/tags/tag606.xml><?xml version="1.0" encoding="utf-8"?>
<p:tagLst xmlns:p="http://schemas.openxmlformats.org/presentationml/2006/main">
  <p:tag name="AS_UNIQUEID" val="486"/>
</p:tagLst>
</file>

<file path=ppt/tags/tag607.xml><?xml version="1.0" encoding="utf-8"?>
<p:tagLst xmlns:p="http://schemas.openxmlformats.org/presentationml/2006/main">
  <p:tag name="AS_UNIQUEID" val="487"/>
</p:tagLst>
</file>

<file path=ppt/tags/tag608.xml><?xml version="1.0" encoding="utf-8"?>
<p:tagLst xmlns:p="http://schemas.openxmlformats.org/presentationml/2006/main">
  <p:tag name="AS_UNIQUEID" val="488"/>
</p:tagLst>
</file>

<file path=ppt/tags/tag609.xml><?xml version="1.0" encoding="utf-8"?>
<p:tagLst xmlns:p="http://schemas.openxmlformats.org/presentationml/2006/main">
  <p:tag name="AS_UNIQUEID" val="489"/>
</p:tagLst>
</file>

<file path=ppt/tags/tag610.xml><?xml version="1.0" encoding="utf-8"?>
<p:tagLst xmlns:p="http://schemas.openxmlformats.org/presentationml/2006/main">
  <p:tag name="AS_UNIQUEID" val="490"/>
</p:tagLst>
</file>

<file path=ppt/tags/tag611.xml><?xml version="1.0" encoding="utf-8"?>
<p:tagLst xmlns:p="http://schemas.openxmlformats.org/presentationml/2006/main">
  <p:tag name="AS_UNIQUEID" val="491"/>
</p:tagLst>
</file>

<file path=ppt/tags/tag612.xml><?xml version="1.0" encoding="utf-8"?>
<p:tagLst xmlns:p="http://schemas.openxmlformats.org/presentationml/2006/main">
  <p:tag name="AS_UNIQUEID" val="492"/>
</p:tagLst>
</file>

<file path=ppt/tags/tag613.xml><?xml version="1.0" encoding="utf-8"?>
<p:tagLst xmlns:p="http://schemas.openxmlformats.org/presentationml/2006/main">
  <p:tag name="AS_UNIQUEID" val="493"/>
</p:tagLst>
</file>

<file path=ppt/tags/tag614.xml><?xml version="1.0" encoding="utf-8"?>
<p:tagLst xmlns:p="http://schemas.openxmlformats.org/presentationml/2006/main">
  <p:tag name="AS_UNIQUEID" val="494"/>
</p:tagLst>
</file>

<file path=ppt/tags/tag615.xml><?xml version="1.0" encoding="utf-8"?>
<p:tagLst xmlns:p="http://schemas.openxmlformats.org/presentationml/2006/main">
  <p:tag name="AS_UNIQUEID" val="495"/>
</p:tagLst>
</file>

<file path=ppt/tags/tag616.xml><?xml version="1.0" encoding="utf-8"?>
<p:tagLst xmlns:p="http://schemas.openxmlformats.org/presentationml/2006/main">
  <p:tag name="AS_UNIQUEID" val="496"/>
</p:tagLst>
</file>

<file path=ppt/tags/tag617.xml><?xml version="1.0" encoding="utf-8"?>
<p:tagLst xmlns:p="http://schemas.openxmlformats.org/presentationml/2006/main">
  <p:tag name="AS_UNIQUEID" val="498"/>
</p:tagLst>
</file>

<file path=ppt/tags/tag618.xml><?xml version="1.0" encoding="utf-8"?>
<p:tagLst xmlns:p="http://schemas.openxmlformats.org/presentationml/2006/main">
  <p:tag name="AS_UNIQUEID" val="462"/>
</p:tagLst>
</file>

<file path=ppt/tags/tag619.xml><?xml version="1.0" encoding="utf-8"?>
<p:tagLst xmlns:p="http://schemas.openxmlformats.org/presentationml/2006/main">
  <p:tag name="AS_UNIQUEID" val="463"/>
</p:tagLst>
</file>

<file path=ppt/tags/tag620.xml><?xml version="1.0" encoding="utf-8"?>
<p:tagLst xmlns:p="http://schemas.openxmlformats.org/presentationml/2006/main">
  <p:tag name="AS_UNIQUEID" val="464"/>
</p:tagLst>
</file>

<file path=ppt/tags/tag621.xml><?xml version="1.0" encoding="utf-8"?>
<p:tagLst xmlns:p="http://schemas.openxmlformats.org/presentationml/2006/main">
  <p:tag name="AS_UNIQUEID" val="465"/>
</p:tagLst>
</file>

<file path=ppt/tags/tag622.xml><?xml version="1.0" encoding="utf-8"?>
<p:tagLst xmlns:p="http://schemas.openxmlformats.org/presentationml/2006/main">
  <p:tag name="AS_UNIQUEID" val="466"/>
</p:tagLst>
</file>

<file path=ppt/tags/tag623.xml><?xml version="1.0" encoding="utf-8"?>
<p:tagLst xmlns:p="http://schemas.openxmlformats.org/presentationml/2006/main">
  <p:tag name="AS_UNIQUEID" val="467"/>
</p:tagLst>
</file>

<file path=ppt/tags/tag624.xml><?xml version="1.0" encoding="utf-8"?>
<p:tagLst xmlns:p="http://schemas.openxmlformats.org/presentationml/2006/main">
  <p:tag name="AS_UNIQUEID" val="468"/>
</p:tagLst>
</file>

<file path=ppt/tags/tag625.xml><?xml version="1.0" encoding="utf-8"?>
<p:tagLst xmlns:p="http://schemas.openxmlformats.org/presentationml/2006/main">
  <p:tag name="AS_UNIQUEID" val="469"/>
</p:tagLst>
</file>

<file path=ppt/tags/tag626.xml><?xml version="1.0" encoding="utf-8"?>
<p:tagLst xmlns:p="http://schemas.openxmlformats.org/presentationml/2006/main">
  <p:tag name="AS_UNIQUEID" val="470"/>
</p:tagLst>
</file>

<file path=ppt/tags/tag627.xml><?xml version="1.0" encoding="utf-8"?>
<p:tagLst xmlns:p="http://schemas.openxmlformats.org/presentationml/2006/main">
  <p:tag name="AS_UNIQUEID" val="471"/>
</p:tagLst>
</file>

<file path=ppt/tags/tag628.xml><?xml version="1.0" encoding="utf-8"?>
<p:tagLst xmlns:p="http://schemas.openxmlformats.org/presentationml/2006/main">
  <p:tag name="AS_UNIQUEID" val="472"/>
</p:tagLst>
</file>

<file path=ppt/tags/tag629.xml><?xml version="1.0" encoding="utf-8"?>
<p:tagLst xmlns:p="http://schemas.openxmlformats.org/presentationml/2006/main">
  <p:tag name="AS_UNIQUEID" val="473"/>
</p:tagLst>
</file>

<file path=ppt/tags/tag630.xml><?xml version="1.0" encoding="utf-8"?>
<p:tagLst xmlns:p="http://schemas.openxmlformats.org/presentationml/2006/main">
  <p:tag name="AS_UNIQUEID" val="474"/>
</p:tagLst>
</file>

<file path=ppt/tags/tag631.xml><?xml version="1.0" encoding="utf-8"?>
<p:tagLst xmlns:p="http://schemas.openxmlformats.org/presentationml/2006/main">
  <p:tag name="AS_UNIQUEID" val="475"/>
</p:tagLst>
</file>

<file path=ppt/tags/tag632.xml><?xml version="1.0" encoding="utf-8"?>
<p:tagLst xmlns:p="http://schemas.openxmlformats.org/presentationml/2006/main">
  <p:tag name="AS_UNIQUEID" val="476"/>
</p:tagLst>
</file>

<file path=ppt/tags/tag633.xml><?xml version="1.0" encoding="utf-8"?>
<p:tagLst xmlns:p="http://schemas.openxmlformats.org/presentationml/2006/main">
  <p:tag name="AS_UNIQUEID" val="477"/>
</p:tagLst>
</file>

<file path=ppt/tags/tag634.xml><?xml version="1.0" encoding="utf-8"?>
<p:tagLst xmlns:p="http://schemas.openxmlformats.org/presentationml/2006/main">
  <p:tag name="AS_UNIQUEID" val="478"/>
</p:tagLst>
</file>

<file path=ppt/tags/tag635.xml><?xml version="1.0" encoding="utf-8"?>
<p:tagLst xmlns:p="http://schemas.openxmlformats.org/presentationml/2006/main">
  <p:tag name="AS_UNIQUEID" val="479"/>
</p:tagLst>
</file>

<file path=ppt/tags/tag636.xml><?xml version="1.0" encoding="utf-8"?>
<p:tagLst xmlns:p="http://schemas.openxmlformats.org/presentationml/2006/main">
  <p:tag name="AS_UNIQUEID" val="461"/>
</p:tagLst>
</file>

<file path=ppt/tags/tag637.xml><?xml version="1.0" encoding="utf-8"?>
<p:tagLst xmlns:p="http://schemas.openxmlformats.org/presentationml/2006/main">
  <p:tag name="AS_UNIQUEID" val="1124"/>
</p:tagLst>
</file>

<file path=ppt/tags/tag638.xml><?xml version="1.0" encoding="utf-8"?>
<p:tagLst xmlns:p="http://schemas.openxmlformats.org/presentationml/2006/main">
  <p:tag name="AS_UNIQUEID" val="1125"/>
</p:tagLst>
</file>

<file path=ppt/tags/tag639.xml><?xml version="1.0" encoding="utf-8"?>
<p:tagLst xmlns:p="http://schemas.openxmlformats.org/presentationml/2006/main">
  <p:tag name="AS_UNIQUEID" val="1126"/>
</p:tagLst>
</file>

<file path=ppt/tags/tag640.xml><?xml version="1.0" encoding="utf-8"?>
<p:tagLst xmlns:p="http://schemas.openxmlformats.org/presentationml/2006/main">
  <p:tag name="AS_UNIQUEID" val="1006"/>
</p:tagLst>
</file>

<file path=ppt/tags/tag641.xml><?xml version="1.0" encoding="utf-8"?>
<p:tagLst xmlns:p="http://schemas.openxmlformats.org/presentationml/2006/main">
  <p:tag name="AS_UNIQUEID" val="1007"/>
</p:tagLst>
</file>

<file path=ppt/tags/tag642.xml><?xml version="1.0" encoding="utf-8"?>
<p:tagLst xmlns:p="http://schemas.openxmlformats.org/presentationml/2006/main">
  <p:tag name="AS_UNIQUEID" val="1129"/>
</p:tagLst>
</file>

<file path=ppt/tags/tag643.xml><?xml version="1.0" encoding="utf-8"?>
<p:tagLst xmlns:p="http://schemas.openxmlformats.org/presentationml/2006/main">
  <p:tag name="AS_UNIQUEID" val="1130"/>
</p:tagLst>
</file>

<file path=ppt/tags/tag644.xml><?xml version="1.0" encoding="utf-8"?>
<p:tagLst xmlns:p="http://schemas.openxmlformats.org/presentationml/2006/main">
  <p:tag name="AS_UNIQUEID" val="1131"/>
</p:tagLst>
</file>

<file path=ppt/tags/tag645.xml><?xml version="1.0" encoding="utf-8"?>
<p:tagLst xmlns:p="http://schemas.openxmlformats.org/presentationml/2006/main">
  <p:tag name="AS_UNIQUEID" val="1022"/>
</p:tagLst>
</file>

<file path=ppt/tags/tag646.xml><?xml version="1.0" encoding="utf-8"?>
<p:tagLst xmlns:p="http://schemas.openxmlformats.org/presentationml/2006/main">
  <p:tag name="AS_UNIQUEID" val="1023"/>
</p:tagLst>
</file>

<file path=ppt/tags/tag647.xml><?xml version="1.0" encoding="utf-8"?>
<p:tagLst xmlns:p="http://schemas.openxmlformats.org/presentationml/2006/main">
  <p:tag name="AS_UNIQUEID" val="1024"/>
</p:tagLst>
</file>

<file path=ppt/tags/tag648.xml><?xml version="1.0" encoding="utf-8"?>
<p:tagLst xmlns:p="http://schemas.openxmlformats.org/presentationml/2006/main">
  <p:tag name="AS_UNIQUEID" val="1025"/>
</p:tagLst>
</file>

<file path=ppt/tags/tag649.xml><?xml version="1.0" encoding="utf-8"?>
<p:tagLst xmlns:p="http://schemas.openxmlformats.org/presentationml/2006/main">
  <p:tag name="AS_UNIQUEID" val="1026"/>
</p:tagLst>
</file>

<file path=ppt/tags/tag650.xml><?xml version="1.0" encoding="utf-8"?>
<p:tagLst xmlns:p="http://schemas.openxmlformats.org/presentationml/2006/main">
  <p:tag name="AS_UNIQUEID" val="1027"/>
</p:tagLst>
</file>

<file path=ppt/tags/tag651.xml><?xml version="1.0" encoding="utf-8"?>
<p:tagLst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3629</Words>
  <Application>WPS 演示</Application>
  <PresentationFormat>On-screen Show (4:3)</PresentationFormat>
  <Paragraphs>696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等线</vt:lpstr>
      <vt:lpstr>微软雅黑</vt:lpstr>
      <vt:lpstr>Arial Unicode MS</vt:lpstr>
      <vt:lpstr>Office Theme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202603</cp:lastModifiedBy>
  <cp:revision>9</cp:revision>
  <cp:lastPrinted>2026-08-30T20:51:00Z</cp:lastPrinted>
  <dcterms:created xsi:type="dcterms:W3CDTF">2026-08-30T12:51:00Z</dcterms:created>
  <dcterms:modified xsi:type="dcterms:W3CDTF">2026-10-16T03:33:42Z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0D8C09F74BE848C28FB62F49872404C0_13</vt:lpwstr>
  </property>
</Properties>
</file>